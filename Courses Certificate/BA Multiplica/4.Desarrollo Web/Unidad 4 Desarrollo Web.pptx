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comments/comment2.xml" ContentType="application/vnd.openxmlformats-officedocument.presentationml.comments+xml"/>
  <Override PartName="/ppt/notesSlides/notesSlide4.xml" ContentType="application/vnd.openxmlformats-officedocument.presentationml.notesSlide+xml"/>
  <Override PartName="/ppt/comments/comment3.xml" ContentType="application/vnd.openxmlformats-officedocument.presentationml.comments+xml"/>
  <Override PartName="/ppt/notesSlides/notesSlide5.xml" ContentType="application/vnd.openxmlformats-officedocument.presentationml.notesSlide+xml"/>
  <Override PartName="/ppt/comments/comment4.xml" ContentType="application/vnd.openxmlformats-officedocument.presentationml.comments+xml"/>
  <Override PartName="/ppt/notesSlides/notesSlide6.xml" ContentType="application/vnd.openxmlformats-officedocument.presentationml.notesSlide+xml"/>
  <Override PartName="/ppt/comments/comment5.xml" ContentType="application/vnd.openxmlformats-officedocument.presentationml.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media/image65.jpg" ContentType="image/png"/>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comments/comment6.xml" ContentType="application/vnd.openxmlformats-officedocument.presentationml.comments+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comments/comment7.xml" ContentType="application/vnd.openxmlformats-officedocument.presentationml.comments+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comments/comment8.xml" ContentType="application/vnd.openxmlformats-officedocument.presentationml.comments+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comments/comment9.xml" ContentType="application/vnd.openxmlformats-officedocument.presentationml.comments+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comments/comment10.xml" ContentType="application/vnd.openxmlformats-officedocument.presentationml.comments+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comments/comment11.xml" ContentType="application/vnd.openxmlformats-officedocument.presentationml.comments+xml"/>
  <Override PartName="/ppt/notesSlides/notesSlide329.xml" ContentType="application/vnd.openxmlformats-officedocument.presentationml.notesSlide+xml"/>
  <Override PartName="/ppt/notesSlides/notesSlide3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p15="http://schemas.microsoft.com/office/powerpoint/2012/main" embedTrueTypeFonts="1" strictFirstAndLastChars="0" autoCompressPictures="0" saveSubsetFonts="1">
  <p:sldMasterIdLst>
    <p:sldMasterId r:id="rId1" id="2147483648"/>
    <p:sldMasterId r:id="rId2" id="2147483665"/>
    <p:sldMasterId r:id="rId3" id="2147483677"/>
  </p:sldMasterIdLst>
  <p:notesMasterIdLst>
    <p:notesMasterId r:id="rId334"/>
  </p:notesMasterIdLst>
  <p:sldIdLst>
    <p:sldId r:id="rId4" id="599"/>
    <p:sldId r:id="rId5" id="257"/>
    <p:sldId r:id="rId6" id="258"/>
    <p:sldId r:id="rId7" id="259"/>
    <p:sldId r:id="rId8" id="260"/>
    <p:sldId r:id="rId9" id="261"/>
    <p:sldId r:id="rId10" id="262"/>
    <p:sldId r:id="rId11" id="263"/>
    <p:sldId r:id="rId12" id="264"/>
    <p:sldId r:id="rId13" id="265"/>
    <p:sldId r:id="rId14" id="266"/>
    <p:sldId r:id="rId15" id="267"/>
    <p:sldId r:id="rId16" id="269"/>
    <p:sldId r:id="rId17" id="270"/>
    <p:sldId r:id="rId18" id="271"/>
    <p:sldId r:id="rId19" id="272"/>
    <p:sldId r:id="rId20" id="273"/>
    <p:sldId r:id="rId21" id="274"/>
    <p:sldId r:id="rId22" id="275"/>
    <p:sldId r:id="rId23" id="276"/>
    <p:sldId r:id="rId24" id="277"/>
    <p:sldId r:id="rId25" id="278"/>
    <p:sldId r:id="rId26" id="279"/>
    <p:sldId r:id="rId27" id="280"/>
    <p:sldId r:id="rId28" id="281"/>
    <p:sldId r:id="rId29" id="283"/>
    <p:sldId r:id="rId30" id="282"/>
    <p:sldId r:id="rId31" id="284"/>
    <p:sldId r:id="rId32" id="601"/>
    <p:sldId r:id="rId33" id="602"/>
    <p:sldId r:id="rId34" id="287"/>
    <p:sldId r:id="rId35" id="288"/>
    <p:sldId r:id="rId36" id="289"/>
    <p:sldId r:id="rId37" id="290"/>
    <p:sldId r:id="rId38" id="291"/>
    <p:sldId r:id="rId39" id="292"/>
    <p:sldId r:id="rId40" id="293"/>
    <p:sldId r:id="rId41" id="294"/>
    <p:sldId r:id="rId42" id="295"/>
    <p:sldId r:id="rId43" id="296"/>
    <p:sldId r:id="rId44" id="297"/>
    <p:sldId r:id="rId45" id="298"/>
    <p:sldId r:id="rId46" id="299"/>
    <p:sldId r:id="rId47" id="300"/>
    <p:sldId r:id="rId48" id="301"/>
    <p:sldId r:id="rId49" id="302"/>
    <p:sldId r:id="rId50" id="303"/>
    <p:sldId r:id="rId51" id="304"/>
    <p:sldId r:id="rId52" id="305"/>
    <p:sldId r:id="rId53" id="306"/>
    <p:sldId r:id="rId54" id="307"/>
    <p:sldId r:id="rId55" id="308"/>
    <p:sldId r:id="rId56" id="309"/>
    <p:sldId r:id="rId57" id="310"/>
    <p:sldId r:id="rId58" id="311"/>
    <p:sldId r:id="rId59" id="312"/>
    <p:sldId r:id="rId60" id="313"/>
    <p:sldId r:id="rId61" id="314"/>
    <p:sldId r:id="rId62" id="315"/>
    <p:sldId r:id="rId63" id="316"/>
    <p:sldId r:id="rId64" id="317"/>
    <p:sldId r:id="rId65" id="319"/>
    <p:sldId r:id="rId66" id="320"/>
    <p:sldId r:id="rId67" id="321"/>
    <p:sldId r:id="rId68" id="322"/>
    <p:sldId r:id="rId69" id="603"/>
    <p:sldId r:id="rId70" id="324"/>
    <p:sldId r:id="rId71" id="325"/>
    <p:sldId r:id="rId72" id="326"/>
    <p:sldId r:id="rId73" id="327"/>
    <p:sldId r:id="rId74" id="328"/>
    <p:sldId r:id="rId75" id="329"/>
    <p:sldId r:id="rId76" id="330"/>
    <p:sldId r:id="rId77" id="331"/>
    <p:sldId r:id="rId78" id="332"/>
    <p:sldId r:id="rId79" id="333"/>
    <p:sldId r:id="rId80" id="334"/>
    <p:sldId r:id="rId81" id="335"/>
    <p:sldId r:id="rId82" id="604"/>
    <p:sldId r:id="rId83" id="605"/>
    <p:sldId r:id="rId84" id="338"/>
    <p:sldId r:id="rId85" id="606"/>
    <p:sldId r:id="rId86" id="607"/>
    <p:sldId r:id="rId87" id="341"/>
    <p:sldId r:id="rId88" id="342"/>
    <p:sldId r:id="rId89" id="343"/>
    <p:sldId r:id="rId90" id="344"/>
    <p:sldId r:id="rId91" id="345"/>
    <p:sldId r:id="rId92" id="346"/>
    <p:sldId r:id="rId93" id="347"/>
    <p:sldId r:id="rId94" id="348"/>
    <p:sldId r:id="rId95" id="349"/>
    <p:sldId r:id="rId96" id="350"/>
    <p:sldId r:id="rId97" id="351"/>
    <p:sldId r:id="rId98" id="352"/>
    <p:sldId r:id="rId99" id="353"/>
    <p:sldId r:id="rId100" id="608"/>
    <p:sldId r:id="rId101" id="355"/>
    <p:sldId r:id="rId102" id="356"/>
    <p:sldId r:id="rId103" id="610"/>
    <p:sldId r:id="rId104" id="358"/>
    <p:sldId r:id="rId105" id="611"/>
    <p:sldId r:id="rId106" id="612"/>
    <p:sldId r:id="rId107" id="362"/>
    <p:sldId r:id="rId108" id="363"/>
    <p:sldId r:id="rId109" id="364"/>
    <p:sldId r:id="rId110" id="365"/>
    <p:sldId r:id="rId111" id="366"/>
    <p:sldId r:id="rId112" id="367"/>
    <p:sldId r:id="rId113" id="368"/>
    <p:sldId r:id="rId114" id="369"/>
    <p:sldId r:id="rId115" id="370"/>
    <p:sldId r:id="rId116" id="371"/>
    <p:sldId r:id="rId117" id="372"/>
    <p:sldId r:id="rId118" id="613"/>
    <p:sldId r:id="rId119" id="374"/>
    <p:sldId r:id="rId120" id="375"/>
    <p:sldId r:id="rId121" id="376"/>
    <p:sldId r:id="rId122" id="614"/>
    <p:sldId r:id="rId123" id="615"/>
    <p:sldId r:id="rId124" id="379"/>
    <p:sldId r:id="rId125" id="380"/>
    <p:sldId r:id="rId126" id="381"/>
    <p:sldId r:id="rId127" id="382"/>
    <p:sldId r:id="rId128" id="383"/>
    <p:sldId r:id="rId129" id="384"/>
    <p:sldId r:id="rId130" id="385"/>
    <p:sldId r:id="rId131" id="386"/>
    <p:sldId r:id="rId132" id="387"/>
    <p:sldId r:id="rId133" id="616"/>
    <p:sldId r:id="rId134" id="389"/>
    <p:sldId r:id="rId135" id="390"/>
    <p:sldId r:id="rId136" id="617"/>
    <p:sldId r:id="rId137" id="392"/>
    <p:sldId r:id="rId138" id="393"/>
    <p:sldId r:id="rId139" id="394"/>
    <p:sldId r:id="rId140" id="395"/>
    <p:sldId r:id="rId141" id="396"/>
    <p:sldId r:id="rId142" id="618"/>
    <p:sldId r:id="rId143" id="619"/>
    <p:sldId r:id="rId144" id="399"/>
    <p:sldId r:id="rId145" id="400"/>
    <p:sldId r:id="rId146" id="401"/>
    <p:sldId r:id="rId147" id="620"/>
    <p:sldId r:id="rId148" id="403"/>
    <p:sldId r:id="rId149" id="404"/>
    <p:sldId r:id="rId150" id="405"/>
    <p:sldId r:id="rId151" id="406"/>
    <p:sldId r:id="rId152" id="407"/>
    <p:sldId r:id="rId153" id="408"/>
    <p:sldId r:id="rId154" id="410"/>
    <p:sldId r:id="rId155" id="411"/>
    <p:sldId r:id="rId156" id="412"/>
    <p:sldId r:id="rId157" id="622"/>
    <p:sldId r:id="rId158" id="623"/>
    <p:sldId r:id="rId159" id="624"/>
    <p:sldId r:id="rId160" id="415"/>
    <p:sldId r:id="rId161" id="417"/>
    <p:sldId r:id="rId162" id="418"/>
    <p:sldId r:id="rId163" id="419"/>
    <p:sldId r:id="rId164" id="420"/>
    <p:sldId r:id="rId165" id="421"/>
    <p:sldId r:id="rId166" id="625"/>
    <p:sldId r:id="rId167" id="626"/>
    <p:sldId r:id="rId168" id="424"/>
    <p:sldId r:id="rId169" id="425"/>
    <p:sldId r:id="rId170" id="426"/>
    <p:sldId r:id="rId171" id="427"/>
    <p:sldId r:id="rId172" id="428"/>
    <p:sldId r:id="rId173" id="429"/>
    <p:sldId r:id="rId174" id="430"/>
    <p:sldId r:id="rId175" id="431"/>
    <p:sldId r:id="rId176" id="432"/>
    <p:sldId r:id="rId177" id="433"/>
    <p:sldId r:id="rId178" id="434"/>
    <p:sldId r:id="rId179" id="435"/>
    <p:sldId r:id="rId180" id="436"/>
    <p:sldId r:id="rId181" id="437"/>
    <p:sldId r:id="rId182" id="438"/>
    <p:sldId r:id="rId183" id="439"/>
    <p:sldId r:id="rId184" id="440"/>
    <p:sldId r:id="rId185" id="441"/>
    <p:sldId r:id="rId186" id="442"/>
    <p:sldId r:id="rId187" id="443"/>
    <p:sldId r:id="rId188" id="444"/>
    <p:sldId r:id="rId189" id="445"/>
    <p:sldId r:id="rId190" id="446"/>
    <p:sldId r:id="rId191" id="627"/>
    <p:sldId r:id="rId192" id="628"/>
    <p:sldId r:id="rId193" id="629"/>
    <p:sldId r:id="rId194" id="630"/>
    <p:sldId r:id="rId195" id="631"/>
    <p:sldId r:id="rId196" id="632"/>
    <p:sldId r:id="rId197" id="633"/>
    <p:sldId r:id="rId198" id="634"/>
    <p:sldId r:id="rId199" id="635"/>
    <p:sldId r:id="rId200" id="636"/>
    <p:sldId r:id="rId201" id="637"/>
    <p:sldId r:id="rId202" id="458"/>
    <p:sldId r:id="rId203" id="459"/>
    <p:sldId r:id="rId204" id="460"/>
    <p:sldId r:id="rId205" id="461"/>
    <p:sldId r:id="rId206" id="462"/>
    <p:sldId r:id="rId207" id="463"/>
    <p:sldId r:id="rId208" id="464"/>
    <p:sldId r:id="rId209" id="465"/>
    <p:sldId r:id="rId210" id="466"/>
    <p:sldId r:id="rId211" id="467"/>
    <p:sldId r:id="rId212" id="468"/>
    <p:sldId r:id="rId213" id="469"/>
    <p:sldId r:id="rId214" id="470"/>
    <p:sldId r:id="rId215" id="471"/>
    <p:sldId r:id="rId216" id="472"/>
    <p:sldId r:id="rId217" id="473"/>
    <p:sldId r:id="rId218" id="474"/>
    <p:sldId r:id="rId219" id="475"/>
    <p:sldId r:id="rId220" id="476"/>
    <p:sldId r:id="rId221" id="477"/>
    <p:sldId r:id="rId222" id="478"/>
    <p:sldId r:id="rId223" id="479"/>
    <p:sldId r:id="rId224" id="483"/>
    <p:sldId r:id="rId225" id="484"/>
    <p:sldId r:id="rId226" id="485"/>
    <p:sldId r:id="rId227" id="486"/>
    <p:sldId r:id="rId228" id="487"/>
    <p:sldId r:id="rId229" id="488"/>
    <p:sldId r:id="rId230" id="489"/>
    <p:sldId r:id="rId231" id="490"/>
    <p:sldId r:id="rId232" id="491"/>
    <p:sldId r:id="rId233" id="492"/>
    <p:sldId r:id="rId234" id="493"/>
    <p:sldId r:id="rId235" id="494"/>
    <p:sldId r:id="rId236" id="639"/>
    <p:sldId r:id="rId237" id="640"/>
    <p:sldId r:id="rId238" id="497"/>
    <p:sldId r:id="rId239" id="498"/>
    <p:sldId r:id="rId240" id="499"/>
    <p:sldId r:id="rId241" id="500"/>
    <p:sldId r:id="rId242" id="501"/>
    <p:sldId r:id="rId243" id="502"/>
    <p:sldId r:id="rId244" id="503"/>
    <p:sldId r:id="rId245" id="504"/>
    <p:sldId r:id="rId246" id="505"/>
    <p:sldId r:id="rId247" id="506"/>
    <p:sldId r:id="rId248" id="507"/>
    <p:sldId r:id="rId249" id="508"/>
    <p:sldId r:id="rId250" id="509"/>
    <p:sldId r:id="rId251" id="512"/>
    <p:sldId r:id="rId252" id="514"/>
    <p:sldId r:id="rId253" id="516"/>
    <p:sldId r:id="rId254" id="519"/>
    <p:sldId r:id="rId255" id="520"/>
    <p:sldId r:id="rId256" id="521"/>
    <p:sldId r:id="rId257" id="522"/>
    <p:sldId r:id="rId258" id="523"/>
    <p:sldId r:id="rId259" id="524"/>
    <p:sldId r:id="rId260" id="525"/>
    <p:sldId r:id="rId261" id="526"/>
    <p:sldId r:id="rId262" id="527"/>
    <p:sldId r:id="rId263" id="528"/>
    <p:sldId r:id="rId264" id="529"/>
    <p:sldId r:id="rId265" id="530"/>
    <p:sldId r:id="rId266" id="531"/>
    <p:sldId r:id="rId267" id="532"/>
    <p:sldId r:id="rId268" id="533"/>
    <p:sldId r:id="rId269" id="534"/>
    <p:sldId r:id="rId270" id="535"/>
    <p:sldId r:id="rId271" id="536"/>
    <p:sldId r:id="rId272" id="537"/>
    <p:sldId r:id="rId273" id="538"/>
    <p:sldId r:id="rId274" id="539"/>
    <p:sldId r:id="rId275" id="540"/>
    <p:sldId r:id="rId276" id="541"/>
    <p:sldId r:id="rId277" id="542"/>
    <p:sldId r:id="rId278" id="543"/>
    <p:sldId r:id="rId279" id="544"/>
    <p:sldId r:id="rId280" id="545"/>
    <p:sldId r:id="rId281" id="546"/>
    <p:sldId r:id="rId282" id="547"/>
    <p:sldId r:id="rId283" id="548"/>
    <p:sldId r:id="rId284" id="549"/>
    <p:sldId r:id="rId285" id="550"/>
    <p:sldId r:id="rId286" id="551"/>
    <p:sldId r:id="rId287" id="552"/>
    <p:sldId r:id="rId288" id="553"/>
    <p:sldId r:id="rId289" id="554"/>
    <p:sldId r:id="rId290" id="555"/>
    <p:sldId r:id="rId291" id="556"/>
    <p:sldId r:id="rId292" id="557"/>
    <p:sldId r:id="rId293" id="558"/>
    <p:sldId r:id="rId294" id="559"/>
    <p:sldId r:id="rId295" id="560"/>
    <p:sldId r:id="rId296" id="561"/>
    <p:sldId r:id="rId297" id="562"/>
    <p:sldId r:id="rId298" id="563"/>
    <p:sldId r:id="rId299" id="564"/>
    <p:sldId r:id="rId300" id="565"/>
    <p:sldId r:id="rId301" id="566"/>
    <p:sldId r:id="rId302" id="567"/>
    <p:sldId r:id="rId303" id="568"/>
    <p:sldId r:id="rId304" id="569"/>
    <p:sldId r:id="rId305" id="570"/>
    <p:sldId r:id="rId306" id="571"/>
    <p:sldId r:id="rId307" id="572"/>
    <p:sldId r:id="rId308" id="573"/>
    <p:sldId r:id="rId309" id="574"/>
    <p:sldId r:id="rId310" id="575"/>
    <p:sldId r:id="rId311" id="576"/>
    <p:sldId r:id="rId312" id="577"/>
    <p:sldId r:id="rId313" id="578"/>
    <p:sldId r:id="rId314" id="579"/>
    <p:sldId r:id="rId315" id="580"/>
    <p:sldId r:id="rId316" id="581"/>
    <p:sldId r:id="rId317" id="582"/>
    <p:sldId r:id="rId318" id="583"/>
    <p:sldId r:id="rId319" id="584"/>
    <p:sldId r:id="rId320" id="585"/>
    <p:sldId r:id="rId321" id="586"/>
    <p:sldId r:id="rId322" id="587"/>
    <p:sldId r:id="rId323" id="588"/>
    <p:sldId r:id="rId324" id="589"/>
    <p:sldId r:id="rId325" id="590"/>
    <p:sldId r:id="rId326" id="591"/>
    <p:sldId r:id="rId327" id="592"/>
    <p:sldId r:id="rId328" id="593"/>
    <p:sldId r:id="rId329" id="594"/>
    <p:sldId r:id="rId330" id="595"/>
    <p:sldId r:id="rId331" id="596"/>
    <p:sldId r:id="rId332" id="641"/>
    <p:sldId r:id="rId333" id="642"/>
  </p:sldIdLst>
  <p:sldSz cx="12192000" cy="6858000"/>
  <p:notesSz cx="6858000" cy="9144000"/>
  <p:embeddedFontLst>
    <p:embeddedFont>
      <p:font charset="0" panose="020B0604020202020204" typeface="Montserrat Medium"/>
      <p:regular r:id="rId335"/>
      <p:bold r:id="rId336"/>
      <p:italic r:id="rId337"/>
      <p:boldItalic r:id="rId338"/>
    </p:embeddedFont>
    <p:embeddedFont>
      <p:font charset="0" panose="020B0604020202020204" typeface="Quattrocento Sans"/>
      <p:regular r:id="rId339"/>
      <p:bold r:id="rId340"/>
      <p:italic r:id="rId341"/>
      <p:boldItalic r:id="rId342"/>
    </p:embeddedFont>
    <p:embeddedFont>
      <p:font charset="0" panose="020B0604020202020204" typeface="Montserrat"/>
      <p:regular r:id="rId343"/>
      <p:bold r:id="rId344"/>
      <p:italic r:id="rId345"/>
      <p:boldItalic r:id="rId346"/>
    </p:embeddedFont>
    <p:embeddedFont>
      <p:font charset="0" panose="020B0604020202020204" typeface="Open Sans"/>
      <p:regular r:id="rId347"/>
      <p:bold r:id="rId348"/>
      <p:italic r:id="rId349"/>
      <p:boldItalic r:id="rId350"/>
    </p:embeddedFont>
    <p:embeddedFont>
      <p:font charset="0" panose="020F0502020204030204" pitchFamily="34" typeface="Calibri"/>
      <p:regular r:id="rId351"/>
      <p:bold r:id="rId352"/>
      <p:italic r:id="rId353"/>
      <p:boldItalic r:id="rId354"/>
    </p:embeddedFont>
    <p:embeddedFont>
      <p:font charset="0" panose="020B0604030504040204" pitchFamily="34" typeface="Tahoma"/>
      <p:regular r:id="rId355"/>
      <p:bold r:id="rId356"/>
    </p:embeddedFont>
    <p:embeddedFont>
      <p:font charset="0" panose="020B0604020202020204" typeface="Source Sans Pro Black"/>
      <p:bold r:id="rId357"/>
      <p:boldItalic r:id="rId3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cap="none" u="none" sz="1400" strike="noStrike" i="0">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cap="none" u="none" sz="1400" strike="noStrike" i="0">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cap="none" u="none" sz="1400" strike="noStrike" i="0">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cap="none" u="none" sz="1400" strike="noStrike" i="0">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cap="none" u="none" sz="1400" strike="noStrike" i="0">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cap="none" u="none" sz="1400" strike="noStrike" i="0">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cap="none" u="none" sz="1400" strike="noStrike" i="0">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cap="none" u="none" sz="1400" strike="noStrike" i="0">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cap="none" u="none" sz="1400" strike="noStrike" i="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orient="horz" pos="2160" id="1">
          <p15:clr>
            <a:srgbClr val="A4A3A4"/>
          </p15:clr>
        </p15:guide>
        <p15:guide pos="3840" id="2">
          <p15:clr>
            <a:srgbClr val="A4A3A4"/>
          </p15:clr>
        </p15:guide>
      </p15:sldGuideLst>
    </p:ext>
    <p:ext uri="http://customooxmlschemas.google.com/">
      <go:slidesCustomData xmlns:go="http://customooxmlschemas.google.com/" roundtripDataSignature="AMtx7mgrk+gRvOT9w/QRm8Nhz2aHu2L7WA==" r:id="rId364"/>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clrIdx="0" initials="" lastIdx="10" name="Ariel Nicolás Pont" id="0"/>
  <p:cmAuthor clrIdx="1" initials="" lastIdx="1" name="Ariel Pont" id="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7320"/>
    <a:srgbClr val="872789"/>
    <a:srgbClr val="E6E8E8"/>
    <a:srgbClr val="F0904E"/>
    <a:srgbClr val="F0804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1272BF2-6FC2-4F72-8B00-76E79A4D9CF1}">
  <a:tblStyle styleId="{41272BF2-6FC2-4F72-8B00-76E79A4D9CF1}"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35" autoAdjust="0"/>
    <p:restoredTop sz="94660"/>
  </p:normalViewPr>
  <p:slideViewPr>
    <p:cSldViewPr snapToGrid="0">
      <p:cViewPr varScale="1">
        <p:scale>
          <a:sx n="68" d="100"/>
          <a:sy n="68" d="100"/>
        </p:scale>
        <p:origin x="786"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99" Type="http://schemas.openxmlformats.org/officeDocument/2006/relationships/slide" Target="slides/slide296.xml"/><Relationship Id="rId21" Type="http://schemas.openxmlformats.org/officeDocument/2006/relationships/slide" Target="slides/slide18.xml"/><Relationship Id="rId63" Type="http://schemas.openxmlformats.org/officeDocument/2006/relationships/slide" Target="slides/slide60.xml"/><Relationship Id="rId159" Type="http://schemas.openxmlformats.org/officeDocument/2006/relationships/slide" Target="slides/slide156.xml"/><Relationship Id="rId324" Type="http://schemas.openxmlformats.org/officeDocument/2006/relationships/slide" Target="slides/slide321.xml"/><Relationship Id="rId366" Type="http://schemas.openxmlformats.org/officeDocument/2006/relationships/presProps" Target="presProps.xml"/><Relationship Id="rId170" Type="http://schemas.openxmlformats.org/officeDocument/2006/relationships/slide" Target="slides/slide167.xml"/><Relationship Id="rId226" Type="http://schemas.openxmlformats.org/officeDocument/2006/relationships/slide" Target="slides/slide223.xml"/><Relationship Id="rId268" Type="http://schemas.openxmlformats.org/officeDocument/2006/relationships/slide" Target="slides/slide265.xml"/><Relationship Id="rId32" Type="http://schemas.openxmlformats.org/officeDocument/2006/relationships/slide" Target="slides/slide29.xml"/><Relationship Id="rId74" Type="http://schemas.openxmlformats.org/officeDocument/2006/relationships/slide" Target="slides/slide71.xml"/><Relationship Id="rId128" Type="http://schemas.openxmlformats.org/officeDocument/2006/relationships/slide" Target="slides/slide125.xml"/><Relationship Id="rId335" Type="http://schemas.openxmlformats.org/officeDocument/2006/relationships/font" Target="fonts/font1.fntdata"/><Relationship Id="rId5" Type="http://schemas.openxmlformats.org/officeDocument/2006/relationships/slide" Target="slides/slide2.xml"/><Relationship Id="rId181" Type="http://schemas.openxmlformats.org/officeDocument/2006/relationships/slide" Target="slides/slide178.xml"/><Relationship Id="rId237" Type="http://schemas.openxmlformats.org/officeDocument/2006/relationships/slide" Target="slides/slide234.xml"/><Relationship Id="rId279" Type="http://schemas.openxmlformats.org/officeDocument/2006/relationships/slide" Target="slides/slide276.xml"/><Relationship Id="rId43" Type="http://schemas.openxmlformats.org/officeDocument/2006/relationships/slide" Target="slides/slide40.xml"/><Relationship Id="rId139" Type="http://schemas.openxmlformats.org/officeDocument/2006/relationships/slide" Target="slides/slide136.xml"/><Relationship Id="rId290" Type="http://schemas.openxmlformats.org/officeDocument/2006/relationships/slide" Target="slides/slide287.xml"/><Relationship Id="rId304" Type="http://schemas.openxmlformats.org/officeDocument/2006/relationships/slide" Target="slides/slide301.xml"/><Relationship Id="rId346" Type="http://schemas.openxmlformats.org/officeDocument/2006/relationships/font" Target="fonts/font12.fntdata"/><Relationship Id="rId85" Type="http://schemas.openxmlformats.org/officeDocument/2006/relationships/slide" Target="slides/slide82.xml"/><Relationship Id="rId150" Type="http://schemas.openxmlformats.org/officeDocument/2006/relationships/slide" Target="slides/slide147.xml"/><Relationship Id="rId192" Type="http://schemas.openxmlformats.org/officeDocument/2006/relationships/slide" Target="slides/slide189.xml"/><Relationship Id="rId206" Type="http://schemas.openxmlformats.org/officeDocument/2006/relationships/slide" Target="slides/slide203.xml"/><Relationship Id="rId248" Type="http://schemas.openxmlformats.org/officeDocument/2006/relationships/slide" Target="slides/slide245.xml"/><Relationship Id="rId12" Type="http://schemas.openxmlformats.org/officeDocument/2006/relationships/slide" Target="slides/slide9.xml"/><Relationship Id="rId108" Type="http://schemas.openxmlformats.org/officeDocument/2006/relationships/slide" Target="slides/slide105.xml"/><Relationship Id="rId315" Type="http://schemas.openxmlformats.org/officeDocument/2006/relationships/slide" Target="slides/slide312.xml"/><Relationship Id="rId357" Type="http://schemas.openxmlformats.org/officeDocument/2006/relationships/font" Target="fonts/font23.fntdata"/><Relationship Id="rId54" Type="http://schemas.openxmlformats.org/officeDocument/2006/relationships/slide" Target="slides/slide51.xml"/><Relationship Id="rId96" Type="http://schemas.openxmlformats.org/officeDocument/2006/relationships/slide" Target="slides/slide93.xml"/><Relationship Id="rId161" Type="http://schemas.openxmlformats.org/officeDocument/2006/relationships/slide" Target="slides/slide158.xml"/><Relationship Id="rId217" Type="http://schemas.openxmlformats.org/officeDocument/2006/relationships/slide" Target="slides/slide214.xml"/><Relationship Id="rId259" Type="http://schemas.openxmlformats.org/officeDocument/2006/relationships/slide" Target="slides/slide256.xml"/><Relationship Id="rId23" Type="http://schemas.openxmlformats.org/officeDocument/2006/relationships/slide" Target="slides/slide20.xml"/><Relationship Id="rId119" Type="http://schemas.openxmlformats.org/officeDocument/2006/relationships/slide" Target="slides/slide116.xml"/><Relationship Id="rId270" Type="http://schemas.openxmlformats.org/officeDocument/2006/relationships/slide" Target="slides/slide267.xml"/><Relationship Id="rId326" Type="http://schemas.openxmlformats.org/officeDocument/2006/relationships/slide" Target="slides/slide323.xml"/><Relationship Id="rId65" Type="http://schemas.openxmlformats.org/officeDocument/2006/relationships/slide" Target="slides/slide62.xml"/><Relationship Id="rId130" Type="http://schemas.openxmlformats.org/officeDocument/2006/relationships/slide" Target="slides/slide127.xml"/><Relationship Id="rId368" Type="http://schemas.openxmlformats.org/officeDocument/2006/relationships/theme" Target="theme/theme1.xml"/><Relationship Id="rId172" Type="http://schemas.openxmlformats.org/officeDocument/2006/relationships/slide" Target="slides/slide169.xml"/><Relationship Id="rId228" Type="http://schemas.openxmlformats.org/officeDocument/2006/relationships/slide" Target="slides/slide225.xml"/><Relationship Id="rId281" Type="http://schemas.openxmlformats.org/officeDocument/2006/relationships/slide" Target="slides/slide278.xml"/><Relationship Id="rId337" Type="http://schemas.openxmlformats.org/officeDocument/2006/relationships/font" Target="fonts/font3.fntdata"/><Relationship Id="rId34" Type="http://schemas.openxmlformats.org/officeDocument/2006/relationships/slide" Target="slides/slide31.xml"/><Relationship Id="rId76" Type="http://schemas.openxmlformats.org/officeDocument/2006/relationships/slide" Target="slides/slide73.xml"/><Relationship Id="rId141" Type="http://schemas.openxmlformats.org/officeDocument/2006/relationships/slide" Target="slides/slide138.xml"/><Relationship Id="rId7" Type="http://schemas.openxmlformats.org/officeDocument/2006/relationships/slide" Target="slides/slide4.xml"/><Relationship Id="rId183" Type="http://schemas.openxmlformats.org/officeDocument/2006/relationships/slide" Target="slides/slide180.xml"/><Relationship Id="rId239" Type="http://schemas.openxmlformats.org/officeDocument/2006/relationships/slide" Target="slides/slide236.xml"/><Relationship Id="rId250" Type="http://schemas.openxmlformats.org/officeDocument/2006/relationships/slide" Target="slides/slide247.xml"/><Relationship Id="rId292" Type="http://schemas.openxmlformats.org/officeDocument/2006/relationships/slide" Target="slides/slide289.xml"/><Relationship Id="rId306" Type="http://schemas.openxmlformats.org/officeDocument/2006/relationships/slide" Target="slides/slide303.xml"/><Relationship Id="rId45" Type="http://schemas.openxmlformats.org/officeDocument/2006/relationships/slide" Target="slides/slide42.xml"/><Relationship Id="rId87" Type="http://schemas.openxmlformats.org/officeDocument/2006/relationships/slide" Target="slides/slide84.xml"/><Relationship Id="rId110" Type="http://schemas.openxmlformats.org/officeDocument/2006/relationships/slide" Target="slides/slide107.xml"/><Relationship Id="rId348" Type="http://schemas.openxmlformats.org/officeDocument/2006/relationships/font" Target="fonts/font14.fntdata"/><Relationship Id="rId152" Type="http://schemas.openxmlformats.org/officeDocument/2006/relationships/slide" Target="slides/slide149.xml"/><Relationship Id="rId194" Type="http://schemas.openxmlformats.org/officeDocument/2006/relationships/slide" Target="slides/slide191.xml"/><Relationship Id="rId208" Type="http://schemas.openxmlformats.org/officeDocument/2006/relationships/slide" Target="slides/slide205.xml"/><Relationship Id="rId261" Type="http://schemas.openxmlformats.org/officeDocument/2006/relationships/slide" Target="slides/slide258.xml"/><Relationship Id="rId14" Type="http://schemas.openxmlformats.org/officeDocument/2006/relationships/slide" Target="slides/slide11.xml"/><Relationship Id="rId56" Type="http://schemas.openxmlformats.org/officeDocument/2006/relationships/slide" Target="slides/slide53.xml"/><Relationship Id="rId317" Type="http://schemas.openxmlformats.org/officeDocument/2006/relationships/slide" Target="slides/slide314.xml"/><Relationship Id="rId98" Type="http://schemas.openxmlformats.org/officeDocument/2006/relationships/slide" Target="slides/slide95.xml"/><Relationship Id="rId121" Type="http://schemas.openxmlformats.org/officeDocument/2006/relationships/slide" Target="slides/slide118.xml"/><Relationship Id="rId163" Type="http://schemas.openxmlformats.org/officeDocument/2006/relationships/slide" Target="slides/slide160.xml"/><Relationship Id="rId219" Type="http://schemas.openxmlformats.org/officeDocument/2006/relationships/slide" Target="slides/slide216.xml"/><Relationship Id="rId230" Type="http://schemas.openxmlformats.org/officeDocument/2006/relationships/slide" Target="slides/slide227.xml"/><Relationship Id="rId25" Type="http://schemas.openxmlformats.org/officeDocument/2006/relationships/slide" Target="slides/slide22.xml"/><Relationship Id="rId67" Type="http://schemas.openxmlformats.org/officeDocument/2006/relationships/slide" Target="slides/slide64.xml"/><Relationship Id="rId272" Type="http://schemas.openxmlformats.org/officeDocument/2006/relationships/slide" Target="slides/slide269.xml"/><Relationship Id="rId328" Type="http://schemas.openxmlformats.org/officeDocument/2006/relationships/slide" Target="slides/slide325.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3" Type="http://schemas.openxmlformats.org/officeDocument/2006/relationships/slide" Target="slides/slide150.xml"/><Relationship Id="rId174" Type="http://schemas.openxmlformats.org/officeDocument/2006/relationships/slide" Target="slides/slide171.xml"/><Relationship Id="rId195" Type="http://schemas.openxmlformats.org/officeDocument/2006/relationships/slide" Target="slides/slide192.xml"/><Relationship Id="rId209" Type="http://schemas.openxmlformats.org/officeDocument/2006/relationships/slide" Target="slides/slide206.xml"/><Relationship Id="rId220" Type="http://schemas.openxmlformats.org/officeDocument/2006/relationships/slide" Target="slides/slide217.xml"/><Relationship Id="rId241" Type="http://schemas.openxmlformats.org/officeDocument/2006/relationships/slide" Target="slides/slide238.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262" Type="http://schemas.openxmlformats.org/officeDocument/2006/relationships/slide" Target="slides/slide259.xml"/><Relationship Id="rId283" Type="http://schemas.openxmlformats.org/officeDocument/2006/relationships/slide" Target="slides/slide280.xml"/><Relationship Id="rId318" Type="http://schemas.openxmlformats.org/officeDocument/2006/relationships/slide" Target="slides/slide315.xml"/><Relationship Id="rId339" Type="http://schemas.openxmlformats.org/officeDocument/2006/relationships/font" Target="fonts/font5.fntdata"/><Relationship Id="rId78" Type="http://schemas.openxmlformats.org/officeDocument/2006/relationships/slide" Target="slides/slide75.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143" Type="http://schemas.openxmlformats.org/officeDocument/2006/relationships/slide" Target="slides/slide140.xml"/><Relationship Id="rId164" Type="http://schemas.openxmlformats.org/officeDocument/2006/relationships/slide" Target="slides/slide161.xml"/><Relationship Id="rId185" Type="http://schemas.openxmlformats.org/officeDocument/2006/relationships/slide" Target="slides/slide182.xml"/><Relationship Id="rId350" Type="http://schemas.openxmlformats.org/officeDocument/2006/relationships/font" Target="fonts/font16.fntdata"/><Relationship Id="rId9" Type="http://schemas.openxmlformats.org/officeDocument/2006/relationships/slide" Target="slides/slide6.xml"/><Relationship Id="rId210" Type="http://schemas.openxmlformats.org/officeDocument/2006/relationships/slide" Target="slides/slide207.xml"/><Relationship Id="rId26" Type="http://schemas.openxmlformats.org/officeDocument/2006/relationships/slide" Target="slides/slide23.xml"/><Relationship Id="rId231" Type="http://schemas.openxmlformats.org/officeDocument/2006/relationships/slide" Target="slides/slide228.xml"/><Relationship Id="rId252" Type="http://schemas.openxmlformats.org/officeDocument/2006/relationships/slide" Target="slides/slide249.xml"/><Relationship Id="rId273" Type="http://schemas.openxmlformats.org/officeDocument/2006/relationships/slide" Target="slides/slide270.xml"/><Relationship Id="rId294" Type="http://schemas.openxmlformats.org/officeDocument/2006/relationships/slide" Target="slides/slide291.xml"/><Relationship Id="rId308" Type="http://schemas.openxmlformats.org/officeDocument/2006/relationships/slide" Target="slides/slide305.xml"/><Relationship Id="rId329" Type="http://schemas.openxmlformats.org/officeDocument/2006/relationships/slide" Target="slides/slide326.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 Id="rId154" Type="http://schemas.openxmlformats.org/officeDocument/2006/relationships/slide" Target="slides/slide151.xml"/><Relationship Id="rId175" Type="http://schemas.openxmlformats.org/officeDocument/2006/relationships/slide" Target="slides/slide172.xml"/><Relationship Id="rId340" Type="http://schemas.openxmlformats.org/officeDocument/2006/relationships/font" Target="fonts/font6.fntdata"/><Relationship Id="rId196" Type="http://schemas.openxmlformats.org/officeDocument/2006/relationships/slide" Target="slides/slide193.xml"/><Relationship Id="rId200" Type="http://schemas.openxmlformats.org/officeDocument/2006/relationships/slide" Target="slides/slide197.xml"/><Relationship Id="rId16" Type="http://schemas.openxmlformats.org/officeDocument/2006/relationships/slide" Target="slides/slide13.xml"/><Relationship Id="rId221" Type="http://schemas.openxmlformats.org/officeDocument/2006/relationships/slide" Target="slides/slide218.xml"/><Relationship Id="rId242" Type="http://schemas.openxmlformats.org/officeDocument/2006/relationships/slide" Target="slides/slide239.xml"/><Relationship Id="rId263" Type="http://schemas.openxmlformats.org/officeDocument/2006/relationships/slide" Target="slides/slide260.xml"/><Relationship Id="rId284" Type="http://schemas.openxmlformats.org/officeDocument/2006/relationships/slide" Target="slides/slide281.xml"/><Relationship Id="rId319" Type="http://schemas.openxmlformats.org/officeDocument/2006/relationships/slide" Target="slides/slide316.xml"/><Relationship Id="rId37" Type="http://schemas.openxmlformats.org/officeDocument/2006/relationships/slide" Target="slides/slide34.xml"/><Relationship Id="rId58" Type="http://schemas.openxmlformats.org/officeDocument/2006/relationships/slide" Target="slides/slide55.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44" Type="http://schemas.openxmlformats.org/officeDocument/2006/relationships/slide" Target="slides/slide141.xml"/><Relationship Id="rId330" Type="http://schemas.openxmlformats.org/officeDocument/2006/relationships/slide" Target="slides/slide327.xml"/><Relationship Id="rId90" Type="http://schemas.openxmlformats.org/officeDocument/2006/relationships/slide" Target="slides/slide87.xml"/><Relationship Id="rId165" Type="http://schemas.openxmlformats.org/officeDocument/2006/relationships/slide" Target="slides/slide162.xml"/><Relationship Id="rId186" Type="http://schemas.openxmlformats.org/officeDocument/2006/relationships/slide" Target="slides/slide183.xml"/><Relationship Id="rId351" Type="http://schemas.openxmlformats.org/officeDocument/2006/relationships/font" Target="fonts/font17.fntdata"/><Relationship Id="rId211" Type="http://schemas.openxmlformats.org/officeDocument/2006/relationships/slide" Target="slides/slide208.xml"/><Relationship Id="rId232" Type="http://schemas.openxmlformats.org/officeDocument/2006/relationships/slide" Target="slides/slide229.xml"/><Relationship Id="rId253" Type="http://schemas.openxmlformats.org/officeDocument/2006/relationships/slide" Target="slides/slide250.xml"/><Relationship Id="rId274" Type="http://schemas.openxmlformats.org/officeDocument/2006/relationships/slide" Target="slides/slide271.xml"/><Relationship Id="rId295" Type="http://schemas.openxmlformats.org/officeDocument/2006/relationships/slide" Target="slides/slide292.xml"/><Relationship Id="rId309" Type="http://schemas.openxmlformats.org/officeDocument/2006/relationships/slide" Target="slides/slide306.xml"/><Relationship Id="rId27" Type="http://schemas.openxmlformats.org/officeDocument/2006/relationships/slide" Target="slides/slide24.xml"/><Relationship Id="rId48" Type="http://schemas.openxmlformats.org/officeDocument/2006/relationships/slide" Target="slides/slide45.xml"/><Relationship Id="rId69" Type="http://schemas.openxmlformats.org/officeDocument/2006/relationships/slide" Target="slides/slide66.xml"/><Relationship Id="rId113" Type="http://schemas.openxmlformats.org/officeDocument/2006/relationships/slide" Target="slides/slide110.xml"/><Relationship Id="rId134" Type="http://schemas.openxmlformats.org/officeDocument/2006/relationships/slide" Target="slides/slide131.xml"/><Relationship Id="rId320" Type="http://schemas.openxmlformats.org/officeDocument/2006/relationships/slide" Target="slides/slide317.xml"/><Relationship Id="rId80" Type="http://schemas.openxmlformats.org/officeDocument/2006/relationships/slide" Target="slides/slide77.xml"/><Relationship Id="rId155" Type="http://schemas.openxmlformats.org/officeDocument/2006/relationships/slide" Target="slides/slide152.xml"/><Relationship Id="rId176" Type="http://schemas.openxmlformats.org/officeDocument/2006/relationships/slide" Target="slides/slide173.xml"/><Relationship Id="rId197" Type="http://schemas.openxmlformats.org/officeDocument/2006/relationships/slide" Target="slides/slide194.xml"/><Relationship Id="rId341" Type="http://schemas.openxmlformats.org/officeDocument/2006/relationships/font" Target="fonts/font7.fntdata"/><Relationship Id="rId201" Type="http://schemas.openxmlformats.org/officeDocument/2006/relationships/slide" Target="slides/slide198.xml"/><Relationship Id="rId222" Type="http://schemas.openxmlformats.org/officeDocument/2006/relationships/slide" Target="slides/slide219.xml"/><Relationship Id="rId243" Type="http://schemas.openxmlformats.org/officeDocument/2006/relationships/slide" Target="slides/slide240.xml"/><Relationship Id="rId264" Type="http://schemas.openxmlformats.org/officeDocument/2006/relationships/slide" Target="slides/slide261.xml"/><Relationship Id="rId285" Type="http://schemas.openxmlformats.org/officeDocument/2006/relationships/slide" Target="slides/slide282.xml"/><Relationship Id="rId17" Type="http://schemas.openxmlformats.org/officeDocument/2006/relationships/slide" Target="slides/slide14.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24" Type="http://schemas.openxmlformats.org/officeDocument/2006/relationships/slide" Target="slides/slide121.xml"/><Relationship Id="rId310" Type="http://schemas.openxmlformats.org/officeDocument/2006/relationships/slide" Target="slides/slide307.xml"/><Relationship Id="rId70" Type="http://schemas.openxmlformats.org/officeDocument/2006/relationships/slide" Target="slides/slide67.xml"/><Relationship Id="rId91" Type="http://schemas.openxmlformats.org/officeDocument/2006/relationships/slide" Target="slides/slide88.xml"/><Relationship Id="rId145" Type="http://schemas.openxmlformats.org/officeDocument/2006/relationships/slide" Target="slides/slide142.xml"/><Relationship Id="rId166" Type="http://schemas.openxmlformats.org/officeDocument/2006/relationships/slide" Target="slides/slide163.xml"/><Relationship Id="rId187" Type="http://schemas.openxmlformats.org/officeDocument/2006/relationships/slide" Target="slides/slide184.xml"/><Relationship Id="rId331" Type="http://schemas.openxmlformats.org/officeDocument/2006/relationships/slide" Target="slides/slide328.xml"/><Relationship Id="rId352" Type="http://schemas.openxmlformats.org/officeDocument/2006/relationships/font" Target="fonts/font18.fntdata"/><Relationship Id="rId1" Type="http://schemas.openxmlformats.org/officeDocument/2006/relationships/slideMaster" Target="slideMasters/slideMaster1.xml"/><Relationship Id="rId212" Type="http://schemas.openxmlformats.org/officeDocument/2006/relationships/slide" Target="slides/slide209.xml"/><Relationship Id="rId233" Type="http://schemas.openxmlformats.org/officeDocument/2006/relationships/slide" Target="slides/slide230.xml"/><Relationship Id="rId254" Type="http://schemas.openxmlformats.org/officeDocument/2006/relationships/slide" Target="slides/slide251.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275" Type="http://schemas.openxmlformats.org/officeDocument/2006/relationships/slide" Target="slides/slide272.xml"/><Relationship Id="rId296" Type="http://schemas.openxmlformats.org/officeDocument/2006/relationships/slide" Target="slides/slide293.xml"/><Relationship Id="rId300" Type="http://schemas.openxmlformats.org/officeDocument/2006/relationships/slide" Target="slides/slide297.xml"/><Relationship Id="rId60" Type="http://schemas.openxmlformats.org/officeDocument/2006/relationships/slide" Target="slides/slide57.xml"/><Relationship Id="rId81" Type="http://schemas.openxmlformats.org/officeDocument/2006/relationships/slide" Target="slides/slide78.xml"/><Relationship Id="rId135" Type="http://schemas.openxmlformats.org/officeDocument/2006/relationships/slide" Target="slides/slide132.xml"/><Relationship Id="rId156" Type="http://schemas.openxmlformats.org/officeDocument/2006/relationships/slide" Target="slides/slide153.xml"/><Relationship Id="rId177" Type="http://schemas.openxmlformats.org/officeDocument/2006/relationships/slide" Target="slides/slide174.xml"/><Relationship Id="rId198" Type="http://schemas.openxmlformats.org/officeDocument/2006/relationships/slide" Target="slides/slide195.xml"/><Relationship Id="rId321" Type="http://schemas.openxmlformats.org/officeDocument/2006/relationships/slide" Target="slides/slide318.xml"/><Relationship Id="rId342" Type="http://schemas.openxmlformats.org/officeDocument/2006/relationships/font" Target="fonts/font8.fntdata"/><Relationship Id="rId202" Type="http://schemas.openxmlformats.org/officeDocument/2006/relationships/slide" Target="slides/slide199.xml"/><Relationship Id="rId223" Type="http://schemas.openxmlformats.org/officeDocument/2006/relationships/slide" Target="slides/slide220.xml"/><Relationship Id="rId244" Type="http://schemas.openxmlformats.org/officeDocument/2006/relationships/slide" Target="slides/slide241.xml"/><Relationship Id="rId18" Type="http://schemas.openxmlformats.org/officeDocument/2006/relationships/slide" Target="slides/slide15.xml"/><Relationship Id="rId39" Type="http://schemas.openxmlformats.org/officeDocument/2006/relationships/slide" Target="slides/slide36.xml"/><Relationship Id="rId265" Type="http://schemas.openxmlformats.org/officeDocument/2006/relationships/slide" Target="slides/slide262.xml"/><Relationship Id="rId286" Type="http://schemas.openxmlformats.org/officeDocument/2006/relationships/slide" Target="slides/slide283.xml"/><Relationship Id="rId50" Type="http://schemas.openxmlformats.org/officeDocument/2006/relationships/slide" Target="slides/slide47.xml"/><Relationship Id="rId104" Type="http://schemas.openxmlformats.org/officeDocument/2006/relationships/slide" Target="slides/slide101.xml"/><Relationship Id="rId125" Type="http://schemas.openxmlformats.org/officeDocument/2006/relationships/slide" Target="slides/slide122.xml"/><Relationship Id="rId146" Type="http://schemas.openxmlformats.org/officeDocument/2006/relationships/slide" Target="slides/slide143.xml"/><Relationship Id="rId167" Type="http://schemas.openxmlformats.org/officeDocument/2006/relationships/slide" Target="slides/slide164.xml"/><Relationship Id="rId188" Type="http://schemas.openxmlformats.org/officeDocument/2006/relationships/slide" Target="slides/slide185.xml"/><Relationship Id="rId311" Type="http://schemas.openxmlformats.org/officeDocument/2006/relationships/slide" Target="slides/slide308.xml"/><Relationship Id="rId332" Type="http://schemas.openxmlformats.org/officeDocument/2006/relationships/slide" Target="slides/slide329.xml"/><Relationship Id="rId353" Type="http://schemas.openxmlformats.org/officeDocument/2006/relationships/font" Target="fonts/font19.fntdata"/><Relationship Id="rId71" Type="http://schemas.openxmlformats.org/officeDocument/2006/relationships/slide" Target="slides/slide68.xml"/><Relationship Id="rId92" Type="http://schemas.openxmlformats.org/officeDocument/2006/relationships/slide" Target="slides/slide89.xml"/><Relationship Id="rId213" Type="http://schemas.openxmlformats.org/officeDocument/2006/relationships/slide" Target="slides/slide210.xml"/><Relationship Id="rId234" Type="http://schemas.openxmlformats.org/officeDocument/2006/relationships/slide" Target="slides/slide231.xml"/><Relationship Id="rId2" Type="http://schemas.openxmlformats.org/officeDocument/2006/relationships/slideMaster" Target="slideMasters/slideMaster2.xml"/><Relationship Id="rId29" Type="http://schemas.openxmlformats.org/officeDocument/2006/relationships/slide" Target="slides/slide26.xml"/><Relationship Id="rId255" Type="http://schemas.openxmlformats.org/officeDocument/2006/relationships/slide" Target="slides/slide252.xml"/><Relationship Id="rId276" Type="http://schemas.openxmlformats.org/officeDocument/2006/relationships/slide" Target="slides/slide273.xml"/><Relationship Id="rId297" Type="http://schemas.openxmlformats.org/officeDocument/2006/relationships/slide" Target="slides/slide294.xml"/><Relationship Id="rId40" Type="http://schemas.openxmlformats.org/officeDocument/2006/relationships/slide" Target="slides/slide37.xml"/><Relationship Id="rId115" Type="http://schemas.openxmlformats.org/officeDocument/2006/relationships/slide" Target="slides/slide112.xml"/><Relationship Id="rId136" Type="http://schemas.openxmlformats.org/officeDocument/2006/relationships/slide" Target="slides/slide133.xml"/><Relationship Id="rId157" Type="http://schemas.openxmlformats.org/officeDocument/2006/relationships/slide" Target="slides/slide154.xml"/><Relationship Id="rId178" Type="http://schemas.openxmlformats.org/officeDocument/2006/relationships/slide" Target="slides/slide175.xml"/><Relationship Id="rId301" Type="http://schemas.openxmlformats.org/officeDocument/2006/relationships/slide" Target="slides/slide298.xml"/><Relationship Id="rId322" Type="http://schemas.openxmlformats.org/officeDocument/2006/relationships/slide" Target="slides/slide319.xml"/><Relationship Id="rId343" Type="http://schemas.openxmlformats.org/officeDocument/2006/relationships/font" Target="fonts/font9.fntdata"/><Relationship Id="rId364" Type="http://customschemas.google.com/relationships/presentationmetadata" Target="metadata"/><Relationship Id="rId61" Type="http://schemas.openxmlformats.org/officeDocument/2006/relationships/slide" Target="slides/slide58.xml"/><Relationship Id="rId82" Type="http://schemas.openxmlformats.org/officeDocument/2006/relationships/slide" Target="slides/slide79.xml"/><Relationship Id="rId199" Type="http://schemas.openxmlformats.org/officeDocument/2006/relationships/slide" Target="slides/slide196.xml"/><Relationship Id="rId203" Type="http://schemas.openxmlformats.org/officeDocument/2006/relationships/slide" Target="slides/slide200.xml"/><Relationship Id="rId19" Type="http://schemas.openxmlformats.org/officeDocument/2006/relationships/slide" Target="slides/slide16.xml"/><Relationship Id="rId224" Type="http://schemas.openxmlformats.org/officeDocument/2006/relationships/slide" Target="slides/slide221.xml"/><Relationship Id="rId245" Type="http://schemas.openxmlformats.org/officeDocument/2006/relationships/slide" Target="slides/slide242.xml"/><Relationship Id="rId266" Type="http://schemas.openxmlformats.org/officeDocument/2006/relationships/slide" Target="slides/slide263.xml"/><Relationship Id="rId287" Type="http://schemas.openxmlformats.org/officeDocument/2006/relationships/slide" Target="slides/slide284.xml"/><Relationship Id="rId30" Type="http://schemas.openxmlformats.org/officeDocument/2006/relationships/slide" Target="slides/slide27.xml"/><Relationship Id="rId105" Type="http://schemas.openxmlformats.org/officeDocument/2006/relationships/slide" Target="slides/slide102.xml"/><Relationship Id="rId126" Type="http://schemas.openxmlformats.org/officeDocument/2006/relationships/slide" Target="slides/slide123.xml"/><Relationship Id="rId147" Type="http://schemas.openxmlformats.org/officeDocument/2006/relationships/slide" Target="slides/slide144.xml"/><Relationship Id="rId168" Type="http://schemas.openxmlformats.org/officeDocument/2006/relationships/slide" Target="slides/slide165.xml"/><Relationship Id="rId312" Type="http://schemas.openxmlformats.org/officeDocument/2006/relationships/slide" Target="slides/slide309.xml"/><Relationship Id="rId333" Type="http://schemas.openxmlformats.org/officeDocument/2006/relationships/slide" Target="slides/slide330.xml"/><Relationship Id="rId354" Type="http://schemas.openxmlformats.org/officeDocument/2006/relationships/font" Target="fonts/font20.fntdata"/><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189" Type="http://schemas.openxmlformats.org/officeDocument/2006/relationships/slide" Target="slides/slide186.xml"/><Relationship Id="rId3" Type="http://schemas.openxmlformats.org/officeDocument/2006/relationships/slideMaster" Target="slideMasters/slideMaster3.xml"/><Relationship Id="rId214" Type="http://schemas.openxmlformats.org/officeDocument/2006/relationships/slide" Target="slides/slide211.xml"/><Relationship Id="rId235" Type="http://schemas.openxmlformats.org/officeDocument/2006/relationships/slide" Target="slides/slide232.xml"/><Relationship Id="rId256" Type="http://schemas.openxmlformats.org/officeDocument/2006/relationships/slide" Target="slides/slide253.xml"/><Relationship Id="rId277" Type="http://schemas.openxmlformats.org/officeDocument/2006/relationships/slide" Target="slides/slide274.xml"/><Relationship Id="rId298" Type="http://schemas.openxmlformats.org/officeDocument/2006/relationships/slide" Target="slides/slide295.xml"/><Relationship Id="rId116" Type="http://schemas.openxmlformats.org/officeDocument/2006/relationships/slide" Target="slides/slide113.xml"/><Relationship Id="rId137" Type="http://schemas.openxmlformats.org/officeDocument/2006/relationships/slide" Target="slides/slide134.xml"/><Relationship Id="rId158" Type="http://schemas.openxmlformats.org/officeDocument/2006/relationships/slide" Target="slides/slide155.xml"/><Relationship Id="rId302" Type="http://schemas.openxmlformats.org/officeDocument/2006/relationships/slide" Target="slides/slide299.xml"/><Relationship Id="rId323" Type="http://schemas.openxmlformats.org/officeDocument/2006/relationships/slide" Target="slides/slide320.xml"/><Relationship Id="rId344" Type="http://schemas.openxmlformats.org/officeDocument/2006/relationships/font" Target="fonts/font10.fntdata"/><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179" Type="http://schemas.openxmlformats.org/officeDocument/2006/relationships/slide" Target="slides/slide176.xml"/><Relationship Id="rId365" Type="http://schemas.openxmlformats.org/officeDocument/2006/relationships/commentAuthors" Target="commentAuthors.xml"/><Relationship Id="rId190" Type="http://schemas.openxmlformats.org/officeDocument/2006/relationships/slide" Target="slides/slide187.xml"/><Relationship Id="rId204" Type="http://schemas.openxmlformats.org/officeDocument/2006/relationships/slide" Target="slides/slide201.xml"/><Relationship Id="rId225" Type="http://schemas.openxmlformats.org/officeDocument/2006/relationships/slide" Target="slides/slide222.xml"/><Relationship Id="rId246" Type="http://schemas.openxmlformats.org/officeDocument/2006/relationships/slide" Target="slides/slide243.xml"/><Relationship Id="rId267" Type="http://schemas.openxmlformats.org/officeDocument/2006/relationships/slide" Target="slides/slide264.xml"/><Relationship Id="rId288" Type="http://schemas.openxmlformats.org/officeDocument/2006/relationships/slide" Target="slides/slide285.xml"/><Relationship Id="rId106" Type="http://schemas.openxmlformats.org/officeDocument/2006/relationships/slide" Target="slides/slide103.xml"/><Relationship Id="rId127" Type="http://schemas.openxmlformats.org/officeDocument/2006/relationships/slide" Target="slides/slide124.xml"/><Relationship Id="rId313" Type="http://schemas.openxmlformats.org/officeDocument/2006/relationships/slide" Target="slides/slide310.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94" Type="http://schemas.openxmlformats.org/officeDocument/2006/relationships/slide" Target="slides/slide91.xml"/><Relationship Id="rId148" Type="http://schemas.openxmlformats.org/officeDocument/2006/relationships/slide" Target="slides/slide145.xml"/><Relationship Id="rId169" Type="http://schemas.openxmlformats.org/officeDocument/2006/relationships/slide" Target="slides/slide166.xml"/><Relationship Id="rId334" Type="http://schemas.openxmlformats.org/officeDocument/2006/relationships/notesMaster" Target="notesMasters/notesMaster1.xml"/><Relationship Id="rId355" Type="http://schemas.openxmlformats.org/officeDocument/2006/relationships/font" Target="fonts/font21.fntdata"/><Relationship Id="rId4" Type="http://schemas.openxmlformats.org/officeDocument/2006/relationships/slide" Target="slides/slide1.xml"/><Relationship Id="rId180" Type="http://schemas.openxmlformats.org/officeDocument/2006/relationships/slide" Target="slides/slide177.xml"/><Relationship Id="rId215" Type="http://schemas.openxmlformats.org/officeDocument/2006/relationships/slide" Target="slides/slide212.xml"/><Relationship Id="rId236" Type="http://schemas.openxmlformats.org/officeDocument/2006/relationships/slide" Target="slides/slide233.xml"/><Relationship Id="rId257" Type="http://schemas.openxmlformats.org/officeDocument/2006/relationships/slide" Target="slides/slide254.xml"/><Relationship Id="rId278" Type="http://schemas.openxmlformats.org/officeDocument/2006/relationships/slide" Target="slides/slide275.xml"/><Relationship Id="rId303" Type="http://schemas.openxmlformats.org/officeDocument/2006/relationships/slide" Target="slides/slide300.xml"/><Relationship Id="rId42" Type="http://schemas.openxmlformats.org/officeDocument/2006/relationships/slide" Target="slides/slide39.xml"/><Relationship Id="rId84" Type="http://schemas.openxmlformats.org/officeDocument/2006/relationships/slide" Target="slides/slide81.xml"/><Relationship Id="rId138" Type="http://schemas.openxmlformats.org/officeDocument/2006/relationships/slide" Target="slides/slide135.xml"/><Relationship Id="rId345" Type="http://schemas.openxmlformats.org/officeDocument/2006/relationships/font" Target="fonts/font11.fntdata"/><Relationship Id="rId191" Type="http://schemas.openxmlformats.org/officeDocument/2006/relationships/slide" Target="slides/slide188.xml"/><Relationship Id="rId205" Type="http://schemas.openxmlformats.org/officeDocument/2006/relationships/slide" Target="slides/slide202.xml"/><Relationship Id="rId247" Type="http://schemas.openxmlformats.org/officeDocument/2006/relationships/slide" Target="slides/slide244.xml"/><Relationship Id="rId107" Type="http://schemas.openxmlformats.org/officeDocument/2006/relationships/slide" Target="slides/slide104.xml"/><Relationship Id="rId289" Type="http://schemas.openxmlformats.org/officeDocument/2006/relationships/slide" Target="slides/slide286.xml"/><Relationship Id="rId11" Type="http://schemas.openxmlformats.org/officeDocument/2006/relationships/slide" Target="slides/slide8.xml"/><Relationship Id="rId53" Type="http://schemas.openxmlformats.org/officeDocument/2006/relationships/slide" Target="slides/slide50.xml"/><Relationship Id="rId149" Type="http://schemas.openxmlformats.org/officeDocument/2006/relationships/slide" Target="slides/slide146.xml"/><Relationship Id="rId314" Type="http://schemas.openxmlformats.org/officeDocument/2006/relationships/slide" Target="slides/slide311.xml"/><Relationship Id="rId356" Type="http://schemas.openxmlformats.org/officeDocument/2006/relationships/font" Target="fonts/font22.fntdata"/><Relationship Id="rId95" Type="http://schemas.openxmlformats.org/officeDocument/2006/relationships/slide" Target="slides/slide92.xml"/><Relationship Id="rId160" Type="http://schemas.openxmlformats.org/officeDocument/2006/relationships/slide" Target="slides/slide157.xml"/><Relationship Id="rId216" Type="http://schemas.openxmlformats.org/officeDocument/2006/relationships/slide" Target="slides/slide213.xml"/><Relationship Id="rId258" Type="http://schemas.openxmlformats.org/officeDocument/2006/relationships/slide" Target="slides/slide255.xml"/><Relationship Id="rId22" Type="http://schemas.openxmlformats.org/officeDocument/2006/relationships/slide" Target="slides/slide19.xml"/><Relationship Id="rId64" Type="http://schemas.openxmlformats.org/officeDocument/2006/relationships/slide" Target="slides/slide61.xml"/><Relationship Id="rId118" Type="http://schemas.openxmlformats.org/officeDocument/2006/relationships/slide" Target="slides/slide115.xml"/><Relationship Id="rId325" Type="http://schemas.openxmlformats.org/officeDocument/2006/relationships/slide" Target="slides/slide322.xml"/><Relationship Id="rId367" Type="http://schemas.openxmlformats.org/officeDocument/2006/relationships/viewProps" Target="viewProps.xml"/><Relationship Id="rId171" Type="http://schemas.openxmlformats.org/officeDocument/2006/relationships/slide" Target="slides/slide168.xml"/><Relationship Id="rId227" Type="http://schemas.openxmlformats.org/officeDocument/2006/relationships/slide" Target="slides/slide224.xml"/><Relationship Id="rId269" Type="http://schemas.openxmlformats.org/officeDocument/2006/relationships/slide" Target="slides/slide266.xml"/><Relationship Id="rId33" Type="http://schemas.openxmlformats.org/officeDocument/2006/relationships/slide" Target="slides/slide30.xml"/><Relationship Id="rId129" Type="http://schemas.openxmlformats.org/officeDocument/2006/relationships/slide" Target="slides/slide126.xml"/><Relationship Id="rId280" Type="http://schemas.openxmlformats.org/officeDocument/2006/relationships/slide" Target="slides/slide277.xml"/><Relationship Id="rId336" Type="http://schemas.openxmlformats.org/officeDocument/2006/relationships/font" Target="fonts/font2.fntdata"/><Relationship Id="rId75" Type="http://schemas.openxmlformats.org/officeDocument/2006/relationships/slide" Target="slides/slide72.xml"/><Relationship Id="rId140" Type="http://schemas.openxmlformats.org/officeDocument/2006/relationships/slide" Target="slides/slide137.xml"/><Relationship Id="rId182" Type="http://schemas.openxmlformats.org/officeDocument/2006/relationships/slide" Target="slides/slide179.xml"/><Relationship Id="rId6" Type="http://schemas.openxmlformats.org/officeDocument/2006/relationships/slide" Target="slides/slide3.xml"/><Relationship Id="rId238" Type="http://schemas.openxmlformats.org/officeDocument/2006/relationships/slide" Target="slides/slide235.xml"/><Relationship Id="rId291" Type="http://schemas.openxmlformats.org/officeDocument/2006/relationships/slide" Target="slides/slide288.xml"/><Relationship Id="rId305" Type="http://schemas.openxmlformats.org/officeDocument/2006/relationships/slide" Target="slides/slide302.xml"/><Relationship Id="rId347" Type="http://schemas.openxmlformats.org/officeDocument/2006/relationships/font" Target="fonts/font13.fntdata"/><Relationship Id="rId44" Type="http://schemas.openxmlformats.org/officeDocument/2006/relationships/slide" Target="slides/slide41.xml"/><Relationship Id="rId86" Type="http://schemas.openxmlformats.org/officeDocument/2006/relationships/slide" Target="slides/slide83.xml"/><Relationship Id="rId151" Type="http://schemas.openxmlformats.org/officeDocument/2006/relationships/slide" Target="slides/slide148.xml"/><Relationship Id="rId193" Type="http://schemas.openxmlformats.org/officeDocument/2006/relationships/slide" Target="slides/slide190.xml"/><Relationship Id="rId207" Type="http://schemas.openxmlformats.org/officeDocument/2006/relationships/slide" Target="slides/slide204.xml"/><Relationship Id="rId249" Type="http://schemas.openxmlformats.org/officeDocument/2006/relationships/slide" Target="slides/slide246.xml"/><Relationship Id="rId13" Type="http://schemas.openxmlformats.org/officeDocument/2006/relationships/slide" Target="slides/slide10.xml"/><Relationship Id="rId109" Type="http://schemas.openxmlformats.org/officeDocument/2006/relationships/slide" Target="slides/slide106.xml"/><Relationship Id="rId260" Type="http://schemas.openxmlformats.org/officeDocument/2006/relationships/slide" Target="slides/slide257.xml"/><Relationship Id="rId316" Type="http://schemas.openxmlformats.org/officeDocument/2006/relationships/slide" Target="slides/slide313.xml"/><Relationship Id="rId55" Type="http://schemas.openxmlformats.org/officeDocument/2006/relationships/slide" Target="slides/slide52.xml"/><Relationship Id="rId97" Type="http://schemas.openxmlformats.org/officeDocument/2006/relationships/slide" Target="slides/slide94.xml"/><Relationship Id="rId120" Type="http://schemas.openxmlformats.org/officeDocument/2006/relationships/slide" Target="slides/slide117.xml"/><Relationship Id="rId358" Type="http://schemas.openxmlformats.org/officeDocument/2006/relationships/font" Target="fonts/font24.fntdata"/><Relationship Id="rId162" Type="http://schemas.openxmlformats.org/officeDocument/2006/relationships/slide" Target="slides/slide159.xml"/><Relationship Id="rId218" Type="http://schemas.openxmlformats.org/officeDocument/2006/relationships/slide" Target="slides/slide215.xml"/><Relationship Id="rId271" Type="http://schemas.openxmlformats.org/officeDocument/2006/relationships/slide" Target="slides/slide268.xml"/><Relationship Id="rId24" Type="http://schemas.openxmlformats.org/officeDocument/2006/relationships/slide" Target="slides/slide21.xml"/><Relationship Id="rId66" Type="http://schemas.openxmlformats.org/officeDocument/2006/relationships/slide" Target="slides/slide63.xml"/><Relationship Id="rId131" Type="http://schemas.openxmlformats.org/officeDocument/2006/relationships/slide" Target="slides/slide128.xml"/><Relationship Id="rId327" Type="http://schemas.openxmlformats.org/officeDocument/2006/relationships/slide" Target="slides/slide324.xml"/><Relationship Id="rId369" Type="http://schemas.openxmlformats.org/officeDocument/2006/relationships/tableStyles" Target="tableStyles.xml"/><Relationship Id="rId173" Type="http://schemas.openxmlformats.org/officeDocument/2006/relationships/slide" Target="slides/slide170.xml"/><Relationship Id="rId229" Type="http://schemas.openxmlformats.org/officeDocument/2006/relationships/slide" Target="slides/slide226.xml"/><Relationship Id="rId240" Type="http://schemas.openxmlformats.org/officeDocument/2006/relationships/slide" Target="slides/slide237.xml"/><Relationship Id="rId35" Type="http://schemas.openxmlformats.org/officeDocument/2006/relationships/slide" Target="slides/slide32.xml"/><Relationship Id="rId77" Type="http://schemas.openxmlformats.org/officeDocument/2006/relationships/slide" Target="slides/slide74.xml"/><Relationship Id="rId100" Type="http://schemas.openxmlformats.org/officeDocument/2006/relationships/slide" Target="slides/slide97.xml"/><Relationship Id="rId282" Type="http://schemas.openxmlformats.org/officeDocument/2006/relationships/slide" Target="slides/slide279.xml"/><Relationship Id="rId338" Type="http://schemas.openxmlformats.org/officeDocument/2006/relationships/font" Target="fonts/font4.fntdata"/><Relationship Id="rId8" Type="http://schemas.openxmlformats.org/officeDocument/2006/relationships/slide" Target="slides/slide5.xml"/><Relationship Id="rId142" Type="http://schemas.openxmlformats.org/officeDocument/2006/relationships/slide" Target="slides/slide139.xml"/><Relationship Id="rId184" Type="http://schemas.openxmlformats.org/officeDocument/2006/relationships/slide" Target="slides/slide181.xml"/><Relationship Id="rId251" Type="http://schemas.openxmlformats.org/officeDocument/2006/relationships/slide" Target="slides/slide248.xml"/><Relationship Id="rId46" Type="http://schemas.openxmlformats.org/officeDocument/2006/relationships/slide" Target="slides/slide43.xml"/><Relationship Id="rId293" Type="http://schemas.openxmlformats.org/officeDocument/2006/relationships/slide" Target="slides/slide290.xml"/><Relationship Id="rId307" Type="http://schemas.openxmlformats.org/officeDocument/2006/relationships/slide" Target="slides/slide304.xml"/><Relationship Id="rId349" Type="http://schemas.openxmlformats.org/officeDocument/2006/relationships/font" Target="fonts/font15.fntdata"/></Relationships>
</file>

<file path=ppt/comments/comment1.xml><?xml version="1.0" encoding="utf-8"?>
<p:cmLst xmlns:a="http://schemas.openxmlformats.org/drawingml/2006/main" xmlns:r="http://schemas.openxmlformats.org/officeDocument/2006/relationships" xmlns:p="http://schemas.openxmlformats.org/presentationml/2006/main" xmlns:p15="http://schemas.microsoft.com/office/powerpoint/2012/main"/>
</file>

<file path=ppt/comments/comment2.xml><?xml version="1.0" encoding="utf-8"?>
<p:cmLst xmlns:a="http://schemas.openxmlformats.org/drawingml/2006/main" xmlns:r="http://schemas.openxmlformats.org/officeDocument/2006/relationships" xmlns:p="http://schemas.openxmlformats.org/presentationml/2006/main" xmlns:p15="http://schemas.microsoft.com/office/powerpoint/2012/main">
  <p:cm dt="2020-10-07T14:49:21.470" authorId="0" idx="1">
    <p:pos x="10" y="10"/>
    <p:text>Vamos a comenzar la clase de hoy con una pequeña actividad "rompehielo" para despertar nuestra atención de una forma lúdica. ¿Están listos y listas? ¡Acá vamos!</p:text>
    <p:extLst>
      <p:ext uri="{C676402C-5697-4E1C-873F-D02D1690AC5C}">
        <p15:threadingInfo timeZoneBias="0"/>
      </p:ext>
      <p:ext uri="http://customooxmlschemas.google.com/">
        <go:slidesCustomData xmlns:go="http://customooxmlschemas.google.com/" commentPostId="AAAAduZdRQs"/>
      </p:ext>
    </p:extLst>
  </p:cm>
</p:cmLst>
</file>

<file path=ppt/comments/comment3.xml><?xml version="1.0" encoding="utf-8"?>
<p:cmLst xmlns:a="http://schemas.openxmlformats.org/drawingml/2006/main" xmlns:r="http://schemas.openxmlformats.org/officeDocument/2006/relationships" xmlns:p="http://schemas.openxmlformats.org/presentationml/2006/main" xmlns:p15="http://schemas.microsoft.com/office/powerpoint/2012/main">
  <p:cm dt="2020-10-15T17:20:17.319" authorId="0" idx="2">
    <p:pos x="10" y="10"/>
    <p:text>Consigna: "Vamos a tomarnos 2 minutos para ver si podemos adivinar la mayor cantidad de palabras que se esconden en este diagrama. Les dejo 2 min de música. Cuando termine vamos a ver las respuestas y cómo no fué."​</p:text>
    <p:extLst>
      <p:ext uri="{C676402C-5697-4E1C-873F-D02D1690AC5C}">
        <p15:threadingInfo timeZoneBias="0"/>
      </p:ext>
      <p:ext uri="http://customooxmlschemas.google.com/">
        <go:slidesCustomData xmlns:go="http://customooxmlschemas.google.com/" commentPostId="AAAAduZdRQc"/>
      </p:ext>
    </p:extLst>
  </p:cm>
</p:cmLst>
</file>

<file path=ppt/comments/comment4.xml><?xml version="1.0" encoding="utf-8"?>
<p:cmLst xmlns:a="http://schemas.openxmlformats.org/drawingml/2006/main" xmlns:r="http://schemas.openxmlformats.org/officeDocument/2006/relationships" xmlns:p="http://schemas.openxmlformats.org/presentationml/2006/main" xmlns:p15="http://schemas.microsoft.com/office/powerpoint/2012/main">
  <p:cm dt="2020-10-07T15:20:48.552" authorId="0" idx="3">
    <p:pos x="10" y="10"/>
    <p:text>Explicamos porqué hicimos esta actividad como rompehielos. 
El lenguaje HTML se utiliza para diseñar paginas webs y también utiliza una lógica jerárquica que permite organizar los elementos de un sitio web.
Conocer está lógica ya nos facilita poder comprender mucho mejor este lenguaje y cómo utilizarlo :)</p:text>
    <p:extLst>
      <p:ext uri="{C676402C-5697-4E1C-873F-D02D1690AC5C}">
        <p15:threadingInfo timeZoneBias="0"/>
      </p:ext>
      <p:ext uri="http://customooxmlschemas.google.com/">
        <go:slidesCustomData xmlns:go="http://customooxmlschemas.google.com/" commentPostId="AAAAduaZgUA"/>
      </p:ext>
    </p:extLst>
  </p:cm>
</p:cmLst>
</file>

<file path=ppt/comments/comment5.xml><?xml version="1.0" encoding="utf-8"?>
<p:cmLst xmlns:a="http://schemas.openxmlformats.org/drawingml/2006/main" xmlns:r="http://schemas.openxmlformats.org/officeDocument/2006/relationships" xmlns:p="http://schemas.openxmlformats.org/presentationml/2006/main" xmlns:p15="http://schemas.microsoft.com/office/powerpoint/2012/main">
  <p:cm dt="2020-10-15T17:24:57.639" authorId="0" idx="4">
    <p:pos x="10" y="10"/>
    <p:text>Acá podemos mostrar muy breve un ejemplo de una jerarquía de un sitio web muy superficial.
En unos minutos cuando expliquemos HTML la vamos a retomar con más detalle.</p:text>
    <p:extLst>
      <p:ext uri="{C676402C-5697-4E1C-873F-D02D1690AC5C}">
        <p15:threadingInfo timeZoneBias="0"/>
      </p:ext>
      <p:ext uri="http://customooxmlschemas.google.com/">
        <go:slidesCustomData xmlns:go="http://customooxmlschemas.google.com/" commentPostId="AAAAduZdRQQ"/>
      </p:ext>
    </p:extLst>
  </p:cm>
</p:cmLst>
</file>

<file path=ppt/comments/comment6.xml><?xml version="1.0" encoding="utf-8"?>
<p:cmLst xmlns:a="http://schemas.openxmlformats.org/drawingml/2006/main" xmlns:r="http://schemas.openxmlformats.org/officeDocument/2006/relationships" xmlns:p="http://schemas.openxmlformats.org/presentationml/2006/main" xmlns:p15="http://schemas.microsoft.com/office/powerpoint/2012/main">
  <p:cm dt="2020-10-15T17:24:57.639" authorId="0" idx="5">
    <p:pos x="10" y="10"/>
    <p:text>Acá podemos mostrar muy breve un ejemplo de una jerarquía de un sitio web muy superficial.
En unos minutos cuando expliquemos HTML la vamos a retomar con más detalle.</p:text>
    <p:extLst>
      <p:ext uri="{C676402C-5697-4E1C-873F-D02D1690AC5C}">
        <p15:threadingInfo timeZoneBias="0"/>
      </p:ext>
      <p:ext uri="http://customooxmlschemas.google.com/">
        <go:slidesCustomData xmlns:go="http://customooxmlschemas.google.com/" commentPostId="AAAAduZdRQw"/>
      </p:ext>
    </p:extLst>
  </p:cm>
</p:cmLst>
</file>

<file path=ppt/comments/comment7.xml><?xml version="1.0" encoding="utf-8"?>
<p:cmLst xmlns:a="http://schemas.openxmlformats.org/drawingml/2006/main" xmlns:r="http://schemas.openxmlformats.org/officeDocument/2006/relationships" xmlns:p="http://schemas.openxmlformats.org/presentationml/2006/main" xmlns:p15="http://schemas.microsoft.com/office/powerpoint/2012/main">
  <p:cm dt="2020-07-16T17:31:26.710" authorId="0" idx="6">
    <p:pos x="10" y="10"/>
    <p:text>El docente debe actualizar el link a donde los estudiantes van a subir la tarea.
Recordar actualizar el link también en el en la misma slide pero del archivo Ejercicio Asincrónico.</p:text>
    <p:extLst>
      <p:ext uri="{C676402C-5697-4E1C-873F-D02D1690AC5C}">
        <p15:threadingInfo timeZoneBias="0"/>
      </p:ext>
      <p:ext uri="http://customooxmlschemas.google.com/">
        <go:slidesCustomData xmlns:go="http://customooxmlschemas.google.com/" commentPostId="AAAAduZdRQo"/>
      </p:ext>
    </p:extLst>
  </p:cm>
</p:cmLst>
</file>

<file path=ppt/comments/comment8.xml><?xml version="1.0" encoding="utf-8"?>
<p:cmLst xmlns:a="http://schemas.openxmlformats.org/drawingml/2006/main" xmlns:r="http://schemas.openxmlformats.org/officeDocument/2006/relationships" xmlns:p="http://schemas.openxmlformats.org/presentationml/2006/main" xmlns:p15="http://schemas.microsoft.com/office/powerpoint/2012/main">
  <p:cm dt="2020-12-01T13:51:43.275" authorId="1" idx="1">
    <p:pos x="10" y="10"/>
    <p:text>Elegir uno de los dos rompehielos que más nos guste para empezar la clase.</p:text>
    <p:extLst>
      <p:ext uri="{C676402C-5697-4E1C-873F-D02D1690AC5C}">
        <p15:threadingInfo timeZoneBias="0"/>
      </p:ext>
      <p:ext uri="http://customooxmlschemas.google.com/">
        <go:slidesCustomData xmlns:go="http://customooxmlschemas.google.com/" commentPostId="AAAAduZdRQY"/>
      </p:ext>
    </p:extLst>
  </p:cm>
</p:cmLst>
</file>

<file path=ppt/comments/comment9.xml><?xml version="1.0" encoding="utf-8"?>
<p:cmLst xmlns:a="http://schemas.openxmlformats.org/drawingml/2006/main" xmlns:r="http://schemas.openxmlformats.org/officeDocument/2006/relationships" xmlns:p="http://schemas.openxmlformats.org/presentationml/2006/main" xmlns:p15="http://schemas.microsoft.com/office/powerpoint/2012/main">
  <p:cm dt="2020-07-02T17:43:28.812" authorId="0" idx="7">
    <p:pos x="10" y="10"/>
    <p:text>Hablar y dar ejemplo de que en nuestro día a día ya estamos programando cosas.</p:text>
    <p:extLst>
      <p:ext uri="{C676402C-5697-4E1C-873F-D02D1690AC5C}">
        <p15:threadingInfo timeZoneBias="0"/>
      </p:ext>
      <p:ext uri="http://customooxmlschemas.google.com/">
        <go:slidesCustomData xmlns:go="http://customooxmlschemas.google.com/" commentPostId="AAAAduaZgUE"/>
      </p:ext>
    </p:extLst>
  </p:cm>
  <p:cm dt="2020-07-02T17:59:31.486" authorId="0" idx="8">
    <p:pos x="7680" y="0"/>
    <p:text>Qué diferencia a un lenaguje de progrmación y NO ES NECESARIO SABER TODO, uno va buscando y aprendiendo lo básico.</p:text>
    <p:extLst>
      <p:ext uri="{C676402C-5697-4E1C-873F-D02D1690AC5C}">
        <p15:threadingInfo timeZoneBias="0"/>
      </p:ext>
      <p:ext uri="http://customooxmlschemas.google.com/">
        <go:slidesCustomData xmlns:go="http://customooxmlschemas.google.com/" commentPostId="AAAAduZdRQk"/>
      </p:ext>
    </p:extLst>
  </p:cm>
</p:cmLst>
</file>

<file path=ppt/comments/comment10.xml><?xml version="1.0" encoding="utf-8"?>
<p:cmLst xmlns:a="http://schemas.openxmlformats.org/drawingml/2006/main" xmlns:r="http://schemas.openxmlformats.org/officeDocument/2006/relationships" xmlns:p="http://schemas.openxmlformats.org/presentationml/2006/main" xmlns:p15="http://schemas.microsoft.com/office/powerpoint/2012/main">
  <p:cm dt="2020-04-20T19:06:10.867" authorId="0" idx="9">
    <p:pos x="7680" y="0"/>
    <p:text>Empezamos con clase con un juego donde le proponemos a la gente leer todo el código y buscar cuantes veces aparece la palabra "button". La idea es generar un inicio distinto, con una sorpresa y una primer imagen de la interfaz de HTML y Visual Studio.</p:text>
    <p:extLst>
      <p:ext uri="{C676402C-5697-4E1C-873F-D02D1690AC5C}">
        <p15:threadingInfo timeZoneBias="0"/>
      </p:ext>
      <p:ext uri="http://customooxmlschemas.google.com/">
        <go:slidesCustomData xmlns:go="http://customooxmlschemas.google.com/" commentPostId="AAAAduZdRQg"/>
      </p:ext>
    </p:extLst>
  </p:cm>
</p:cmLst>
</file>

<file path=ppt/comments/comment11.xml><?xml version="1.0" encoding="utf-8"?>
<p:cmLst xmlns:a="http://schemas.openxmlformats.org/drawingml/2006/main" xmlns:r="http://schemas.openxmlformats.org/officeDocument/2006/relationships" xmlns:p="http://schemas.openxmlformats.org/presentationml/2006/main" xmlns:p15="http://schemas.microsoft.com/office/powerpoint/2012/main">
  <p:cm dt="2020-10-07T19:52:40.215" authorId="0" idx="10">
    <p:pos x="10" y="10"/>
    <p:text>Para finalizar la clase invitamos a que la gente reflexione sobre estas preguntas indicadas en la presentación. Invitamos a que escriban en un cuaderno estas cuatro preguntas y que las respondan una vez finalizada la clase.
Si gustan, pueden explicar que esto es un momento metacognitivo que busca generar una toma de conciencia y registro sobre lo QUE se aprendió y CÓMO se aprendió, qué pasos hice para aprender, qué cosas hice que me sirvieron para poder aprender...
Cada uno de nosotros aprende de distintas formas y mediante distintas estrategias. Es importante detectar cuales nos son más útiles para así poder aprender de formas más efectivas.</p:text>
    <p:extLst>
      <p:ext uri="{C676402C-5697-4E1C-873F-D02D1690AC5C}">
        <p15:threadingInfo timeZoneBias="0"/>
      </p:ext>
      <p:ext uri="http://customooxmlschemas.google.com/">
        <go:slidesCustomData xmlns:go="http://customooxmlschemas.google.com/" commentPostId="AAAAduZdRQU"/>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265.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266.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267.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268.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269.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270.xml.rels><?xml version="1.0" encoding="UTF-8" standalone="yes"?>
<Relationships xmlns="http://schemas.openxmlformats.org/package/2006/relationships"><Relationship Id="rId2" Type="http://schemas.openxmlformats.org/officeDocument/2006/relationships/slide" Target="../slides/slide270.xml"/><Relationship Id="rId1" Type="http://schemas.openxmlformats.org/officeDocument/2006/relationships/notesMaster" Target="../notesMasters/notesMaster1.xml"/></Relationships>
</file>

<file path=ppt/notesSlides/_rels/notesSlide271.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272.xml.rels><?xml version="1.0" encoding="UTF-8" standalone="yes"?>
<Relationships xmlns="http://schemas.openxmlformats.org/package/2006/relationships"><Relationship Id="rId2" Type="http://schemas.openxmlformats.org/officeDocument/2006/relationships/slide" Target="../slides/slide272.xml"/><Relationship Id="rId1" Type="http://schemas.openxmlformats.org/officeDocument/2006/relationships/notesMaster" Target="../notesMasters/notesMaster1.xml"/></Relationships>
</file>

<file path=ppt/notesSlides/_rels/notesSlide273.xml.rels><?xml version="1.0" encoding="UTF-8" standalone="yes"?>
<Relationships xmlns="http://schemas.openxmlformats.org/package/2006/relationships"><Relationship Id="rId2" Type="http://schemas.openxmlformats.org/officeDocument/2006/relationships/slide" Target="../slides/slide273.xml"/><Relationship Id="rId1" Type="http://schemas.openxmlformats.org/officeDocument/2006/relationships/notesMaster" Target="../notesMasters/notesMaster1.xml"/></Relationships>
</file>

<file path=ppt/notesSlides/_rels/notesSlide274.xml.rels><?xml version="1.0" encoding="UTF-8" standalone="yes"?>
<Relationships xmlns="http://schemas.openxmlformats.org/package/2006/relationships"><Relationship Id="rId2" Type="http://schemas.openxmlformats.org/officeDocument/2006/relationships/slide" Target="../slides/slide274.xml"/><Relationship Id="rId1" Type="http://schemas.openxmlformats.org/officeDocument/2006/relationships/notesMaster" Target="../notesMasters/notesMaster1.xml"/></Relationships>
</file>

<file path=ppt/notesSlides/_rels/notesSlide275.xml.rels><?xml version="1.0" encoding="UTF-8" standalone="yes"?>
<Relationships xmlns="http://schemas.openxmlformats.org/package/2006/relationships"><Relationship Id="rId2" Type="http://schemas.openxmlformats.org/officeDocument/2006/relationships/slide" Target="../slides/slide275.xml"/><Relationship Id="rId1" Type="http://schemas.openxmlformats.org/officeDocument/2006/relationships/notesMaster" Target="../notesMasters/notesMaster1.xml"/></Relationships>
</file>

<file path=ppt/notesSlides/_rels/notesSlide276.xml.rels><?xml version="1.0" encoding="UTF-8" standalone="yes"?>
<Relationships xmlns="http://schemas.openxmlformats.org/package/2006/relationships"><Relationship Id="rId2" Type="http://schemas.openxmlformats.org/officeDocument/2006/relationships/slide" Target="../slides/slide276.xml"/><Relationship Id="rId1" Type="http://schemas.openxmlformats.org/officeDocument/2006/relationships/notesMaster" Target="../notesMasters/notesMaster1.xml"/></Relationships>
</file>

<file path=ppt/notesSlides/_rels/notesSlide277.xml.rels><?xml version="1.0" encoding="UTF-8" standalone="yes"?>
<Relationships xmlns="http://schemas.openxmlformats.org/package/2006/relationships"><Relationship Id="rId2" Type="http://schemas.openxmlformats.org/officeDocument/2006/relationships/slide" Target="../slides/slide277.xml"/><Relationship Id="rId1" Type="http://schemas.openxmlformats.org/officeDocument/2006/relationships/notesMaster" Target="../notesMasters/notesMaster1.xml"/></Relationships>
</file>

<file path=ppt/notesSlides/_rels/notesSlide278.xml.rels><?xml version="1.0" encoding="UTF-8" standalone="yes"?>
<Relationships xmlns="http://schemas.openxmlformats.org/package/2006/relationships"><Relationship Id="rId2" Type="http://schemas.openxmlformats.org/officeDocument/2006/relationships/slide" Target="../slides/slide278.xml"/><Relationship Id="rId1" Type="http://schemas.openxmlformats.org/officeDocument/2006/relationships/notesMaster" Target="../notesMasters/notesMaster1.xml"/></Relationships>
</file>

<file path=ppt/notesSlides/_rels/notesSlide279.xml.rels><?xml version="1.0" encoding="UTF-8" standalone="yes"?>
<Relationships xmlns="http://schemas.openxmlformats.org/package/2006/relationships"><Relationship Id="rId2" Type="http://schemas.openxmlformats.org/officeDocument/2006/relationships/slide" Target="../slides/slide279.xml"/><Relationship Id="rId1" Type="http://schemas.openxmlformats.org/officeDocument/2006/relationships/notesMaster" Target="../notesMasters/notesMaster1.xml"/></Relationships>
</file>

<file path=ppt/notesSlides/_rels/notesSlide280.xml.rels><?xml version="1.0" encoding="UTF-8" standalone="yes"?>
<Relationships xmlns="http://schemas.openxmlformats.org/package/2006/relationships"><Relationship Id="rId2" Type="http://schemas.openxmlformats.org/officeDocument/2006/relationships/slide" Target="../slides/slide280.xml"/><Relationship Id="rId1" Type="http://schemas.openxmlformats.org/officeDocument/2006/relationships/notesMaster" Target="../notesMasters/notesMaster1.xml"/></Relationships>
</file>

<file path=ppt/notesSlides/_rels/notesSlide281.xml.rels><?xml version="1.0" encoding="UTF-8" standalone="yes"?>
<Relationships xmlns="http://schemas.openxmlformats.org/package/2006/relationships"><Relationship Id="rId2" Type="http://schemas.openxmlformats.org/officeDocument/2006/relationships/slide" Target="../slides/slide281.xml"/><Relationship Id="rId1" Type="http://schemas.openxmlformats.org/officeDocument/2006/relationships/notesMaster" Target="../notesMasters/notesMaster1.xml"/></Relationships>
</file>

<file path=ppt/notesSlides/_rels/notesSlide282.xml.rels><?xml version="1.0" encoding="UTF-8" standalone="yes"?>
<Relationships xmlns="http://schemas.openxmlformats.org/package/2006/relationships"><Relationship Id="rId2" Type="http://schemas.openxmlformats.org/officeDocument/2006/relationships/slide" Target="../slides/slide282.xml"/><Relationship Id="rId1" Type="http://schemas.openxmlformats.org/officeDocument/2006/relationships/notesMaster" Target="../notesMasters/notesMaster1.xml"/></Relationships>
</file>

<file path=ppt/notesSlides/_rels/notesSlide283.xml.rels><?xml version="1.0" encoding="UTF-8" standalone="yes"?>
<Relationships xmlns="http://schemas.openxmlformats.org/package/2006/relationships"><Relationship Id="rId2" Type="http://schemas.openxmlformats.org/officeDocument/2006/relationships/slide" Target="../slides/slide283.xml"/><Relationship Id="rId1" Type="http://schemas.openxmlformats.org/officeDocument/2006/relationships/notesMaster" Target="../notesMasters/notesMaster1.xml"/></Relationships>
</file>

<file path=ppt/notesSlides/_rels/notesSlide284.xml.rels><?xml version="1.0" encoding="UTF-8" standalone="yes"?>
<Relationships xmlns="http://schemas.openxmlformats.org/package/2006/relationships"><Relationship Id="rId2" Type="http://schemas.openxmlformats.org/officeDocument/2006/relationships/slide" Target="../slides/slide284.xml"/><Relationship Id="rId1" Type="http://schemas.openxmlformats.org/officeDocument/2006/relationships/notesMaster" Target="../notesMasters/notesMaster1.xml"/></Relationships>
</file>

<file path=ppt/notesSlides/_rels/notesSlide285.xml.rels><?xml version="1.0" encoding="UTF-8" standalone="yes"?>
<Relationships xmlns="http://schemas.openxmlformats.org/package/2006/relationships"><Relationship Id="rId2" Type="http://schemas.openxmlformats.org/officeDocument/2006/relationships/slide" Target="../slides/slide285.xml"/><Relationship Id="rId1" Type="http://schemas.openxmlformats.org/officeDocument/2006/relationships/notesMaster" Target="../notesMasters/notesMaster1.xml"/></Relationships>
</file>

<file path=ppt/notesSlides/_rels/notesSlide286.xml.rels><?xml version="1.0" encoding="UTF-8" standalone="yes"?>
<Relationships xmlns="http://schemas.openxmlformats.org/package/2006/relationships"><Relationship Id="rId2" Type="http://schemas.openxmlformats.org/officeDocument/2006/relationships/slide" Target="../slides/slide286.xml"/><Relationship Id="rId1" Type="http://schemas.openxmlformats.org/officeDocument/2006/relationships/notesMaster" Target="../notesMasters/notesMaster1.xml"/></Relationships>
</file>

<file path=ppt/notesSlides/_rels/notesSlide287.xml.rels><?xml version="1.0" encoding="UTF-8" standalone="yes"?>
<Relationships xmlns="http://schemas.openxmlformats.org/package/2006/relationships"><Relationship Id="rId2" Type="http://schemas.openxmlformats.org/officeDocument/2006/relationships/slide" Target="../slides/slide287.xml"/><Relationship Id="rId1" Type="http://schemas.openxmlformats.org/officeDocument/2006/relationships/notesMaster" Target="../notesMasters/notesMaster1.xml"/></Relationships>
</file>

<file path=ppt/notesSlides/_rels/notesSlide288.xml.rels><?xml version="1.0" encoding="UTF-8" standalone="yes"?>
<Relationships xmlns="http://schemas.openxmlformats.org/package/2006/relationships"><Relationship Id="rId2" Type="http://schemas.openxmlformats.org/officeDocument/2006/relationships/slide" Target="../slides/slide288.xml"/><Relationship Id="rId1" Type="http://schemas.openxmlformats.org/officeDocument/2006/relationships/notesMaster" Target="../notesMasters/notesMaster1.xml"/></Relationships>
</file>

<file path=ppt/notesSlides/_rels/notesSlide289.xml.rels><?xml version="1.0" encoding="UTF-8" standalone="yes"?>
<Relationships xmlns="http://schemas.openxmlformats.org/package/2006/relationships"><Relationship Id="rId2" Type="http://schemas.openxmlformats.org/officeDocument/2006/relationships/slide" Target="../slides/slide289.xml"/><Relationship Id="rId1" Type="http://schemas.openxmlformats.org/officeDocument/2006/relationships/notesMaster" Target="../notesMasters/notesMaster1.xml"/></Relationships>
</file>

<file path=ppt/notesSlides/_rels/notesSlide290.xml.rels><?xml version="1.0" encoding="UTF-8" standalone="yes"?>
<Relationships xmlns="http://schemas.openxmlformats.org/package/2006/relationships"><Relationship Id="rId2" Type="http://schemas.openxmlformats.org/officeDocument/2006/relationships/slide" Target="../slides/slide290.xml"/><Relationship Id="rId1" Type="http://schemas.openxmlformats.org/officeDocument/2006/relationships/notesMaster" Target="../notesMasters/notesMaster1.xml"/></Relationships>
</file>

<file path=ppt/notesSlides/_rels/notesSlide291.xml.rels><?xml version="1.0" encoding="UTF-8" standalone="yes"?>
<Relationships xmlns="http://schemas.openxmlformats.org/package/2006/relationships"><Relationship Id="rId2" Type="http://schemas.openxmlformats.org/officeDocument/2006/relationships/slide" Target="../slides/slide291.xml"/><Relationship Id="rId1" Type="http://schemas.openxmlformats.org/officeDocument/2006/relationships/notesMaster" Target="../notesMasters/notesMaster1.xml"/></Relationships>
</file>

<file path=ppt/notesSlides/_rels/notesSlide292.xml.rels><?xml version="1.0" encoding="UTF-8" standalone="yes"?>
<Relationships xmlns="http://schemas.openxmlformats.org/package/2006/relationships"><Relationship Id="rId2" Type="http://schemas.openxmlformats.org/officeDocument/2006/relationships/slide" Target="../slides/slide292.xml"/><Relationship Id="rId1" Type="http://schemas.openxmlformats.org/officeDocument/2006/relationships/notesMaster" Target="../notesMasters/notesMaster1.xml"/></Relationships>
</file>

<file path=ppt/notesSlides/_rels/notesSlide293.xml.rels><?xml version="1.0" encoding="UTF-8" standalone="yes"?>
<Relationships xmlns="http://schemas.openxmlformats.org/package/2006/relationships"><Relationship Id="rId2" Type="http://schemas.openxmlformats.org/officeDocument/2006/relationships/slide" Target="../slides/slide293.xml"/><Relationship Id="rId1" Type="http://schemas.openxmlformats.org/officeDocument/2006/relationships/notesMaster" Target="../notesMasters/notesMaster1.xml"/></Relationships>
</file>

<file path=ppt/notesSlides/_rels/notesSlide294.xml.rels><?xml version="1.0" encoding="UTF-8" standalone="yes"?>
<Relationships xmlns="http://schemas.openxmlformats.org/package/2006/relationships"><Relationship Id="rId2" Type="http://schemas.openxmlformats.org/officeDocument/2006/relationships/slide" Target="../slides/slide294.xml"/><Relationship Id="rId1" Type="http://schemas.openxmlformats.org/officeDocument/2006/relationships/notesMaster" Target="../notesMasters/notesMaster1.xml"/></Relationships>
</file>

<file path=ppt/notesSlides/_rels/notesSlide295.xml.rels><?xml version="1.0" encoding="UTF-8" standalone="yes"?>
<Relationships xmlns="http://schemas.openxmlformats.org/package/2006/relationships"><Relationship Id="rId2" Type="http://schemas.openxmlformats.org/officeDocument/2006/relationships/slide" Target="../slides/slide295.xml"/><Relationship Id="rId1" Type="http://schemas.openxmlformats.org/officeDocument/2006/relationships/notesMaster" Target="../notesMasters/notesMaster1.xml"/></Relationships>
</file>

<file path=ppt/notesSlides/_rels/notesSlide296.xml.rels><?xml version="1.0" encoding="UTF-8" standalone="yes"?>
<Relationships xmlns="http://schemas.openxmlformats.org/package/2006/relationships"><Relationship Id="rId2" Type="http://schemas.openxmlformats.org/officeDocument/2006/relationships/slide" Target="../slides/slide296.xml"/><Relationship Id="rId1" Type="http://schemas.openxmlformats.org/officeDocument/2006/relationships/notesMaster" Target="../notesMasters/notesMaster1.xml"/></Relationships>
</file>

<file path=ppt/notesSlides/_rels/notesSlide297.xml.rels><?xml version="1.0" encoding="UTF-8" standalone="yes"?>
<Relationships xmlns="http://schemas.openxmlformats.org/package/2006/relationships"><Relationship Id="rId2" Type="http://schemas.openxmlformats.org/officeDocument/2006/relationships/slide" Target="../slides/slide297.xml"/><Relationship Id="rId1" Type="http://schemas.openxmlformats.org/officeDocument/2006/relationships/notesMaster" Target="../notesMasters/notesMaster1.xml"/></Relationships>
</file>

<file path=ppt/notesSlides/_rels/notesSlide298.xml.rels><?xml version="1.0" encoding="UTF-8" standalone="yes"?>
<Relationships xmlns="http://schemas.openxmlformats.org/package/2006/relationships"><Relationship Id="rId2" Type="http://schemas.openxmlformats.org/officeDocument/2006/relationships/slide" Target="../slides/slide298.xml"/><Relationship Id="rId1" Type="http://schemas.openxmlformats.org/officeDocument/2006/relationships/notesMaster" Target="../notesMasters/notesMaster1.xml"/></Relationships>
</file>

<file path=ppt/notesSlides/_rels/notesSlide299.xml.rels><?xml version="1.0" encoding="UTF-8" standalone="yes"?>
<Relationships xmlns="http://schemas.openxmlformats.org/package/2006/relationships"><Relationship Id="rId2" Type="http://schemas.openxmlformats.org/officeDocument/2006/relationships/slide" Target="../slides/slide299.xml"/><Relationship Id="rId1" Type="http://schemas.openxmlformats.org/officeDocument/2006/relationships/notesMaster" Target="../notesMasters/notesMaster1.xml"/></Relationships>
</file>

<file path=ppt/notesSlides/_rels/notesSlide300.xml.rels><?xml version="1.0" encoding="UTF-8" standalone="yes"?>
<Relationships xmlns="http://schemas.openxmlformats.org/package/2006/relationships"><Relationship Id="rId2" Type="http://schemas.openxmlformats.org/officeDocument/2006/relationships/slide" Target="../slides/slide300.xml"/><Relationship Id="rId1" Type="http://schemas.openxmlformats.org/officeDocument/2006/relationships/notesMaster" Target="../notesMasters/notesMaster1.xml"/></Relationships>
</file>

<file path=ppt/notesSlides/_rels/notesSlide301.xml.rels><?xml version="1.0" encoding="UTF-8" standalone="yes"?>
<Relationships xmlns="http://schemas.openxmlformats.org/package/2006/relationships"><Relationship Id="rId2" Type="http://schemas.openxmlformats.org/officeDocument/2006/relationships/slide" Target="../slides/slide301.xml"/><Relationship Id="rId1" Type="http://schemas.openxmlformats.org/officeDocument/2006/relationships/notesMaster" Target="../notesMasters/notesMaster1.xml"/></Relationships>
</file>

<file path=ppt/notesSlides/_rels/notesSlide302.xml.rels><?xml version="1.0" encoding="UTF-8" standalone="yes"?>
<Relationships xmlns="http://schemas.openxmlformats.org/package/2006/relationships"><Relationship Id="rId2" Type="http://schemas.openxmlformats.org/officeDocument/2006/relationships/slide" Target="../slides/slide302.xml"/><Relationship Id="rId1" Type="http://schemas.openxmlformats.org/officeDocument/2006/relationships/notesMaster" Target="../notesMasters/notesMaster1.xml"/></Relationships>
</file>

<file path=ppt/notesSlides/_rels/notesSlide303.xml.rels><?xml version="1.0" encoding="UTF-8" standalone="yes"?>
<Relationships xmlns="http://schemas.openxmlformats.org/package/2006/relationships"><Relationship Id="rId2" Type="http://schemas.openxmlformats.org/officeDocument/2006/relationships/slide" Target="../slides/slide303.xml"/><Relationship Id="rId1" Type="http://schemas.openxmlformats.org/officeDocument/2006/relationships/notesMaster" Target="../notesMasters/notesMaster1.xml"/></Relationships>
</file>

<file path=ppt/notesSlides/_rels/notesSlide304.xml.rels><?xml version="1.0" encoding="UTF-8" standalone="yes"?>
<Relationships xmlns="http://schemas.openxmlformats.org/package/2006/relationships"><Relationship Id="rId2" Type="http://schemas.openxmlformats.org/officeDocument/2006/relationships/slide" Target="../slides/slide304.xml"/><Relationship Id="rId1" Type="http://schemas.openxmlformats.org/officeDocument/2006/relationships/notesMaster" Target="../notesMasters/notesMaster1.xml"/></Relationships>
</file>

<file path=ppt/notesSlides/_rels/notesSlide305.xml.rels><?xml version="1.0" encoding="UTF-8" standalone="yes"?>
<Relationships xmlns="http://schemas.openxmlformats.org/package/2006/relationships"><Relationship Id="rId2" Type="http://schemas.openxmlformats.org/officeDocument/2006/relationships/slide" Target="../slides/slide305.xml"/><Relationship Id="rId1" Type="http://schemas.openxmlformats.org/officeDocument/2006/relationships/notesMaster" Target="../notesMasters/notesMaster1.xml"/></Relationships>
</file>

<file path=ppt/notesSlides/_rels/notesSlide306.xml.rels><?xml version="1.0" encoding="UTF-8" standalone="yes"?>
<Relationships xmlns="http://schemas.openxmlformats.org/package/2006/relationships"><Relationship Id="rId2" Type="http://schemas.openxmlformats.org/officeDocument/2006/relationships/slide" Target="../slides/slide306.xml"/><Relationship Id="rId1" Type="http://schemas.openxmlformats.org/officeDocument/2006/relationships/notesMaster" Target="../notesMasters/notesMaster1.xml"/></Relationships>
</file>

<file path=ppt/notesSlides/_rels/notesSlide307.xml.rels><?xml version="1.0" encoding="UTF-8" standalone="yes"?>
<Relationships xmlns="http://schemas.openxmlformats.org/package/2006/relationships"><Relationship Id="rId2" Type="http://schemas.openxmlformats.org/officeDocument/2006/relationships/slide" Target="../slides/slide307.xml"/><Relationship Id="rId1" Type="http://schemas.openxmlformats.org/officeDocument/2006/relationships/notesMaster" Target="../notesMasters/notesMaster1.xml"/></Relationships>
</file>

<file path=ppt/notesSlides/_rels/notesSlide308.xml.rels><?xml version="1.0" encoding="UTF-8" standalone="yes"?>
<Relationships xmlns="http://schemas.openxmlformats.org/package/2006/relationships"><Relationship Id="rId2" Type="http://schemas.openxmlformats.org/officeDocument/2006/relationships/slide" Target="../slides/slide308.xml"/><Relationship Id="rId1" Type="http://schemas.openxmlformats.org/officeDocument/2006/relationships/notesMaster" Target="../notesMasters/notesMaster1.xml"/></Relationships>
</file>

<file path=ppt/notesSlides/_rels/notesSlide309.xml.rels><?xml version="1.0" encoding="UTF-8" standalone="yes"?>
<Relationships xmlns="http://schemas.openxmlformats.org/package/2006/relationships"><Relationship Id="rId2" Type="http://schemas.openxmlformats.org/officeDocument/2006/relationships/slide" Target="../slides/slide309.xml"/><Relationship Id="rId1" Type="http://schemas.openxmlformats.org/officeDocument/2006/relationships/notesMaster" Target="../notesMasters/notesMaster1.xml"/></Relationships>
</file>

<file path=ppt/notesSlides/_rels/notesSlide310.xml.rels><?xml version="1.0" encoding="UTF-8" standalone="yes"?>
<Relationships xmlns="http://schemas.openxmlformats.org/package/2006/relationships"><Relationship Id="rId2" Type="http://schemas.openxmlformats.org/officeDocument/2006/relationships/slide" Target="../slides/slide310.xml"/><Relationship Id="rId1" Type="http://schemas.openxmlformats.org/officeDocument/2006/relationships/notesMaster" Target="../notesMasters/notesMaster1.xml"/></Relationships>
</file>

<file path=ppt/notesSlides/_rels/notesSlide311.xml.rels><?xml version="1.0" encoding="UTF-8" standalone="yes"?>
<Relationships xmlns="http://schemas.openxmlformats.org/package/2006/relationships"><Relationship Id="rId2" Type="http://schemas.openxmlformats.org/officeDocument/2006/relationships/slide" Target="../slides/slide311.xml"/><Relationship Id="rId1" Type="http://schemas.openxmlformats.org/officeDocument/2006/relationships/notesMaster" Target="../notesMasters/notesMaster1.xml"/></Relationships>
</file>

<file path=ppt/notesSlides/_rels/notesSlide312.xml.rels><?xml version="1.0" encoding="UTF-8" standalone="yes"?>
<Relationships xmlns="http://schemas.openxmlformats.org/package/2006/relationships"><Relationship Id="rId2" Type="http://schemas.openxmlformats.org/officeDocument/2006/relationships/slide" Target="../slides/slide312.xml"/><Relationship Id="rId1" Type="http://schemas.openxmlformats.org/officeDocument/2006/relationships/notesMaster" Target="../notesMasters/notesMaster1.xml"/></Relationships>
</file>

<file path=ppt/notesSlides/_rels/notesSlide313.xml.rels><?xml version="1.0" encoding="UTF-8" standalone="yes"?>
<Relationships xmlns="http://schemas.openxmlformats.org/package/2006/relationships"><Relationship Id="rId2" Type="http://schemas.openxmlformats.org/officeDocument/2006/relationships/slide" Target="../slides/slide313.xml"/><Relationship Id="rId1" Type="http://schemas.openxmlformats.org/officeDocument/2006/relationships/notesMaster" Target="../notesMasters/notesMaster1.xml"/></Relationships>
</file>

<file path=ppt/notesSlides/_rels/notesSlide314.xml.rels><?xml version="1.0" encoding="UTF-8" standalone="yes"?>
<Relationships xmlns="http://schemas.openxmlformats.org/package/2006/relationships"><Relationship Id="rId2" Type="http://schemas.openxmlformats.org/officeDocument/2006/relationships/slide" Target="../slides/slide314.xml"/><Relationship Id="rId1" Type="http://schemas.openxmlformats.org/officeDocument/2006/relationships/notesMaster" Target="../notesMasters/notesMaster1.xml"/></Relationships>
</file>

<file path=ppt/notesSlides/_rels/notesSlide315.xml.rels><?xml version="1.0" encoding="UTF-8" standalone="yes"?>
<Relationships xmlns="http://schemas.openxmlformats.org/package/2006/relationships"><Relationship Id="rId2" Type="http://schemas.openxmlformats.org/officeDocument/2006/relationships/slide" Target="../slides/slide315.xml"/><Relationship Id="rId1" Type="http://schemas.openxmlformats.org/officeDocument/2006/relationships/notesMaster" Target="../notesMasters/notesMaster1.xml"/></Relationships>
</file>

<file path=ppt/notesSlides/_rels/notesSlide316.xml.rels><?xml version="1.0" encoding="UTF-8" standalone="yes"?>
<Relationships xmlns="http://schemas.openxmlformats.org/package/2006/relationships"><Relationship Id="rId2" Type="http://schemas.openxmlformats.org/officeDocument/2006/relationships/slide" Target="../slides/slide316.xml"/><Relationship Id="rId1" Type="http://schemas.openxmlformats.org/officeDocument/2006/relationships/notesMaster" Target="../notesMasters/notesMaster1.xml"/></Relationships>
</file>

<file path=ppt/notesSlides/_rels/notesSlide317.xml.rels><?xml version="1.0" encoding="UTF-8" standalone="yes"?>
<Relationships xmlns="http://schemas.openxmlformats.org/package/2006/relationships"><Relationship Id="rId2" Type="http://schemas.openxmlformats.org/officeDocument/2006/relationships/slide" Target="../slides/slide317.xml"/><Relationship Id="rId1" Type="http://schemas.openxmlformats.org/officeDocument/2006/relationships/notesMaster" Target="../notesMasters/notesMaster1.xml"/></Relationships>
</file>

<file path=ppt/notesSlides/_rels/notesSlide318.xml.rels><?xml version="1.0" encoding="UTF-8" standalone="yes"?>
<Relationships xmlns="http://schemas.openxmlformats.org/package/2006/relationships"><Relationship Id="rId2" Type="http://schemas.openxmlformats.org/officeDocument/2006/relationships/slide" Target="../slides/slide318.xml"/><Relationship Id="rId1" Type="http://schemas.openxmlformats.org/officeDocument/2006/relationships/notesMaster" Target="../notesMasters/notesMaster1.xml"/></Relationships>
</file>

<file path=ppt/notesSlides/_rels/notesSlide319.xml.rels><?xml version="1.0" encoding="UTF-8" standalone="yes"?>
<Relationships xmlns="http://schemas.openxmlformats.org/package/2006/relationships"><Relationship Id="rId2" Type="http://schemas.openxmlformats.org/officeDocument/2006/relationships/slide" Target="../slides/slide319.xml"/><Relationship Id="rId1" Type="http://schemas.openxmlformats.org/officeDocument/2006/relationships/notesMaster" Target="../notesMasters/notesMaster1.xml"/></Relationships>
</file>

<file path=ppt/notesSlides/_rels/notesSlide320.xml.rels><?xml version="1.0" encoding="UTF-8" standalone="yes"?>
<Relationships xmlns="http://schemas.openxmlformats.org/package/2006/relationships"><Relationship Id="rId2" Type="http://schemas.openxmlformats.org/officeDocument/2006/relationships/slide" Target="../slides/slide320.xml"/><Relationship Id="rId1" Type="http://schemas.openxmlformats.org/officeDocument/2006/relationships/notesMaster" Target="../notesMasters/notesMaster1.xml"/></Relationships>
</file>

<file path=ppt/notesSlides/_rels/notesSlide321.xml.rels><?xml version="1.0" encoding="UTF-8" standalone="yes"?>
<Relationships xmlns="http://schemas.openxmlformats.org/package/2006/relationships"><Relationship Id="rId2" Type="http://schemas.openxmlformats.org/officeDocument/2006/relationships/slide" Target="../slides/slide321.xml"/><Relationship Id="rId1" Type="http://schemas.openxmlformats.org/officeDocument/2006/relationships/notesMaster" Target="../notesMasters/notesMaster1.xml"/></Relationships>
</file>

<file path=ppt/notesSlides/_rels/notesSlide322.xml.rels><?xml version="1.0" encoding="UTF-8" standalone="yes"?>
<Relationships xmlns="http://schemas.openxmlformats.org/package/2006/relationships"><Relationship Id="rId2" Type="http://schemas.openxmlformats.org/officeDocument/2006/relationships/slide" Target="../slides/slide322.xml"/><Relationship Id="rId1" Type="http://schemas.openxmlformats.org/officeDocument/2006/relationships/notesMaster" Target="../notesMasters/notesMaster1.xml"/></Relationships>
</file>

<file path=ppt/notesSlides/_rels/notesSlide323.xml.rels><?xml version="1.0" encoding="UTF-8" standalone="yes"?>
<Relationships xmlns="http://schemas.openxmlformats.org/package/2006/relationships"><Relationship Id="rId2" Type="http://schemas.openxmlformats.org/officeDocument/2006/relationships/slide" Target="../slides/slide323.xml"/><Relationship Id="rId1" Type="http://schemas.openxmlformats.org/officeDocument/2006/relationships/notesMaster" Target="../notesMasters/notesMaster1.xml"/></Relationships>
</file>

<file path=ppt/notesSlides/_rels/notesSlide324.xml.rels><?xml version="1.0" encoding="UTF-8" standalone="yes"?>
<Relationships xmlns="http://schemas.openxmlformats.org/package/2006/relationships"><Relationship Id="rId2" Type="http://schemas.openxmlformats.org/officeDocument/2006/relationships/slide" Target="../slides/slide324.xml"/><Relationship Id="rId1" Type="http://schemas.openxmlformats.org/officeDocument/2006/relationships/notesMaster" Target="../notesMasters/notesMaster1.xml"/></Relationships>
</file>

<file path=ppt/notesSlides/_rels/notesSlide325.xml.rels><?xml version="1.0" encoding="UTF-8" standalone="yes"?>
<Relationships xmlns="http://schemas.openxmlformats.org/package/2006/relationships"><Relationship Id="rId2" Type="http://schemas.openxmlformats.org/officeDocument/2006/relationships/slide" Target="../slides/slide325.xml"/><Relationship Id="rId1" Type="http://schemas.openxmlformats.org/officeDocument/2006/relationships/notesMaster" Target="../notesMasters/notesMaster1.xml"/></Relationships>
</file>

<file path=ppt/notesSlides/_rels/notesSlide326.xml.rels><?xml version="1.0" encoding="UTF-8" standalone="yes"?>
<Relationships xmlns="http://schemas.openxmlformats.org/package/2006/relationships"><Relationship Id="rId2" Type="http://schemas.openxmlformats.org/officeDocument/2006/relationships/slide" Target="../slides/slide326.xml"/><Relationship Id="rId1" Type="http://schemas.openxmlformats.org/officeDocument/2006/relationships/notesMaster" Target="../notesMasters/notesMaster1.xml"/></Relationships>
</file>

<file path=ppt/notesSlides/_rels/notesSlide327.xml.rels><?xml version="1.0" encoding="UTF-8" standalone="yes"?>
<Relationships xmlns="http://schemas.openxmlformats.org/package/2006/relationships"><Relationship Id="rId2" Type="http://schemas.openxmlformats.org/officeDocument/2006/relationships/slide" Target="../slides/slide327.xml"/><Relationship Id="rId1" Type="http://schemas.openxmlformats.org/officeDocument/2006/relationships/notesMaster" Target="../notesMasters/notesMaster1.xml"/></Relationships>
</file>

<file path=ppt/notesSlides/_rels/notesSlide328.xml.rels><?xml version="1.0" encoding="UTF-8" standalone="yes"?>
<Relationships xmlns="http://schemas.openxmlformats.org/package/2006/relationships"><Relationship Id="rId2" Type="http://schemas.openxmlformats.org/officeDocument/2006/relationships/slide" Target="../slides/slide328.xml"/><Relationship Id="rId1" Type="http://schemas.openxmlformats.org/officeDocument/2006/relationships/notesMaster" Target="../notesMasters/notesMaster1.xml"/></Relationships>
</file>

<file path=ppt/notesSlides/_rels/notesSlide329.xml.rels><?xml version="1.0" encoding="UTF-8" standalone="yes"?>
<Relationships xmlns="http://schemas.openxmlformats.org/package/2006/relationships"><Relationship Id="rId2" Type="http://schemas.openxmlformats.org/officeDocument/2006/relationships/slide" Target="../slides/slide329.xml"/><Relationship Id="rId1" Type="http://schemas.openxmlformats.org/officeDocument/2006/relationships/notesMaster" Target="../notesMasters/notesMaster1.xml"/></Relationships>
</file>

<file path=ppt/notesSlides/_rels/notesSlide330.xml.rels><?xml version="1.0" encoding="UTF-8" standalone="yes"?>
<Relationships xmlns="http://schemas.openxmlformats.org/package/2006/relationships"><Relationship Id="rId2" Type="http://schemas.openxmlformats.org/officeDocument/2006/relationships/slide" Target="../slides/slide3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2" name="Google Shape;20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246766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7" name="Google Shape;27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8" name="Google Shape;278;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5" name="Google Shape;285;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Vamos a comenzar la clase de hoy con una pequeña actividad "rompehielo" para despertar nuestra atención de una forma lúdica. ¿Están listos y listas? ¡Acá vamos!</a:t>
            </a:r>
            <a:endParaRPr/>
          </a:p>
        </p:txBody>
      </p:sp>
      <p:sp>
        <p:nvSpPr>
          <p:cNvPr id="286" name="Google Shape;286;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2" name="Google Shape;29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Consigna: "Vamos a tomarnos 2 minutos para ver si podemos adivinar la mayor cantidad de palabras que se esconden en este diagrama. Les dejo 2 min de música. Cuando termine vamos a ver las respuestas y cómo no fué."</a:t>
            </a:r>
            <a:endParaRPr/>
          </a:p>
        </p:txBody>
      </p:sp>
      <p:sp>
        <p:nvSpPr>
          <p:cNvPr id="293" name="Google Shape;293;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3" name="Google Shape;33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Explicamos porqué hicimos esta actividad como rompehielos. </a:t>
            </a:r>
            <a:br>
              <a:rPr lang="es-ES"/>
            </a:br>
            <a:endParaRPr/>
          </a:p>
          <a:p>
            <a:pPr marL="0" lvl="0" indent="0" algn="l" rtl="0">
              <a:lnSpc>
                <a:spcPct val="100000"/>
              </a:lnSpc>
              <a:spcBef>
                <a:spcPts val="0"/>
              </a:spcBef>
              <a:spcAft>
                <a:spcPts val="0"/>
              </a:spcAft>
              <a:buSzPts val="1400"/>
              <a:buNone/>
            </a:pPr>
            <a:r>
              <a:rPr lang="es-ES"/>
              <a:t>El lenguaje HTML se utiliza para diseñar paginas webs y también utiliza una lógica jerárquica que permite organizar los elementos de un sitio web.</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s-ES"/>
              <a:t>Conocer está lógica ya nos facilita poder comprender mucho mejor este lenguaje y cómo utilizarlo :)</a:t>
            </a:r>
            <a:endParaRPr/>
          </a:p>
          <a:p>
            <a:pPr marL="0" lvl="0" indent="0" algn="l" rtl="0">
              <a:lnSpc>
                <a:spcPct val="100000"/>
              </a:lnSpc>
              <a:spcBef>
                <a:spcPts val="0"/>
              </a:spcBef>
              <a:spcAft>
                <a:spcPts val="0"/>
              </a:spcAft>
              <a:buSzPts val="1400"/>
              <a:buNone/>
            </a:pPr>
            <a:endParaRPr/>
          </a:p>
        </p:txBody>
      </p:sp>
      <p:sp>
        <p:nvSpPr>
          <p:cNvPr id="334" name="Google Shape;334;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2" name="Google Shape;342;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Acá podemos mostrar muy brevemente un ejemplo de una jerarquía de un sitio web.</a:t>
            </a:r>
            <a:endParaRPr/>
          </a:p>
          <a:p>
            <a:pPr marL="0" lvl="0" indent="0" algn="l" rtl="0">
              <a:lnSpc>
                <a:spcPct val="100000"/>
              </a:lnSpc>
              <a:spcBef>
                <a:spcPts val="0"/>
              </a:spcBef>
              <a:spcAft>
                <a:spcPts val="0"/>
              </a:spcAft>
              <a:buSzPts val="1400"/>
              <a:buNone/>
            </a:pPr>
            <a:r>
              <a:rPr lang="es-ES"/>
              <a:t>Más Adelante cuando expliquemos HTML vamos a retomar esto con más detalle.</a:t>
            </a:r>
            <a:endParaRPr/>
          </a:p>
          <a:p>
            <a:pPr marL="0" lvl="0" indent="0" algn="l" rtl="0">
              <a:lnSpc>
                <a:spcPct val="100000"/>
              </a:lnSpc>
              <a:spcBef>
                <a:spcPts val="0"/>
              </a:spcBef>
              <a:spcAft>
                <a:spcPts val="0"/>
              </a:spcAft>
              <a:buSzPts val="1400"/>
              <a:buNone/>
            </a:pPr>
            <a:endParaRPr/>
          </a:p>
        </p:txBody>
      </p:sp>
      <p:sp>
        <p:nvSpPr>
          <p:cNvPr id="343" name="Google Shape;343;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0" name="Google Shape;360;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4.1.2</a:t>
            </a:r>
            <a:endParaRPr/>
          </a:p>
        </p:txBody>
      </p:sp>
      <p:sp>
        <p:nvSpPr>
          <p:cNvPr id="361" name="Google Shape;361;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7" name="Google Shape;36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3" name="Google Shape;373;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374" name="Google Shape;374;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0" name="Google Shape;38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1" name="Google Shape;381;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9" name="Google Shape;389;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0" name="Google Shape;390;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8" name="Google Shape;398;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9" name="Google Shape;399;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4" name="Google Shape;42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4.1.4</a:t>
            </a:r>
            <a:endParaRPr/>
          </a:p>
        </p:txBody>
      </p:sp>
      <p:sp>
        <p:nvSpPr>
          <p:cNvPr id="425" name="Google Shape;425;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1" name="Google Shape;431;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Falso, la mayor parte de internet (casi el 99%) aún viaja por cables submarinos que cruzan los océanos. El internet satelital es muy escaso aún y lento en relación al cableado submarino.</a:t>
            </a:r>
            <a:endParaRPr/>
          </a:p>
        </p:txBody>
      </p:sp>
      <p:sp>
        <p:nvSpPr>
          <p:cNvPr id="432" name="Google Shape;432;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0" name="Google Shape;44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7" name="Google Shape;447;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8" name="Google Shape;448;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8" name="Google Shape;458;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9" name="Google Shape;459;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6" name="Google Shape;466;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7" name="Google Shape;467;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9" name="Google Shape;479;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0" name="Google Shape;480;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9" name="Google Shape;489;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0" name="Google Shape;500;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1" name="Google Shape;501;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3" name="Google Shape;523;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4" name="Google Shape;524;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2" name="Google Shape;532;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Los servidores DNS son como las guías telefónicas… en ellas buscabas a ANA PEREZ y encontrabas su número de TELÉFONO: 4569-4567.</a:t>
            </a:r>
            <a:br>
              <a:rPr lang="es-ES"/>
            </a:br>
            <a:r>
              <a:rPr lang="es-ES"/>
              <a:t>Acá es lo mismo, en un servidor DNS se busca ”MICROSOFT.COM” y te devuelve una IP: 50.34.13.234. De esa forma, a través de un nombre de dominio es que hoy en día podemos conseguir la IP y pedirle al servidor los archivos del sitio web para poder verlos en nuestros navegadores.</a:t>
            </a:r>
            <a:endParaRPr/>
          </a:p>
        </p:txBody>
      </p:sp>
      <p:sp>
        <p:nvSpPr>
          <p:cNvPr id="533" name="Google Shape;533;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8" name="Google Shape;538;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Verdadero, todo tipo de archivo que enviemos a través de internet va a ser fragmentado y enviado en pequeños paquetes de datos para que llegado a destino se vuelvan a integrar y así mostrar el archivo.</a:t>
            </a:r>
            <a:endParaRPr/>
          </a:p>
        </p:txBody>
      </p:sp>
      <p:sp>
        <p:nvSpPr>
          <p:cNvPr id="539" name="Google Shape;539;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7" name="Google Shape;547;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Verdadero, si a nuestra computadora le instalamos un software específico podemos hacer que funciona como un servidor. Un gran ejemplo de ellos son los Torrents o también los sistemas operativos Windows Server o Linux.</a:t>
            </a:r>
            <a:endParaRPr/>
          </a:p>
        </p:txBody>
      </p:sp>
      <p:sp>
        <p:nvSpPr>
          <p:cNvPr id="548" name="Google Shape;548;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5" name="Google Shape;565;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Falso, la información en internet siempre ocupa espacio de almacenamiento ya que esta está alojado en algún servidor para ser justamente consultada.</a:t>
            </a:r>
            <a:endParaRPr/>
          </a:p>
        </p:txBody>
      </p:sp>
      <p:sp>
        <p:nvSpPr>
          <p:cNvPr id="566" name="Google Shape;566;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6" name="Google Shape;556;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(opcional) A modo de SORPRESA y CHISTE podemos jugar con un verdadero y sorpresa de este estilo.</a:t>
            </a:r>
            <a:endParaRPr/>
          </a:p>
        </p:txBody>
      </p:sp>
      <p:sp>
        <p:nvSpPr>
          <p:cNvPr id="557" name="Google Shape;557;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4" name="Google Shape;574;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s-ES"/>
              <a:t>4.1.5</a:t>
            </a:r>
            <a:endParaRPr/>
          </a:p>
        </p:txBody>
      </p:sp>
      <p:sp>
        <p:nvSpPr>
          <p:cNvPr id="575" name="Google Shape;575;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4" name="Google Shape;574;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s-ES"/>
              <a:t>4.1.5</a:t>
            </a:r>
            <a:endParaRPr/>
          </a:p>
        </p:txBody>
      </p:sp>
      <p:sp>
        <p:nvSpPr>
          <p:cNvPr id="575" name="Google Shape;575;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29</a:t>
            </a:fld>
            <a:endParaRPr/>
          </a:p>
        </p:txBody>
      </p:sp>
    </p:spTree>
    <p:extLst>
      <p:ext uri="{BB962C8B-B14F-4D97-AF65-F5344CB8AC3E}">
        <p14:creationId xmlns:p14="http://schemas.microsoft.com/office/powerpoint/2010/main" val="29341561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4" name="Google Shape;574;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s-ES"/>
              <a:t>4.1.5</a:t>
            </a:r>
            <a:endParaRPr/>
          </a:p>
        </p:txBody>
      </p:sp>
      <p:sp>
        <p:nvSpPr>
          <p:cNvPr id="575" name="Google Shape;575;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30</a:t>
            </a:fld>
            <a:endParaRPr/>
          </a:p>
        </p:txBody>
      </p:sp>
    </p:spTree>
    <p:extLst>
      <p:ext uri="{BB962C8B-B14F-4D97-AF65-F5344CB8AC3E}">
        <p14:creationId xmlns:p14="http://schemas.microsoft.com/office/powerpoint/2010/main" val="11428183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6" name="Google Shape;596;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dirty="0"/>
              <a:t>4.1.5</a:t>
            </a:r>
            <a:endParaRPr dirty="0"/>
          </a:p>
        </p:txBody>
      </p:sp>
      <p:sp>
        <p:nvSpPr>
          <p:cNvPr id="597" name="Google Shape;597;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6" name="Google Shape;606;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3" name="Google Shape;613;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0" name="Google Shape;620;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7" name="Google Shape;627;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5" name="Google Shape;635;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2" name="Google Shape;642;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4.1.5</a:t>
            </a:r>
            <a:endParaRPr/>
          </a:p>
        </p:txBody>
      </p:sp>
      <p:sp>
        <p:nvSpPr>
          <p:cNvPr id="643" name="Google Shape;643;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2" name="Google Shape;652;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7" name="Google Shape;667;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5" name="Google Shape;675;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3" name="Google Shape;683;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1" name="Google Shape;691;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8" name="Google Shape;698;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6" name="Google Shape;706;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3" name="Google Shape;713;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0" name="Google Shape;720;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7" name="Google Shape;727;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3" name="Google Shape;733;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4.1.6</a:t>
            </a:r>
            <a:endParaRPr/>
          </a:p>
        </p:txBody>
      </p:sp>
      <p:sp>
        <p:nvSpPr>
          <p:cNvPr id="734" name="Google Shape;734;p5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1" name="Google Shape;741;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2" name="Google Shape;742;p5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9" name="Google Shape;749;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Retomamos este ejemplo de la primera actividad rompehielos para volver a traer esta lógica y estructura con la que está pensada HTML para diseñar los sitios webs.</a:t>
            </a:r>
            <a:br>
              <a:rPr lang="es-ES"/>
            </a:br>
            <a:r>
              <a:rPr lang="es-ES"/>
              <a:t/>
            </a:r>
            <a:br>
              <a:rPr lang="es-ES"/>
            </a:br>
            <a:r>
              <a:rPr lang="es-ES"/>
              <a:t>Los sitios webs en HTML se componen en un primer nivel por un &lt;head&gt; (cabecera) y por un &lt;body&gt; (cuerpo). En el &lt;head&gt; van a ir metadatos, o sea información sobre el mismo documento que para el navegador es importante por ejemplo, derechos de autor, palabras claves del sitio, idioma del mismo, si utiliza algún recurso externo para funcionar, etc. Por otro lado, en la parte del &lt;body&gt; van a ir todas las etiquetas que van a representar a los elementos que se van a visualizar en pantalla.</a:t>
            </a:r>
            <a:endParaRPr/>
          </a:p>
        </p:txBody>
      </p:sp>
      <p:sp>
        <p:nvSpPr>
          <p:cNvPr id="750" name="Google Shape;750;p5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51</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Google Shape;766;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7" name="Google Shape;767;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8" name="Google Shape;768;p5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52</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4" name="Google Shape;774;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5" name="Google Shape;775;p5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53</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1" name="Google Shape;781;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Aquí, en el ejemplo hemos escrito el nombre de las etiquetas como se debe hacer en HTML. Por ejemplo, la etiqueta &lt;section&gt; se utiliza justamente para indicar que acá comienza una sección nueva en nuestro sitio. La etiqueta &lt;h1&gt; es la que se utiliza para imprimir un título principal, en este caso al estar dentro de section, vendría a ser el título principal de la sección. Por otro lados las etiquetas &lt;p&gt; son etiquetas que permiten imprimir en pantalla párrafos de texto.</a:t>
            </a:r>
            <a:endParaRPr/>
          </a:p>
        </p:txBody>
      </p:sp>
      <p:sp>
        <p:nvSpPr>
          <p:cNvPr id="782" name="Google Shape;782;p5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54</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2" name="Google Shape;792;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3" name="Google Shape;793;p5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55</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9" name="Google Shape;799;p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0" name="Google Shape;800;p5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56</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5" name="Google Shape;835;p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4.1.7</a:t>
            </a:r>
            <a:endParaRPr/>
          </a:p>
        </p:txBody>
      </p:sp>
      <p:sp>
        <p:nvSpPr>
          <p:cNvPr id="836" name="Google Shape;836;p5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57</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2" name="Google Shape;842;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3" name="Google Shape;843;p5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58</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7"/>
        <p:cNvGrpSpPr/>
        <p:nvPr/>
      </p:nvGrpSpPr>
      <p:grpSpPr>
        <a:xfrm>
          <a:off x="0" y="0"/>
          <a:ext cx="0" cy="0"/>
          <a:chOff x="0" y="0"/>
          <a:chExt cx="0" cy="0"/>
        </a:xfrm>
      </p:grpSpPr>
      <p:sp>
        <p:nvSpPr>
          <p:cNvPr id="848" name="Google Shape;848;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9" name="Google Shape;849;p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0" name="Google Shape;850;p6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59</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2" name="Google Shape;862;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3" name="Google Shape;863;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60</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5" name="Google Shape;875;p6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6" name="Google Shape;876;p6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61</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0" name="Google Shape;900;p6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901" name="Google Shape;901;p6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62</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0"/>
        <p:cNvGrpSpPr/>
        <p:nvPr/>
      </p:nvGrpSpPr>
      <p:grpSpPr>
        <a:xfrm>
          <a:off x="0" y="0"/>
          <a:ext cx="0" cy="0"/>
          <a:chOff x="0" y="0"/>
          <a:chExt cx="0" cy="0"/>
        </a:xfrm>
      </p:grpSpPr>
      <p:sp>
        <p:nvSpPr>
          <p:cNvPr id="931" name="Google Shape;931;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2" name="Google Shape;932;p6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3" name="Google Shape;933;p6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63</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p10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9" name="Google Shape;939;p1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65</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66</a:t>
            </a:fld>
            <a:endParaRPr/>
          </a:p>
        </p:txBody>
      </p:sp>
    </p:spTree>
    <p:extLst>
      <p:ext uri="{BB962C8B-B14F-4D97-AF65-F5344CB8AC3E}">
        <p14:creationId xmlns:p14="http://schemas.microsoft.com/office/powerpoint/2010/main" val="34136098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9" name="Google Shape;959;p6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0" name="Google Shape;960;p6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67</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7" name="Google Shape;967;p7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8" name="Google Shape;968;p7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68</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6" name="Google Shape;976;p7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7" name="Google Shape;977;p7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69</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p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5" name="Google Shape;985;p7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6" name="Google Shape;986;p7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70</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p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6" name="Google Shape;996;p7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997" name="Google Shape;997;p7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71</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p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5" name="Google Shape;1005;p7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6" name="Google Shape;1006;p7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72</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p:cNvGrpSpPr/>
        <p:nvPr/>
      </p:nvGrpSpPr>
      <p:grpSpPr>
        <a:xfrm>
          <a:off x="0" y="0"/>
          <a:ext cx="0" cy="0"/>
          <a:chOff x="0" y="0"/>
          <a:chExt cx="0" cy="0"/>
        </a:xfrm>
      </p:grpSpPr>
      <p:sp>
        <p:nvSpPr>
          <p:cNvPr id="1015" name="Google Shape;1015;p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6" name="Google Shape;1016;p7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7" name="Google Shape;1017;p7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73</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p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7" name="Google Shape;1027;p7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sz="1200" b="0" i="0">
                <a:solidFill>
                  <a:schemeClr val="dk1"/>
                </a:solidFill>
                <a:latin typeface="Calibri"/>
                <a:ea typeface="Calibri"/>
                <a:cs typeface="Calibri"/>
                <a:sym typeface="Calibri"/>
              </a:rPr>
              <a:t>Visual Studio Code trae integrado un plug-in que se llama Emmet. Este permite escribir código HTML de una forma más rápida utilizando atajos. Para crear nuestra documento base de HTML 5 vamos a primero escribir: "html:5" y luego, presionar la tecla TAB. De esta forma veremos que se crea automaticamente la estructura base. Importante, el archivo en el que estemos trabajando deber estar guardado con la extensión "archivo.html", sino Emmet no funcionará.</a:t>
            </a:r>
            <a:endParaRPr/>
          </a:p>
        </p:txBody>
      </p:sp>
      <p:sp>
        <p:nvSpPr>
          <p:cNvPr id="1028" name="Google Shape;1028;p7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74</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5"/>
        <p:cNvGrpSpPr/>
        <p:nvPr/>
      </p:nvGrpSpPr>
      <p:grpSpPr>
        <a:xfrm>
          <a:off x="0" y="0"/>
          <a:ext cx="0" cy="0"/>
          <a:chOff x="0" y="0"/>
          <a:chExt cx="0" cy="0"/>
        </a:xfrm>
      </p:grpSpPr>
      <p:sp>
        <p:nvSpPr>
          <p:cNvPr id="1036" name="Google Shape;1036;p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7" name="Google Shape;1037;p7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sz="1200" b="0" i="0">
                <a:solidFill>
                  <a:schemeClr val="dk1"/>
                </a:solidFill>
                <a:latin typeface="Calibri"/>
                <a:ea typeface="Calibri"/>
                <a:cs typeface="Calibri"/>
                <a:sym typeface="Calibri"/>
              </a:rPr>
              <a:t>Visual Studio Code trae integrado un plug-in que se llama Emmet. Este permite escribir código HTML de una forma más rápida utilizando atajos. Para crear nuestra documento base de HTML 5 vamos a primero escribir: "html:5" y luego, presionar la tecla TAB. De esta forma veremos que se crea automaticamente la estructura base. Importante, el archivo en el que estemos trabajando deber estar guardado con la extensión "archivo.html", sino Emmet no funcionará.</a:t>
            </a:r>
            <a:endParaRPr/>
          </a:p>
        </p:txBody>
      </p:sp>
      <p:sp>
        <p:nvSpPr>
          <p:cNvPr id="1038" name="Google Shape;1038;p7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75</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6" name="Google Shape;1046;p7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sz="1200" b="0" i="0">
                <a:solidFill>
                  <a:schemeClr val="dk1"/>
                </a:solidFill>
                <a:latin typeface="Calibri"/>
                <a:ea typeface="Calibri"/>
                <a:cs typeface="Calibri"/>
                <a:sym typeface="Calibri"/>
              </a:rPr>
              <a:t>Visual Studio Code trae integrado un plug-in que se llama Emmet. Este permite escribir código HTML de una forma más rápida utilizando atajos. Para crear nuestra documento base de HTML 5 vamos a primero escribir: "html:5" y luego, presionar la tecla TAB. De esta forma veremos que se crea automaticamente la estructura base. Importante, el archivo en el que estemos trabajando deber estar guardado con la extensión "archivo.html", sino Emmet no funcionará.</a:t>
            </a:r>
            <a:endParaRPr/>
          </a:p>
        </p:txBody>
      </p:sp>
      <p:sp>
        <p:nvSpPr>
          <p:cNvPr id="1047" name="Google Shape;1047;p7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76</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p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5" name="Google Shape;1055;p7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056" name="Google Shape;1056;p7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77</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
        <p:cNvGrpSpPr/>
        <p:nvPr/>
      </p:nvGrpSpPr>
      <p:grpSpPr>
        <a:xfrm>
          <a:off x="0" y="0"/>
          <a:ext cx="0" cy="0"/>
          <a:chOff x="0" y="0"/>
          <a:chExt cx="0" cy="0"/>
        </a:xfrm>
      </p:grpSpPr>
      <p:sp>
        <p:nvSpPr>
          <p:cNvPr id="1067" name="Google Shape;1067;p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8" name="Google Shape;1068;p8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069" name="Google Shape;1069;p8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78</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79</a:t>
            </a:fld>
            <a:endParaRPr/>
          </a:p>
        </p:txBody>
      </p:sp>
    </p:spTree>
    <p:extLst>
      <p:ext uri="{BB962C8B-B14F-4D97-AF65-F5344CB8AC3E}">
        <p14:creationId xmlns:p14="http://schemas.microsoft.com/office/powerpoint/2010/main" val="60252635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80</a:t>
            </a:fld>
            <a:endParaRPr/>
          </a:p>
        </p:txBody>
      </p:sp>
    </p:spTree>
    <p:extLst>
      <p:ext uri="{BB962C8B-B14F-4D97-AF65-F5344CB8AC3E}">
        <p14:creationId xmlns:p14="http://schemas.microsoft.com/office/powerpoint/2010/main" val="294797090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3"/>
        <p:cNvGrpSpPr/>
        <p:nvPr/>
      </p:nvGrpSpPr>
      <p:grpSpPr>
        <a:xfrm>
          <a:off x="0" y="0"/>
          <a:ext cx="0" cy="0"/>
          <a:chOff x="0" y="0"/>
          <a:chExt cx="0" cy="0"/>
        </a:xfrm>
      </p:grpSpPr>
      <p:sp>
        <p:nvSpPr>
          <p:cNvPr id="1094" name="Google Shape;1094;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5" name="Google Shape;1095;p8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096" name="Google Shape;1096;p8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81</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82</a:t>
            </a:fld>
            <a:endParaRPr/>
          </a:p>
        </p:txBody>
      </p:sp>
    </p:spTree>
    <p:extLst>
      <p:ext uri="{BB962C8B-B14F-4D97-AF65-F5344CB8AC3E}">
        <p14:creationId xmlns:p14="http://schemas.microsoft.com/office/powerpoint/2010/main" val="99961042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83</a:t>
            </a:fld>
            <a:endParaRPr/>
          </a:p>
        </p:txBody>
      </p:sp>
    </p:spTree>
    <p:extLst>
      <p:ext uri="{BB962C8B-B14F-4D97-AF65-F5344CB8AC3E}">
        <p14:creationId xmlns:p14="http://schemas.microsoft.com/office/powerpoint/2010/main" val="261454132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p:cNvGrpSpPr/>
        <p:nvPr/>
      </p:nvGrpSpPr>
      <p:grpSpPr>
        <a:xfrm>
          <a:off x="0" y="0"/>
          <a:ext cx="0" cy="0"/>
          <a:chOff x="0" y="0"/>
          <a:chExt cx="0" cy="0"/>
        </a:xfrm>
      </p:grpSpPr>
      <p:sp>
        <p:nvSpPr>
          <p:cNvPr id="1121" name="Google Shape;1121;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2" name="Google Shape;1122;p8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3" name="Google Shape;1123;p8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84</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3"/>
        <p:cNvGrpSpPr/>
        <p:nvPr/>
      </p:nvGrpSpPr>
      <p:grpSpPr>
        <a:xfrm>
          <a:off x="0" y="0"/>
          <a:ext cx="0" cy="0"/>
          <a:chOff x="0" y="0"/>
          <a:chExt cx="0" cy="0"/>
        </a:xfrm>
      </p:grpSpPr>
      <p:sp>
        <p:nvSpPr>
          <p:cNvPr id="1134" name="Google Shape;1134;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5" name="Google Shape;1135;p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136" name="Google Shape;1136;p8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85</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0"/>
        <p:cNvGrpSpPr/>
        <p:nvPr/>
      </p:nvGrpSpPr>
      <p:grpSpPr>
        <a:xfrm>
          <a:off x="0" y="0"/>
          <a:ext cx="0" cy="0"/>
          <a:chOff x="0" y="0"/>
          <a:chExt cx="0" cy="0"/>
        </a:xfrm>
      </p:grpSpPr>
      <p:sp>
        <p:nvSpPr>
          <p:cNvPr id="1141" name="Google Shape;1141;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2" name="Google Shape;1142;p8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3" name="Google Shape;1143;p8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86</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0"/>
        <p:cNvGrpSpPr/>
        <p:nvPr/>
      </p:nvGrpSpPr>
      <p:grpSpPr>
        <a:xfrm>
          <a:off x="0" y="0"/>
          <a:ext cx="0" cy="0"/>
          <a:chOff x="0" y="0"/>
          <a:chExt cx="0" cy="0"/>
        </a:xfrm>
      </p:grpSpPr>
      <p:sp>
        <p:nvSpPr>
          <p:cNvPr id="1151" name="Google Shape;1151;p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2" name="Google Shape;1152;p8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3" name="Google Shape;1153;p8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87</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6"/>
        <p:cNvGrpSpPr/>
        <p:nvPr/>
      </p:nvGrpSpPr>
      <p:grpSpPr>
        <a:xfrm>
          <a:off x="0" y="0"/>
          <a:ext cx="0" cy="0"/>
          <a:chOff x="0" y="0"/>
          <a:chExt cx="0" cy="0"/>
        </a:xfrm>
      </p:grpSpPr>
      <p:sp>
        <p:nvSpPr>
          <p:cNvPr id="1157" name="Google Shape;1157;p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8" name="Google Shape;1158;p9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9" name="Google Shape;1159;p9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88</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9"/>
        <p:cNvGrpSpPr/>
        <p:nvPr/>
      </p:nvGrpSpPr>
      <p:grpSpPr>
        <a:xfrm>
          <a:off x="0" y="0"/>
          <a:ext cx="0" cy="0"/>
          <a:chOff x="0" y="0"/>
          <a:chExt cx="0" cy="0"/>
        </a:xfrm>
      </p:grpSpPr>
      <p:sp>
        <p:nvSpPr>
          <p:cNvPr id="1170" name="Google Shape;1170;p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1" name="Google Shape;1171;p9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2" name="Google Shape;1172;p9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89</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2"/>
        <p:cNvGrpSpPr/>
        <p:nvPr/>
      </p:nvGrpSpPr>
      <p:grpSpPr>
        <a:xfrm>
          <a:off x="0" y="0"/>
          <a:ext cx="0" cy="0"/>
          <a:chOff x="0" y="0"/>
          <a:chExt cx="0" cy="0"/>
        </a:xfrm>
      </p:grpSpPr>
      <p:sp>
        <p:nvSpPr>
          <p:cNvPr id="1183" name="Google Shape;1183;p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4" name="Google Shape;1184;p9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5" name="Google Shape;1185;p9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90</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p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7" name="Google Shape;1197;p9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198" name="Google Shape;1198;p9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91</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p:cNvGrpSpPr/>
        <p:nvPr/>
      </p:nvGrpSpPr>
      <p:grpSpPr>
        <a:xfrm>
          <a:off x="0" y="0"/>
          <a:ext cx="0" cy="0"/>
          <a:chOff x="0" y="0"/>
          <a:chExt cx="0" cy="0"/>
        </a:xfrm>
      </p:grpSpPr>
      <p:sp>
        <p:nvSpPr>
          <p:cNvPr id="1209" name="Google Shape;1209;p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0" name="Google Shape;1210;p9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211" name="Google Shape;1211;p9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92</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p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3" name="Google Shape;1223;p9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224" name="Google Shape;1224;p9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93</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4"/>
        <p:cNvGrpSpPr/>
        <p:nvPr/>
      </p:nvGrpSpPr>
      <p:grpSpPr>
        <a:xfrm>
          <a:off x="0" y="0"/>
          <a:ext cx="0" cy="0"/>
          <a:chOff x="0" y="0"/>
          <a:chExt cx="0" cy="0"/>
        </a:xfrm>
      </p:grpSpPr>
      <p:sp>
        <p:nvSpPr>
          <p:cNvPr id="1235" name="Google Shape;1235;p10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6" name="Google Shape;1236;p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1"/>
        <p:cNvGrpSpPr/>
        <p:nvPr/>
      </p:nvGrpSpPr>
      <p:grpSpPr>
        <a:xfrm>
          <a:off x="0" y="0"/>
          <a:ext cx="0" cy="0"/>
          <a:chOff x="0" y="0"/>
          <a:chExt cx="0" cy="0"/>
        </a:xfrm>
      </p:grpSpPr>
      <p:sp>
        <p:nvSpPr>
          <p:cNvPr id="1242" name="Google Shape;1242;p10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3" name="Google Shape;1243;p1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8"/>
        <p:cNvGrpSpPr/>
        <p:nvPr/>
      </p:nvGrpSpPr>
      <p:grpSpPr>
        <a:xfrm>
          <a:off x="0" y="0"/>
          <a:ext cx="0" cy="0"/>
          <a:chOff x="0" y="0"/>
          <a:chExt cx="0" cy="0"/>
        </a:xfrm>
      </p:grpSpPr>
      <p:sp>
        <p:nvSpPr>
          <p:cNvPr id="1249" name="Google Shape;1249;p10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0" name="Google Shape;1250;p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3"/>
        <p:cNvGrpSpPr/>
        <p:nvPr/>
      </p:nvGrpSpPr>
      <p:grpSpPr>
        <a:xfrm>
          <a:off x="0" y="0"/>
          <a:ext cx="0" cy="0"/>
          <a:chOff x="0" y="0"/>
          <a:chExt cx="0" cy="0"/>
        </a:xfrm>
      </p:grpSpPr>
      <p:sp>
        <p:nvSpPr>
          <p:cNvPr id="1134" name="Google Shape;1134;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5" name="Google Shape;1135;p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136" name="Google Shape;1136;p8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97</a:t>
            </a:fld>
            <a:endParaRPr/>
          </a:p>
        </p:txBody>
      </p:sp>
    </p:spTree>
    <p:extLst>
      <p:ext uri="{BB962C8B-B14F-4D97-AF65-F5344CB8AC3E}">
        <p14:creationId xmlns:p14="http://schemas.microsoft.com/office/powerpoint/2010/main" val="70675066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2"/>
        <p:cNvGrpSpPr/>
        <p:nvPr/>
      </p:nvGrpSpPr>
      <p:grpSpPr>
        <a:xfrm>
          <a:off x="0" y="0"/>
          <a:ext cx="0" cy="0"/>
          <a:chOff x="0" y="0"/>
          <a:chExt cx="0" cy="0"/>
        </a:xfrm>
      </p:grpSpPr>
      <p:sp>
        <p:nvSpPr>
          <p:cNvPr id="1263" name="Google Shape;1263;p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4" name="Google Shape;1264;p9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265" name="Google Shape;1265;p9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98</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p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0" name="Google Shape;1270;p9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71" name="Google Shape;1271;p9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99</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15007f1fff0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5007f1fff0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334165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1"/>
        <p:cNvGrpSpPr/>
        <p:nvPr/>
      </p:nvGrpSpPr>
      <p:grpSpPr>
        <a:xfrm>
          <a:off x="0" y="0"/>
          <a:ext cx="0" cy="0"/>
          <a:chOff x="0" y="0"/>
          <a:chExt cx="0" cy="0"/>
        </a:xfrm>
      </p:grpSpPr>
      <p:sp>
        <p:nvSpPr>
          <p:cNvPr id="1302" name="Google Shape;1302;p1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3" name="Google Shape;1303;p10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4" name="Google Shape;1304;p10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101</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102</a:t>
            </a:fld>
            <a:endParaRPr/>
          </a:p>
        </p:txBody>
      </p:sp>
    </p:spTree>
    <p:extLst>
      <p:ext uri="{BB962C8B-B14F-4D97-AF65-F5344CB8AC3E}">
        <p14:creationId xmlns:p14="http://schemas.microsoft.com/office/powerpoint/2010/main" val="2732055064"/>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103</a:t>
            </a:fld>
            <a:endParaRPr/>
          </a:p>
        </p:txBody>
      </p:sp>
    </p:spTree>
    <p:extLst>
      <p:ext uri="{BB962C8B-B14F-4D97-AF65-F5344CB8AC3E}">
        <p14:creationId xmlns:p14="http://schemas.microsoft.com/office/powerpoint/2010/main" val="217200804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9"/>
        <p:cNvGrpSpPr/>
        <p:nvPr/>
      </p:nvGrpSpPr>
      <p:grpSpPr>
        <a:xfrm>
          <a:off x="0" y="0"/>
          <a:ext cx="0" cy="0"/>
          <a:chOff x="0" y="0"/>
          <a:chExt cx="0" cy="0"/>
        </a:xfrm>
      </p:grpSpPr>
      <p:sp>
        <p:nvSpPr>
          <p:cNvPr id="1330" name="Google Shape;1330;p1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1" name="Google Shape;1331;p1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32" name="Google Shape;1332;p1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104</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8"/>
        <p:cNvGrpSpPr/>
        <p:nvPr/>
      </p:nvGrpSpPr>
      <p:grpSpPr>
        <a:xfrm>
          <a:off x="0" y="0"/>
          <a:ext cx="0" cy="0"/>
          <a:chOff x="0" y="0"/>
          <a:chExt cx="0" cy="0"/>
        </a:xfrm>
      </p:grpSpPr>
      <p:sp>
        <p:nvSpPr>
          <p:cNvPr id="1339" name="Google Shape;1339;p1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0" name="Google Shape;1340;p1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41" name="Google Shape;1341;p1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105</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7"/>
        <p:cNvGrpSpPr/>
        <p:nvPr/>
      </p:nvGrpSpPr>
      <p:grpSpPr>
        <a:xfrm>
          <a:off x="0" y="0"/>
          <a:ext cx="0" cy="0"/>
          <a:chOff x="0" y="0"/>
          <a:chExt cx="0" cy="0"/>
        </a:xfrm>
      </p:grpSpPr>
      <p:sp>
        <p:nvSpPr>
          <p:cNvPr id="1348" name="Google Shape;1348;p1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9" name="Google Shape;1349;p1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0" name="Google Shape;1350;p1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106</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6"/>
        <p:cNvGrpSpPr/>
        <p:nvPr/>
      </p:nvGrpSpPr>
      <p:grpSpPr>
        <a:xfrm>
          <a:off x="0" y="0"/>
          <a:ext cx="0" cy="0"/>
          <a:chOff x="0" y="0"/>
          <a:chExt cx="0" cy="0"/>
        </a:xfrm>
      </p:grpSpPr>
      <p:sp>
        <p:nvSpPr>
          <p:cNvPr id="1357" name="Google Shape;1357;p1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8" name="Google Shape;1358;p1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9" name="Google Shape;1359;p1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107</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5"/>
        <p:cNvGrpSpPr/>
        <p:nvPr/>
      </p:nvGrpSpPr>
      <p:grpSpPr>
        <a:xfrm>
          <a:off x="0" y="0"/>
          <a:ext cx="0" cy="0"/>
          <a:chOff x="0" y="0"/>
          <a:chExt cx="0" cy="0"/>
        </a:xfrm>
      </p:grpSpPr>
      <p:sp>
        <p:nvSpPr>
          <p:cNvPr id="1366" name="Google Shape;1366;p1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7" name="Google Shape;1367;p1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8" name="Google Shape;1368;p1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108</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4"/>
        <p:cNvGrpSpPr/>
        <p:nvPr/>
      </p:nvGrpSpPr>
      <p:grpSpPr>
        <a:xfrm>
          <a:off x="0" y="0"/>
          <a:ext cx="0" cy="0"/>
          <a:chOff x="0" y="0"/>
          <a:chExt cx="0" cy="0"/>
        </a:xfrm>
      </p:grpSpPr>
      <p:sp>
        <p:nvSpPr>
          <p:cNvPr id="1375" name="Google Shape;1375;p1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6" name="Google Shape;1376;p1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77" name="Google Shape;1377;p1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109</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3"/>
        <p:cNvGrpSpPr/>
        <p:nvPr/>
      </p:nvGrpSpPr>
      <p:grpSpPr>
        <a:xfrm>
          <a:off x="0" y="0"/>
          <a:ext cx="0" cy="0"/>
          <a:chOff x="0" y="0"/>
          <a:chExt cx="0" cy="0"/>
        </a:xfrm>
      </p:grpSpPr>
      <p:sp>
        <p:nvSpPr>
          <p:cNvPr id="1384" name="Google Shape;1384;p1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5" name="Google Shape;1385;p1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86" name="Google Shape;1386;p1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110</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2"/>
        <p:cNvGrpSpPr/>
        <p:nvPr/>
      </p:nvGrpSpPr>
      <p:grpSpPr>
        <a:xfrm>
          <a:off x="0" y="0"/>
          <a:ext cx="0" cy="0"/>
          <a:chOff x="0" y="0"/>
          <a:chExt cx="0" cy="0"/>
        </a:xfrm>
      </p:grpSpPr>
      <p:sp>
        <p:nvSpPr>
          <p:cNvPr id="1393" name="Google Shape;1393;p1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4" name="Google Shape;1394;p1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95" name="Google Shape;1395;p1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111</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1"/>
        <p:cNvGrpSpPr/>
        <p:nvPr/>
      </p:nvGrpSpPr>
      <p:grpSpPr>
        <a:xfrm>
          <a:off x="0" y="0"/>
          <a:ext cx="0" cy="0"/>
          <a:chOff x="0" y="0"/>
          <a:chExt cx="0" cy="0"/>
        </a:xfrm>
      </p:grpSpPr>
      <p:sp>
        <p:nvSpPr>
          <p:cNvPr id="1402" name="Google Shape;1402;p1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3" name="Google Shape;1403;p1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04" name="Google Shape;1404;p1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112</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1"/>
        <p:cNvGrpSpPr/>
        <p:nvPr/>
      </p:nvGrpSpPr>
      <p:grpSpPr>
        <a:xfrm>
          <a:off x="0" y="0"/>
          <a:ext cx="0" cy="0"/>
          <a:chOff x="0" y="0"/>
          <a:chExt cx="0" cy="0"/>
        </a:xfrm>
      </p:grpSpPr>
      <p:sp>
        <p:nvSpPr>
          <p:cNvPr id="1412" name="Google Shape;1412;p1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3" name="Google Shape;1413;p1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14" name="Google Shape;1414;p1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113</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1"/>
        <p:cNvGrpSpPr/>
        <p:nvPr/>
      </p:nvGrpSpPr>
      <p:grpSpPr>
        <a:xfrm>
          <a:off x="0" y="0"/>
          <a:ext cx="0" cy="0"/>
          <a:chOff x="0" y="0"/>
          <a:chExt cx="0" cy="0"/>
        </a:xfrm>
      </p:grpSpPr>
      <p:sp>
        <p:nvSpPr>
          <p:cNvPr id="1422" name="Google Shape;1422;p1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3" name="Google Shape;1423;p1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4" name="Google Shape;1424;p1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114</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3"/>
        <p:cNvGrpSpPr/>
        <p:nvPr/>
      </p:nvGrpSpPr>
      <p:grpSpPr>
        <a:xfrm>
          <a:off x="0" y="0"/>
          <a:ext cx="0" cy="0"/>
          <a:chOff x="0" y="0"/>
          <a:chExt cx="0" cy="0"/>
        </a:xfrm>
      </p:grpSpPr>
      <p:sp>
        <p:nvSpPr>
          <p:cNvPr id="1134" name="Google Shape;1134;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5" name="Google Shape;1135;p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136" name="Google Shape;1136;p8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115</a:t>
            </a:fld>
            <a:endParaRPr/>
          </a:p>
        </p:txBody>
      </p:sp>
    </p:spTree>
    <p:extLst>
      <p:ext uri="{BB962C8B-B14F-4D97-AF65-F5344CB8AC3E}">
        <p14:creationId xmlns:p14="http://schemas.microsoft.com/office/powerpoint/2010/main" val="953696287"/>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6"/>
        <p:cNvGrpSpPr/>
        <p:nvPr/>
      </p:nvGrpSpPr>
      <p:grpSpPr>
        <a:xfrm>
          <a:off x="0" y="0"/>
          <a:ext cx="0" cy="0"/>
          <a:chOff x="0" y="0"/>
          <a:chExt cx="0" cy="0"/>
        </a:xfrm>
      </p:grpSpPr>
      <p:sp>
        <p:nvSpPr>
          <p:cNvPr id="1437" name="Google Shape;1437;p1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8" name="Google Shape;1438;p1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439" name="Google Shape;1439;p1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116</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3"/>
        <p:cNvGrpSpPr/>
        <p:nvPr/>
      </p:nvGrpSpPr>
      <p:grpSpPr>
        <a:xfrm>
          <a:off x="0" y="0"/>
          <a:ext cx="0" cy="0"/>
          <a:chOff x="0" y="0"/>
          <a:chExt cx="0" cy="0"/>
        </a:xfrm>
      </p:grpSpPr>
      <p:sp>
        <p:nvSpPr>
          <p:cNvPr id="1444" name="Google Shape;1444;p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5" name="Google Shape;1445;p1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6" name="Google Shape;1446;p1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117</a:t>
            </a:fld>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p:cNvGrpSpPr/>
        <p:nvPr/>
      </p:nvGrpSpPr>
      <p:grpSpPr>
        <a:xfrm>
          <a:off x="0" y="0"/>
          <a:ext cx="0" cy="0"/>
          <a:chOff x="0" y="0"/>
          <a:chExt cx="0" cy="0"/>
        </a:xfrm>
      </p:grpSpPr>
      <p:sp>
        <p:nvSpPr>
          <p:cNvPr id="1468" name="Google Shape;1468;p1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69" name="Google Shape;1469;p1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0" name="Google Shape;1470;p1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118</a:t>
            </a:fld>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119</a:t>
            </a:fld>
            <a:endParaRPr/>
          </a:p>
        </p:txBody>
      </p:sp>
    </p:spTree>
    <p:extLst>
      <p:ext uri="{BB962C8B-B14F-4D97-AF65-F5344CB8AC3E}">
        <p14:creationId xmlns:p14="http://schemas.microsoft.com/office/powerpoint/2010/main" val="2607721587"/>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120</a:t>
            </a:fld>
            <a:endParaRPr/>
          </a:p>
        </p:txBody>
      </p:sp>
    </p:spTree>
    <p:extLst>
      <p:ext uri="{BB962C8B-B14F-4D97-AF65-F5344CB8AC3E}">
        <p14:creationId xmlns:p14="http://schemas.microsoft.com/office/powerpoint/2010/main" val="2092318232"/>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9"/>
        <p:cNvGrpSpPr/>
        <p:nvPr/>
      </p:nvGrpSpPr>
      <p:grpSpPr>
        <a:xfrm>
          <a:off x="0" y="0"/>
          <a:ext cx="0" cy="0"/>
          <a:chOff x="0" y="0"/>
          <a:chExt cx="0" cy="0"/>
        </a:xfrm>
      </p:grpSpPr>
      <p:sp>
        <p:nvSpPr>
          <p:cNvPr id="1490" name="Google Shape;1490;p1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1" name="Google Shape;1491;p1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92" name="Google Shape;1492;p1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121</a:t>
            </a:fld>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6"/>
        <p:cNvGrpSpPr/>
        <p:nvPr/>
      </p:nvGrpSpPr>
      <p:grpSpPr>
        <a:xfrm>
          <a:off x="0" y="0"/>
          <a:ext cx="0" cy="0"/>
          <a:chOff x="0" y="0"/>
          <a:chExt cx="0" cy="0"/>
        </a:xfrm>
      </p:grpSpPr>
      <p:sp>
        <p:nvSpPr>
          <p:cNvPr id="1497" name="Google Shape;1497;p1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8" name="Google Shape;1498;p1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99" name="Google Shape;1499;p1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122</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3"/>
        <p:cNvGrpSpPr/>
        <p:nvPr/>
      </p:nvGrpSpPr>
      <p:grpSpPr>
        <a:xfrm>
          <a:off x="0" y="0"/>
          <a:ext cx="0" cy="0"/>
          <a:chOff x="0" y="0"/>
          <a:chExt cx="0" cy="0"/>
        </a:xfrm>
      </p:grpSpPr>
      <p:sp>
        <p:nvSpPr>
          <p:cNvPr id="1504" name="Google Shape;1504;p1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5" name="Google Shape;1505;p1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6" name="Google Shape;1506;p1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123</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9"/>
        <p:cNvGrpSpPr/>
        <p:nvPr/>
      </p:nvGrpSpPr>
      <p:grpSpPr>
        <a:xfrm>
          <a:off x="0" y="0"/>
          <a:ext cx="0" cy="0"/>
          <a:chOff x="0" y="0"/>
          <a:chExt cx="0" cy="0"/>
        </a:xfrm>
      </p:grpSpPr>
      <p:sp>
        <p:nvSpPr>
          <p:cNvPr id="1510" name="Google Shape;1510;p1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1" name="Google Shape;1511;p1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2" name="Google Shape;1512;p1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124</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7"/>
        <p:cNvGrpSpPr/>
        <p:nvPr/>
      </p:nvGrpSpPr>
      <p:grpSpPr>
        <a:xfrm>
          <a:off x="0" y="0"/>
          <a:ext cx="0" cy="0"/>
          <a:chOff x="0" y="0"/>
          <a:chExt cx="0" cy="0"/>
        </a:xfrm>
      </p:grpSpPr>
      <p:sp>
        <p:nvSpPr>
          <p:cNvPr id="1518" name="Google Shape;1518;p1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9" name="Google Shape;1519;p1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0" name="Google Shape;1520;p1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125</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6"/>
        <p:cNvGrpSpPr/>
        <p:nvPr/>
      </p:nvGrpSpPr>
      <p:grpSpPr>
        <a:xfrm>
          <a:off x="0" y="0"/>
          <a:ext cx="0" cy="0"/>
          <a:chOff x="0" y="0"/>
          <a:chExt cx="0" cy="0"/>
        </a:xfrm>
      </p:grpSpPr>
      <p:sp>
        <p:nvSpPr>
          <p:cNvPr id="1527" name="Google Shape;1527;p1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8" name="Google Shape;1528;p1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9" name="Google Shape;1529;p1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126</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5"/>
        <p:cNvGrpSpPr/>
        <p:nvPr/>
      </p:nvGrpSpPr>
      <p:grpSpPr>
        <a:xfrm>
          <a:off x="0" y="0"/>
          <a:ext cx="0" cy="0"/>
          <a:chOff x="0" y="0"/>
          <a:chExt cx="0" cy="0"/>
        </a:xfrm>
      </p:grpSpPr>
      <p:sp>
        <p:nvSpPr>
          <p:cNvPr id="1536" name="Google Shape;1536;p1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7" name="Google Shape;1537;p1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8" name="Google Shape;1538;p1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127</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3"/>
        <p:cNvGrpSpPr/>
        <p:nvPr/>
      </p:nvGrpSpPr>
      <p:grpSpPr>
        <a:xfrm>
          <a:off x="0" y="0"/>
          <a:ext cx="0" cy="0"/>
          <a:chOff x="0" y="0"/>
          <a:chExt cx="0" cy="0"/>
        </a:xfrm>
      </p:grpSpPr>
      <p:sp>
        <p:nvSpPr>
          <p:cNvPr id="1544" name="Google Shape;1544;p1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5" name="Google Shape;1545;p1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6" name="Google Shape;1546;p1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128</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6"/>
        <p:cNvGrpSpPr/>
        <p:nvPr/>
      </p:nvGrpSpPr>
      <p:grpSpPr>
        <a:xfrm>
          <a:off x="0" y="0"/>
          <a:ext cx="0" cy="0"/>
          <a:chOff x="0" y="0"/>
          <a:chExt cx="0" cy="0"/>
        </a:xfrm>
      </p:grpSpPr>
      <p:sp>
        <p:nvSpPr>
          <p:cNvPr id="1557" name="Google Shape;1557;p1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8" name="Google Shape;1558;p1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9" name="Google Shape;1559;p1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129</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3"/>
        <p:cNvGrpSpPr/>
        <p:nvPr/>
      </p:nvGrpSpPr>
      <p:grpSpPr>
        <a:xfrm>
          <a:off x="0" y="0"/>
          <a:ext cx="0" cy="0"/>
          <a:chOff x="0" y="0"/>
          <a:chExt cx="0" cy="0"/>
        </a:xfrm>
      </p:grpSpPr>
      <p:sp>
        <p:nvSpPr>
          <p:cNvPr id="1134" name="Google Shape;1134;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5" name="Google Shape;1135;p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136" name="Google Shape;1136;p8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130</a:t>
            </a:fld>
            <a:endParaRPr/>
          </a:p>
        </p:txBody>
      </p:sp>
    </p:spTree>
    <p:extLst>
      <p:ext uri="{BB962C8B-B14F-4D97-AF65-F5344CB8AC3E}">
        <p14:creationId xmlns:p14="http://schemas.microsoft.com/office/powerpoint/2010/main" val="553508260"/>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6"/>
        <p:cNvGrpSpPr/>
        <p:nvPr/>
      </p:nvGrpSpPr>
      <p:grpSpPr>
        <a:xfrm>
          <a:off x="0" y="0"/>
          <a:ext cx="0" cy="0"/>
          <a:chOff x="0" y="0"/>
          <a:chExt cx="0" cy="0"/>
        </a:xfrm>
      </p:grpSpPr>
      <p:sp>
        <p:nvSpPr>
          <p:cNvPr id="1577" name="Google Shape;1577;p1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8" name="Google Shape;1578;p1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9" name="Google Shape;1579;p1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131</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3"/>
        <p:cNvGrpSpPr/>
        <p:nvPr/>
      </p:nvGrpSpPr>
      <p:grpSpPr>
        <a:xfrm>
          <a:off x="0" y="0"/>
          <a:ext cx="0" cy="0"/>
          <a:chOff x="0" y="0"/>
          <a:chExt cx="0" cy="0"/>
        </a:xfrm>
      </p:grpSpPr>
      <p:sp>
        <p:nvSpPr>
          <p:cNvPr id="1584" name="Google Shape;1584;p1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5" name="Google Shape;1585;p1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586" name="Google Shape;1586;p1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132</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3"/>
        <p:cNvGrpSpPr/>
        <p:nvPr/>
      </p:nvGrpSpPr>
      <p:grpSpPr>
        <a:xfrm>
          <a:off x="0" y="0"/>
          <a:ext cx="0" cy="0"/>
          <a:chOff x="0" y="0"/>
          <a:chExt cx="0" cy="0"/>
        </a:xfrm>
      </p:grpSpPr>
      <p:sp>
        <p:nvSpPr>
          <p:cNvPr id="1134" name="Google Shape;1134;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5" name="Google Shape;1135;p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136" name="Google Shape;1136;p8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133</a:t>
            </a:fld>
            <a:endParaRPr/>
          </a:p>
        </p:txBody>
      </p:sp>
    </p:spTree>
    <p:extLst>
      <p:ext uri="{BB962C8B-B14F-4D97-AF65-F5344CB8AC3E}">
        <p14:creationId xmlns:p14="http://schemas.microsoft.com/office/powerpoint/2010/main" val="2469062052"/>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4"/>
        <p:cNvGrpSpPr/>
        <p:nvPr/>
      </p:nvGrpSpPr>
      <p:grpSpPr>
        <a:xfrm>
          <a:off x="0" y="0"/>
          <a:ext cx="0" cy="0"/>
          <a:chOff x="0" y="0"/>
          <a:chExt cx="0" cy="0"/>
        </a:xfrm>
      </p:grpSpPr>
      <p:sp>
        <p:nvSpPr>
          <p:cNvPr id="1605" name="Google Shape;1605;p1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6" name="Google Shape;1606;p1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607" name="Google Shape;1607;p1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134</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1"/>
        <p:cNvGrpSpPr/>
        <p:nvPr/>
      </p:nvGrpSpPr>
      <p:grpSpPr>
        <a:xfrm>
          <a:off x="0" y="0"/>
          <a:ext cx="0" cy="0"/>
          <a:chOff x="0" y="0"/>
          <a:chExt cx="0" cy="0"/>
        </a:xfrm>
      </p:grpSpPr>
      <p:sp>
        <p:nvSpPr>
          <p:cNvPr id="1612" name="Google Shape;1612;p1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3" name="Google Shape;1613;p1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14" name="Google Shape;1614;p1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135</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3"/>
        <p:cNvGrpSpPr/>
        <p:nvPr/>
      </p:nvGrpSpPr>
      <p:grpSpPr>
        <a:xfrm>
          <a:off x="0" y="0"/>
          <a:ext cx="0" cy="0"/>
          <a:chOff x="0" y="0"/>
          <a:chExt cx="0" cy="0"/>
        </a:xfrm>
      </p:grpSpPr>
      <p:sp>
        <p:nvSpPr>
          <p:cNvPr id="1634" name="Google Shape;1634;p1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5" name="Google Shape;1635;p1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9"/>
        <p:cNvGrpSpPr/>
        <p:nvPr/>
      </p:nvGrpSpPr>
      <p:grpSpPr>
        <a:xfrm>
          <a:off x="0" y="0"/>
          <a:ext cx="0" cy="0"/>
          <a:chOff x="0" y="0"/>
          <a:chExt cx="0" cy="0"/>
        </a:xfrm>
      </p:grpSpPr>
      <p:sp>
        <p:nvSpPr>
          <p:cNvPr id="1640" name="Google Shape;1640;p1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1" name="Google Shape;1641;p1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6"/>
        <p:cNvGrpSpPr/>
        <p:nvPr/>
      </p:nvGrpSpPr>
      <p:grpSpPr>
        <a:xfrm>
          <a:off x="0" y="0"/>
          <a:ext cx="0" cy="0"/>
          <a:chOff x="0" y="0"/>
          <a:chExt cx="0" cy="0"/>
        </a:xfrm>
      </p:grpSpPr>
      <p:sp>
        <p:nvSpPr>
          <p:cNvPr id="1647" name="Google Shape;1647;p1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8" name="Google Shape;1648;p1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139</a:t>
            </a:fld>
            <a:endParaRPr/>
          </a:p>
        </p:txBody>
      </p:sp>
    </p:spTree>
    <p:extLst>
      <p:ext uri="{BB962C8B-B14F-4D97-AF65-F5344CB8AC3E}">
        <p14:creationId xmlns:p14="http://schemas.microsoft.com/office/powerpoint/2010/main" val="1681325028"/>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140</a:t>
            </a:fld>
            <a:endParaRPr/>
          </a:p>
        </p:txBody>
      </p:sp>
    </p:spTree>
    <p:extLst>
      <p:ext uri="{BB962C8B-B14F-4D97-AF65-F5344CB8AC3E}">
        <p14:creationId xmlns:p14="http://schemas.microsoft.com/office/powerpoint/2010/main" val="1395581125"/>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6"/>
        <p:cNvGrpSpPr/>
        <p:nvPr/>
      </p:nvGrpSpPr>
      <p:grpSpPr>
        <a:xfrm>
          <a:off x="0" y="0"/>
          <a:ext cx="0" cy="0"/>
          <a:chOff x="0" y="0"/>
          <a:chExt cx="0" cy="0"/>
        </a:xfrm>
      </p:grpSpPr>
      <p:sp>
        <p:nvSpPr>
          <p:cNvPr id="1677" name="Google Shape;1677;p1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8" name="Google Shape;1678;p1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79" name="Google Shape;1679;p1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141</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0"/>
        <p:cNvGrpSpPr/>
        <p:nvPr/>
      </p:nvGrpSpPr>
      <p:grpSpPr>
        <a:xfrm>
          <a:off x="0" y="0"/>
          <a:ext cx="0" cy="0"/>
          <a:chOff x="0" y="0"/>
          <a:chExt cx="0" cy="0"/>
        </a:xfrm>
      </p:grpSpPr>
      <p:sp>
        <p:nvSpPr>
          <p:cNvPr id="1691" name="Google Shape;1691;p1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92" name="Google Shape;1692;p1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3" name="Google Shape;1693;p14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142</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4"/>
        <p:cNvGrpSpPr/>
        <p:nvPr/>
      </p:nvGrpSpPr>
      <p:grpSpPr>
        <a:xfrm>
          <a:off x="0" y="0"/>
          <a:ext cx="0" cy="0"/>
          <a:chOff x="0" y="0"/>
          <a:chExt cx="0" cy="0"/>
        </a:xfrm>
      </p:grpSpPr>
      <p:sp>
        <p:nvSpPr>
          <p:cNvPr id="1705" name="Google Shape;1705;p1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6" name="Google Shape;1706;p1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07" name="Google Shape;1707;p14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143</a:t>
            </a:fld>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3"/>
        <p:cNvGrpSpPr/>
        <p:nvPr/>
      </p:nvGrpSpPr>
      <p:grpSpPr>
        <a:xfrm>
          <a:off x="0" y="0"/>
          <a:ext cx="0" cy="0"/>
          <a:chOff x="0" y="0"/>
          <a:chExt cx="0" cy="0"/>
        </a:xfrm>
      </p:grpSpPr>
      <p:sp>
        <p:nvSpPr>
          <p:cNvPr id="1134" name="Google Shape;1134;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5" name="Google Shape;1135;p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136" name="Google Shape;1136;p8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144</a:t>
            </a:fld>
            <a:endParaRPr/>
          </a:p>
        </p:txBody>
      </p:sp>
    </p:spTree>
    <p:extLst>
      <p:ext uri="{BB962C8B-B14F-4D97-AF65-F5344CB8AC3E}">
        <p14:creationId xmlns:p14="http://schemas.microsoft.com/office/powerpoint/2010/main" val="781538403"/>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5"/>
        <p:cNvGrpSpPr/>
        <p:nvPr/>
      </p:nvGrpSpPr>
      <p:grpSpPr>
        <a:xfrm>
          <a:off x="0" y="0"/>
          <a:ext cx="0" cy="0"/>
          <a:chOff x="0" y="0"/>
          <a:chExt cx="0" cy="0"/>
        </a:xfrm>
      </p:grpSpPr>
      <p:sp>
        <p:nvSpPr>
          <p:cNvPr id="1726" name="Google Shape;1726;p1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7" name="Google Shape;1727;p1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728" name="Google Shape;1728;p15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145</a:t>
            </a:fld>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2"/>
        <p:cNvGrpSpPr/>
        <p:nvPr/>
      </p:nvGrpSpPr>
      <p:grpSpPr>
        <a:xfrm>
          <a:off x="0" y="0"/>
          <a:ext cx="0" cy="0"/>
          <a:chOff x="0" y="0"/>
          <a:chExt cx="0" cy="0"/>
        </a:xfrm>
      </p:grpSpPr>
      <p:sp>
        <p:nvSpPr>
          <p:cNvPr id="1733" name="Google Shape;1733;p1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4" name="Google Shape;1734;p1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735" name="Google Shape;1735;p15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146</a:t>
            </a:fld>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5"/>
        <p:cNvGrpSpPr/>
        <p:nvPr/>
      </p:nvGrpSpPr>
      <p:grpSpPr>
        <a:xfrm>
          <a:off x="0" y="0"/>
          <a:ext cx="0" cy="0"/>
          <a:chOff x="0" y="0"/>
          <a:chExt cx="0" cy="0"/>
        </a:xfrm>
      </p:grpSpPr>
      <p:sp>
        <p:nvSpPr>
          <p:cNvPr id="1746" name="Google Shape;1746;p1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7" name="Google Shape;1747;p1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748" name="Google Shape;1748;p15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147</a:t>
            </a:fld>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4"/>
        <p:cNvGrpSpPr/>
        <p:nvPr/>
      </p:nvGrpSpPr>
      <p:grpSpPr>
        <a:xfrm>
          <a:off x="0" y="0"/>
          <a:ext cx="0" cy="0"/>
          <a:chOff x="0" y="0"/>
          <a:chExt cx="0" cy="0"/>
        </a:xfrm>
      </p:grpSpPr>
      <p:sp>
        <p:nvSpPr>
          <p:cNvPr id="1755" name="Google Shape;1755;p1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6" name="Google Shape;1756;p1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757" name="Google Shape;1757;p15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148</a:t>
            </a:fld>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7"/>
        <p:cNvGrpSpPr/>
        <p:nvPr/>
      </p:nvGrpSpPr>
      <p:grpSpPr>
        <a:xfrm>
          <a:off x="0" y="0"/>
          <a:ext cx="0" cy="0"/>
          <a:chOff x="0" y="0"/>
          <a:chExt cx="0" cy="0"/>
        </a:xfrm>
      </p:grpSpPr>
      <p:sp>
        <p:nvSpPr>
          <p:cNvPr id="1768" name="Google Shape;1768;p1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9" name="Google Shape;1769;p1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770" name="Google Shape;1770;p15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149</a:t>
            </a:fld>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6"/>
        <p:cNvGrpSpPr/>
        <p:nvPr/>
      </p:nvGrpSpPr>
      <p:grpSpPr>
        <a:xfrm>
          <a:off x="0" y="0"/>
          <a:ext cx="0" cy="0"/>
          <a:chOff x="0" y="0"/>
          <a:chExt cx="0" cy="0"/>
        </a:xfrm>
      </p:grpSpPr>
      <p:sp>
        <p:nvSpPr>
          <p:cNvPr id="1777" name="Google Shape;1777;p1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8" name="Google Shape;1778;p1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779" name="Google Shape;1779;p15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150</a:t>
            </a:fld>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5"/>
        <p:cNvGrpSpPr/>
        <p:nvPr/>
      </p:nvGrpSpPr>
      <p:grpSpPr>
        <a:xfrm>
          <a:off x="0" y="0"/>
          <a:ext cx="0" cy="0"/>
          <a:chOff x="0" y="0"/>
          <a:chExt cx="0" cy="0"/>
        </a:xfrm>
      </p:grpSpPr>
      <p:sp>
        <p:nvSpPr>
          <p:cNvPr id="1796" name="Google Shape;1796;p1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7" name="Google Shape;1797;p1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8" name="Google Shape;1798;p15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151</a:t>
            </a:fld>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2"/>
        <p:cNvGrpSpPr/>
        <p:nvPr/>
      </p:nvGrpSpPr>
      <p:grpSpPr>
        <a:xfrm>
          <a:off x="0" y="0"/>
          <a:ext cx="0" cy="0"/>
          <a:chOff x="0" y="0"/>
          <a:chExt cx="0" cy="0"/>
        </a:xfrm>
      </p:grpSpPr>
      <p:sp>
        <p:nvSpPr>
          <p:cNvPr id="1803" name="Google Shape;1803;p1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4" name="Google Shape;1804;p1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1805" name="Google Shape;1805;p15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152</a:t>
            </a:fld>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3"/>
        <p:cNvGrpSpPr/>
        <p:nvPr/>
      </p:nvGrpSpPr>
      <p:grpSpPr>
        <a:xfrm>
          <a:off x="0" y="0"/>
          <a:ext cx="0" cy="0"/>
          <a:chOff x="0" y="0"/>
          <a:chExt cx="0" cy="0"/>
        </a:xfrm>
      </p:grpSpPr>
      <p:sp>
        <p:nvSpPr>
          <p:cNvPr id="1824" name="Google Shape;1824;p1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25" name="Google Shape;1825;p1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06287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8" name="Google Shape;298;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6094768"/>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2" name="Google Shape;20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94580337"/>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1"/>
        <p:cNvGrpSpPr/>
        <p:nvPr/>
      </p:nvGrpSpPr>
      <p:grpSpPr>
        <a:xfrm>
          <a:off x="0" y="0"/>
          <a:ext cx="0" cy="0"/>
          <a:chOff x="0" y="0"/>
          <a:chExt cx="0" cy="0"/>
        </a:xfrm>
      </p:grpSpPr>
      <p:sp>
        <p:nvSpPr>
          <p:cNvPr id="1842" name="Google Shape;1842;p1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3" name="Google Shape;1843;p16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Elegir uno de los dos rompehielos que más nos guste para empezar la clase.</a:t>
            </a:r>
            <a:endParaRPr/>
          </a:p>
        </p:txBody>
      </p:sp>
      <p:sp>
        <p:nvSpPr>
          <p:cNvPr id="1844" name="Google Shape;1844;p16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157</a:t>
            </a:fld>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6"/>
        <p:cNvGrpSpPr/>
        <p:nvPr/>
      </p:nvGrpSpPr>
      <p:grpSpPr>
        <a:xfrm>
          <a:off x="0" y="0"/>
          <a:ext cx="0" cy="0"/>
          <a:chOff x="0" y="0"/>
          <a:chExt cx="0" cy="0"/>
        </a:xfrm>
      </p:grpSpPr>
      <p:sp>
        <p:nvSpPr>
          <p:cNvPr id="1857" name="Google Shape;1857;p16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58" name="Google Shape;1858;p1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2"/>
        <p:cNvGrpSpPr/>
        <p:nvPr/>
      </p:nvGrpSpPr>
      <p:grpSpPr>
        <a:xfrm>
          <a:off x="0" y="0"/>
          <a:ext cx="0" cy="0"/>
          <a:chOff x="0" y="0"/>
          <a:chExt cx="0" cy="0"/>
        </a:xfrm>
      </p:grpSpPr>
      <p:sp>
        <p:nvSpPr>
          <p:cNvPr id="1863" name="Google Shape;1863;p16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4" name="Google Shape;1864;p1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9"/>
        <p:cNvGrpSpPr/>
        <p:nvPr/>
      </p:nvGrpSpPr>
      <p:grpSpPr>
        <a:xfrm>
          <a:off x="0" y="0"/>
          <a:ext cx="0" cy="0"/>
          <a:chOff x="0" y="0"/>
          <a:chExt cx="0" cy="0"/>
        </a:xfrm>
      </p:grpSpPr>
      <p:sp>
        <p:nvSpPr>
          <p:cNvPr id="1870" name="Google Shape;1870;p1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1" name="Google Shape;1871;p1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6"/>
        <p:cNvGrpSpPr/>
        <p:nvPr/>
      </p:nvGrpSpPr>
      <p:grpSpPr>
        <a:xfrm>
          <a:off x="0" y="0"/>
          <a:ext cx="0" cy="0"/>
          <a:chOff x="0" y="0"/>
          <a:chExt cx="0" cy="0"/>
        </a:xfrm>
      </p:grpSpPr>
      <p:sp>
        <p:nvSpPr>
          <p:cNvPr id="1877" name="Google Shape;1877;p16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8" name="Google Shape;1878;p1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p16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88" name="Google Shape;1888;p1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2"/>
        <p:cNvGrpSpPr/>
        <p:nvPr/>
      </p:nvGrpSpPr>
      <p:grpSpPr>
        <a:xfrm>
          <a:off x="0" y="0"/>
          <a:ext cx="0" cy="0"/>
          <a:chOff x="0" y="0"/>
          <a:chExt cx="0" cy="0"/>
        </a:xfrm>
      </p:grpSpPr>
      <p:sp>
        <p:nvSpPr>
          <p:cNvPr id="1863" name="Google Shape;1863;p16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4" name="Google Shape;1864;p1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52426380"/>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2"/>
        <p:cNvGrpSpPr/>
        <p:nvPr/>
      </p:nvGrpSpPr>
      <p:grpSpPr>
        <a:xfrm>
          <a:off x="0" y="0"/>
          <a:ext cx="0" cy="0"/>
          <a:chOff x="0" y="0"/>
          <a:chExt cx="0" cy="0"/>
        </a:xfrm>
      </p:grpSpPr>
      <p:sp>
        <p:nvSpPr>
          <p:cNvPr id="1863" name="Google Shape;1863;p16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4" name="Google Shape;1864;p1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22695445"/>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5"/>
        <p:cNvGrpSpPr/>
        <p:nvPr/>
      </p:nvGrpSpPr>
      <p:grpSpPr>
        <a:xfrm>
          <a:off x="0" y="0"/>
          <a:ext cx="0" cy="0"/>
          <a:chOff x="0" y="0"/>
          <a:chExt cx="0" cy="0"/>
        </a:xfrm>
      </p:grpSpPr>
      <p:sp>
        <p:nvSpPr>
          <p:cNvPr id="1906" name="Google Shape;1906;p17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07" name="Google Shape;1907;p1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1"/>
        <p:cNvGrpSpPr/>
        <p:nvPr/>
      </p:nvGrpSpPr>
      <p:grpSpPr>
        <a:xfrm>
          <a:off x="0" y="0"/>
          <a:ext cx="0" cy="0"/>
          <a:chOff x="0" y="0"/>
          <a:chExt cx="0" cy="0"/>
        </a:xfrm>
      </p:grpSpPr>
      <p:sp>
        <p:nvSpPr>
          <p:cNvPr id="1912" name="Google Shape;1912;p17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13" name="Google Shape;1913;p1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7"/>
        <p:cNvGrpSpPr/>
        <p:nvPr/>
      </p:nvGrpSpPr>
      <p:grpSpPr>
        <a:xfrm>
          <a:off x="0" y="0"/>
          <a:ext cx="0" cy="0"/>
          <a:chOff x="0" y="0"/>
          <a:chExt cx="0" cy="0"/>
        </a:xfrm>
      </p:grpSpPr>
      <p:sp>
        <p:nvSpPr>
          <p:cNvPr id="1918" name="Google Shape;1918;p17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19" name="Google Shape;1919;p1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3"/>
        <p:cNvGrpSpPr/>
        <p:nvPr/>
      </p:nvGrpSpPr>
      <p:grpSpPr>
        <a:xfrm>
          <a:off x="0" y="0"/>
          <a:ext cx="0" cy="0"/>
          <a:chOff x="0" y="0"/>
          <a:chExt cx="0" cy="0"/>
        </a:xfrm>
      </p:grpSpPr>
      <p:sp>
        <p:nvSpPr>
          <p:cNvPr id="1924" name="Google Shape;1924;p17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25" name="Google Shape;1925;p1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9"/>
        <p:cNvGrpSpPr/>
        <p:nvPr/>
      </p:nvGrpSpPr>
      <p:grpSpPr>
        <a:xfrm>
          <a:off x="0" y="0"/>
          <a:ext cx="0" cy="0"/>
          <a:chOff x="0" y="0"/>
          <a:chExt cx="0" cy="0"/>
        </a:xfrm>
      </p:grpSpPr>
      <p:sp>
        <p:nvSpPr>
          <p:cNvPr id="1930" name="Google Shape;1930;p17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1" name="Google Shape;1931;p1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4"/>
        <p:cNvGrpSpPr/>
        <p:nvPr/>
      </p:nvGrpSpPr>
      <p:grpSpPr>
        <a:xfrm>
          <a:off x="0" y="0"/>
          <a:ext cx="0" cy="0"/>
          <a:chOff x="0" y="0"/>
          <a:chExt cx="0" cy="0"/>
        </a:xfrm>
      </p:grpSpPr>
      <p:sp>
        <p:nvSpPr>
          <p:cNvPr id="1935" name="Google Shape;1935;p17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6" name="Google Shape;1936;p1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0"/>
        <p:cNvGrpSpPr/>
        <p:nvPr/>
      </p:nvGrpSpPr>
      <p:grpSpPr>
        <a:xfrm>
          <a:off x="0" y="0"/>
          <a:ext cx="0" cy="0"/>
          <a:chOff x="0" y="0"/>
          <a:chExt cx="0" cy="0"/>
        </a:xfrm>
      </p:grpSpPr>
      <p:sp>
        <p:nvSpPr>
          <p:cNvPr id="1941" name="Google Shape;1941;p1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2" name="Google Shape;1942;p17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43" name="Google Shape;1943;p17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171</a:t>
            </a:fld>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2"/>
        <p:cNvGrpSpPr/>
        <p:nvPr/>
      </p:nvGrpSpPr>
      <p:grpSpPr>
        <a:xfrm>
          <a:off x="0" y="0"/>
          <a:ext cx="0" cy="0"/>
          <a:chOff x="0" y="0"/>
          <a:chExt cx="0" cy="0"/>
        </a:xfrm>
      </p:grpSpPr>
      <p:sp>
        <p:nvSpPr>
          <p:cNvPr id="1983" name="Google Shape;1983;p1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4" name="Google Shape;1984;p17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85" name="Google Shape;1985;p17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172</a:t>
            </a:fld>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5"/>
        <p:cNvGrpSpPr/>
        <p:nvPr/>
      </p:nvGrpSpPr>
      <p:grpSpPr>
        <a:xfrm>
          <a:off x="0" y="0"/>
          <a:ext cx="0" cy="0"/>
          <a:chOff x="0" y="0"/>
          <a:chExt cx="0" cy="0"/>
        </a:xfrm>
      </p:grpSpPr>
      <p:sp>
        <p:nvSpPr>
          <p:cNvPr id="2026" name="Google Shape;2026;p1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7" name="Google Shape;2027;p18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028" name="Google Shape;2028;p18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173</a:t>
            </a:fld>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3"/>
        <p:cNvGrpSpPr/>
        <p:nvPr/>
      </p:nvGrpSpPr>
      <p:grpSpPr>
        <a:xfrm>
          <a:off x="0" y="0"/>
          <a:ext cx="0" cy="0"/>
          <a:chOff x="0" y="0"/>
          <a:chExt cx="0" cy="0"/>
        </a:xfrm>
      </p:grpSpPr>
      <p:sp>
        <p:nvSpPr>
          <p:cNvPr id="2034" name="Google Shape;2034;p18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5" name="Google Shape;2035;p1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9"/>
        <p:cNvGrpSpPr/>
        <p:nvPr/>
      </p:nvGrpSpPr>
      <p:grpSpPr>
        <a:xfrm>
          <a:off x="0" y="0"/>
          <a:ext cx="0" cy="0"/>
          <a:chOff x="0" y="0"/>
          <a:chExt cx="0" cy="0"/>
        </a:xfrm>
      </p:grpSpPr>
      <p:sp>
        <p:nvSpPr>
          <p:cNvPr id="2040" name="Google Shape;2040;p1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1" name="Google Shape;2041;p18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2042" name="Google Shape;2042;p18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175</a:t>
            </a:fld>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6"/>
        <p:cNvGrpSpPr/>
        <p:nvPr/>
      </p:nvGrpSpPr>
      <p:grpSpPr>
        <a:xfrm>
          <a:off x="0" y="0"/>
          <a:ext cx="0" cy="0"/>
          <a:chOff x="0" y="0"/>
          <a:chExt cx="0" cy="0"/>
        </a:xfrm>
      </p:grpSpPr>
      <p:sp>
        <p:nvSpPr>
          <p:cNvPr id="2047" name="Google Shape;2047;p1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8" name="Google Shape;2048;p18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2049" name="Google Shape;2049;p18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176</a:t>
            </a:fld>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3"/>
        <p:cNvGrpSpPr/>
        <p:nvPr/>
      </p:nvGrpSpPr>
      <p:grpSpPr>
        <a:xfrm>
          <a:off x="0" y="0"/>
          <a:ext cx="0" cy="0"/>
          <a:chOff x="0" y="0"/>
          <a:chExt cx="0" cy="0"/>
        </a:xfrm>
      </p:grpSpPr>
      <p:sp>
        <p:nvSpPr>
          <p:cNvPr id="2054" name="Google Shape;2054;p1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5" name="Google Shape;2055;p18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2056" name="Google Shape;2056;p18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177</a:t>
            </a:fld>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8"/>
        <p:cNvGrpSpPr/>
        <p:nvPr/>
      </p:nvGrpSpPr>
      <p:grpSpPr>
        <a:xfrm>
          <a:off x="0" y="0"/>
          <a:ext cx="0" cy="0"/>
          <a:chOff x="0" y="0"/>
          <a:chExt cx="0" cy="0"/>
        </a:xfrm>
      </p:grpSpPr>
      <p:sp>
        <p:nvSpPr>
          <p:cNvPr id="2069" name="Google Shape;2069;p1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0" name="Google Shape;2070;p18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2071" name="Google Shape;2071;p18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178</a:t>
            </a:fld>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4"/>
        <p:cNvGrpSpPr/>
        <p:nvPr/>
      </p:nvGrpSpPr>
      <p:grpSpPr>
        <a:xfrm>
          <a:off x="0" y="0"/>
          <a:ext cx="0" cy="0"/>
          <a:chOff x="0" y="0"/>
          <a:chExt cx="0" cy="0"/>
        </a:xfrm>
      </p:grpSpPr>
      <p:sp>
        <p:nvSpPr>
          <p:cNvPr id="2075" name="Google Shape;2075;p1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6" name="Google Shape;2076;p18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2077" name="Google Shape;2077;p18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179</a:t>
            </a:fld>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1"/>
        <p:cNvGrpSpPr/>
        <p:nvPr/>
      </p:nvGrpSpPr>
      <p:grpSpPr>
        <a:xfrm>
          <a:off x="0" y="0"/>
          <a:ext cx="0" cy="0"/>
          <a:chOff x="0" y="0"/>
          <a:chExt cx="0" cy="0"/>
        </a:xfrm>
      </p:grpSpPr>
      <p:sp>
        <p:nvSpPr>
          <p:cNvPr id="2082" name="Google Shape;2082;p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3" name="Google Shape;2083;p1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2084" name="Google Shape;2084;p18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180</a:t>
            </a:fld>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0"/>
        <p:cNvGrpSpPr/>
        <p:nvPr/>
      </p:nvGrpSpPr>
      <p:grpSpPr>
        <a:xfrm>
          <a:off x="0" y="0"/>
          <a:ext cx="0" cy="0"/>
          <a:chOff x="0" y="0"/>
          <a:chExt cx="0" cy="0"/>
        </a:xfrm>
      </p:grpSpPr>
      <p:sp>
        <p:nvSpPr>
          <p:cNvPr id="2091" name="Google Shape;2091;p18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92" name="Google Shape;2092;p1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6"/>
        <p:cNvGrpSpPr/>
        <p:nvPr/>
      </p:nvGrpSpPr>
      <p:grpSpPr>
        <a:xfrm>
          <a:off x="0" y="0"/>
          <a:ext cx="0" cy="0"/>
          <a:chOff x="0" y="0"/>
          <a:chExt cx="0" cy="0"/>
        </a:xfrm>
      </p:grpSpPr>
      <p:sp>
        <p:nvSpPr>
          <p:cNvPr id="2097" name="Google Shape;2097;p18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98" name="Google Shape;2098;p1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3"/>
        <p:cNvGrpSpPr/>
        <p:nvPr/>
      </p:nvGrpSpPr>
      <p:grpSpPr>
        <a:xfrm>
          <a:off x="0" y="0"/>
          <a:ext cx="0" cy="0"/>
          <a:chOff x="0" y="0"/>
          <a:chExt cx="0" cy="0"/>
        </a:xfrm>
      </p:grpSpPr>
      <p:sp>
        <p:nvSpPr>
          <p:cNvPr id="2104" name="Google Shape;2104;p19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05" name="Google Shape;2105;p1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0"/>
        <p:cNvGrpSpPr/>
        <p:nvPr/>
      </p:nvGrpSpPr>
      <p:grpSpPr>
        <a:xfrm>
          <a:off x="0" y="0"/>
          <a:ext cx="0" cy="0"/>
          <a:chOff x="0" y="0"/>
          <a:chExt cx="0" cy="0"/>
        </a:xfrm>
      </p:grpSpPr>
      <p:sp>
        <p:nvSpPr>
          <p:cNvPr id="2111" name="Google Shape;2111;p19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2" name="Google Shape;2112;p1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7"/>
        <p:cNvGrpSpPr/>
        <p:nvPr/>
      </p:nvGrpSpPr>
      <p:grpSpPr>
        <a:xfrm>
          <a:off x="0" y="0"/>
          <a:ext cx="0" cy="0"/>
          <a:chOff x="0" y="0"/>
          <a:chExt cx="0" cy="0"/>
        </a:xfrm>
      </p:grpSpPr>
      <p:sp>
        <p:nvSpPr>
          <p:cNvPr id="2118" name="Google Shape;2118;p19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9" name="Google Shape;2119;p1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4"/>
        <p:cNvGrpSpPr/>
        <p:nvPr/>
      </p:nvGrpSpPr>
      <p:grpSpPr>
        <a:xfrm>
          <a:off x="0" y="0"/>
          <a:ext cx="0" cy="0"/>
          <a:chOff x="0" y="0"/>
          <a:chExt cx="0" cy="0"/>
        </a:xfrm>
      </p:grpSpPr>
      <p:sp>
        <p:nvSpPr>
          <p:cNvPr id="2125" name="Google Shape;2125;p1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6" name="Google Shape;2126;p19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27" name="Google Shape;2127;p19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186</a:t>
            </a:fld>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2"/>
        <p:cNvGrpSpPr/>
        <p:nvPr/>
      </p:nvGrpSpPr>
      <p:grpSpPr>
        <a:xfrm>
          <a:off x="0" y="0"/>
          <a:ext cx="0" cy="0"/>
          <a:chOff x="0" y="0"/>
          <a:chExt cx="0" cy="0"/>
        </a:xfrm>
      </p:grpSpPr>
      <p:sp>
        <p:nvSpPr>
          <p:cNvPr id="2133" name="Google Shape;2133;p1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4" name="Google Shape;2134;p19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5" name="Google Shape;2135;p19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187</a:t>
            </a:fld>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2"/>
        <p:cNvGrpSpPr/>
        <p:nvPr/>
      </p:nvGrpSpPr>
      <p:grpSpPr>
        <a:xfrm>
          <a:off x="0" y="0"/>
          <a:ext cx="0" cy="0"/>
          <a:chOff x="0" y="0"/>
          <a:chExt cx="0" cy="0"/>
        </a:xfrm>
      </p:grpSpPr>
      <p:sp>
        <p:nvSpPr>
          <p:cNvPr id="2133" name="Google Shape;2133;p1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4" name="Google Shape;2134;p19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5" name="Google Shape;2135;p19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188</a:t>
            </a:fld>
            <a:endParaRPr/>
          </a:p>
        </p:txBody>
      </p:sp>
    </p:spTree>
    <p:extLst>
      <p:ext uri="{BB962C8B-B14F-4D97-AF65-F5344CB8AC3E}">
        <p14:creationId xmlns:p14="http://schemas.microsoft.com/office/powerpoint/2010/main" val="3754250088"/>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2"/>
        <p:cNvGrpSpPr/>
        <p:nvPr/>
      </p:nvGrpSpPr>
      <p:grpSpPr>
        <a:xfrm>
          <a:off x="0" y="0"/>
          <a:ext cx="0" cy="0"/>
          <a:chOff x="0" y="0"/>
          <a:chExt cx="0" cy="0"/>
        </a:xfrm>
      </p:grpSpPr>
      <p:sp>
        <p:nvSpPr>
          <p:cNvPr id="2133" name="Google Shape;2133;p1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4" name="Google Shape;2134;p19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5" name="Google Shape;2135;p19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189</a:t>
            </a:fld>
            <a:endParaRPr/>
          </a:p>
        </p:txBody>
      </p:sp>
    </p:spTree>
    <p:extLst>
      <p:ext uri="{BB962C8B-B14F-4D97-AF65-F5344CB8AC3E}">
        <p14:creationId xmlns:p14="http://schemas.microsoft.com/office/powerpoint/2010/main" val="411772139"/>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2"/>
        <p:cNvGrpSpPr/>
        <p:nvPr/>
      </p:nvGrpSpPr>
      <p:grpSpPr>
        <a:xfrm>
          <a:off x="0" y="0"/>
          <a:ext cx="0" cy="0"/>
          <a:chOff x="0" y="0"/>
          <a:chExt cx="0" cy="0"/>
        </a:xfrm>
      </p:grpSpPr>
      <p:sp>
        <p:nvSpPr>
          <p:cNvPr id="2133" name="Google Shape;2133;p1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4" name="Google Shape;2134;p19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5" name="Google Shape;2135;p19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190</a:t>
            </a:fld>
            <a:endParaRPr/>
          </a:p>
        </p:txBody>
      </p:sp>
    </p:spTree>
    <p:extLst>
      <p:ext uri="{BB962C8B-B14F-4D97-AF65-F5344CB8AC3E}">
        <p14:creationId xmlns:p14="http://schemas.microsoft.com/office/powerpoint/2010/main" val="2636707012"/>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2"/>
        <p:cNvGrpSpPr/>
        <p:nvPr/>
      </p:nvGrpSpPr>
      <p:grpSpPr>
        <a:xfrm>
          <a:off x="0" y="0"/>
          <a:ext cx="0" cy="0"/>
          <a:chOff x="0" y="0"/>
          <a:chExt cx="0" cy="0"/>
        </a:xfrm>
      </p:grpSpPr>
      <p:sp>
        <p:nvSpPr>
          <p:cNvPr id="2133" name="Google Shape;2133;p1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4" name="Google Shape;2134;p19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5" name="Google Shape;2135;p19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191</a:t>
            </a:fld>
            <a:endParaRPr/>
          </a:p>
        </p:txBody>
      </p:sp>
    </p:spTree>
    <p:extLst>
      <p:ext uri="{BB962C8B-B14F-4D97-AF65-F5344CB8AC3E}">
        <p14:creationId xmlns:p14="http://schemas.microsoft.com/office/powerpoint/2010/main" val="1869203725"/>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2"/>
        <p:cNvGrpSpPr/>
        <p:nvPr/>
      </p:nvGrpSpPr>
      <p:grpSpPr>
        <a:xfrm>
          <a:off x="0" y="0"/>
          <a:ext cx="0" cy="0"/>
          <a:chOff x="0" y="0"/>
          <a:chExt cx="0" cy="0"/>
        </a:xfrm>
      </p:grpSpPr>
      <p:sp>
        <p:nvSpPr>
          <p:cNvPr id="2133" name="Google Shape;2133;p1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4" name="Google Shape;2134;p19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5" name="Google Shape;2135;p19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192</a:t>
            </a:fld>
            <a:endParaRPr/>
          </a:p>
        </p:txBody>
      </p:sp>
    </p:spTree>
    <p:extLst>
      <p:ext uri="{BB962C8B-B14F-4D97-AF65-F5344CB8AC3E}">
        <p14:creationId xmlns:p14="http://schemas.microsoft.com/office/powerpoint/2010/main" val="1378787037"/>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2"/>
        <p:cNvGrpSpPr/>
        <p:nvPr/>
      </p:nvGrpSpPr>
      <p:grpSpPr>
        <a:xfrm>
          <a:off x="0" y="0"/>
          <a:ext cx="0" cy="0"/>
          <a:chOff x="0" y="0"/>
          <a:chExt cx="0" cy="0"/>
        </a:xfrm>
      </p:grpSpPr>
      <p:sp>
        <p:nvSpPr>
          <p:cNvPr id="2133" name="Google Shape;2133;p1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4" name="Google Shape;2134;p19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5" name="Google Shape;2135;p19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193</a:t>
            </a:fld>
            <a:endParaRPr/>
          </a:p>
        </p:txBody>
      </p:sp>
    </p:spTree>
    <p:extLst>
      <p:ext uri="{BB962C8B-B14F-4D97-AF65-F5344CB8AC3E}">
        <p14:creationId xmlns:p14="http://schemas.microsoft.com/office/powerpoint/2010/main" val="859353067"/>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2"/>
        <p:cNvGrpSpPr/>
        <p:nvPr/>
      </p:nvGrpSpPr>
      <p:grpSpPr>
        <a:xfrm>
          <a:off x="0" y="0"/>
          <a:ext cx="0" cy="0"/>
          <a:chOff x="0" y="0"/>
          <a:chExt cx="0" cy="0"/>
        </a:xfrm>
      </p:grpSpPr>
      <p:sp>
        <p:nvSpPr>
          <p:cNvPr id="2133" name="Google Shape;2133;p1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4" name="Google Shape;2134;p19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5" name="Google Shape;2135;p19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194</a:t>
            </a:fld>
            <a:endParaRPr/>
          </a:p>
        </p:txBody>
      </p:sp>
    </p:spTree>
    <p:extLst>
      <p:ext uri="{BB962C8B-B14F-4D97-AF65-F5344CB8AC3E}">
        <p14:creationId xmlns:p14="http://schemas.microsoft.com/office/powerpoint/2010/main" val="4217298913"/>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2"/>
        <p:cNvGrpSpPr/>
        <p:nvPr/>
      </p:nvGrpSpPr>
      <p:grpSpPr>
        <a:xfrm>
          <a:off x="0" y="0"/>
          <a:ext cx="0" cy="0"/>
          <a:chOff x="0" y="0"/>
          <a:chExt cx="0" cy="0"/>
        </a:xfrm>
      </p:grpSpPr>
      <p:sp>
        <p:nvSpPr>
          <p:cNvPr id="2133" name="Google Shape;2133;p1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4" name="Google Shape;2134;p19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5" name="Google Shape;2135;p19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195</a:t>
            </a:fld>
            <a:endParaRPr/>
          </a:p>
        </p:txBody>
      </p:sp>
    </p:spTree>
    <p:extLst>
      <p:ext uri="{BB962C8B-B14F-4D97-AF65-F5344CB8AC3E}">
        <p14:creationId xmlns:p14="http://schemas.microsoft.com/office/powerpoint/2010/main" val="4288207995"/>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2"/>
        <p:cNvGrpSpPr/>
        <p:nvPr/>
      </p:nvGrpSpPr>
      <p:grpSpPr>
        <a:xfrm>
          <a:off x="0" y="0"/>
          <a:ext cx="0" cy="0"/>
          <a:chOff x="0" y="0"/>
          <a:chExt cx="0" cy="0"/>
        </a:xfrm>
      </p:grpSpPr>
      <p:sp>
        <p:nvSpPr>
          <p:cNvPr id="2133" name="Google Shape;2133;p1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4" name="Google Shape;2134;p19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5" name="Google Shape;2135;p19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196</a:t>
            </a:fld>
            <a:endParaRPr/>
          </a:p>
        </p:txBody>
      </p:sp>
    </p:spTree>
    <p:extLst>
      <p:ext uri="{BB962C8B-B14F-4D97-AF65-F5344CB8AC3E}">
        <p14:creationId xmlns:p14="http://schemas.microsoft.com/office/powerpoint/2010/main" val="3990415934"/>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2"/>
        <p:cNvGrpSpPr/>
        <p:nvPr/>
      </p:nvGrpSpPr>
      <p:grpSpPr>
        <a:xfrm>
          <a:off x="0" y="0"/>
          <a:ext cx="0" cy="0"/>
          <a:chOff x="0" y="0"/>
          <a:chExt cx="0" cy="0"/>
        </a:xfrm>
      </p:grpSpPr>
      <p:sp>
        <p:nvSpPr>
          <p:cNvPr id="2133" name="Google Shape;2133;p1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4" name="Google Shape;2134;p19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5" name="Google Shape;2135;p19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197</a:t>
            </a:fld>
            <a:endParaRPr/>
          </a:p>
        </p:txBody>
      </p:sp>
    </p:spTree>
    <p:extLst>
      <p:ext uri="{BB962C8B-B14F-4D97-AF65-F5344CB8AC3E}">
        <p14:creationId xmlns:p14="http://schemas.microsoft.com/office/powerpoint/2010/main" val="336946420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2"/>
        <p:cNvGrpSpPr/>
        <p:nvPr/>
      </p:nvGrpSpPr>
      <p:grpSpPr>
        <a:xfrm>
          <a:off x="0" y="0"/>
          <a:ext cx="0" cy="0"/>
          <a:chOff x="0" y="0"/>
          <a:chExt cx="0" cy="0"/>
        </a:xfrm>
      </p:grpSpPr>
      <p:sp>
        <p:nvSpPr>
          <p:cNvPr id="2133" name="Google Shape;2133;p1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4" name="Google Shape;2134;p19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5" name="Google Shape;2135;p19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198</a:t>
            </a:fld>
            <a:endParaRPr/>
          </a:p>
        </p:txBody>
      </p:sp>
    </p:spTree>
    <p:extLst>
      <p:ext uri="{BB962C8B-B14F-4D97-AF65-F5344CB8AC3E}">
        <p14:creationId xmlns:p14="http://schemas.microsoft.com/office/powerpoint/2010/main" val="395774034"/>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9"/>
        <p:cNvGrpSpPr/>
        <p:nvPr/>
      </p:nvGrpSpPr>
      <p:grpSpPr>
        <a:xfrm>
          <a:off x="0" y="0"/>
          <a:ext cx="0" cy="0"/>
          <a:chOff x="0" y="0"/>
          <a:chExt cx="0" cy="0"/>
        </a:xfrm>
      </p:grpSpPr>
      <p:sp>
        <p:nvSpPr>
          <p:cNvPr id="2310" name="Google Shape;2310;p20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1" name="Google Shape;2311;p2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6"/>
        <p:cNvGrpSpPr/>
        <p:nvPr/>
      </p:nvGrpSpPr>
      <p:grpSpPr>
        <a:xfrm>
          <a:off x="0" y="0"/>
          <a:ext cx="0" cy="0"/>
          <a:chOff x="0" y="0"/>
          <a:chExt cx="0" cy="0"/>
        </a:xfrm>
      </p:grpSpPr>
      <p:sp>
        <p:nvSpPr>
          <p:cNvPr id="2317" name="Google Shape;2317;p20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8" name="Google Shape;2318;p2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3"/>
        <p:cNvGrpSpPr/>
        <p:nvPr/>
      </p:nvGrpSpPr>
      <p:grpSpPr>
        <a:xfrm>
          <a:off x="0" y="0"/>
          <a:ext cx="0" cy="0"/>
          <a:chOff x="0" y="0"/>
          <a:chExt cx="0" cy="0"/>
        </a:xfrm>
      </p:grpSpPr>
      <p:sp>
        <p:nvSpPr>
          <p:cNvPr id="2324" name="Google Shape;2324;p20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25" name="Google Shape;2325;p2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1"/>
        <p:cNvGrpSpPr/>
        <p:nvPr/>
      </p:nvGrpSpPr>
      <p:grpSpPr>
        <a:xfrm>
          <a:off x="0" y="0"/>
          <a:ext cx="0" cy="0"/>
          <a:chOff x="0" y="0"/>
          <a:chExt cx="0" cy="0"/>
        </a:xfrm>
      </p:grpSpPr>
      <p:sp>
        <p:nvSpPr>
          <p:cNvPr id="2332" name="Google Shape;2332;p2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3" name="Google Shape;2333;p20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34" name="Google Shape;2334;p20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202</a:t>
            </a:fld>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7"/>
        <p:cNvGrpSpPr/>
        <p:nvPr/>
      </p:nvGrpSpPr>
      <p:grpSpPr>
        <a:xfrm>
          <a:off x="0" y="0"/>
          <a:ext cx="0" cy="0"/>
          <a:chOff x="0" y="0"/>
          <a:chExt cx="0" cy="0"/>
        </a:xfrm>
      </p:grpSpPr>
      <p:sp>
        <p:nvSpPr>
          <p:cNvPr id="2338" name="Google Shape;2338;p2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9" name="Google Shape;2339;p2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0" name="Google Shape;2340;p2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203</a:t>
            </a:fld>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8"/>
        <p:cNvGrpSpPr/>
        <p:nvPr/>
      </p:nvGrpSpPr>
      <p:grpSpPr>
        <a:xfrm>
          <a:off x="0" y="0"/>
          <a:ext cx="0" cy="0"/>
          <a:chOff x="0" y="0"/>
          <a:chExt cx="0" cy="0"/>
        </a:xfrm>
      </p:grpSpPr>
      <p:sp>
        <p:nvSpPr>
          <p:cNvPr id="2349" name="Google Shape;2349;p2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0" name="Google Shape;2350;p2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51" name="Google Shape;2351;p2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204</a:t>
            </a:fld>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3"/>
        <p:cNvGrpSpPr/>
        <p:nvPr/>
      </p:nvGrpSpPr>
      <p:grpSpPr>
        <a:xfrm>
          <a:off x="0" y="0"/>
          <a:ext cx="0" cy="0"/>
          <a:chOff x="0" y="0"/>
          <a:chExt cx="0" cy="0"/>
        </a:xfrm>
      </p:grpSpPr>
      <p:sp>
        <p:nvSpPr>
          <p:cNvPr id="2364" name="Google Shape;2364;p2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5" name="Google Shape;2365;p2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66" name="Google Shape;2366;p2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205</a:t>
            </a:fld>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8"/>
        <p:cNvGrpSpPr/>
        <p:nvPr/>
      </p:nvGrpSpPr>
      <p:grpSpPr>
        <a:xfrm>
          <a:off x="0" y="0"/>
          <a:ext cx="0" cy="0"/>
          <a:chOff x="0" y="0"/>
          <a:chExt cx="0" cy="0"/>
        </a:xfrm>
      </p:grpSpPr>
      <p:sp>
        <p:nvSpPr>
          <p:cNvPr id="2379" name="Google Shape;2379;p2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0" name="Google Shape;2380;p2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81" name="Google Shape;2381;p2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206</a:t>
            </a:fld>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4"/>
        <p:cNvGrpSpPr/>
        <p:nvPr/>
      </p:nvGrpSpPr>
      <p:grpSpPr>
        <a:xfrm>
          <a:off x="0" y="0"/>
          <a:ext cx="0" cy="0"/>
          <a:chOff x="0" y="0"/>
          <a:chExt cx="0" cy="0"/>
        </a:xfrm>
      </p:grpSpPr>
      <p:sp>
        <p:nvSpPr>
          <p:cNvPr id="2385" name="Google Shape;2385;p2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6" name="Google Shape;2386;p2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2387" name="Google Shape;2387;p2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207</a:t>
            </a:fld>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1"/>
        <p:cNvGrpSpPr/>
        <p:nvPr/>
      </p:nvGrpSpPr>
      <p:grpSpPr>
        <a:xfrm>
          <a:off x="0" y="0"/>
          <a:ext cx="0" cy="0"/>
          <a:chOff x="0" y="0"/>
          <a:chExt cx="0" cy="0"/>
        </a:xfrm>
      </p:grpSpPr>
      <p:sp>
        <p:nvSpPr>
          <p:cNvPr id="2392" name="Google Shape;2392;p2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3" name="Google Shape;2393;p2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4" name="Google Shape;2394;p2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208</a:t>
            </a:fld>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9"/>
        <p:cNvGrpSpPr/>
        <p:nvPr/>
      </p:nvGrpSpPr>
      <p:grpSpPr>
        <a:xfrm>
          <a:off x="0" y="0"/>
          <a:ext cx="0" cy="0"/>
          <a:chOff x="0" y="0"/>
          <a:chExt cx="0" cy="0"/>
        </a:xfrm>
      </p:grpSpPr>
      <p:sp>
        <p:nvSpPr>
          <p:cNvPr id="2400" name="Google Shape;2400;p2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01" name="Google Shape;2401;p2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02" name="Google Shape;2402;p2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209</a:t>
            </a:fld>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8"/>
        <p:cNvGrpSpPr/>
        <p:nvPr/>
      </p:nvGrpSpPr>
      <p:grpSpPr>
        <a:xfrm>
          <a:off x="0" y="0"/>
          <a:ext cx="0" cy="0"/>
          <a:chOff x="0" y="0"/>
          <a:chExt cx="0" cy="0"/>
        </a:xfrm>
      </p:grpSpPr>
      <p:sp>
        <p:nvSpPr>
          <p:cNvPr id="2409" name="Google Shape;2409;p2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0" name="Google Shape;2410;p2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11" name="Google Shape;2411;p2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210</a:t>
            </a:fld>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7"/>
        <p:cNvGrpSpPr/>
        <p:nvPr/>
      </p:nvGrpSpPr>
      <p:grpSpPr>
        <a:xfrm>
          <a:off x="0" y="0"/>
          <a:ext cx="0" cy="0"/>
          <a:chOff x="0" y="0"/>
          <a:chExt cx="0" cy="0"/>
        </a:xfrm>
      </p:grpSpPr>
      <p:sp>
        <p:nvSpPr>
          <p:cNvPr id="2418" name="Google Shape;2418;p2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9" name="Google Shape;2419;p2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0" name="Google Shape;2420;p2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211</a:t>
            </a:fld>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6"/>
        <p:cNvGrpSpPr/>
        <p:nvPr/>
      </p:nvGrpSpPr>
      <p:grpSpPr>
        <a:xfrm>
          <a:off x="0" y="0"/>
          <a:ext cx="0" cy="0"/>
          <a:chOff x="0" y="0"/>
          <a:chExt cx="0" cy="0"/>
        </a:xfrm>
      </p:grpSpPr>
      <p:sp>
        <p:nvSpPr>
          <p:cNvPr id="2427" name="Google Shape;2427;p2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8" name="Google Shape;2428;p2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9" name="Google Shape;2429;p2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212</a:t>
            </a:fld>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4"/>
        <p:cNvGrpSpPr/>
        <p:nvPr/>
      </p:nvGrpSpPr>
      <p:grpSpPr>
        <a:xfrm>
          <a:off x="0" y="0"/>
          <a:ext cx="0" cy="0"/>
          <a:chOff x="0" y="0"/>
          <a:chExt cx="0" cy="0"/>
        </a:xfrm>
      </p:grpSpPr>
      <p:sp>
        <p:nvSpPr>
          <p:cNvPr id="2435" name="Google Shape;2435;p2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36" name="Google Shape;2436;p2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37" name="Google Shape;2437;p2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213</a:t>
            </a:fld>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3"/>
        <p:cNvGrpSpPr/>
        <p:nvPr/>
      </p:nvGrpSpPr>
      <p:grpSpPr>
        <a:xfrm>
          <a:off x="0" y="0"/>
          <a:ext cx="0" cy="0"/>
          <a:chOff x="0" y="0"/>
          <a:chExt cx="0" cy="0"/>
        </a:xfrm>
      </p:grpSpPr>
      <p:sp>
        <p:nvSpPr>
          <p:cNvPr id="2444" name="Google Shape;2444;p2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45" name="Google Shape;2445;p2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46" name="Google Shape;2446;p2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214</a:t>
            </a:fld>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1"/>
        <p:cNvGrpSpPr/>
        <p:nvPr/>
      </p:nvGrpSpPr>
      <p:grpSpPr>
        <a:xfrm>
          <a:off x="0" y="0"/>
          <a:ext cx="0" cy="0"/>
          <a:chOff x="0" y="0"/>
          <a:chExt cx="0" cy="0"/>
        </a:xfrm>
      </p:grpSpPr>
      <p:sp>
        <p:nvSpPr>
          <p:cNvPr id="2452" name="Google Shape;2452;p2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53" name="Google Shape;2453;p2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54" name="Google Shape;2454;p2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215</a:t>
            </a:fld>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0"/>
        <p:cNvGrpSpPr/>
        <p:nvPr/>
      </p:nvGrpSpPr>
      <p:grpSpPr>
        <a:xfrm>
          <a:off x="0" y="0"/>
          <a:ext cx="0" cy="0"/>
          <a:chOff x="0" y="0"/>
          <a:chExt cx="0" cy="0"/>
        </a:xfrm>
      </p:grpSpPr>
      <p:sp>
        <p:nvSpPr>
          <p:cNvPr id="2461" name="Google Shape;2461;p2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2" name="Google Shape;2462;p2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63" name="Google Shape;2463;p2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216</a:t>
            </a:fld>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9"/>
        <p:cNvGrpSpPr/>
        <p:nvPr/>
      </p:nvGrpSpPr>
      <p:grpSpPr>
        <a:xfrm>
          <a:off x="0" y="0"/>
          <a:ext cx="0" cy="0"/>
          <a:chOff x="0" y="0"/>
          <a:chExt cx="0" cy="0"/>
        </a:xfrm>
      </p:grpSpPr>
      <p:sp>
        <p:nvSpPr>
          <p:cNvPr id="2470" name="Google Shape;2470;p2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71" name="Google Shape;2471;p2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72" name="Google Shape;2472;p2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217</a:t>
            </a:fld>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7"/>
        <p:cNvGrpSpPr/>
        <p:nvPr/>
      </p:nvGrpSpPr>
      <p:grpSpPr>
        <a:xfrm>
          <a:off x="0" y="0"/>
          <a:ext cx="0" cy="0"/>
          <a:chOff x="0" y="0"/>
          <a:chExt cx="0" cy="0"/>
        </a:xfrm>
      </p:grpSpPr>
      <p:sp>
        <p:nvSpPr>
          <p:cNvPr id="2478" name="Google Shape;2478;p2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79" name="Google Shape;2479;p2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80" name="Google Shape;2480;p2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218</a:t>
            </a:fld>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6"/>
        <p:cNvGrpSpPr/>
        <p:nvPr/>
      </p:nvGrpSpPr>
      <p:grpSpPr>
        <a:xfrm>
          <a:off x="0" y="0"/>
          <a:ext cx="0" cy="0"/>
          <a:chOff x="0" y="0"/>
          <a:chExt cx="0" cy="0"/>
        </a:xfrm>
      </p:grpSpPr>
      <p:sp>
        <p:nvSpPr>
          <p:cNvPr id="2487" name="Google Shape;2487;p2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8" name="Google Shape;2488;p2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a:t>
            </a:r>
            <a:endParaRPr/>
          </a:p>
        </p:txBody>
      </p:sp>
      <p:sp>
        <p:nvSpPr>
          <p:cNvPr id="2489" name="Google Shape;2489;p2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219</a:t>
            </a:fld>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5"/>
        <p:cNvGrpSpPr/>
        <p:nvPr/>
      </p:nvGrpSpPr>
      <p:grpSpPr>
        <a:xfrm>
          <a:off x="0" y="0"/>
          <a:ext cx="0" cy="0"/>
          <a:chOff x="0" y="0"/>
          <a:chExt cx="0" cy="0"/>
        </a:xfrm>
      </p:grpSpPr>
      <p:sp>
        <p:nvSpPr>
          <p:cNvPr id="2496" name="Google Shape;2496;p2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7" name="Google Shape;2497;p2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4.1.3</a:t>
            </a:r>
            <a:endParaRPr/>
          </a:p>
        </p:txBody>
      </p:sp>
      <p:sp>
        <p:nvSpPr>
          <p:cNvPr id="2498" name="Google Shape;2498;p2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220</a:t>
            </a:fld>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4"/>
        <p:cNvGrpSpPr/>
        <p:nvPr/>
      </p:nvGrpSpPr>
      <p:grpSpPr>
        <a:xfrm>
          <a:off x="0" y="0"/>
          <a:ext cx="0" cy="0"/>
          <a:chOff x="0" y="0"/>
          <a:chExt cx="0" cy="0"/>
        </a:xfrm>
      </p:grpSpPr>
      <p:sp>
        <p:nvSpPr>
          <p:cNvPr id="2525" name="Google Shape;2525;p2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6" name="Google Shape;2526;p2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0"/>
        <p:cNvGrpSpPr/>
        <p:nvPr/>
      </p:nvGrpSpPr>
      <p:grpSpPr>
        <a:xfrm>
          <a:off x="0" y="0"/>
          <a:ext cx="0" cy="0"/>
          <a:chOff x="0" y="0"/>
          <a:chExt cx="0" cy="0"/>
        </a:xfrm>
      </p:grpSpPr>
      <p:sp>
        <p:nvSpPr>
          <p:cNvPr id="2531" name="Google Shape;2531;p2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32" name="Google Shape;2532;p2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7"/>
        <p:cNvGrpSpPr/>
        <p:nvPr/>
      </p:nvGrpSpPr>
      <p:grpSpPr>
        <a:xfrm>
          <a:off x="0" y="0"/>
          <a:ext cx="0" cy="0"/>
          <a:chOff x="0" y="0"/>
          <a:chExt cx="0" cy="0"/>
        </a:xfrm>
      </p:grpSpPr>
      <p:sp>
        <p:nvSpPr>
          <p:cNvPr id="2538" name="Google Shape;2538;p2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39" name="Google Shape;2539;p2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4"/>
        <p:cNvGrpSpPr/>
        <p:nvPr/>
      </p:nvGrpSpPr>
      <p:grpSpPr>
        <a:xfrm>
          <a:off x="0" y="0"/>
          <a:ext cx="0" cy="0"/>
          <a:chOff x="0" y="0"/>
          <a:chExt cx="0" cy="0"/>
        </a:xfrm>
      </p:grpSpPr>
      <p:sp>
        <p:nvSpPr>
          <p:cNvPr id="2545" name="Google Shape;2545;p2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46" name="Google Shape;2546;p2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1"/>
        <p:cNvGrpSpPr/>
        <p:nvPr/>
      </p:nvGrpSpPr>
      <p:grpSpPr>
        <a:xfrm>
          <a:off x="0" y="0"/>
          <a:ext cx="0" cy="0"/>
          <a:chOff x="0" y="0"/>
          <a:chExt cx="0" cy="0"/>
        </a:xfrm>
      </p:grpSpPr>
      <p:sp>
        <p:nvSpPr>
          <p:cNvPr id="2552" name="Google Shape;2552;p2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53" name="Google Shape;2553;p2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9"/>
        <p:cNvGrpSpPr/>
        <p:nvPr/>
      </p:nvGrpSpPr>
      <p:grpSpPr>
        <a:xfrm>
          <a:off x="0" y="0"/>
          <a:ext cx="0" cy="0"/>
          <a:chOff x="0" y="0"/>
          <a:chExt cx="0" cy="0"/>
        </a:xfrm>
      </p:grpSpPr>
      <p:sp>
        <p:nvSpPr>
          <p:cNvPr id="2560" name="Google Shape;2560;p2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61" name="Google Shape;2561;p2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6"/>
        <p:cNvGrpSpPr/>
        <p:nvPr/>
      </p:nvGrpSpPr>
      <p:grpSpPr>
        <a:xfrm>
          <a:off x="0" y="0"/>
          <a:ext cx="0" cy="0"/>
          <a:chOff x="0" y="0"/>
          <a:chExt cx="0" cy="0"/>
        </a:xfrm>
      </p:grpSpPr>
      <p:sp>
        <p:nvSpPr>
          <p:cNvPr id="2567" name="Google Shape;2567;p2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68" name="Google Shape;2568;p2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3"/>
        <p:cNvGrpSpPr/>
        <p:nvPr/>
      </p:nvGrpSpPr>
      <p:grpSpPr>
        <a:xfrm>
          <a:off x="0" y="0"/>
          <a:ext cx="0" cy="0"/>
          <a:chOff x="0" y="0"/>
          <a:chExt cx="0" cy="0"/>
        </a:xfrm>
      </p:grpSpPr>
      <p:sp>
        <p:nvSpPr>
          <p:cNvPr id="2574" name="Google Shape;2574;p2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5" name="Google Shape;2575;p2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1"/>
        <p:cNvGrpSpPr/>
        <p:nvPr/>
      </p:nvGrpSpPr>
      <p:grpSpPr>
        <a:xfrm>
          <a:off x="0" y="0"/>
          <a:ext cx="0" cy="0"/>
          <a:chOff x="0" y="0"/>
          <a:chExt cx="0" cy="0"/>
        </a:xfrm>
      </p:grpSpPr>
      <p:sp>
        <p:nvSpPr>
          <p:cNvPr id="2582" name="Google Shape;2582;p2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83" name="Google Shape;2583;p2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8"/>
        <p:cNvGrpSpPr/>
        <p:nvPr/>
      </p:nvGrpSpPr>
      <p:grpSpPr>
        <a:xfrm>
          <a:off x="0" y="0"/>
          <a:ext cx="0" cy="0"/>
          <a:chOff x="0" y="0"/>
          <a:chExt cx="0" cy="0"/>
        </a:xfrm>
      </p:grpSpPr>
      <p:sp>
        <p:nvSpPr>
          <p:cNvPr id="2589" name="Google Shape;2589;p2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90" name="Google Shape;2590;p2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5"/>
        <p:cNvGrpSpPr/>
        <p:nvPr/>
      </p:nvGrpSpPr>
      <p:grpSpPr>
        <a:xfrm>
          <a:off x="0" y="0"/>
          <a:ext cx="0" cy="0"/>
          <a:chOff x="0" y="0"/>
          <a:chExt cx="0" cy="0"/>
        </a:xfrm>
      </p:grpSpPr>
      <p:sp>
        <p:nvSpPr>
          <p:cNvPr id="2596" name="Google Shape;2596;p2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97" name="Google Shape;2597;p2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1"/>
        <p:cNvGrpSpPr/>
        <p:nvPr/>
      </p:nvGrpSpPr>
      <p:grpSpPr>
        <a:xfrm>
          <a:off x="0" y="0"/>
          <a:ext cx="0" cy="0"/>
          <a:chOff x="0" y="0"/>
          <a:chExt cx="0" cy="0"/>
        </a:xfrm>
      </p:grpSpPr>
      <p:sp>
        <p:nvSpPr>
          <p:cNvPr id="2602" name="Google Shape;2602;p2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3" name="Google Shape;2603;p2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2604" name="Google Shape;2604;p2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232</a:t>
            </a:fld>
            <a:endParaRPr/>
          </a:p>
        </p:txBody>
      </p:sp>
    </p:spTree>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61893349"/>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4626030"/>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6"/>
        <p:cNvGrpSpPr/>
        <p:nvPr/>
      </p:nvGrpSpPr>
      <p:grpSpPr>
        <a:xfrm>
          <a:off x="0" y="0"/>
          <a:ext cx="0" cy="0"/>
          <a:chOff x="0" y="0"/>
          <a:chExt cx="0" cy="0"/>
        </a:xfrm>
      </p:grpSpPr>
      <p:sp>
        <p:nvSpPr>
          <p:cNvPr id="2627" name="Google Shape;2627;p2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8" name="Google Shape;2628;p2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2629" name="Google Shape;2629;p2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235</a:t>
            </a:fld>
            <a:endParaRPr/>
          </a:p>
        </p:txBody>
      </p:sp>
    </p:spTree>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5"/>
        <p:cNvGrpSpPr/>
        <p:nvPr/>
      </p:nvGrpSpPr>
      <p:grpSpPr>
        <a:xfrm>
          <a:off x="0" y="0"/>
          <a:ext cx="0" cy="0"/>
          <a:chOff x="0" y="0"/>
          <a:chExt cx="0" cy="0"/>
        </a:xfrm>
      </p:grpSpPr>
      <p:sp>
        <p:nvSpPr>
          <p:cNvPr id="2636" name="Google Shape;2636;p2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7" name="Google Shape;2637;p2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38" name="Google Shape;2638;p24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236</a:t>
            </a:fld>
            <a:endParaRPr/>
          </a:p>
        </p:txBody>
      </p:sp>
    </p:spTree>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3"/>
        <p:cNvGrpSpPr/>
        <p:nvPr/>
      </p:nvGrpSpPr>
      <p:grpSpPr>
        <a:xfrm>
          <a:off x="0" y="0"/>
          <a:ext cx="0" cy="0"/>
          <a:chOff x="0" y="0"/>
          <a:chExt cx="0" cy="0"/>
        </a:xfrm>
      </p:grpSpPr>
      <p:sp>
        <p:nvSpPr>
          <p:cNvPr id="2644" name="Google Shape;2644;p2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5" name="Google Shape;2645;p2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46" name="Google Shape;2646;p2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237</a:t>
            </a:fld>
            <a:endParaRPr/>
          </a:p>
        </p:txBody>
      </p:sp>
    </p:spTree>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2"/>
        <p:cNvGrpSpPr/>
        <p:nvPr/>
      </p:nvGrpSpPr>
      <p:grpSpPr>
        <a:xfrm>
          <a:off x="0" y="0"/>
          <a:ext cx="0" cy="0"/>
          <a:chOff x="0" y="0"/>
          <a:chExt cx="0" cy="0"/>
        </a:xfrm>
      </p:grpSpPr>
      <p:sp>
        <p:nvSpPr>
          <p:cNvPr id="2653" name="Google Shape;2653;p2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54" name="Google Shape;2654;p2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55" name="Google Shape;2655;p24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238</a:t>
            </a:fld>
            <a:endParaRPr/>
          </a:p>
        </p:txBody>
      </p:sp>
    </p:spTree>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1"/>
        <p:cNvGrpSpPr/>
        <p:nvPr/>
      </p:nvGrpSpPr>
      <p:grpSpPr>
        <a:xfrm>
          <a:off x="0" y="0"/>
          <a:ext cx="0" cy="0"/>
          <a:chOff x="0" y="0"/>
          <a:chExt cx="0" cy="0"/>
        </a:xfrm>
      </p:grpSpPr>
      <p:sp>
        <p:nvSpPr>
          <p:cNvPr id="2662" name="Google Shape;2662;p2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3" name="Google Shape;2663;p2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4" name="Google Shape;2664;p24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239</a:t>
            </a:fld>
            <a:endParaRPr/>
          </a:p>
        </p:txBody>
      </p:sp>
    </p:spTree>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0"/>
        <p:cNvGrpSpPr/>
        <p:nvPr/>
      </p:nvGrpSpPr>
      <p:grpSpPr>
        <a:xfrm>
          <a:off x="0" y="0"/>
          <a:ext cx="0" cy="0"/>
          <a:chOff x="0" y="0"/>
          <a:chExt cx="0" cy="0"/>
        </a:xfrm>
      </p:grpSpPr>
      <p:sp>
        <p:nvSpPr>
          <p:cNvPr id="2671" name="Google Shape;2671;p2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2" name="Google Shape;2672;p2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73" name="Google Shape;2673;p25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240</a:t>
            </a:fld>
            <a:endParaRPr/>
          </a:p>
        </p:txBody>
      </p:sp>
    </p:spTree>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9"/>
        <p:cNvGrpSpPr/>
        <p:nvPr/>
      </p:nvGrpSpPr>
      <p:grpSpPr>
        <a:xfrm>
          <a:off x="0" y="0"/>
          <a:ext cx="0" cy="0"/>
          <a:chOff x="0" y="0"/>
          <a:chExt cx="0" cy="0"/>
        </a:xfrm>
      </p:grpSpPr>
      <p:sp>
        <p:nvSpPr>
          <p:cNvPr id="2680" name="Google Shape;2680;p2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1" name="Google Shape;2681;p2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2682" name="Google Shape;2682;p25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241</a:t>
            </a:fld>
            <a:endParaRPr/>
          </a:p>
        </p:txBody>
      </p:sp>
    </p:spTree>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8"/>
        <p:cNvGrpSpPr/>
        <p:nvPr/>
      </p:nvGrpSpPr>
      <p:grpSpPr>
        <a:xfrm>
          <a:off x="0" y="0"/>
          <a:ext cx="0" cy="0"/>
          <a:chOff x="0" y="0"/>
          <a:chExt cx="0" cy="0"/>
        </a:xfrm>
      </p:grpSpPr>
      <p:sp>
        <p:nvSpPr>
          <p:cNvPr id="2689" name="Google Shape;2689;p2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90" name="Google Shape;2690;p2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91" name="Google Shape;2691;p25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242</a:t>
            </a:fld>
            <a:endParaRPr/>
          </a:p>
        </p:txBody>
      </p:sp>
    </p:spTree>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7"/>
        <p:cNvGrpSpPr/>
        <p:nvPr/>
      </p:nvGrpSpPr>
      <p:grpSpPr>
        <a:xfrm>
          <a:off x="0" y="0"/>
          <a:ext cx="0" cy="0"/>
          <a:chOff x="0" y="0"/>
          <a:chExt cx="0" cy="0"/>
        </a:xfrm>
      </p:grpSpPr>
      <p:sp>
        <p:nvSpPr>
          <p:cNvPr id="2698" name="Google Shape;2698;p2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99" name="Google Shape;2699;p2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00" name="Google Shape;2700;p25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243</a:t>
            </a:fld>
            <a:endParaRPr/>
          </a:p>
        </p:txBody>
      </p:sp>
    </p:spTree>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3"/>
        <p:cNvGrpSpPr/>
        <p:nvPr/>
      </p:nvGrpSpPr>
      <p:grpSpPr>
        <a:xfrm>
          <a:off x="0" y="0"/>
          <a:ext cx="0" cy="0"/>
          <a:chOff x="0" y="0"/>
          <a:chExt cx="0" cy="0"/>
        </a:xfrm>
      </p:grpSpPr>
      <p:sp>
        <p:nvSpPr>
          <p:cNvPr id="2704" name="Google Shape;2704;p2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5" name="Google Shape;2705;p2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06" name="Google Shape;2706;p25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244</a:t>
            </a:fld>
            <a:endParaRPr/>
          </a:p>
        </p:txBody>
      </p:sp>
    </p:spTree>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0"/>
        <p:cNvGrpSpPr/>
        <p:nvPr/>
      </p:nvGrpSpPr>
      <p:grpSpPr>
        <a:xfrm>
          <a:off x="0" y="0"/>
          <a:ext cx="0" cy="0"/>
          <a:chOff x="0" y="0"/>
          <a:chExt cx="0" cy="0"/>
        </a:xfrm>
      </p:grpSpPr>
      <p:sp>
        <p:nvSpPr>
          <p:cNvPr id="2711" name="Google Shape;2711;p2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2" name="Google Shape;2712;p2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7"/>
        <p:cNvGrpSpPr/>
        <p:nvPr/>
      </p:nvGrpSpPr>
      <p:grpSpPr>
        <a:xfrm>
          <a:off x="0" y="0"/>
          <a:ext cx="0" cy="0"/>
          <a:chOff x="0" y="0"/>
          <a:chExt cx="0" cy="0"/>
        </a:xfrm>
      </p:grpSpPr>
      <p:sp>
        <p:nvSpPr>
          <p:cNvPr id="2718" name="Google Shape;2718;p2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9" name="Google Shape;2719;p2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6"/>
        <p:cNvGrpSpPr/>
        <p:nvPr/>
      </p:nvGrpSpPr>
      <p:grpSpPr>
        <a:xfrm>
          <a:off x="0" y="0"/>
          <a:ext cx="0" cy="0"/>
          <a:chOff x="0" y="0"/>
          <a:chExt cx="0" cy="0"/>
        </a:xfrm>
      </p:grpSpPr>
      <p:sp>
        <p:nvSpPr>
          <p:cNvPr id="2727" name="Google Shape;2727;p2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8" name="Google Shape;2728;p2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29" name="Google Shape;2729;p25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247</a:t>
            </a:fld>
            <a:endParaRPr/>
          </a:p>
        </p:txBody>
      </p:sp>
    </p:spTree>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7"/>
        <p:cNvGrpSpPr/>
        <p:nvPr/>
      </p:nvGrpSpPr>
      <p:grpSpPr>
        <a:xfrm>
          <a:off x="0" y="0"/>
          <a:ext cx="0" cy="0"/>
          <a:chOff x="0" y="0"/>
          <a:chExt cx="0" cy="0"/>
        </a:xfrm>
      </p:grpSpPr>
      <p:sp>
        <p:nvSpPr>
          <p:cNvPr id="2748" name="Google Shape;2748;p2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49" name="Google Shape;2749;p2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0"/>
        <p:cNvGrpSpPr/>
        <p:nvPr/>
      </p:nvGrpSpPr>
      <p:grpSpPr>
        <a:xfrm>
          <a:off x="0" y="0"/>
          <a:ext cx="0" cy="0"/>
          <a:chOff x="0" y="0"/>
          <a:chExt cx="0" cy="0"/>
        </a:xfrm>
      </p:grpSpPr>
      <p:sp>
        <p:nvSpPr>
          <p:cNvPr id="2761" name="Google Shape;2761;p26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62" name="Google Shape;2762;p2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3"/>
        <p:cNvGrpSpPr/>
        <p:nvPr/>
      </p:nvGrpSpPr>
      <p:grpSpPr>
        <a:xfrm>
          <a:off x="0" y="0"/>
          <a:ext cx="0" cy="0"/>
          <a:chOff x="0" y="0"/>
          <a:chExt cx="0" cy="0"/>
        </a:xfrm>
      </p:grpSpPr>
      <p:sp>
        <p:nvSpPr>
          <p:cNvPr id="2774" name="Google Shape;2774;p26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75" name="Google Shape;2775;p2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3"/>
        <p:cNvGrpSpPr/>
        <p:nvPr/>
      </p:nvGrpSpPr>
      <p:grpSpPr>
        <a:xfrm>
          <a:off x="0" y="0"/>
          <a:ext cx="0" cy="0"/>
          <a:chOff x="0" y="0"/>
          <a:chExt cx="0" cy="0"/>
        </a:xfrm>
      </p:grpSpPr>
      <p:sp>
        <p:nvSpPr>
          <p:cNvPr id="2794" name="Google Shape;2794;p2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95" name="Google Shape;2795;p2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9"/>
        <p:cNvGrpSpPr/>
        <p:nvPr/>
      </p:nvGrpSpPr>
      <p:grpSpPr>
        <a:xfrm>
          <a:off x="0" y="0"/>
          <a:ext cx="0" cy="0"/>
          <a:chOff x="0" y="0"/>
          <a:chExt cx="0" cy="0"/>
        </a:xfrm>
      </p:grpSpPr>
      <p:sp>
        <p:nvSpPr>
          <p:cNvPr id="2800" name="Google Shape;2800;p2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1" name="Google Shape;2801;p26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02" name="Google Shape;2802;p26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252</a:t>
            </a:fld>
            <a:endParaRPr/>
          </a:p>
        </p:txBody>
      </p:sp>
    </p:spTree>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6"/>
        <p:cNvGrpSpPr/>
        <p:nvPr/>
      </p:nvGrpSpPr>
      <p:grpSpPr>
        <a:xfrm>
          <a:off x="0" y="0"/>
          <a:ext cx="0" cy="0"/>
          <a:chOff x="0" y="0"/>
          <a:chExt cx="0" cy="0"/>
        </a:xfrm>
      </p:grpSpPr>
      <p:sp>
        <p:nvSpPr>
          <p:cNvPr id="2807" name="Google Shape;2807;p2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8" name="Google Shape;2808;p26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09" name="Google Shape;2809;p26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253</a:t>
            </a:fld>
            <a:endParaRPr/>
          </a:p>
        </p:txBody>
      </p:sp>
    </p:spTree>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3"/>
        <p:cNvGrpSpPr/>
        <p:nvPr/>
      </p:nvGrpSpPr>
      <p:grpSpPr>
        <a:xfrm>
          <a:off x="0" y="0"/>
          <a:ext cx="0" cy="0"/>
          <a:chOff x="0" y="0"/>
          <a:chExt cx="0" cy="0"/>
        </a:xfrm>
      </p:grpSpPr>
      <p:sp>
        <p:nvSpPr>
          <p:cNvPr id="2814" name="Google Shape;2814;p2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5" name="Google Shape;2815;p27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16" name="Google Shape;2816;p27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254</a:t>
            </a:fld>
            <a:endParaRPr/>
          </a:p>
        </p:txBody>
      </p:sp>
    </p:spTree>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2"/>
        <p:cNvGrpSpPr/>
        <p:nvPr/>
      </p:nvGrpSpPr>
      <p:grpSpPr>
        <a:xfrm>
          <a:off x="0" y="0"/>
          <a:ext cx="0" cy="0"/>
          <a:chOff x="0" y="0"/>
          <a:chExt cx="0" cy="0"/>
        </a:xfrm>
      </p:grpSpPr>
      <p:sp>
        <p:nvSpPr>
          <p:cNvPr id="2823" name="Google Shape;2823;p2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4" name="Google Shape;2824;p27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solidFill>
                <a:srgbClr val="A5A5A5"/>
              </a:solidFill>
            </a:endParaRPr>
          </a:p>
        </p:txBody>
      </p:sp>
      <p:sp>
        <p:nvSpPr>
          <p:cNvPr id="2825" name="Google Shape;2825;p27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255</a:t>
            </a:fld>
            <a:endParaRPr/>
          </a:p>
        </p:txBody>
      </p:sp>
    </p:spTree>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2"/>
        <p:cNvGrpSpPr/>
        <p:nvPr/>
      </p:nvGrpSpPr>
      <p:grpSpPr>
        <a:xfrm>
          <a:off x="0" y="0"/>
          <a:ext cx="0" cy="0"/>
          <a:chOff x="0" y="0"/>
          <a:chExt cx="0" cy="0"/>
        </a:xfrm>
      </p:grpSpPr>
      <p:sp>
        <p:nvSpPr>
          <p:cNvPr id="2863" name="Google Shape;2863;p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64" name="Google Shape;2864;p27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2865" name="Google Shape;2865;p27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256</a:t>
            </a:fld>
            <a:endParaRPr/>
          </a:p>
        </p:txBody>
      </p:sp>
    </p:spTree>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2"/>
        <p:cNvGrpSpPr/>
        <p:nvPr/>
      </p:nvGrpSpPr>
      <p:grpSpPr>
        <a:xfrm>
          <a:off x="0" y="0"/>
          <a:ext cx="0" cy="0"/>
          <a:chOff x="0" y="0"/>
          <a:chExt cx="0" cy="0"/>
        </a:xfrm>
      </p:grpSpPr>
      <p:sp>
        <p:nvSpPr>
          <p:cNvPr id="2903" name="Google Shape;2903;p2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4" name="Google Shape;2904;p27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2905" name="Google Shape;2905;p27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257</a:t>
            </a:fld>
            <a:endParaRPr/>
          </a:p>
        </p:txBody>
      </p:sp>
    </p:spTree>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3"/>
        <p:cNvGrpSpPr/>
        <p:nvPr/>
      </p:nvGrpSpPr>
      <p:grpSpPr>
        <a:xfrm>
          <a:off x="0" y="0"/>
          <a:ext cx="0" cy="0"/>
          <a:chOff x="0" y="0"/>
          <a:chExt cx="0" cy="0"/>
        </a:xfrm>
      </p:grpSpPr>
      <p:sp>
        <p:nvSpPr>
          <p:cNvPr id="2944" name="Google Shape;2944;p2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45" name="Google Shape;2945;p27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2946" name="Google Shape;2946;p27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258</a:t>
            </a:fld>
            <a:endParaRPr/>
          </a:p>
        </p:txBody>
      </p:sp>
    </p:spTree>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4"/>
        <p:cNvGrpSpPr/>
        <p:nvPr/>
      </p:nvGrpSpPr>
      <p:grpSpPr>
        <a:xfrm>
          <a:off x="0" y="0"/>
          <a:ext cx="0" cy="0"/>
          <a:chOff x="0" y="0"/>
          <a:chExt cx="0" cy="0"/>
        </a:xfrm>
      </p:grpSpPr>
      <p:sp>
        <p:nvSpPr>
          <p:cNvPr id="2985" name="Google Shape;2985;p2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6" name="Google Shape;2986;p27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2987" name="Google Shape;2987;p27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259</a:t>
            </a:fld>
            <a:endParaRPr/>
          </a:p>
        </p:txBody>
      </p:sp>
    </p:spTree>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5"/>
        <p:cNvGrpSpPr/>
        <p:nvPr/>
      </p:nvGrpSpPr>
      <p:grpSpPr>
        <a:xfrm>
          <a:off x="0" y="0"/>
          <a:ext cx="0" cy="0"/>
          <a:chOff x="0" y="0"/>
          <a:chExt cx="0" cy="0"/>
        </a:xfrm>
      </p:grpSpPr>
      <p:sp>
        <p:nvSpPr>
          <p:cNvPr id="3026" name="Google Shape;3026;p2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7" name="Google Shape;3027;p27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28" name="Google Shape;3028;p27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260</a:t>
            </a:fld>
            <a:endParaRPr/>
          </a:p>
        </p:txBody>
      </p:sp>
    </p:spTree>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8"/>
        <p:cNvGrpSpPr/>
        <p:nvPr/>
      </p:nvGrpSpPr>
      <p:grpSpPr>
        <a:xfrm>
          <a:off x="0" y="0"/>
          <a:ext cx="0" cy="0"/>
          <a:chOff x="0" y="0"/>
          <a:chExt cx="0" cy="0"/>
        </a:xfrm>
      </p:grpSpPr>
      <p:sp>
        <p:nvSpPr>
          <p:cNvPr id="3069" name="Google Shape;3069;p2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0" name="Google Shape;3070;p27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3071" name="Google Shape;3071;p27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261</a:t>
            </a:fld>
            <a:endParaRPr/>
          </a:p>
        </p:txBody>
      </p:sp>
    </p:spTree>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7"/>
        <p:cNvGrpSpPr/>
        <p:nvPr/>
      </p:nvGrpSpPr>
      <p:grpSpPr>
        <a:xfrm>
          <a:off x="0" y="0"/>
          <a:ext cx="0" cy="0"/>
          <a:chOff x="0" y="0"/>
          <a:chExt cx="0" cy="0"/>
        </a:xfrm>
      </p:grpSpPr>
      <p:sp>
        <p:nvSpPr>
          <p:cNvPr id="3078" name="Google Shape;3078;p2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9" name="Google Shape;3079;p27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3080" name="Google Shape;3080;p27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262</a:t>
            </a:fld>
            <a:endParaRPr/>
          </a:p>
        </p:txBody>
      </p:sp>
    </p:spTree>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2"/>
        <p:cNvGrpSpPr/>
        <p:nvPr/>
      </p:nvGrpSpPr>
      <p:grpSpPr>
        <a:xfrm>
          <a:off x="0" y="0"/>
          <a:ext cx="0" cy="0"/>
          <a:chOff x="0" y="0"/>
          <a:chExt cx="0" cy="0"/>
        </a:xfrm>
      </p:grpSpPr>
      <p:sp>
        <p:nvSpPr>
          <p:cNvPr id="3113" name="Google Shape;3113;p2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14" name="Google Shape;3114;p27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3115" name="Google Shape;3115;p27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263</a:t>
            </a:fld>
            <a:endParaRPr/>
          </a:p>
        </p:txBody>
      </p:sp>
    </p:spTree>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7"/>
        <p:cNvGrpSpPr/>
        <p:nvPr/>
      </p:nvGrpSpPr>
      <p:grpSpPr>
        <a:xfrm>
          <a:off x="0" y="0"/>
          <a:ext cx="0" cy="0"/>
          <a:chOff x="0" y="0"/>
          <a:chExt cx="0" cy="0"/>
        </a:xfrm>
      </p:grpSpPr>
      <p:sp>
        <p:nvSpPr>
          <p:cNvPr id="3148" name="Google Shape;3148;p2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49" name="Google Shape;3149;p28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3150" name="Google Shape;3150;p28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264</a:t>
            </a:fld>
            <a:endParaRPr/>
          </a:p>
        </p:txBody>
      </p:sp>
    </p:spTree>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2"/>
        <p:cNvGrpSpPr/>
        <p:nvPr/>
      </p:nvGrpSpPr>
      <p:grpSpPr>
        <a:xfrm>
          <a:off x="0" y="0"/>
          <a:ext cx="0" cy="0"/>
          <a:chOff x="0" y="0"/>
          <a:chExt cx="0" cy="0"/>
        </a:xfrm>
      </p:grpSpPr>
      <p:sp>
        <p:nvSpPr>
          <p:cNvPr id="3183" name="Google Shape;3183;p2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4" name="Google Shape;3184;p28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3185" name="Google Shape;3185;p28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265</a:t>
            </a:fld>
            <a:endParaRPr/>
          </a:p>
        </p:txBody>
      </p:sp>
    </p:spTree>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7"/>
        <p:cNvGrpSpPr/>
        <p:nvPr/>
      </p:nvGrpSpPr>
      <p:grpSpPr>
        <a:xfrm>
          <a:off x="0" y="0"/>
          <a:ext cx="0" cy="0"/>
          <a:chOff x="0" y="0"/>
          <a:chExt cx="0" cy="0"/>
        </a:xfrm>
      </p:grpSpPr>
      <p:sp>
        <p:nvSpPr>
          <p:cNvPr id="3218" name="Google Shape;3218;p2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19" name="Google Shape;3219;p28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3220" name="Google Shape;3220;p28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266</a:t>
            </a:fld>
            <a:endParaRPr/>
          </a:p>
        </p:txBody>
      </p:sp>
    </p:spTree>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2"/>
        <p:cNvGrpSpPr/>
        <p:nvPr/>
      </p:nvGrpSpPr>
      <p:grpSpPr>
        <a:xfrm>
          <a:off x="0" y="0"/>
          <a:ext cx="0" cy="0"/>
          <a:chOff x="0" y="0"/>
          <a:chExt cx="0" cy="0"/>
        </a:xfrm>
      </p:grpSpPr>
      <p:sp>
        <p:nvSpPr>
          <p:cNvPr id="3253" name="Google Shape;3253;p2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54" name="Google Shape;3254;p28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3255" name="Google Shape;3255;p28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267</a:t>
            </a:fld>
            <a:endParaRPr/>
          </a:p>
        </p:txBody>
      </p:sp>
    </p:spTree>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7"/>
        <p:cNvGrpSpPr/>
        <p:nvPr/>
      </p:nvGrpSpPr>
      <p:grpSpPr>
        <a:xfrm>
          <a:off x="0" y="0"/>
          <a:ext cx="0" cy="0"/>
          <a:chOff x="0" y="0"/>
          <a:chExt cx="0" cy="0"/>
        </a:xfrm>
      </p:grpSpPr>
      <p:sp>
        <p:nvSpPr>
          <p:cNvPr id="3288" name="Google Shape;3288;p2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89" name="Google Shape;3289;p28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3290" name="Google Shape;3290;p28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268</a:t>
            </a:fld>
            <a:endParaRPr/>
          </a:p>
        </p:txBody>
      </p:sp>
    </p:spTree>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2"/>
        <p:cNvGrpSpPr/>
        <p:nvPr/>
      </p:nvGrpSpPr>
      <p:grpSpPr>
        <a:xfrm>
          <a:off x="0" y="0"/>
          <a:ext cx="0" cy="0"/>
          <a:chOff x="0" y="0"/>
          <a:chExt cx="0" cy="0"/>
        </a:xfrm>
      </p:grpSpPr>
      <p:sp>
        <p:nvSpPr>
          <p:cNvPr id="3323" name="Google Shape;3323;p2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24" name="Google Shape;3324;p28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3325" name="Google Shape;3325;p28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269</a:t>
            </a:fld>
            <a:endParaRPr/>
          </a:p>
        </p:txBody>
      </p:sp>
    </p:spTree>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9"/>
        <p:cNvGrpSpPr/>
        <p:nvPr/>
      </p:nvGrpSpPr>
      <p:grpSpPr>
        <a:xfrm>
          <a:off x="0" y="0"/>
          <a:ext cx="0" cy="0"/>
          <a:chOff x="0" y="0"/>
          <a:chExt cx="0" cy="0"/>
        </a:xfrm>
      </p:grpSpPr>
      <p:sp>
        <p:nvSpPr>
          <p:cNvPr id="3360" name="Google Shape;3360;p2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61" name="Google Shape;3361;p28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3362" name="Google Shape;3362;p28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270</a:t>
            </a:fld>
            <a:endParaRPr/>
          </a:p>
        </p:txBody>
      </p:sp>
    </p:spTree>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6"/>
        <p:cNvGrpSpPr/>
        <p:nvPr/>
      </p:nvGrpSpPr>
      <p:grpSpPr>
        <a:xfrm>
          <a:off x="0" y="0"/>
          <a:ext cx="0" cy="0"/>
          <a:chOff x="0" y="0"/>
          <a:chExt cx="0" cy="0"/>
        </a:xfrm>
      </p:grpSpPr>
      <p:sp>
        <p:nvSpPr>
          <p:cNvPr id="3367" name="Google Shape;3367;p2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68" name="Google Shape;3368;p2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3369" name="Google Shape;3369;p28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271</a:t>
            </a:fld>
            <a:endParaRPr/>
          </a:p>
        </p:txBody>
      </p:sp>
    </p:spTree>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5"/>
        <p:cNvGrpSpPr/>
        <p:nvPr/>
      </p:nvGrpSpPr>
      <p:grpSpPr>
        <a:xfrm>
          <a:off x="0" y="0"/>
          <a:ext cx="0" cy="0"/>
          <a:chOff x="0" y="0"/>
          <a:chExt cx="0" cy="0"/>
        </a:xfrm>
      </p:grpSpPr>
      <p:sp>
        <p:nvSpPr>
          <p:cNvPr id="3406" name="Google Shape;3406;p2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07" name="Google Shape;3407;p28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3408" name="Google Shape;3408;p28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272</a:t>
            </a:fld>
            <a:endParaRPr/>
          </a:p>
        </p:txBody>
      </p:sp>
    </p:spTree>
  </p:cSld>
  <p:clrMapOvr>
    <a:masterClrMapping/>
  </p:clrMapOvr>
</p:notes>
</file>

<file path=ppt/notesSlides/notesSlide2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4"/>
        <p:cNvGrpSpPr/>
        <p:nvPr/>
      </p:nvGrpSpPr>
      <p:grpSpPr>
        <a:xfrm>
          <a:off x="0" y="0"/>
          <a:ext cx="0" cy="0"/>
          <a:chOff x="0" y="0"/>
          <a:chExt cx="0" cy="0"/>
        </a:xfrm>
      </p:grpSpPr>
      <p:sp>
        <p:nvSpPr>
          <p:cNvPr id="3445" name="Google Shape;3445;p2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46" name="Google Shape;3446;p28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3447" name="Google Shape;3447;p28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273</a:t>
            </a:fld>
            <a:endParaRPr/>
          </a:p>
        </p:txBody>
      </p:sp>
    </p:spTree>
  </p:cSld>
  <p:clrMapOvr>
    <a:masterClrMapping/>
  </p:clrMapOvr>
</p:notes>
</file>

<file path=ppt/notesSlides/notesSlide2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4"/>
        <p:cNvGrpSpPr/>
        <p:nvPr/>
      </p:nvGrpSpPr>
      <p:grpSpPr>
        <a:xfrm>
          <a:off x="0" y="0"/>
          <a:ext cx="0" cy="0"/>
          <a:chOff x="0" y="0"/>
          <a:chExt cx="0" cy="0"/>
        </a:xfrm>
      </p:grpSpPr>
      <p:sp>
        <p:nvSpPr>
          <p:cNvPr id="3455" name="Google Shape;3455;p2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6" name="Google Shape;3456;p29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3457" name="Google Shape;3457;p29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274</a:t>
            </a:fld>
            <a:endParaRPr/>
          </a:p>
        </p:txBody>
      </p:sp>
    </p:spTree>
  </p:cSld>
  <p:clrMapOvr>
    <a:masterClrMapping/>
  </p:clrMapOvr>
</p:notes>
</file>

<file path=ppt/notesSlides/notesSlide2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1"/>
        <p:cNvGrpSpPr/>
        <p:nvPr/>
      </p:nvGrpSpPr>
      <p:grpSpPr>
        <a:xfrm>
          <a:off x="0" y="0"/>
          <a:ext cx="0" cy="0"/>
          <a:chOff x="0" y="0"/>
          <a:chExt cx="0" cy="0"/>
        </a:xfrm>
      </p:grpSpPr>
      <p:sp>
        <p:nvSpPr>
          <p:cNvPr id="3492" name="Google Shape;3492;p2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93" name="Google Shape;3493;p29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3494" name="Google Shape;3494;p29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275</a:t>
            </a:fld>
            <a:endParaRPr/>
          </a:p>
        </p:txBody>
      </p:sp>
    </p:spTree>
  </p:cSld>
  <p:clrMapOvr>
    <a:masterClrMapping/>
  </p:clrMapOvr>
</p:notes>
</file>

<file path=ppt/notesSlides/notesSlide2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8"/>
        <p:cNvGrpSpPr/>
        <p:nvPr/>
      </p:nvGrpSpPr>
      <p:grpSpPr>
        <a:xfrm>
          <a:off x="0" y="0"/>
          <a:ext cx="0" cy="0"/>
          <a:chOff x="0" y="0"/>
          <a:chExt cx="0" cy="0"/>
        </a:xfrm>
      </p:grpSpPr>
      <p:sp>
        <p:nvSpPr>
          <p:cNvPr id="3529" name="Google Shape;3529;p2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0" name="Google Shape;3530;p29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3531" name="Google Shape;3531;p29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276</a:t>
            </a:fld>
            <a:endParaRPr/>
          </a:p>
        </p:txBody>
      </p:sp>
    </p:spTree>
  </p:cSld>
  <p:clrMapOvr>
    <a:masterClrMapping/>
  </p:clrMapOvr>
</p:notes>
</file>

<file path=ppt/notesSlides/notesSlide2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5"/>
        <p:cNvGrpSpPr/>
        <p:nvPr/>
      </p:nvGrpSpPr>
      <p:grpSpPr>
        <a:xfrm>
          <a:off x="0" y="0"/>
          <a:ext cx="0" cy="0"/>
          <a:chOff x="0" y="0"/>
          <a:chExt cx="0" cy="0"/>
        </a:xfrm>
      </p:grpSpPr>
      <p:sp>
        <p:nvSpPr>
          <p:cNvPr id="3566" name="Google Shape;3566;p2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67" name="Google Shape;3567;p29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3568" name="Google Shape;3568;p29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277</a:t>
            </a:fld>
            <a:endParaRPr/>
          </a:p>
        </p:txBody>
      </p:sp>
    </p:spTree>
  </p:cSld>
  <p:clrMapOvr>
    <a:masterClrMapping/>
  </p:clrMapOvr>
</p:notes>
</file>

<file path=ppt/notesSlides/notesSlide2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4"/>
        <p:cNvGrpSpPr/>
        <p:nvPr/>
      </p:nvGrpSpPr>
      <p:grpSpPr>
        <a:xfrm>
          <a:off x="0" y="0"/>
          <a:ext cx="0" cy="0"/>
          <a:chOff x="0" y="0"/>
          <a:chExt cx="0" cy="0"/>
        </a:xfrm>
      </p:grpSpPr>
      <p:sp>
        <p:nvSpPr>
          <p:cNvPr id="3605" name="Google Shape;3605;p2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06" name="Google Shape;3606;p29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3607" name="Google Shape;3607;p29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278</a:t>
            </a:fld>
            <a:endParaRPr/>
          </a:p>
        </p:txBody>
      </p:sp>
    </p:spTree>
  </p:cSld>
  <p:clrMapOvr>
    <a:masterClrMapping/>
  </p:clrMapOvr>
</p:notes>
</file>

<file path=ppt/notesSlides/notesSlide2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3"/>
        <p:cNvGrpSpPr/>
        <p:nvPr/>
      </p:nvGrpSpPr>
      <p:grpSpPr>
        <a:xfrm>
          <a:off x="0" y="0"/>
          <a:ext cx="0" cy="0"/>
          <a:chOff x="0" y="0"/>
          <a:chExt cx="0" cy="0"/>
        </a:xfrm>
      </p:grpSpPr>
      <p:sp>
        <p:nvSpPr>
          <p:cNvPr id="3644" name="Google Shape;3644;p2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45" name="Google Shape;3645;p29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3646" name="Google Shape;3646;p29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279</a:t>
            </a:fld>
            <a:endParaRPr/>
          </a:p>
        </p:txBody>
      </p:sp>
    </p:spTree>
  </p:cSld>
  <p:clrMapOvr>
    <a:masterClrMapping/>
  </p:clrMapOvr>
</p:notes>
</file>

<file path=ppt/notesSlides/notesSlide2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0"/>
        <p:cNvGrpSpPr/>
        <p:nvPr/>
      </p:nvGrpSpPr>
      <p:grpSpPr>
        <a:xfrm>
          <a:off x="0" y="0"/>
          <a:ext cx="0" cy="0"/>
          <a:chOff x="0" y="0"/>
          <a:chExt cx="0" cy="0"/>
        </a:xfrm>
      </p:grpSpPr>
      <p:sp>
        <p:nvSpPr>
          <p:cNvPr id="3681" name="Google Shape;3681;p2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82" name="Google Shape;3682;p29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3683" name="Google Shape;3683;p29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280</a:t>
            </a:fld>
            <a:endParaRPr/>
          </a:p>
        </p:txBody>
      </p:sp>
    </p:spTree>
  </p:cSld>
  <p:clrMapOvr>
    <a:masterClrMapping/>
  </p:clrMapOvr>
</p:notes>
</file>

<file path=ppt/notesSlides/notesSlide2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7"/>
        <p:cNvGrpSpPr/>
        <p:nvPr/>
      </p:nvGrpSpPr>
      <p:grpSpPr>
        <a:xfrm>
          <a:off x="0" y="0"/>
          <a:ext cx="0" cy="0"/>
          <a:chOff x="0" y="0"/>
          <a:chExt cx="0" cy="0"/>
        </a:xfrm>
      </p:grpSpPr>
      <p:sp>
        <p:nvSpPr>
          <p:cNvPr id="3718" name="Google Shape;3718;p2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19" name="Google Shape;3719;p29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3720" name="Google Shape;3720;p29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281</a:t>
            </a:fld>
            <a:endParaRPr/>
          </a:p>
        </p:txBody>
      </p:sp>
    </p:spTree>
  </p:cSld>
  <p:clrMapOvr>
    <a:masterClrMapping/>
  </p:clrMapOvr>
</p:notes>
</file>

<file path=ppt/notesSlides/notesSlide2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4"/>
        <p:cNvGrpSpPr/>
        <p:nvPr/>
      </p:nvGrpSpPr>
      <p:grpSpPr>
        <a:xfrm>
          <a:off x="0" y="0"/>
          <a:ext cx="0" cy="0"/>
          <a:chOff x="0" y="0"/>
          <a:chExt cx="0" cy="0"/>
        </a:xfrm>
      </p:grpSpPr>
      <p:sp>
        <p:nvSpPr>
          <p:cNvPr id="3755" name="Google Shape;3755;p2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56" name="Google Shape;3756;p29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3757" name="Google Shape;3757;p29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282</a:t>
            </a:fld>
            <a:endParaRPr/>
          </a:p>
        </p:txBody>
      </p:sp>
    </p:spTree>
  </p:cSld>
  <p:clrMapOvr>
    <a:masterClrMapping/>
  </p:clrMapOvr>
</p:notes>
</file>

<file path=ppt/notesSlides/notesSlide2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3"/>
        <p:cNvGrpSpPr/>
        <p:nvPr/>
      </p:nvGrpSpPr>
      <p:grpSpPr>
        <a:xfrm>
          <a:off x="0" y="0"/>
          <a:ext cx="0" cy="0"/>
          <a:chOff x="0" y="0"/>
          <a:chExt cx="0" cy="0"/>
        </a:xfrm>
      </p:grpSpPr>
      <p:sp>
        <p:nvSpPr>
          <p:cNvPr id="3794" name="Google Shape;3794;p2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95" name="Google Shape;3795;p29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3796" name="Google Shape;3796;p29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283</a:t>
            </a:fld>
            <a:endParaRPr/>
          </a:p>
        </p:txBody>
      </p:sp>
    </p:spTree>
  </p:cSld>
  <p:clrMapOvr>
    <a:masterClrMapping/>
  </p:clrMapOvr>
</p:notes>
</file>

<file path=ppt/notesSlides/notesSlide2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3"/>
        <p:cNvGrpSpPr/>
        <p:nvPr/>
      </p:nvGrpSpPr>
      <p:grpSpPr>
        <a:xfrm>
          <a:off x="0" y="0"/>
          <a:ext cx="0" cy="0"/>
          <a:chOff x="0" y="0"/>
          <a:chExt cx="0" cy="0"/>
        </a:xfrm>
      </p:grpSpPr>
      <p:sp>
        <p:nvSpPr>
          <p:cNvPr id="3804" name="Google Shape;3804;p3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05" name="Google Shape;3805;p30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3806" name="Google Shape;3806;p30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284</a:t>
            </a:fld>
            <a:endParaRPr/>
          </a:p>
        </p:txBody>
      </p:sp>
    </p:spTree>
  </p:cSld>
  <p:clrMapOvr>
    <a:masterClrMapping/>
  </p:clrMapOvr>
</p:notes>
</file>

<file path=ppt/notesSlides/notesSlide2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0"/>
        <p:cNvGrpSpPr/>
        <p:nvPr/>
      </p:nvGrpSpPr>
      <p:grpSpPr>
        <a:xfrm>
          <a:off x="0" y="0"/>
          <a:ext cx="0" cy="0"/>
          <a:chOff x="0" y="0"/>
          <a:chExt cx="0" cy="0"/>
        </a:xfrm>
      </p:grpSpPr>
      <p:sp>
        <p:nvSpPr>
          <p:cNvPr id="3841" name="Google Shape;3841;p3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42" name="Google Shape;3842;p30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3843" name="Google Shape;3843;p30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285</a:t>
            </a:fld>
            <a:endParaRPr/>
          </a:p>
        </p:txBody>
      </p:sp>
    </p:spTree>
  </p:cSld>
  <p:clrMapOvr>
    <a:masterClrMapping/>
  </p:clrMapOvr>
</p:notes>
</file>

<file path=ppt/notesSlides/notesSlide2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7"/>
        <p:cNvGrpSpPr/>
        <p:nvPr/>
      </p:nvGrpSpPr>
      <p:grpSpPr>
        <a:xfrm>
          <a:off x="0" y="0"/>
          <a:ext cx="0" cy="0"/>
          <a:chOff x="0" y="0"/>
          <a:chExt cx="0" cy="0"/>
        </a:xfrm>
      </p:grpSpPr>
      <p:sp>
        <p:nvSpPr>
          <p:cNvPr id="3878" name="Google Shape;3878;p3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79" name="Google Shape;3879;p30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3880" name="Google Shape;3880;p30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286</a:t>
            </a:fld>
            <a:endParaRPr/>
          </a:p>
        </p:txBody>
      </p:sp>
    </p:spTree>
  </p:cSld>
  <p:clrMapOvr>
    <a:masterClrMapping/>
  </p:clrMapOvr>
</p:notes>
</file>

<file path=ppt/notesSlides/notesSlide2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6"/>
        <p:cNvGrpSpPr/>
        <p:nvPr/>
      </p:nvGrpSpPr>
      <p:grpSpPr>
        <a:xfrm>
          <a:off x="0" y="0"/>
          <a:ext cx="0" cy="0"/>
          <a:chOff x="0" y="0"/>
          <a:chExt cx="0" cy="0"/>
        </a:xfrm>
      </p:grpSpPr>
      <p:sp>
        <p:nvSpPr>
          <p:cNvPr id="3917" name="Google Shape;3917;p3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18" name="Google Shape;3918;p30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3919" name="Google Shape;3919;p30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287</a:t>
            </a:fld>
            <a:endParaRPr/>
          </a:p>
        </p:txBody>
      </p:sp>
    </p:spTree>
  </p:cSld>
  <p:clrMapOvr>
    <a:masterClrMapping/>
  </p:clrMapOvr>
</p:notes>
</file>

<file path=ppt/notesSlides/notesSlide2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5"/>
        <p:cNvGrpSpPr/>
        <p:nvPr/>
      </p:nvGrpSpPr>
      <p:grpSpPr>
        <a:xfrm>
          <a:off x="0" y="0"/>
          <a:ext cx="0" cy="0"/>
          <a:chOff x="0" y="0"/>
          <a:chExt cx="0" cy="0"/>
        </a:xfrm>
      </p:grpSpPr>
      <p:sp>
        <p:nvSpPr>
          <p:cNvPr id="3956" name="Google Shape;3956;p3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57" name="Google Shape;3957;p30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3958" name="Google Shape;3958;p30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288</a:t>
            </a:fld>
            <a:endParaRPr/>
          </a:p>
        </p:txBody>
      </p:sp>
    </p:spTree>
  </p:cSld>
  <p:clrMapOvr>
    <a:masterClrMapping/>
  </p:clrMapOvr>
</p:notes>
</file>

<file path=ppt/notesSlides/notesSlide2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4"/>
        <p:cNvGrpSpPr/>
        <p:nvPr/>
      </p:nvGrpSpPr>
      <p:grpSpPr>
        <a:xfrm>
          <a:off x="0" y="0"/>
          <a:ext cx="0" cy="0"/>
          <a:chOff x="0" y="0"/>
          <a:chExt cx="0" cy="0"/>
        </a:xfrm>
      </p:grpSpPr>
      <p:sp>
        <p:nvSpPr>
          <p:cNvPr id="3995" name="Google Shape;3995;p3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96" name="Google Shape;3996;p30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3997" name="Google Shape;3997;p30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289</a:t>
            </a:fld>
            <a:endParaRPr/>
          </a:p>
        </p:txBody>
      </p:sp>
    </p:spTree>
  </p:cSld>
  <p:clrMapOvr>
    <a:masterClrMapping/>
  </p:clrMapOvr>
</p:notes>
</file>

<file path=ppt/notesSlides/notesSlide2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3"/>
        <p:cNvGrpSpPr/>
        <p:nvPr/>
      </p:nvGrpSpPr>
      <p:grpSpPr>
        <a:xfrm>
          <a:off x="0" y="0"/>
          <a:ext cx="0" cy="0"/>
          <a:chOff x="0" y="0"/>
          <a:chExt cx="0" cy="0"/>
        </a:xfrm>
      </p:grpSpPr>
      <p:sp>
        <p:nvSpPr>
          <p:cNvPr id="4034" name="Google Shape;4034;p3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35" name="Google Shape;4035;p30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4036" name="Google Shape;4036;p30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290</a:t>
            </a:fld>
            <a:endParaRPr/>
          </a:p>
        </p:txBody>
      </p:sp>
    </p:spTree>
  </p:cSld>
  <p:clrMapOvr>
    <a:masterClrMapping/>
  </p:clrMapOvr>
</p:notes>
</file>

<file path=ppt/notesSlides/notesSlide2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4"/>
        <p:cNvGrpSpPr/>
        <p:nvPr/>
      </p:nvGrpSpPr>
      <p:grpSpPr>
        <a:xfrm>
          <a:off x="0" y="0"/>
          <a:ext cx="0" cy="0"/>
          <a:chOff x="0" y="0"/>
          <a:chExt cx="0" cy="0"/>
        </a:xfrm>
      </p:grpSpPr>
      <p:sp>
        <p:nvSpPr>
          <p:cNvPr id="4075" name="Google Shape;4075;p3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76" name="Google Shape;4076;p30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4077" name="Google Shape;4077;p30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291</a:t>
            </a:fld>
            <a:endParaRPr/>
          </a:p>
        </p:txBody>
      </p:sp>
    </p:spTree>
  </p:cSld>
  <p:clrMapOvr>
    <a:masterClrMapping/>
  </p:clrMapOvr>
</p:notes>
</file>

<file path=ppt/notesSlides/notesSlide2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4"/>
        <p:cNvGrpSpPr/>
        <p:nvPr/>
      </p:nvGrpSpPr>
      <p:grpSpPr>
        <a:xfrm>
          <a:off x="0" y="0"/>
          <a:ext cx="0" cy="0"/>
          <a:chOff x="0" y="0"/>
          <a:chExt cx="0" cy="0"/>
        </a:xfrm>
      </p:grpSpPr>
      <p:sp>
        <p:nvSpPr>
          <p:cNvPr id="4085" name="Google Shape;4085;p3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86" name="Google Shape;4086;p30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4087" name="Google Shape;4087;p30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292</a:t>
            </a:fld>
            <a:endParaRPr/>
          </a:p>
        </p:txBody>
      </p:sp>
    </p:spTree>
  </p:cSld>
  <p:clrMapOvr>
    <a:masterClrMapping/>
  </p:clrMapOvr>
</p:notes>
</file>

<file path=ppt/notesSlides/notesSlide2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3"/>
        <p:cNvGrpSpPr/>
        <p:nvPr/>
      </p:nvGrpSpPr>
      <p:grpSpPr>
        <a:xfrm>
          <a:off x="0" y="0"/>
          <a:ext cx="0" cy="0"/>
          <a:chOff x="0" y="0"/>
          <a:chExt cx="0" cy="0"/>
        </a:xfrm>
      </p:grpSpPr>
      <p:sp>
        <p:nvSpPr>
          <p:cNvPr id="4124" name="Google Shape;4124;p3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25" name="Google Shape;4125;p30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4126" name="Google Shape;4126;p30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293</a:t>
            </a:fld>
            <a:endParaRPr/>
          </a:p>
        </p:txBody>
      </p:sp>
    </p:spTree>
  </p:cSld>
  <p:clrMapOvr>
    <a:masterClrMapping/>
  </p:clrMapOvr>
</p:notes>
</file>

<file path=ppt/notesSlides/notesSlide2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2"/>
        <p:cNvGrpSpPr/>
        <p:nvPr/>
      </p:nvGrpSpPr>
      <p:grpSpPr>
        <a:xfrm>
          <a:off x="0" y="0"/>
          <a:ext cx="0" cy="0"/>
          <a:chOff x="0" y="0"/>
          <a:chExt cx="0" cy="0"/>
        </a:xfrm>
      </p:grpSpPr>
      <p:sp>
        <p:nvSpPr>
          <p:cNvPr id="4163" name="Google Shape;4163;p3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4" name="Google Shape;4164;p3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4165" name="Google Shape;4165;p3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294</a:t>
            </a:fld>
            <a:endParaRPr/>
          </a:p>
        </p:txBody>
      </p:sp>
    </p:spTree>
  </p:cSld>
  <p:clrMapOvr>
    <a:masterClrMapping/>
  </p:clrMapOvr>
</p:notes>
</file>

<file path=ppt/notesSlides/notesSlide2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1"/>
        <p:cNvGrpSpPr/>
        <p:nvPr/>
      </p:nvGrpSpPr>
      <p:grpSpPr>
        <a:xfrm>
          <a:off x="0" y="0"/>
          <a:ext cx="0" cy="0"/>
          <a:chOff x="0" y="0"/>
          <a:chExt cx="0" cy="0"/>
        </a:xfrm>
      </p:grpSpPr>
      <p:sp>
        <p:nvSpPr>
          <p:cNvPr id="4202" name="Google Shape;4202;p3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03" name="Google Shape;4203;p3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4204" name="Google Shape;4204;p3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295</a:t>
            </a:fld>
            <a:endParaRPr/>
          </a:p>
        </p:txBody>
      </p:sp>
    </p:spTree>
  </p:cSld>
  <p:clrMapOvr>
    <a:masterClrMapping/>
  </p:clrMapOvr>
</p:notes>
</file>

<file path=ppt/notesSlides/notesSlide2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0"/>
        <p:cNvGrpSpPr/>
        <p:nvPr/>
      </p:nvGrpSpPr>
      <p:grpSpPr>
        <a:xfrm>
          <a:off x="0" y="0"/>
          <a:ext cx="0" cy="0"/>
          <a:chOff x="0" y="0"/>
          <a:chExt cx="0" cy="0"/>
        </a:xfrm>
      </p:grpSpPr>
      <p:sp>
        <p:nvSpPr>
          <p:cNvPr id="4241" name="Google Shape;4241;p3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42" name="Google Shape;4242;p3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4243" name="Google Shape;4243;p3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296</a:t>
            </a:fld>
            <a:endParaRPr/>
          </a:p>
        </p:txBody>
      </p:sp>
    </p:spTree>
  </p:cSld>
  <p:clrMapOvr>
    <a:masterClrMapping/>
  </p:clrMapOvr>
</p:notes>
</file>

<file path=ppt/notesSlides/notesSlide2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9"/>
        <p:cNvGrpSpPr/>
        <p:nvPr/>
      </p:nvGrpSpPr>
      <p:grpSpPr>
        <a:xfrm>
          <a:off x="0" y="0"/>
          <a:ext cx="0" cy="0"/>
          <a:chOff x="0" y="0"/>
          <a:chExt cx="0" cy="0"/>
        </a:xfrm>
      </p:grpSpPr>
      <p:sp>
        <p:nvSpPr>
          <p:cNvPr id="4280" name="Google Shape;4280;p3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81" name="Google Shape;4281;p3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4282" name="Google Shape;4282;p3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297</a:t>
            </a:fld>
            <a:endParaRPr/>
          </a:p>
        </p:txBody>
      </p:sp>
    </p:spTree>
  </p:cSld>
  <p:clrMapOvr>
    <a:masterClrMapping/>
  </p:clrMapOvr>
</p:notes>
</file>

<file path=ppt/notesSlides/notesSlide2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8"/>
        <p:cNvGrpSpPr/>
        <p:nvPr/>
      </p:nvGrpSpPr>
      <p:grpSpPr>
        <a:xfrm>
          <a:off x="0" y="0"/>
          <a:ext cx="0" cy="0"/>
          <a:chOff x="0" y="0"/>
          <a:chExt cx="0" cy="0"/>
        </a:xfrm>
      </p:grpSpPr>
      <p:sp>
        <p:nvSpPr>
          <p:cNvPr id="4319" name="Google Shape;4319;p3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20" name="Google Shape;4320;p3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4321" name="Google Shape;4321;p3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298</a:t>
            </a:fld>
            <a:endParaRPr/>
          </a:p>
        </p:txBody>
      </p:sp>
    </p:spTree>
  </p:cSld>
  <p:clrMapOvr>
    <a:masterClrMapping/>
  </p:clrMapOvr>
</p:notes>
</file>

<file path=ppt/notesSlides/notesSlide2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7"/>
        <p:cNvGrpSpPr/>
        <p:nvPr/>
      </p:nvGrpSpPr>
      <p:grpSpPr>
        <a:xfrm>
          <a:off x="0" y="0"/>
          <a:ext cx="0" cy="0"/>
          <a:chOff x="0" y="0"/>
          <a:chExt cx="0" cy="0"/>
        </a:xfrm>
      </p:grpSpPr>
      <p:sp>
        <p:nvSpPr>
          <p:cNvPr id="4358" name="Google Shape;4358;p3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59" name="Google Shape;4359;p3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4360" name="Google Shape;4360;p3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299</a:t>
            </a:fld>
            <a:endParaRPr/>
          </a:p>
        </p:txBody>
      </p:sp>
    </p:spTree>
  </p:cSld>
  <p:clrMapOvr>
    <a:masterClrMapping/>
  </p:clrMapOvr>
</p:notes>
</file>

<file path=ppt/notesSlides/notesSlide3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6"/>
        <p:cNvGrpSpPr/>
        <p:nvPr/>
      </p:nvGrpSpPr>
      <p:grpSpPr>
        <a:xfrm>
          <a:off x="0" y="0"/>
          <a:ext cx="0" cy="0"/>
          <a:chOff x="0" y="0"/>
          <a:chExt cx="0" cy="0"/>
        </a:xfrm>
      </p:grpSpPr>
      <p:sp>
        <p:nvSpPr>
          <p:cNvPr id="4397" name="Google Shape;4397;p3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98" name="Google Shape;4398;p3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4399" name="Google Shape;4399;p3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300</a:t>
            </a:fld>
            <a:endParaRPr/>
          </a:p>
        </p:txBody>
      </p:sp>
    </p:spTree>
  </p:cSld>
  <p:clrMapOvr>
    <a:masterClrMapping/>
  </p:clrMapOvr>
</p:notes>
</file>

<file path=ppt/notesSlides/notesSlide3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5"/>
        <p:cNvGrpSpPr/>
        <p:nvPr/>
      </p:nvGrpSpPr>
      <p:grpSpPr>
        <a:xfrm>
          <a:off x="0" y="0"/>
          <a:ext cx="0" cy="0"/>
          <a:chOff x="0" y="0"/>
          <a:chExt cx="0" cy="0"/>
        </a:xfrm>
      </p:grpSpPr>
      <p:sp>
        <p:nvSpPr>
          <p:cNvPr id="4436" name="Google Shape;4436;p3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7" name="Google Shape;4437;p3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4438" name="Google Shape;4438;p3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301</a:t>
            </a:fld>
            <a:endParaRPr/>
          </a:p>
        </p:txBody>
      </p:sp>
    </p:spTree>
  </p:cSld>
  <p:clrMapOvr>
    <a:masterClrMapping/>
  </p:clrMapOvr>
</p:notes>
</file>

<file path=ppt/notesSlides/notesSlide3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6"/>
        <p:cNvGrpSpPr/>
        <p:nvPr/>
      </p:nvGrpSpPr>
      <p:grpSpPr>
        <a:xfrm>
          <a:off x="0" y="0"/>
          <a:ext cx="0" cy="0"/>
          <a:chOff x="0" y="0"/>
          <a:chExt cx="0" cy="0"/>
        </a:xfrm>
      </p:grpSpPr>
      <p:sp>
        <p:nvSpPr>
          <p:cNvPr id="4477" name="Google Shape;4477;p3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78" name="Google Shape;4478;p3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4479" name="Google Shape;4479;p3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302</a:t>
            </a:fld>
            <a:endParaRPr/>
          </a:p>
        </p:txBody>
      </p:sp>
    </p:spTree>
  </p:cSld>
  <p:clrMapOvr>
    <a:masterClrMapping/>
  </p:clrMapOvr>
</p:notes>
</file>

<file path=ppt/notesSlides/notesSlide3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6"/>
        <p:cNvGrpSpPr/>
        <p:nvPr/>
      </p:nvGrpSpPr>
      <p:grpSpPr>
        <a:xfrm>
          <a:off x="0" y="0"/>
          <a:ext cx="0" cy="0"/>
          <a:chOff x="0" y="0"/>
          <a:chExt cx="0" cy="0"/>
        </a:xfrm>
      </p:grpSpPr>
      <p:sp>
        <p:nvSpPr>
          <p:cNvPr id="4487" name="Google Shape;4487;p3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88" name="Google Shape;4488;p3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4489" name="Google Shape;4489;p3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303</a:t>
            </a:fld>
            <a:endParaRPr/>
          </a:p>
        </p:txBody>
      </p:sp>
    </p:spTree>
  </p:cSld>
  <p:clrMapOvr>
    <a:masterClrMapping/>
  </p:clrMapOvr>
</p:notes>
</file>

<file path=ppt/notesSlides/notesSlide3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5"/>
        <p:cNvGrpSpPr/>
        <p:nvPr/>
      </p:nvGrpSpPr>
      <p:grpSpPr>
        <a:xfrm>
          <a:off x="0" y="0"/>
          <a:ext cx="0" cy="0"/>
          <a:chOff x="0" y="0"/>
          <a:chExt cx="0" cy="0"/>
        </a:xfrm>
      </p:grpSpPr>
      <p:sp>
        <p:nvSpPr>
          <p:cNvPr id="4526" name="Google Shape;4526;p3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7" name="Google Shape;4527;p3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4528" name="Google Shape;4528;p3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304</a:t>
            </a:fld>
            <a:endParaRPr/>
          </a:p>
        </p:txBody>
      </p:sp>
    </p:spTree>
  </p:cSld>
  <p:clrMapOvr>
    <a:masterClrMapping/>
  </p:clrMapOvr>
</p:notes>
</file>

<file path=ppt/notesSlides/notesSlide3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4"/>
        <p:cNvGrpSpPr/>
        <p:nvPr/>
      </p:nvGrpSpPr>
      <p:grpSpPr>
        <a:xfrm>
          <a:off x="0" y="0"/>
          <a:ext cx="0" cy="0"/>
          <a:chOff x="0" y="0"/>
          <a:chExt cx="0" cy="0"/>
        </a:xfrm>
      </p:grpSpPr>
      <p:sp>
        <p:nvSpPr>
          <p:cNvPr id="4565" name="Google Shape;4565;p3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66" name="Google Shape;4566;p3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4567" name="Google Shape;4567;p3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305</a:t>
            </a:fld>
            <a:endParaRPr/>
          </a:p>
        </p:txBody>
      </p:sp>
    </p:spTree>
  </p:cSld>
  <p:clrMapOvr>
    <a:masterClrMapping/>
  </p:clrMapOvr>
</p:notes>
</file>

<file path=ppt/notesSlides/notesSlide3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3"/>
        <p:cNvGrpSpPr/>
        <p:nvPr/>
      </p:nvGrpSpPr>
      <p:grpSpPr>
        <a:xfrm>
          <a:off x="0" y="0"/>
          <a:ext cx="0" cy="0"/>
          <a:chOff x="0" y="0"/>
          <a:chExt cx="0" cy="0"/>
        </a:xfrm>
      </p:grpSpPr>
      <p:sp>
        <p:nvSpPr>
          <p:cNvPr id="4604" name="Google Shape;4604;p3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05" name="Google Shape;4605;p3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4606" name="Google Shape;4606;p3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306</a:t>
            </a:fld>
            <a:endParaRPr/>
          </a:p>
        </p:txBody>
      </p:sp>
    </p:spTree>
  </p:cSld>
  <p:clrMapOvr>
    <a:masterClrMapping/>
  </p:clrMapOvr>
</p:notes>
</file>

<file path=ppt/notesSlides/notesSlide3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2"/>
        <p:cNvGrpSpPr/>
        <p:nvPr/>
      </p:nvGrpSpPr>
      <p:grpSpPr>
        <a:xfrm>
          <a:off x="0" y="0"/>
          <a:ext cx="0" cy="0"/>
          <a:chOff x="0" y="0"/>
          <a:chExt cx="0" cy="0"/>
        </a:xfrm>
      </p:grpSpPr>
      <p:sp>
        <p:nvSpPr>
          <p:cNvPr id="4643" name="Google Shape;4643;p3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44" name="Google Shape;4644;p3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4645" name="Google Shape;4645;p3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307</a:t>
            </a:fld>
            <a:endParaRPr/>
          </a:p>
        </p:txBody>
      </p:sp>
    </p:spTree>
  </p:cSld>
  <p:clrMapOvr>
    <a:masterClrMapping/>
  </p:clrMapOvr>
</p:notes>
</file>

<file path=ppt/notesSlides/notesSlide3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2"/>
        <p:cNvGrpSpPr/>
        <p:nvPr/>
      </p:nvGrpSpPr>
      <p:grpSpPr>
        <a:xfrm>
          <a:off x="0" y="0"/>
          <a:ext cx="0" cy="0"/>
          <a:chOff x="0" y="0"/>
          <a:chExt cx="0" cy="0"/>
        </a:xfrm>
      </p:grpSpPr>
      <p:sp>
        <p:nvSpPr>
          <p:cNvPr id="4683" name="Google Shape;4683;p3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84" name="Google Shape;4684;p3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4685" name="Google Shape;4685;p3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308</a:t>
            </a:fld>
            <a:endParaRPr/>
          </a:p>
        </p:txBody>
      </p:sp>
    </p:spTree>
  </p:cSld>
  <p:clrMapOvr>
    <a:masterClrMapping/>
  </p:clrMapOvr>
</p:notes>
</file>

<file path=ppt/notesSlides/notesSlide3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2"/>
        <p:cNvGrpSpPr/>
        <p:nvPr/>
      </p:nvGrpSpPr>
      <p:grpSpPr>
        <a:xfrm>
          <a:off x="0" y="0"/>
          <a:ext cx="0" cy="0"/>
          <a:chOff x="0" y="0"/>
          <a:chExt cx="0" cy="0"/>
        </a:xfrm>
      </p:grpSpPr>
      <p:sp>
        <p:nvSpPr>
          <p:cNvPr id="4723" name="Google Shape;4723;p3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24" name="Google Shape;4724;p3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4725" name="Google Shape;4725;p3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309</a:t>
            </a:fld>
            <a:endParaRPr/>
          </a:p>
        </p:txBody>
      </p:sp>
    </p:spTree>
  </p:cSld>
  <p:clrMapOvr>
    <a:masterClrMapping/>
  </p:clrMapOvr>
</p:notes>
</file>

<file path=ppt/notesSlides/notesSlide3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2"/>
        <p:cNvGrpSpPr/>
        <p:nvPr/>
      </p:nvGrpSpPr>
      <p:grpSpPr>
        <a:xfrm>
          <a:off x="0" y="0"/>
          <a:ext cx="0" cy="0"/>
          <a:chOff x="0" y="0"/>
          <a:chExt cx="0" cy="0"/>
        </a:xfrm>
      </p:grpSpPr>
      <p:sp>
        <p:nvSpPr>
          <p:cNvPr id="4763" name="Google Shape;4763;p3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64" name="Google Shape;4764;p3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4765" name="Google Shape;4765;p3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310</a:t>
            </a:fld>
            <a:endParaRPr/>
          </a:p>
        </p:txBody>
      </p:sp>
    </p:spTree>
  </p:cSld>
  <p:clrMapOvr>
    <a:masterClrMapping/>
  </p:clrMapOvr>
</p:notes>
</file>

<file path=ppt/notesSlides/notesSlide3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1"/>
        <p:cNvGrpSpPr/>
        <p:nvPr/>
      </p:nvGrpSpPr>
      <p:grpSpPr>
        <a:xfrm>
          <a:off x="0" y="0"/>
          <a:ext cx="0" cy="0"/>
          <a:chOff x="0" y="0"/>
          <a:chExt cx="0" cy="0"/>
        </a:xfrm>
      </p:grpSpPr>
      <p:sp>
        <p:nvSpPr>
          <p:cNvPr id="4802" name="Google Shape;4802;p3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3" name="Google Shape;4803;p3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4804" name="Google Shape;4804;p3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311</a:t>
            </a:fld>
            <a:endParaRPr/>
          </a:p>
        </p:txBody>
      </p:sp>
    </p:spTree>
  </p:cSld>
  <p:clrMapOvr>
    <a:masterClrMapping/>
  </p:clrMapOvr>
</p:notes>
</file>

<file path=ppt/notesSlides/notesSlide3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0"/>
        <p:cNvGrpSpPr/>
        <p:nvPr/>
      </p:nvGrpSpPr>
      <p:grpSpPr>
        <a:xfrm>
          <a:off x="0" y="0"/>
          <a:ext cx="0" cy="0"/>
          <a:chOff x="0" y="0"/>
          <a:chExt cx="0" cy="0"/>
        </a:xfrm>
      </p:grpSpPr>
      <p:sp>
        <p:nvSpPr>
          <p:cNvPr id="4841" name="Google Shape;4841;p3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42" name="Google Shape;4842;p3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4843" name="Google Shape;4843;p3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312</a:t>
            </a:fld>
            <a:endParaRPr/>
          </a:p>
        </p:txBody>
      </p:sp>
    </p:spTree>
  </p:cSld>
  <p:clrMapOvr>
    <a:masterClrMapping/>
  </p:clrMapOvr>
</p:notes>
</file>

<file path=ppt/notesSlides/notesSlide3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9"/>
        <p:cNvGrpSpPr/>
        <p:nvPr/>
      </p:nvGrpSpPr>
      <p:grpSpPr>
        <a:xfrm>
          <a:off x="0" y="0"/>
          <a:ext cx="0" cy="0"/>
          <a:chOff x="0" y="0"/>
          <a:chExt cx="0" cy="0"/>
        </a:xfrm>
      </p:grpSpPr>
      <p:sp>
        <p:nvSpPr>
          <p:cNvPr id="4880" name="Google Shape;4880;p3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1" name="Google Shape;4881;p3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4882" name="Google Shape;4882;p3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313</a:t>
            </a:fld>
            <a:endParaRPr/>
          </a:p>
        </p:txBody>
      </p:sp>
    </p:spTree>
  </p:cSld>
  <p:clrMapOvr>
    <a:masterClrMapping/>
  </p:clrMapOvr>
</p:notes>
</file>

<file path=ppt/notesSlides/notesSlide3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8"/>
        <p:cNvGrpSpPr/>
        <p:nvPr/>
      </p:nvGrpSpPr>
      <p:grpSpPr>
        <a:xfrm>
          <a:off x="0" y="0"/>
          <a:ext cx="0" cy="0"/>
          <a:chOff x="0" y="0"/>
          <a:chExt cx="0" cy="0"/>
        </a:xfrm>
      </p:grpSpPr>
      <p:sp>
        <p:nvSpPr>
          <p:cNvPr id="4919" name="Google Shape;4919;p3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20" name="Google Shape;4920;p3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4921" name="Google Shape;4921;p3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314</a:t>
            </a:fld>
            <a:endParaRPr/>
          </a:p>
        </p:txBody>
      </p:sp>
    </p:spTree>
  </p:cSld>
  <p:clrMapOvr>
    <a:masterClrMapping/>
  </p:clrMapOvr>
</p:notes>
</file>

<file path=ppt/notesSlides/notesSlide3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7"/>
        <p:cNvGrpSpPr/>
        <p:nvPr/>
      </p:nvGrpSpPr>
      <p:grpSpPr>
        <a:xfrm>
          <a:off x="0" y="0"/>
          <a:ext cx="0" cy="0"/>
          <a:chOff x="0" y="0"/>
          <a:chExt cx="0" cy="0"/>
        </a:xfrm>
      </p:grpSpPr>
      <p:sp>
        <p:nvSpPr>
          <p:cNvPr id="4958" name="Google Shape;4958;p3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59" name="Google Shape;4959;p3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4960" name="Google Shape;4960;p3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315</a:t>
            </a:fld>
            <a:endParaRPr/>
          </a:p>
        </p:txBody>
      </p:sp>
    </p:spTree>
  </p:cSld>
  <p:clrMapOvr>
    <a:masterClrMapping/>
  </p:clrMapOvr>
</p:notes>
</file>

<file path=ppt/notesSlides/notesSlide3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7"/>
        <p:cNvGrpSpPr/>
        <p:nvPr/>
      </p:nvGrpSpPr>
      <p:grpSpPr>
        <a:xfrm>
          <a:off x="0" y="0"/>
          <a:ext cx="0" cy="0"/>
          <a:chOff x="0" y="0"/>
          <a:chExt cx="0" cy="0"/>
        </a:xfrm>
      </p:grpSpPr>
      <p:sp>
        <p:nvSpPr>
          <p:cNvPr id="4998" name="Google Shape;4998;p3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99" name="Google Shape;4999;p3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5000" name="Google Shape;5000;p3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316</a:t>
            </a:fld>
            <a:endParaRPr/>
          </a:p>
        </p:txBody>
      </p:sp>
    </p:spTree>
  </p:cSld>
  <p:clrMapOvr>
    <a:masterClrMapping/>
  </p:clrMapOvr>
</p:notes>
</file>

<file path=ppt/notesSlides/notesSlide3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8"/>
        <p:cNvGrpSpPr/>
        <p:nvPr/>
      </p:nvGrpSpPr>
      <p:grpSpPr>
        <a:xfrm>
          <a:off x="0" y="0"/>
          <a:ext cx="0" cy="0"/>
          <a:chOff x="0" y="0"/>
          <a:chExt cx="0" cy="0"/>
        </a:xfrm>
      </p:grpSpPr>
      <p:sp>
        <p:nvSpPr>
          <p:cNvPr id="5039" name="Google Shape;5039;p3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40" name="Google Shape;5040;p3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5041" name="Google Shape;5041;p3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317</a:t>
            </a:fld>
            <a:endParaRPr/>
          </a:p>
        </p:txBody>
      </p:sp>
    </p:spTree>
  </p:cSld>
  <p:clrMapOvr>
    <a:masterClrMapping/>
  </p:clrMapOvr>
</p:notes>
</file>

<file path=ppt/notesSlides/notesSlide3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9"/>
        <p:cNvGrpSpPr/>
        <p:nvPr/>
      </p:nvGrpSpPr>
      <p:grpSpPr>
        <a:xfrm>
          <a:off x="0" y="0"/>
          <a:ext cx="0" cy="0"/>
          <a:chOff x="0" y="0"/>
          <a:chExt cx="0" cy="0"/>
        </a:xfrm>
      </p:grpSpPr>
      <p:sp>
        <p:nvSpPr>
          <p:cNvPr id="5080" name="Google Shape;5080;p3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81" name="Google Shape;5081;p3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5082" name="Google Shape;5082;p3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318</a:t>
            </a:fld>
            <a:endParaRPr/>
          </a:p>
        </p:txBody>
      </p:sp>
    </p:spTree>
  </p:cSld>
  <p:clrMapOvr>
    <a:masterClrMapping/>
  </p:clrMapOvr>
</p:notes>
</file>

<file path=ppt/notesSlides/notesSlide3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2"/>
        <p:cNvGrpSpPr/>
        <p:nvPr/>
      </p:nvGrpSpPr>
      <p:grpSpPr>
        <a:xfrm>
          <a:off x="0" y="0"/>
          <a:ext cx="0" cy="0"/>
          <a:chOff x="0" y="0"/>
          <a:chExt cx="0" cy="0"/>
        </a:xfrm>
      </p:grpSpPr>
      <p:sp>
        <p:nvSpPr>
          <p:cNvPr id="5123" name="Google Shape;5123;p3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24" name="Google Shape;5124;p3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5125" name="Google Shape;5125;p3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319</a:t>
            </a:fld>
            <a:endParaRPr/>
          </a:p>
        </p:txBody>
      </p:sp>
    </p:spTree>
  </p:cSld>
  <p:clrMapOvr>
    <a:masterClrMapping/>
  </p:clrMapOvr>
</p:notes>
</file>

<file path=ppt/notesSlides/notesSlide3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1"/>
        <p:cNvGrpSpPr/>
        <p:nvPr/>
      </p:nvGrpSpPr>
      <p:grpSpPr>
        <a:xfrm>
          <a:off x="0" y="0"/>
          <a:ext cx="0" cy="0"/>
          <a:chOff x="0" y="0"/>
          <a:chExt cx="0" cy="0"/>
        </a:xfrm>
      </p:grpSpPr>
      <p:sp>
        <p:nvSpPr>
          <p:cNvPr id="5132" name="Google Shape;5132;p3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33" name="Google Shape;5133;p3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34" name="Google Shape;5134;p3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320</a:t>
            </a:fld>
            <a:endParaRPr/>
          </a:p>
        </p:txBody>
      </p:sp>
    </p:spTree>
  </p:cSld>
  <p:clrMapOvr>
    <a:masterClrMapping/>
  </p:clrMapOvr>
</p:notes>
</file>

<file path=ppt/notesSlides/notesSlide3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3"/>
        <p:cNvGrpSpPr/>
        <p:nvPr/>
      </p:nvGrpSpPr>
      <p:grpSpPr>
        <a:xfrm>
          <a:off x="0" y="0"/>
          <a:ext cx="0" cy="0"/>
          <a:chOff x="0" y="0"/>
          <a:chExt cx="0" cy="0"/>
        </a:xfrm>
      </p:grpSpPr>
      <p:sp>
        <p:nvSpPr>
          <p:cNvPr id="5174" name="Google Shape;5174;p3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75" name="Google Shape;5175;p3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76" name="Google Shape;5176;p3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321</a:t>
            </a:fld>
            <a:endParaRPr/>
          </a:p>
        </p:txBody>
      </p:sp>
    </p:spTree>
  </p:cSld>
  <p:clrMapOvr>
    <a:masterClrMapping/>
  </p:clrMapOvr>
</p:notes>
</file>

<file path=ppt/notesSlides/notesSlide3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4"/>
        <p:cNvGrpSpPr/>
        <p:nvPr/>
      </p:nvGrpSpPr>
      <p:grpSpPr>
        <a:xfrm>
          <a:off x="0" y="0"/>
          <a:ext cx="0" cy="0"/>
          <a:chOff x="0" y="0"/>
          <a:chExt cx="0" cy="0"/>
        </a:xfrm>
      </p:grpSpPr>
      <p:sp>
        <p:nvSpPr>
          <p:cNvPr id="5215" name="Google Shape;5215;p3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16" name="Google Shape;5216;p3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17" name="Google Shape;5217;p3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322</a:t>
            </a:fld>
            <a:endParaRPr/>
          </a:p>
        </p:txBody>
      </p:sp>
    </p:spTree>
  </p:cSld>
  <p:clrMapOvr>
    <a:masterClrMapping/>
  </p:clrMapOvr>
</p:notes>
</file>

<file path=ppt/notesSlides/notesSlide3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5"/>
        <p:cNvGrpSpPr/>
        <p:nvPr/>
      </p:nvGrpSpPr>
      <p:grpSpPr>
        <a:xfrm>
          <a:off x="0" y="0"/>
          <a:ext cx="0" cy="0"/>
          <a:chOff x="0" y="0"/>
          <a:chExt cx="0" cy="0"/>
        </a:xfrm>
      </p:grpSpPr>
      <p:sp>
        <p:nvSpPr>
          <p:cNvPr id="5256" name="Google Shape;5256;p3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57" name="Google Shape;5257;p3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4.1.1</a:t>
            </a:r>
            <a:endParaRPr/>
          </a:p>
        </p:txBody>
      </p:sp>
      <p:sp>
        <p:nvSpPr>
          <p:cNvPr id="5258" name="Google Shape;5258;p3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323</a:t>
            </a:fld>
            <a:endParaRPr/>
          </a:p>
        </p:txBody>
      </p:sp>
    </p:spTree>
  </p:cSld>
  <p:clrMapOvr>
    <a:masterClrMapping/>
  </p:clrMapOvr>
</p:notes>
</file>

<file path=ppt/notesSlides/notesSlide3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6"/>
        <p:cNvGrpSpPr/>
        <p:nvPr/>
      </p:nvGrpSpPr>
      <p:grpSpPr>
        <a:xfrm>
          <a:off x="0" y="0"/>
          <a:ext cx="0" cy="0"/>
          <a:chOff x="0" y="0"/>
          <a:chExt cx="0" cy="0"/>
        </a:xfrm>
      </p:grpSpPr>
      <p:sp>
        <p:nvSpPr>
          <p:cNvPr id="5297" name="Google Shape;5297;p3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98" name="Google Shape;5298;p3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99" name="Google Shape;5299;p3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324</a:t>
            </a:fld>
            <a:endParaRPr/>
          </a:p>
        </p:txBody>
      </p:sp>
    </p:spTree>
  </p:cSld>
  <p:clrMapOvr>
    <a:masterClrMapping/>
  </p:clrMapOvr>
</p:notes>
</file>

<file path=ppt/notesSlides/notesSlide3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7"/>
        <p:cNvGrpSpPr/>
        <p:nvPr/>
      </p:nvGrpSpPr>
      <p:grpSpPr>
        <a:xfrm>
          <a:off x="0" y="0"/>
          <a:ext cx="0" cy="0"/>
          <a:chOff x="0" y="0"/>
          <a:chExt cx="0" cy="0"/>
        </a:xfrm>
      </p:grpSpPr>
      <p:sp>
        <p:nvSpPr>
          <p:cNvPr id="5338" name="Google Shape;5338;p3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39" name="Google Shape;5339;p3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40" name="Google Shape;5340;p3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325</a:t>
            </a:fld>
            <a:endParaRPr/>
          </a:p>
        </p:txBody>
      </p:sp>
    </p:spTree>
  </p:cSld>
  <p:clrMapOvr>
    <a:masterClrMapping/>
  </p:clrMapOvr>
</p:notes>
</file>

<file path=ppt/notesSlides/notesSlide3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8"/>
        <p:cNvGrpSpPr/>
        <p:nvPr/>
      </p:nvGrpSpPr>
      <p:grpSpPr>
        <a:xfrm>
          <a:off x="0" y="0"/>
          <a:ext cx="0" cy="0"/>
          <a:chOff x="0" y="0"/>
          <a:chExt cx="0" cy="0"/>
        </a:xfrm>
      </p:grpSpPr>
      <p:sp>
        <p:nvSpPr>
          <p:cNvPr id="5379" name="Google Shape;5379;p3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80" name="Google Shape;5380;p3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81" name="Google Shape;5381;p3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326</a:t>
            </a:fld>
            <a:endParaRPr/>
          </a:p>
        </p:txBody>
      </p:sp>
    </p:spTree>
  </p:cSld>
  <p:clrMapOvr>
    <a:masterClrMapping/>
  </p:clrMapOvr>
</p:notes>
</file>

<file path=ppt/notesSlides/notesSlide3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1"/>
        <p:cNvGrpSpPr/>
        <p:nvPr/>
      </p:nvGrpSpPr>
      <p:grpSpPr>
        <a:xfrm>
          <a:off x="0" y="0"/>
          <a:ext cx="0" cy="0"/>
          <a:chOff x="0" y="0"/>
          <a:chExt cx="0" cy="0"/>
        </a:xfrm>
      </p:grpSpPr>
      <p:sp>
        <p:nvSpPr>
          <p:cNvPr id="5422" name="Google Shape;5422;p3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23" name="Google Shape;5423;p3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24" name="Google Shape;5424;p3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327</a:t>
            </a:fld>
            <a:endParaRPr/>
          </a:p>
        </p:txBody>
      </p:sp>
    </p:spTree>
  </p:cSld>
  <p:clrMapOvr>
    <a:masterClrMapping/>
  </p:clrMapOvr>
</p:notes>
</file>

<file path=ppt/notesSlides/notesSlide3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0"/>
        <p:cNvGrpSpPr/>
        <p:nvPr/>
      </p:nvGrpSpPr>
      <p:grpSpPr>
        <a:xfrm>
          <a:off x="0" y="0"/>
          <a:ext cx="0" cy="0"/>
          <a:chOff x="0" y="0"/>
          <a:chExt cx="0" cy="0"/>
        </a:xfrm>
      </p:grpSpPr>
      <p:sp>
        <p:nvSpPr>
          <p:cNvPr id="5431" name="Google Shape;5431;p3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32" name="Google Shape;5432;p3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Para finalizar la clase invitamos a que la gente reflexione sobre estas preguntas indicadas en la presentación. Invitamos a que escriban en un cuaderno estas cuatro preguntas y que las respondan una vez finalizada la clase.</a:t>
            </a:r>
            <a:endParaRPr/>
          </a:p>
          <a:p>
            <a:pPr marL="0" lvl="0" indent="0" algn="l" rtl="0">
              <a:lnSpc>
                <a:spcPct val="100000"/>
              </a:lnSpc>
              <a:spcBef>
                <a:spcPts val="0"/>
              </a:spcBef>
              <a:spcAft>
                <a:spcPts val="0"/>
              </a:spcAft>
              <a:buSzPts val="1400"/>
              <a:buNone/>
            </a:pPr>
            <a:r>
              <a:rPr lang="es-ES"/>
              <a:t/>
            </a:r>
            <a:br>
              <a:rPr lang="es-ES"/>
            </a:br>
            <a:endParaRPr/>
          </a:p>
          <a:p>
            <a:pPr marL="0" lvl="0" indent="0" algn="l" rtl="0">
              <a:lnSpc>
                <a:spcPct val="100000"/>
              </a:lnSpc>
              <a:spcBef>
                <a:spcPts val="0"/>
              </a:spcBef>
              <a:spcAft>
                <a:spcPts val="0"/>
              </a:spcAft>
              <a:buSzPts val="1400"/>
              <a:buNone/>
            </a:pPr>
            <a:r>
              <a:rPr lang="es-ES"/>
              <a:t>Si gustan, pueden explicar que esto es un momento metacognitivo que busca generar una toma de conciencia y registro sobre lo QUE se aprendió y CÓMO se aprendió, qué pasos hice para aprender, qué cosas hice que me sirvieron para poder aprender...</a:t>
            </a:r>
            <a:endParaRPr/>
          </a:p>
          <a:p>
            <a:pPr marL="0" lvl="0" indent="0" algn="l" rtl="0">
              <a:lnSpc>
                <a:spcPct val="100000"/>
              </a:lnSpc>
              <a:spcBef>
                <a:spcPts val="0"/>
              </a:spcBef>
              <a:spcAft>
                <a:spcPts val="0"/>
              </a:spcAft>
              <a:buSzPts val="1400"/>
              <a:buNone/>
            </a:pPr>
            <a:r>
              <a:rPr lang="es-ES"/>
              <a:t/>
            </a:r>
            <a:br>
              <a:rPr lang="es-ES"/>
            </a:br>
            <a:endParaRPr/>
          </a:p>
          <a:p>
            <a:pPr marL="0" lvl="0" indent="0" algn="l" rtl="0">
              <a:lnSpc>
                <a:spcPct val="100000"/>
              </a:lnSpc>
              <a:spcBef>
                <a:spcPts val="0"/>
              </a:spcBef>
              <a:spcAft>
                <a:spcPts val="0"/>
              </a:spcAft>
              <a:buSzPts val="1400"/>
              <a:buNone/>
            </a:pPr>
            <a:r>
              <a:rPr lang="es-ES"/>
              <a:t>Cada uno de nosotros aprende de distintas formas y mediante distintas estrategias. Es importante detectar cuales nos son más útiles para así poder aprender de formas más efectivas.</a:t>
            </a:r>
            <a:endParaRPr/>
          </a:p>
          <a:p>
            <a:pPr marL="0" lvl="0" indent="0" algn="l" rtl="0">
              <a:lnSpc>
                <a:spcPct val="100000"/>
              </a:lnSpc>
              <a:spcBef>
                <a:spcPts val="0"/>
              </a:spcBef>
              <a:spcAft>
                <a:spcPts val="0"/>
              </a:spcAft>
              <a:buSzPts val="1400"/>
              <a:buNone/>
            </a:pPr>
            <a:endParaRPr/>
          </a:p>
        </p:txBody>
      </p:sp>
      <p:sp>
        <p:nvSpPr>
          <p:cNvPr id="5433" name="Google Shape;5433;p3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328</a:t>
            </a:fld>
            <a:endParaRPr/>
          </a:p>
        </p:txBody>
      </p:sp>
    </p:spTree>
  </p:cSld>
  <p:clrMapOvr>
    <a:masterClrMapping/>
  </p:clrMapOvr>
</p:notes>
</file>

<file path=ppt/notesSlides/notesSlide3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4383105"/>
      </p:ext>
    </p:extLst>
  </p:cSld>
  <p:clrMapOvr>
    <a:masterClrMapping/>
  </p:clrMapOvr>
</p:notes>
</file>

<file path=ppt/notesSlides/notesSlide3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8" name="Google Shape;298;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41763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34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4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3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apositiva de título">
  <p:cSld name="Diapositiva de título">
    <p:spTree>
      <p:nvGrpSpPr>
        <p:cNvPr id="1" name="Shape 21"/>
        <p:cNvGrpSpPr/>
        <p:nvPr/>
      </p:nvGrpSpPr>
      <p:grpSpPr>
        <a:xfrm>
          <a:off x="0" y="0"/>
          <a:ext cx="0" cy="0"/>
          <a:chOff x="0" y="0"/>
          <a:chExt cx="0" cy="0"/>
        </a:xfrm>
      </p:grpSpPr>
      <p:sp>
        <p:nvSpPr>
          <p:cNvPr id="22" name="Google Shape;22;p34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4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3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7"/>
        <p:cNvGrpSpPr/>
        <p:nvPr/>
      </p:nvGrpSpPr>
      <p:grpSpPr>
        <a:xfrm>
          <a:off x="0" y="0"/>
          <a:ext cx="0" cy="0"/>
          <a:chOff x="0" y="0"/>
          <a:chExt cx="0" cy="0"/>
        </a:xfrm>
      </p:grpSpPr>
      <p:sp>
        <p:nvSpPr>
          <p:cNvPr id="28" name="Google Shape;28;p37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7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3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3"/>
        <p:cNvGrpSpPr/>
        <p:nvPr/>
      </p:nvGrpSpPr>
      <p:grpSpPr>
        <a:xfrm>
          <a:off x="0" y="0"/>
          <a:ext cx="0" cy="0"/>
          <a:chOff x="0" y="0"/>
          <a:chExt cx="0" cy="0"/>
        </a:xfrm>
      </p:grpSpPr>
      <p:sp>
        <p:nvSpPr>
          <p:cNvPr id="34" name="Google Shape;34;p37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37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6" name="Google Shape;36;p3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3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cabezado de sección">
  <p:cSld name="Encabezado de sección">
    <p:spTree>
      <p:nvGrpSpPr>
        <p:cNvPr id="1" name="Shape 39"/>
        <p:cNvGrpSpPr/>
        <p:nvPr/>
      </p:nvGrpSpPr>
      <p:grpSpPr>
        <a:xfrm>
          <a:off x="0" y="0"/>
          <a:ext cx="0" cy="0"/>
          <a:chOff x="0" y="0"/>
          <a:chExt cx="0" cy="0"/>
        </a:xfrm>
      </p:grpSpPr>
      <p:sp>
        <p:nvSpPr>
          <p:cNvPr id="40" name="Google Shape;40;p375"/>
          <p:cNvSpPr txBox="1">
            <a:spLocks noGrp="1"/>
          </p:cNvSpPr>
          <p:nvPr>
            <p:ph type="title"/>
          </p:nvPr>
        </p:nvSpPr>
        <p:spPr>
          <a:xfrm>
            <a:off x="831851" y="1709740"/>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75"/>
          <p:cNvSpPr txBox="1">
            <a:spLocks noGrp="1"/>
          </p:cNvSpPr>
          <p:nvPr>
            <p:ph type="body" idx="1"/>
          </p:nvPr>
        </p:nvSpPr>
        <p:spPr>
          <a:xfrm>
            <a:off x="831851" y="4589465"/>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2" name="Google Shape;42;p37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37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3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45"/>
        <p:cNvGrpSpPr/>
        <p:nvPr/>
      </p:nvGrpSpPr>
      <p:grpSpPr>
        <a:xfrm>
          <a:off x="0" y="0"/>
          <a:ext cx="0" cy="0"/>
          <a:chOff x="0" y="0"/>
          <a:chExt cx="0" cy="0"/>
        </a:xfrm>
      </p:grpSpPr>
      <p:sp>
        <p:nvSpPr>
          <p:cNvPr id="46" name="Google Shape;46;p37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7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37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37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37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7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52"/>
        <p:cNvGrpSpPr/>
        <p:nvPr/>
      </p:nvGrpSpPr>
      <p:grpSpPr>
        <a:xfrm>
          <a:off x="0" y="0"/>
          <a:ext cx="0" cy="0"/>
          <a:chOff x="0" y="0"/>
          <a:chExt cx="0" cy="0"/>
        </a:xfrm>
      </p:grpSpPr>
      <p:sp>
        <p:nvSpPr>
          <p:cNvPr id="53" name="Google Shape;53;p37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37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5" name="Google Shape;55;p37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37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7" name="Google Shape;57;p37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37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37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ación">
  <p:cSld name="Comparación">
    <p:spTree>
      <p:nvGrpSpPr>
        <p:cNvPr id="1" name="Shape 61"/>
        <p:cNvGrpSpPr/>
        <p:nvPr/>
      </p:nvGrpSpPr>
      <p:grpSpPr>
        <a:xfrm>
          <a:off x="0" y="0"/>
          <a:ext cx="0" cy="0"/>
          <a:chOff x="0" y="0"/>
          <a:chExt cx="0" cy="0"/>
        </a:xfrm>
      </p:grpSpPr>
      <p:sp>
        <p:nvSpPr>
          <p:cNvPr id="62" name="Google Shape;62;p378"/>
          <p:cNvSpPr txBox="1">
            <a:spLocks noGrp="1"/>
          </p:cNvSpPr>
          <p:nvPr>
            <p:ph type="title"/>
          </p:nvPr>
        </p:nvSpPr>
        <p:spPr>
          <a:xfrm>
            <a:off x="839788" y="36512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78"/>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4" name="Google Shape;64;p378"/>
          <p:cNvSpPr txBox="1">
            <a:spLocks noGrp="1"/>
          </p:cNvSpPr>
          <p:nvPr>
            <p:ph type="body" idx="2"/>
          </p:nvPr>
        </p:nvSpPr>
        <p:spPr>
          <a:xfrm>
            <a:off x="839789"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78"/>
          <p:cNvSpPr txBox="1">
            <a:spLocks noGrp="1"/>
          </p:cNvSpPr>
          <p:nvPr>
            <p:ph type="body" idx="3"/>
          </p:nvPr>
        </p:nvSpPr>
        <p:spPr>
          <a:xfrm>
            <a:off x="6172201"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6" name="Google Shape;66;p378"/>
          <p:cNvSpPr txBox="1">
            <a:spLocks noGrp="1"/>
          </p:cNvSpPr>
          <p:nvPr>
            <p:ph type="body" idx="4"/>
          </p:nvPr>
        </p:nvSpPr>
        <p:spPr>
          <a:xfrm>
            <a:off x="6172201"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37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37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37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70"/>
        <p:cNvGrpSpPr/>
        <p:nvPr/>
      </p:nvGrpSpPr>
      <p:grpSpPr>
        <a:xfrm>
          <a:off x="0" y="0"/>
          <a:ext cx="0" cy="0"/>
          <a:chOff x="0" y="0"/>
          <a:chExt cx="0" cy="0"/>
        </a:xfrm>
      </p:grpSpPr>
      <p:sp>
        <p:nvSpPr>
          <p:cNvPr id="71" name="Google Shape;71;p37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7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7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7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75"/>
        <p:cNvGrpSpPr/>
        <p:nvPr/>
      </p:nvGrpSpPr>
      <p:grpSpPr>
        <a:xfrm>
          <a:off x="0" y="0"/>
          <a:ext cx="0" cy="0"/>
          <a:chOff x="0" y="0"/>
          <a:chExt cx="0" cy="0"/>
        </a:xfrm>
      </p:grpSpPr>
      <p:sp>
        <p:nvSpPr>
          <p:cNvPr id="76" name="Google Shape;76;p38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8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8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79"/>
        <p:cNvGrpSpPr/>
        <p:nvPr/>
      </p:nvGrpSpPr>
      <p:grpSpPr>
        <a:xfrm>
          <a:off x="0" y="0"/>
          <a:ext cx="0" cy="0"/>
          <a:chOff x="0" y="0"/>
          <a:chExt cx="0" cy="0"/>
        </a:xfrm>
      </p:grpSpPr>
      <p:sp>
        <p:nvSpPr>
          <p:cNvPr id="80" name="Google Shape;80;p38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38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82" name="Google Shape;82;p38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3" name="Google Shape;83;p38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38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8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86"/>
        <p:cNvGrpSpPr/>
        <p:nvPr/>
      </p:nvGrpSpPr>
      <p:grpSpPr>
        <a:xfrm>
          <a:off x="0" y="0"/>
          <a:ext cx="0" cy="0"/>
          <a:chOff x="0" y="0"/>
          <a:chExt cx="0" cy="0"/>
        </a:xfrm>
      </p:grpSpPr>
      <p:sp>
        <p:nvSpPr>
          <p:cNvPr id="87" name="Google Shape;87;p38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382"/>
          <p:cNvSpPr>
            <a:spLocks noGrp="1"/>
          </p:cNvSpPr>
          <p:nvPr>
            <p:ph type="pic" idx="2"/>
          </p:nvPr>
        </p:nvSpPr>
        <p:spPr>
          <a:xfrm>
            <a:off x="5183188" y="987425"/>
            <a:ext cx="6172200" cy="4873625"/>
          </a:xfrm>
          <a:prstGeom prst="rect">
            <a:avLst/>
          </a:prstGeom>
          <a:noFill/>
          <a:ln>
            <a:noFill/>
          </a:ln>
        </p:spPr>
      </p:sp>
      <p:sp>
        <p:nvSpPr>
          <p:cNvPr id="89" name="Google Shape;89;p38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0" name="Google Shape;90;p38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38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38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ntenido con título">
  <p:cSld name="Contenido con título">
    <p:spTree>
      <p:nvGrpSpPr>
        <p:cNvPr id="1" name="Shape 93"/>
        <p:cNvGrpSpPr/>
        <p:nvPr/>
      </p:nvGrpSpPr>
      <p:grpSpPr>
        <a:xfrm>
          <a:off x="0" y="0"/>
          <a:ext cx="0" cy="0"/>
          <a:chOff x="0" y="0"/>
          <a:chExt cx="0" cy="0"/>
        </a:xfrm>
      </p:grpSpPr>
      <p:sp>
        <p:nvSpPr>
          <p:cNvPr id="94" name="Google Shape;94;p38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383"/>
          <p:cNvSpPr txBox="1">
            <a:spLocks noGrp="1"/>
          </p:cNvSpPr>
          <p:nvPr>
            <p:ph type="body" idx="1"/>
          </p:nvPr>
        </p:nvSpPr>
        <p:spPr>
          <a:xfrm>
            <a:off x="5183188" y="987427"/>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96" name="Google Shape;96;p38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7" name="Google Shape;97;p38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38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38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Imagen con título">
  <p:cSld name="Imagen con título">
    <p:spTree>
      <p:nvGrpSpPr>
        <p:cNvPr id="1" name="Shape 100"/>
        <p:cNvGrpSpPr/>
        <p:nvPr/>
      </p:nvGrpSpPr>
      <p:grpSpPr>
        <a:xfrm>
          <a:off x="0" y="0"/>
          <a:ext cx="0" cy="0"/>
          <a:chOff x="0" y="0"/>
          <a:chExt cx="0" cy="0"/>
        </a:xfrm>
      </p:grpSpPr>
      <p:sp>
        <p:nvSpPr>
          <p:cNvPr id="101" name="Google Shape;101;p38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384"/>
          <p:cNvSpPr>
            <a:spLocks noGrp="1"/>
          </p:cNvSpPr>
          <p:nvPr>
            <p:ph type="pic" idx="2"/>
          </p:nvPr>
        </p:nvSpPr>
        <p:spPr>
          <a:xfrm>
            <a:off x="5183188" y="987427"/>
            <a:ext cx="6172200" cy="4873625"/>
          </a:xfrm>
          <a:prstGeom prst="rect">
            <a:avLst/>
          </a:prstGeom>
          <a:noFill/>
          <a:ln>
            <a:noFill/>
          </a:ln>
        </p:spPr>
      </p:sp>
      <p:sp>
        <p:nvSpPr>
          <p:cNvPr id="103" name="Google Shape;103;p38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4" name="Google Shape;104;p38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38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38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107"/>
        <p:cNvGrpSpPr/>
        <p:nvPr/>
      </p:nvGrpSpPr>
      <p:grpSpPr>
        <a:xfrm>
          <a:off x="0" y="0"/>
          <a:ext cx="0" cy="0"/>
          <a:chOff x="0" y="0"/>
          <a:chExt cx="0" cy="0"/>
        </a:xfrm>
      </p:grpSpPr>
      <p:sp>
        <p:nvSpPr>
          <p:cNvPr id="108" name="Google Shape;108;p38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38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0" name="Google Shape;110;p38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38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38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113"/>
        <p:cNvGrpSpPr/>
        <p:nvPr/>
      </p:nvGrpSpPr>
      <p:grpSpPr>
        <a:xfrm>
          <a:off x="0" y="0"/>
          <a:ext cx="0" cy="0"/>
          <a:chOff x="0" y="0"/>
          <a:chExt cx="0" cy="0"/>
        </a:xfrm>
      </p:grpSpPr>
      <p:sp>
        <p:nvSpPr>
          <p:cNvPr id="114" name="Google Shape;114;p38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8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38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p38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8" name="Google Shape;118;p38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25"/>
        <p:cNvGrpSpPr/>
        <p:nvPr/>
      </p:nvGrpSpPr>
      <p:grpSpPr>
        <a:xfrm>
          <a:off x="0" y="0"/>
          <a:ext cx="0" cy="0"/>
          <a:chOff x="0" y="0"/>
          <a:chExt cx="0" cy="0"/>
        </a:xfrm>
      </p:grpSpPr>
      <p:sp>
        <p:nvSpPr>
          <p:cNvPr id="126" name="Google Shape;126;p35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35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28" name="Google Shape;128;p3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p3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31"/>
        <p:cNvGrpSpPr/>
        <p:nvPr/>
      </p:nvGrpSpPr>
      <p:grpSpPr>
        <a:xfrm>
          <a:off x="0" y="0"/>
          <a:ext cx="0" cy="0"/>
          <a:chOff x="0" y="0"/>
          <a:chExt cx="0" cy="0"/>
        </a:xfrm>
      </p:grpSpPr>
      <p:sp>
        <p:nvSpPr>
          <p:cNvPr id="132" name="Google Shape;132;p3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3" name="Google Shape;133;p3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4" name="Google Shape;134;p3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35"/>
        <p:cNvGrpSpPr/>
        <p:nvPr/>
      </p:nvGrpSpPr>
      <p:grpSpPr>
        <a:xfrm>
          <a:off x="0" y="0"/>
          <a:ext cx="0" cy="0"/>
          <a:chOff x="0" y="0"/>
          <a:chExt cx="0" cy="0"/>
        </a:xfrm>
      </p:grpSpPr>
      <p:sp>
        <p:nvSpPr>
          <p:cNvPr id="136" name="Google Shape;136;p35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7" name="Google Shape;137;p35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8" name="Google Shape;138;p3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p3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141"/>
        <p:cNvGrpSpPr/>
        <p:nvPr/>
      </p:nvGrpSpPr>
      <p:grpSpPr>
        <a:xfrm>
          <a:off x="0" y="0"/>
          <a:ext cx="0" cy="0"/>
          <a:chOff x="0" y="0"/>
          <a:chExt cx="0" cy="0"/>
        </a:xfrm>
      </p:grpSpPr>
      <p:sp>
        <p:nvSpPr>
          <p:cNvPr id="142" name="Google Shape;142;p36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3" name="Google Shape;143;p36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4" name="Google Shape;144;p36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5" name="Google Shape;145;p36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3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147"/>
        <p:cNvGrpSpPr/>
        <p:nvPr/>
      </p:nvGrpSpPr>
      <p:grpSpPr>
        <a:xfrm>
          <a:off x="0" y="0"/>
          <a:ext cx="0" cy="0"/>
          <a:chOff x="0" y="0"/>
          <a:chExt cx="0" cy="0"/>
        </a:xfrm>
      </p:grpSpPr>
      <p:sp>
        <p:nvSpPr>
          <p:cNvPr id="148" name="Google Shape;148;p36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9" name="Google Shape;149;p36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0" name="Google Shape;150;p36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1" name="Google Shape;151;p3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2" name="Google Shape;152;p36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3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154"/>
        <p:cNvGrpSpPr/>
        <p:nvPr/>
      </p:nvGrpSpPr>
      <p:grpSpPr>
        <a:xfrm>
          <a:off x="0" y="0"/>
          <a:ext cx="0" cy="0"/>
          <a:chOff x="0" y="0"/>
          <a:chExt cx="0" cy="0"/>
        </a:xfrm>
      </p:grpSpPr>
      <p:sp>
        <p:nvSpPr>
          <p:cNvPr id="155" name="Google Shape;155;p36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6" name="Google Shape;156;p36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57" name="Google Shape;157;p36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8" name="Google Shape;158;p36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59" name="Google Shape;159;p36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0" name="Google Shape;160;p3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1" name="Google Shape;161;p3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2" name="Google Shape;162;p3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163"/>
        <p:cNvGrpSpPr/>
        <p:nvPr/>
      </p:nvGrpSpPr>
      <p:grpSpPr>
        <a:xfrm>
          <a:off x="0" y="0"/>
          <a:ext cx="0" cy="0"/>
          <a:chOff x="0" y="0"/>
          <a:chExt cx="0" cy="0"/>
        </a:xfrm>
      </p:grpSpPr>
      <p:sp>
        <p:nvSpPr>
          <p:cNvPr id="164" name="Google Shape;164;p36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5" name="Google Shape;165;p3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6" name="Google Shape;166;p3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7" name="Google Shape;167;p3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168"/>
        <p:cNvGrpSpPr/>
        <p:nvPr/>
      </p:nvGrpSpPr>
      <p:grpSpPr>
        <a:xfrm>
          <a:off x="0" y="0"/>
          <a:ext cx="0" cy="0"/>
          <a:chOff x="0" y="0"/>
          <a:chExt cx="0" cy="0"/>
        </a:xfrm>
      </p:grpSpPr>
      <p:sp>
        <p:nvSpPr>
          <p:cNvPr id="169" name="Google Shape;169;p36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0" name="Google Shape;170;p36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71" name="Google Shape;171;p36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72" name="Google Shape;172;p3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3" name="Google Shape;173;p3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4" name="Google Shape;174;p3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175"/>
        <p:cNvGrpSpPr/>
        <p:nvPr/>
      </p:nvGrpSpPr>
      <p:grpSpPr>
        <a:xfrm>
          <a:off x="0" y="0"/>
          <a:ext cx="0" cy="0"/>
          <a:chOff x="0" y="0"/>
          <a:chExt cx="0" cy="0"/>
        </a:xfrm>
      </p:grpSpPr>
      <p:sp>
        <p:nvSpPr>
          <p:cNvPr id="176" name="Google Shape;176;p37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7" name="Google Shape;177;p370"/>
          <p:cNvSpPr>
            <a:spLocks noGrp="1"/>
          </p:cNvSpPr>
          <p:nvPr>
            <p:ph type="pic" idx="2"/>
          </p:nvPr>
        </p:nvSpPr>
        <p:spPr>
          <a:xfrm>
            <a:off x="5183188" y="987425"/>
            <a:ext cx="6172200" cy="4873625"/>
          </a:xfrm>
          <a:prstGeom prst="rect">
            <a:avLst/>
          </a:prstGeom>
          <a:noFill/>
          <a:ln>
            <a:noFill/>
          </a:ln>
        </p:spPr>
      </p:sp>
      <p:sp>
        <p:nvSpPr>
          <p:cNvPr id="178" name="Google Shape;178;p37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79" name="Google Shape;179;p37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0" name="Google Shape;180;p37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1" name="Google Shape;181;p3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182"/>
        <p:cNvGrpSpPr/>
        <p:nvPr/>
      </p:nvGrpSpPr>
      <p:grpSpPr>
        <a:xfrm>
          <a:off x="0" y="0"/>
          <a:ext cx="0" cy="0"/>
          <a:chOff x="0" y="0"/>
          <a:chExt cx="0" cy="0"/>
        </a:xfrm>
      </p:grpSpPr>
      <p:sp>
        <p:nvSpPr>
          <p:cNvPr id="183" name="Google Shape;183;p37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4" name="Google Shape;184;p37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5" name="Google Shape;185;p37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6" name="Google Shape;186;p37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7" name="Google Shape;187;p3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188"/>
        <p:cNvGrpSpPr/>
        <p:nvPr/>
      </p:nvGrpSpPr>
      <p:grpSpPr>
        <a:xfrm>
          <a:off x="0" y="0"/>
          <a:ext cx="0" cy="0"/>
          <a:chOff x="0" y="0"/>
          <a:chExt cx="0" cy="0"/>
        </a:xfrm>
      </p:grpSpPr>
      <p:sp>
        <p:nvSpPr>
          <p:cNvPr id="189" name="Google Shape;189;p37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0" name="Google Shape;190;p37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1" name="Google Shape;191;p3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2" name="Google Shape;192;p3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3" name="Google Shape;193;p3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200"/>
        <p:cNvGrpSpPr/>
        <p:nvPr/>
      </p:nvGrpSpPr>
      <p:grpSpPr>
        <a:xfrm>
          <a:off x="0" y="0"/>
          <a:ext cx="0" cy="0"/>
          <a:chOff x="0" y="0"/>
          <a:chExt cx="0" cy="0"/>
        </a:xfrm>
      </p:grpSpPr>
      <p:sp>
        <p:nvSpPr>
          <p:cNvPr id="201" name="Google Shape;201;p35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2" name="Google Shape;202;p35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3" name="Google Shape;203;p3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4" name="Google Shape;204;p3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5" name="Google Shape;205;p3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206"/>
        <p:cNvGrpSpPr/>
        <p:nvPr/>
      </p:nvGrpSpPr>
      <p:grpSpPr>
        <a:xfrm>
          <a:off x="0" y="0"/>
          <a:ext cx="0" cy="0"/>
          <a:chOff x="0" y="0"/>
          <a:chExt cx="0" cy="0"/>
        </a:xfrm>
      </p:grpSpPr>
      <p:sp>
        <p:nvSpPr>
          <p:cNvPr id="207" name="Google Shape;207;p3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8" name="Google Shape;208;p3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9" name="Google Shape;209;p3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0"/>
        <p:cNvGrpSpPr/>
        <p:nvPr/>
      </p:nvGrpSpPr>
      <p:grpSpPr>
        <a:xfrm>
          <a:off x="0" y="0"/>
          <a:ext cx="0" cy="0"/>
          <a:chOff x="0" y="0"/>
          <a:chExt cx="0" cy="0"/>
        </a:xfrm>
      </p:grpSpPr>
      <p:sp>
        <p:nvSpPr>
          <p:cNvPr id="211" name="Google Shape;211;p35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2" name="Google Shape;212;p35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3" name="Google Shape;213;p3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4" name="Google Shape;214;p3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5" name="Google Shape;215;p3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16"/>
        <p:cNvGrpSpPr/>
        <p:nvPr/>
      </p:nvGrpSpPr>
      <p:grpSpPr>
        <a:xfrm>
          <a:off x="0" y="0"/>
          <a:ext cx="0" cy="0"/>
          <a:chOff x="0" y="0"/>
          <a:chExt cx="0" cy="0"/>
        </a:xfrm>
      </p:grpSpPr>
      <p:sp>
        <p:nvSpPr>
          <p:cNvPr id="217" name="Google Shape;217;p35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8" name="Google Shape;218;p35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19" name="Google Shape;219;p3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0" name="Google Shape;220;p3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1" name="Google Shape;221;p3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22"/>
        <p:cNvGrpSpPr/>
        <p:nvPr/>
      </p:nvGrpSpPr>
      <p:grpSpPr>
        <a:xfrm>
          <a:off x="0" y="0"/>
          <a:ext cx="0" cy="0"/>
          <a:chOff x="0" y="0"/>
          <a:chExt cx="0" cy="0"/>
        </a:xfrm>
      </p:grpSpPr>
      <p:sp>
        <p:nvSpPr>
          <p:cNvPr id="223" name="Google Shape;223;p35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4" name="Google Shape;224;p35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5" name="Google Shape;225;p35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6" name="Google Shape;226;p3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7" name="Google Shape;227;p3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8" name="Google Shape;228;p3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229"/>
        <p:cNvGrpSpPr/>
        <p:nvPr/>
      </p:nvGrpSpPr>
      <p:grpSpPr>
        <a:xfrm>
          <a:off x="0" y="0"/>
          <a:ext cx="0" cy="0"/>
          <a:chOff x="0" y="0"/>
          <a:chExt cx="0" cy="0"/>
        </a:xfrm>
      </p:grpSpPr>
      <p:sp>
        <p:nvSpPr>
          <p:cNvPr id="230" name="Google Shape;230;p35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1" name="Google Shape;231;p35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32" name="Google Shape;232;p35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3" name="Google Shape;233;p35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34" name="Google Shape;234;p35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5" name="Google Shape;235;p3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6" name="Google Shape;236;p3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7" name="Google Shape;237;p3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238"/>
        <p:cNvGrpSpPr/>
        <p:nvPr/>
      </p:nvGrpSpPr>
      <p:grpSpPr>
        <a:xfrm>
          <a:off x="0" y="0"/>
          <a:ext cx="0" cy="0"/>
          <a:chOff x="0" y="0"/>
          <a:chExt cx="0" cy="0"/>
        </a:xfrm>
      </p:grpSpPr>
      <p:sp>
        <p:nvSpPr>
          <p:cNvPr id="239" name="Google Shape;239;p36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0" name="Google Shape;240;p3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1" name="Google Shape;241;p3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2" name="Google Shape;242;p3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243"/>
        <p:cNvGrpSpPr/>
        <p:nvPr/>
      </p:nvGrpSpPr>
      <p:grpSpPr>
        <a:xfrm>
          <a:off x="0" y="0"/>
          <a:ext cx="0" cy="0"/>
          <a:chOff x="0" y="0"/>
          <a:chExt cx="0" cy="0"/>
        </a:xfrm>
      </p:grpSpPr>
      <p:sp>
        <p:nvSpPr>
          <p:cNvPr id="244" name="Google Shape;244;p36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5" name="Google Shape;245;p36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246" name="Google Shape;246;p36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47" name="Google Shape;247;p3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8" name="Google Shape;248;p3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9" name="Google Shape;249;p3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250"/>
        <p:cNvGrpSpPr/>
        <p:nvPr/>
      </p:nvGrpSpPr>
      <p:grpSpPr>
        <a:xfrm>
          <a:off x="0" y="0"/>
          <a:ext cx="0" cy="0"/>
          <a:chOff x="0" y="0"/>
          <a:chExt cx="0" cy="0"/>
        </a:xfrm>
      </p:grpSpPr>
      <p:sp>
        <p:nvSpPr>
          <p:cNvPr id="251" name="Google Shape;251;p36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2" name="Google Shape;252;p362"/>
          <p:cNvSpPr>
            <a:spLocks noGrp="1"/>
          </p:cNvSpPr>
          <p:nvPr>
            <p:ph type="pic" idx="2"/>
          </p:nvPr>
        </p:nvSpPr>
        <p:spPr>
          <a:xfrm>
            <a:off x="5183188" y="987425"/>
            <a:ext cx="6172200" cy="4873625"/>
          </a:xfrm>
          <a:prstGeom prst="rect">
            <a:avLst/>
          </a:prstGeom>
          <a:noFill/>
          <a:ln>
            <a:noFill/>
          </a:ln>
        </p:spPr>
      </p:sp>
      <p:sp>
        <p:nvSpPr>
          <p:cNvPr id="253" name="Google Shape;253;p36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54" name="Google Shape;254;p3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5" name="Google Shape;255;p3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6" name="Google Shape;256;p3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257"/>
        <p:cNvGrpSpPr/>
        <p:nvPr/>
      </p:nvGrpSpPr>
      <p:grpSpPr>
        <a:xfrm>
          <a:off x="0" y="0"/>
          <a:ext cx="0" cy="0"/>
          <a:chOff x="0" y="0"/>
          <a:chExt cx="0" cy="0"/>
        </a:xfrm>
      </p:grpSpPr>
      <p:sp>
        <p:nvSpPr>
          <p:cNvPr id="258" name="Google Shape;258;p36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9" name="Google Shape;259;p36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0" name="Google Shape;260;p3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1" name="Google Shape;261;p3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2" name="Google Shape;262;p3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263"/>
        <p:cNvGrpSpPr/>
        <p:nvPr/>
      </p:nvGrpSpPr>
      <p:grpSpPr>
        <a:xfrm>
          <a:off x="0" y="0"/>
          <a:ext cx="0" cy="0"/>
          <a:chOff x="0" y="0"/>
          <a:chExt cx="0" cy="0"/>
        </a:xfrm>
      </p:grpSpPr>
      <p:sp>
        <p:nvSpPr>
          <p:cNvPr id="264" name="Google Shape;264;p36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5" name="Google Shape;265;p36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6" name="Google Shape;266;p36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7" name="Google Shape;267;p36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8" name="Google Shape;268;p3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
        <p:cNvGrpSpPr/>
        <p:nvPr/>
      </p:nvGrpSpPr>
      <p:grpSpPr>
        <a:xfrm>
          <a:off x="0" y="0"/>
          <a:ext cx="0" cy="0"/>
          <a:chOff x="0" y="0"/>
          <a:chExt cx="0" cy="0"/>
        </a:xfrm>
      </p:grpSpPr>
      <p:sp>
        <p:nvSpPr>
          <p:cNvPr id="10" name="Google Shape;10;p3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4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9"/>
        <p:cNvGrpSpPr/>
        <p:nvPr/>
      </p:nvGrpSpPr>
      <p:grpSpPr>
        <a:xfrm>
          <a:off x="0" y="0"/>
          <a:ext cx="0" cy="0"/>
          <a:chOff x="0" y="0"/>
          <a:chExt cx="0" cy="0"/>
        </a:xfrm>
      </p:grpSpPr>
      <p:sp>
        <p:nvSpPr>
          <p:cNvPr id="120" name="Google Shape;120;p3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1" name="Google Shape;121;p34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2" name="Google Shape;122;p3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3" name="Google Shape;123;p3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4" name="Google Shape;124;p3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94"/>
        <p:cNvGrpSpPr/>
        <p:nvPr/>
      </p:nvGrpSpPr>
      <p:grpSpPr>
        <a:xfrm>
          <a:off x="0" y="0"/>
          <a:ext cx="0" cy="0"/>
          <a:chOff x="0" y="0"/>
          <a:chExt cx="0" cy="0"/>
        </a:xfrm>
      </p:grpSpPr>
      <p:sp>
        <p:nvSpPr>
          <p:cNvPr id="195" name="Google Shape;195;p35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96" name="Google Shape;196;p35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97" name="Google Shape;197;p3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98" name="Google Shape;198;p3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99" name="Google Shape;199;p3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comments" Target="../comments/commen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comments" Target="../comments/comment4.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3" Type="http://schemas.openxmlformats.org/officeDocument/2006/relationships/image" Target="../media/image21.png"/><Relationship Id="rId18" Type="http://schemas.openxmlformats.org/officeDocument/2006/relationships/image" Target="../media/image26.png"/><Relationship Id="rId26" Type="http://schemas.openxmlformats.org/officeDocument/2006/relationships/image" Target="../media/image34.png"/><Relationship Id="rId39" Type="http://schemas.openxmlformats.org/officeDocument/2006/relationships/image" Target="../media/image47.png"/><Relationship Id="rId21" Type="http://schemas.openxmlformats.org/officeDocument/2006/relationships/image" Target="../media/image29.png"/><Relationship Id="rId34" Type="http://schemas.openxmlformats.org/officeDocument/2006/relationships/image" Target="../media/image42.png"/><Relationship Id="rId42" Type="http://schemas.openxmlformats.org/officeDocument/2006/relationships/image" Target="../media/image50.png"/><Relationship Id="rId47" Type="http://schemas.openxmlformats.org/officeDocument/2006/relationships/image" Target="../media/image55.png"/><Relationship Id="rId50" Type="http://schemas.openxmlformats.org/officeDocument/2006/relationships/image" Target="../media/image58.png"/><Relationship Id="rId55" Type="http://schemas.openxmlformats.org/officeDocument/2006/relationships/comments" Target="../comments/comment5.xml"/><Relationship Id="rId7" Type="http://schemas.openxmlformats.org/officeDocument/2006/relationships/image" Target="../media/image15.png"/><Relationship Id="rId2" Type="http://schemas.openxmlformats.org/officeDocument/2006/relationships/notesSlide" Target="../notesSlides/notesSlide6.xml"/><Relationship Id="rId16" Type="http://schemas.openxmlformats.org/officeDocument/2006/relationships/image" Target="../media/image24.png"/><Relationship Id="rId29" Type="http://schemas.openxmlformats.org/officeDocument/2006/relationships/image" Target="../media/image37.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5.png"/><Relationship Id="rId40" Type="http://schemas.openxmlformats.org/officeDocument/2006/relationships/image" Target="../media/image48.png"/><Relationship Id="rId45" Type="http://schemas.openxmlformats.org/officeDocument/2006/relationships/image" Target="../media/image53.png"/><Relationship Id="rId53" Type="http://schemas.openxmlformats.org/officeDocument/2006/relationships/image" Target="../media/image61.png"/><Relationship Id="rId5" Type="http://schemas.openxmlformats.org/officeDocument/2006/relationships/image" Target="../media/image13.png"/><Relationship Id="rId10" Type="http://schemas.openxmlformats.org/officeDocument/2006/relationships/image" Target="../media/image18.png"/><Relationship Id="rId19" Type="http://schemas.openxmlformats.org/officeDocument/2006/relationships/image" Target="../media/image27.png"/><Relationship Id="rId31" Type="http://schemas.openxmlformats.org/officeDocument/2006/relationships/image" Target="../media/image39.png"/><Relationship Id="rId44" Type="http://schemas.openxmlformats.org/officeDocument/2006/relationships/image" Target="../media/image52.png"/><Relationship Id="rId52" Type="http://schemas.openxmlformats.org/officeDocument/2006/relationships/image" Target="../media/image60.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 Id="rId35" Type="http://schemas.openxmlformats.org/officeDocument/2006/relationships/image" Target="../media/image43.png"/><Relationship Id="rId43" Type="http://schemas.openxmlformats.org/officeDocument/2006/relationships/image" Target="../media/image51.png"/><Relationship Id="rId48" Type="http://schemas.openxmlformats.org/officeDocument/2006/relationships/image" Target="../media/image56.png"/><Relationship Id="rId8" Type="http://schemas.openxmlformats.org/officeDocument/2006/relationships/image" Target="../media/image16.png"/><Relationship Id="rId51" Type="http://schemas.openxmlformats.org/officeDocument/2006/relationships/image" Target="../media/image59.png"/><Relationship Id="rId3" Type="http://schemas.openxmlformats.org/officeDocument/2006/relationships/image" Target="../media/image11.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33" Type="http://schemas.openxmlformats.org/officeDocument/2006/relationships/image" Target="../media/image41.png"/><Relationship Id="rId38" Type="http://schemas.openxmlformats.org/officeDocument/2006/relationships/image" Target="../media/image46.png"/><Relationship Id="rId46" Type="http://schemas.openxmlformats.org/officeDocument/2006/relationships/image" Target="../media/image54.png"/><Relationship Id="rId20" Type="http://schemas.openxmlformats.org/officeDocument/2006/relationships/image" Target="../media/image28.png"/><Relationship Id="rId41" Type="http://schemas.openxmlformats.org/officeDocument/2006/relationships/image" Target="../media/image49.png"/><Relationship Id="rId54"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14.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36" Type="http://schemas.openxmlformats.org/officeDocument/2006/relationships/image" Target="../media/image44.png"/><Relationship Id="rId49" Type="http://schemas.openxmlformats.org/officeDocument/2006/relationships/image" Target="../media/image57.png"/></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63.jp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7.xml"/><Relationship Id="rId5" Type="http://schemas.openxmlformats.org/officeDocument/2006/relationships/image" Target="../media/image64.jp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7.xml"/><Relationship Id="rId5" Type="http://schemas.openxmlformats.org/officeDocument/2006/relationships/image" Target="../media/image65.jp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7.xml"/><Relationship Id="rId5" Type="http://schemas.openxmlformats.org/officeDocument/2006/relationships/image" Target="../media/image66.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3" Type="http://schemas.openxmlformats.org/officeDocument/2006/relationships/image" Target="../media/image20.png"/><Relationship Id="rId18" Type="http://schemas.openxmlformats.org/officeDocument/2006/relationships/image" Target="../media/image25.png"/><Relationship Id="rId26" Type="http://schemas.openxmlformats.org/officeDocument/2006/relationships/image" Target="../media/image33.png"/><Relationship Id="rId39" Type="http://schemas.openxmlformats.org/officeDocument/2006/relationships/image" Target="../media/image46.png"/><Relationship Id="rId21" Type="http://schemas.openxmlformats.org/officeDocument/2006/relationships/image" Target="../media/image28.png"/><Relationship Id="rId34" Type="http://schemas.openxmlformats.org/officeDocument/2006/relationships/image" Target="../media/image41.png"/><Relationship Id="rId42" Type="http://schemas.openxmlformats.org/officeDocument/2006/relationships/image" Target="../media/image49.png"/><Relationship Id="rId47" Type="http://schemas.openxmlformats.org/officeDocument/2006/relationships/image" Target="../media/image54.png"/><Relationship Id="rId50" Type="http://schemas.openxmlformats.org/officeDocument/2006/relationships/image" Target="../media/image57.png"/><Relationship Id="rId55" Type="http://schemas.openxmlformats.org/officeDocument/2006/relationships/image" Target="../media/image62.png"/><Relationship Id="rId7" Type="http://schemas.openxmlformats.org/officeDocument/2006/relationships/image" Target="../media/image14.png"/><Relationship Id="rId2" Type="http://schemas.openxmlformats.org/officeDocument/2006/relationships/notesSlide" Target="../notesSlides/notesSlide14.xml"/><Relationship Id="rId16" Type="http://schemas.openxmlformats.org/officeDocument/2006/relationships/image" Target="../media/image23.png"/><Relationship Id="rId29" Type="http://schemas.openxmlformats.org/officeDocument/2006/relationships/image" Target="../media/image36.png"/><Relationship Id="rId11" Type="http://schemas.openxmlformats.org/officeDocument/2006/relationships/image" Target="../media/image18.png"/><Relationship Id="rId24" Type="http://schemas.openxmlformats.org/officeDocument/2006/relationships/image" Target="../media/image31.png"/><Relationship Id="rId32" Type="http://schemas.openxmlformats.org/officeDocument/2006/relationships/image" Target="../media/image39.png"/><Relationship Id="rId37" Type="http://schemas.openxmlformats.org/officeDocument/2006/relationships/image" Target="../media/image44.png"/><Relationship Id="rId40" Type="http://schemas.openxmlformats.org/officeDocument/2006/relationships/image" Target="../media/image47.png"/><Relationship Id="rId45" Type="http://schemas.openxmlformats.org/officeDocument/2006/relationships/image" Target="../media/image52.png"/><Relationship Id="rId53" Type="http://schemas.openxmlformats.org/officeDocument/2006/relationships/image" Target="../media/image60.png"/><Relationship Id="rId5" Type="http://schemas.openxmlformats.org/officeDocument/2006/relationships/image" Target="../media/image12.png"/><Relationship Id="rId10" Type="http://schemas.openxmlformats.org/officeDocument/2006/relationships/image" Target="../media/image17.png"/><Relationship Id="rId19" Type="http://schemas.openxmlformats.org/officeDocument/2006/relationships/image" Target="../media/image26.png"/><Relationship Id="rId31" Type="http://schemas.openxmlformats.org/officeDocument/2006/relationships/image" Target="../media/image38.png"/><Relationship Id="rId44" Type="http://schemas.openxmlformats.org/officeDocument/2006/relationships/image" Target="../media/image51.png"/><Relationship Id="rId52" Type="http://schemas.openxmlformats.org/officeDocument/2006/relationships/image" Target="../media/image59.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 Id="rId27" Type="http://schemas.openxmlformats.org/officeDocument/2006/relationships/image" Target="../media/image34.png"/><Relationship Id="rId30" Type="http://schemas.openxmlformats.org/officeDocument/2006/relationships/image" Target="../media/image37.png"/><Relationship Id="rId35" Type="http://schemas.openxmlformats.org/officeDocument/2006/relationships/image" Target="../media/image42.png"/><Relationship Id="rId43" Type="http://schemas.openxmlformats.org/officeDocument/2006/relationships/image" Target="../media/image50.png"/><Relationship Id="rId48" Type="http://schemas.openxmlformats.org/officeDocument/2006/relationships/image" Target="../media/image55.png"/><Relationship Id="rId8" Type="http://schemas.openxmlformats.org/officeDocument/2006/relationships/image" Target="../media/image15.png"/><Relationship Id="rId51" Type="http://schemas.openxmlformats.org/officeDocument/2006/relationships/image" Target="../media/image58.png"/><Relationship Id="rId3" Type="http://schemas.openxmlformats.org/officeDocument/2006/relationships/image" Target="../media/image67.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33" Type="http://schemas.openxmlformats.org/officeDocument/2006/relationships/image" Target="../media/image40.png"/><Relationship Id="rId38" Type="http://schemas.openxmlformats.org/officeDocument/2006/relationships/image" Target="../media/image45.png"/><Relationship Id="rId46" Type="http://schemas.openxmlformats.org/officeDocument/2006/relationships/image" Target="../media/image53.png"/><Relationship Id="rId20" Type="http://schemas.openxmlformats.org/officeDocument/2006/relationships/image" Target="../media/image27.png"/><Relationship Id="rId41" Type="http://schemas.openxmlformats.org/officeDocument/2006/relationships/image" Target="../media/image48.png"/><Relationship Id="rId54" Type="http://schemas.openxmlformats.org/officeDocument/2006/relationships/image" Target="../media/image61.png"/><Relationship Id="rId1" Type="http://schemas.openxmlformats.org/officeDocument/2006/relationships/slideLayout" Target="../slideLayouts/slideLayout17.xml"/><Relationship Id="rId6" Type="http://schemas.openxmlformats.org/officeDocument/2006/relationships/image" Target="../media/image13.png"/><Relationship Id="rId15" Type="http://schemas.openxmlformats.org/officeDocument/2006/relationships/image" Target="../media/image22.png"/><Relationship Id="rId23" Type="http://schemas.openxmlformats.org/officeDocument/2006/relationships/image" Target="../media/image30.png"/><Relationship Id="rId28" Type="http://schemas.openxmlformats.org/officeDocument/2006/relationships/image" Target="../media/image35.png"/><Relationship Id="rId36" Type="http://schemas.openxmlformats.org/officeDocument/2006/relationships/image" Target="../media/image43.png"/><Relationship Id="rId49" Type="http://schemas.openxmlformats.org/officeDocument/2006/relationships/image" Target="../media/image56.png"/></Relationships>
</file>

<file path=ppt/slides/_rels/slide1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7.xml"/><Relationship Id="rId4" Type="http://schemas.openxmlformats.org/officeDocument/2006/relationships/image" Target="../media/image70.jp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7.xml"/><Relationship Id="rId4" Type="http://schemas.openxmlformats.org/officeDocument/2006/relationships/image" Target="../media/image71.jpg"/></Relationships>
</file>

<file path=ppt/slides/_rels/slide1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9.xml"/><Relationship Id="rId1" Type="http://schemas.openxmlformats.org/officeDocument/2006/relationships/slideLayout" Target="../slideLayouts/slideLayout17.xml"/><Relationship Id="rId5" Type="http://schemas.openxmlformats.org/officeDocument/2006/relationships/image" Target="../media/image10.png"/><Relationship Id="rId4" Type="http://schemas.openxmlformats.org/officeDocument/2006/relationships/image" Target="../media/image73.png"/></Relationships>
</file>

<file path=ppt/slides/_rels/slide20.xml.rels><?xml version="1.0" encoding="UTF-8" standalone="yes"?>
<Relationships xmlns="http://schemas.openxmlformats.org/package/2006/relationships"><Relationship Id="rId3" Type="http://schemas.openxmlformats.org/officeDocument/2006/relationships/image" Target="../media/image74.png"/><Relationship Id="rId7"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7.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21.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74.png"/><Relationship Id="rId7" Type="http://schemas.openxmlformats.org/officeDocument/2006/relationships/image" Target="../media/image72.png"/><Relationship Id="rId2" Type="http://schemas.openxmlformats.org/officeDocument/2006/relationships/notesSlide" Target="../notesSlides/notesSlide21.xml"/><Relationship Id="rId1" Type="http://schemas.openxmlformats.org/officeDocument/2006/relationships/slideLayout" Target="../slideLayouts/slideLayout17.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7.xml"/><Relationship Id="rId4" Type="http://schemas.openxmlformats.org/officeDocument/2006/relationships/image" Target="../media/image78.png"/></Relationships>
</file>

<file path=ppt/slides/_rels/slide2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13" Type="http://schemas.openxmlformats.org/officeDocument/2006/relationships/image" Target="../media/image20.png"/><Relationship Id="rId18" Type="http://schemas.openxmlformats.org/officeDocument/2006/relationships/image" Target="../media/image25.png"/><Relationship Id="rId26" Type="http://schemas.openxmlformats.org/officeDocument/2006/relationships/image" Target="../media/image33.png"/><Relationship Id="rId39" Type="http://schemas.openxmlformats.org/officeDocument/2006/relationships/image" Target="../media/image46.png"/><Relationship Id="rId21" Type="http://schemas.openxmlformats.org/officeDocument/2006/relationships/image" Target="../media/image28.png"/><Relationship Id="rId34" Type="http://schemas.openxmlformats.org/officeDocument/2006/relationships/image" Target="../media/image41.png"/><Relationship Id="rId42" Type="http://schemas.openxmlformats.org/officeDocument/2006/relationships/image" Target="../media/image49.png"/><Relationship Id="rId47" Type="http://schemas.openxmlformats.org/officeDocument/2006/relationships/image" Target="../media/image54.png"/><Relationship Id="rId50" Type="http://schemas.openxmlformats.org/officeDocument/2006/relationships/image" Target="../media/image57.png"/><Relationship Id="rId55" Type="http://schemas.openxmlformats.org/officeDocument/2006/relationships/image" Target="../media/image62.png"/><Relationship Id="rId7" Type="http://schemas.openxmlformats.org/officeDocument/2006/relationships/image" Target="../media/image14.png"/><Relationship Id="rId2" Type="http://schemas.openxmlformats.org/officeDocument/2006/relationships/notesSlide" Target="../notesSlides/notesSlide24.xml"/><Relationship Id="rId16" Type="http://schemas.openxmlformats.org/officeDocument/2006/relationships/image" Target="../media/image23.png"/><Relationship Id="rId29" Type="http://schemas.openxmlformats.org/officeDocument/2006/relationships/image" Target="../media/image36.png"/><Relationship Id="rId11" Type="http://schemas.openxmlformats.org/officeDocument/2006/relationships/image" Target="../media/image18.png"/><Relationship Id="rId24" Type="http://schemas.openxmlformats.org/officeDocument/2006/relationships/image" Target="../media/image31.png"/><Relationship Id="rId32" Type="http://schemas.openxmlformats.org/officeDocument/2006/relationships/image" Target="../media/image39.png"/><Relationship Id="rId37" Type="http://schemas.openxmlformats.org/officeDocument/2006/relationships/image" Target="../media/image44.png"/><Relationship Id="rId40" Type="http://schemas.openxmlformats.org/officeDocument/2006/relationships/image" Target="../media/image47.png"/><Relationship Id="rId45" Type="http://schemas.openxmlformats.org/officeDocument/2006/relationships/image" Target="../media/image52.png"/><Relationship Id="rId53" Type="http://schemas.openxmlformats.org/officeDocument/2006/relationships/image" Target="../media/image60.png"/><Relationship Id="rId5" Type="http://schemas.openxmlformats.org/officeDocument/2006/relationships/image" Target="../media/image12.png"/><Relationship Id="rId10" Type="http://schemas.openxmlformats.org/officeDocument/2006/relationships/image" Target="../media/image17.png"/><Relationship Id="rId19" Type="http://schemas.openxmlformats.org/officeDocument/2006/relationships/image" Target="../media/image26.png"/><Relationship Id="rId31" Type="http://schemas.openxmlformats.org/officeDocument/2006/relationships/image" Target="../media/image38.png"/><Relationship Id="rId44" Type="http://schemas.openxmlformats.org/officeDocument/2006/relationships/image" Target="../media/image51.png"/><Relationship Id="rId52" Type="http://schemas.openxmlformats.org/officeDocument/2006/relationships/image" Target="../media/image59.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 Id="rId27" Type="http://schemas.openxmlformats.org/officeDocument/2006/relationships/image" Target="../media/image34.png"/><Relationship Id="rId30" Type="http://schemas.openxmlformats.org/officeDocument/2006/relationships/image" Target="../media/image37.png"/><Relationship Id="rId35" Type="http://schemas.openxmlformats.org/officeDocument/2006/relationships/image" Target="../media/image42.png"/><Relationship Id="rId43" Type="http://schemas.openxmlformats.org/officeDocument/2006/relationships/image" Target="../media/image50.png"/><Relationship Id="rId48" Type="http://schemas.openxmlformats.org/officeDocument/2006/relationships/image" Target="../media/image55.png"/><Relationship Id="rId8" Type="http://schemas.openxmlformats.org/officeDocument/2006/relationships/image" Target="../media/image15.png"/><Relationship Id="rId51" Type="http://schemas.openxmlformats.org/officeDocument/2006/relationships/image" Target="../media/image58.png"/><Relationship Id="rId3" Type="http://schemas.openxmlformats.org/officeDocument/2006/relationships/image" Target="../media/image67.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33" Type="http://schemas.openxmlformats.org/officeDocument/2006/relationships/image" Target="../media/image40.png"/><Relationship Id="rId38" Type="http://schemas.openxmlformats.org/officeDocument/2006/relationships/image" Target="../media/image45.png"/><Relationship Id="rId46" Type="http://schemas.openxmlformats.org/officeDocument/2006/relationships/image" Target="../media/image53.png"/><Relationship Id="rId20" Type="http://schemas.openxmlformats.org/officeDocument/2006/relationships/image" Target="../media/image27.png"/><Relationship Id="rId41" Type="http://schemas.openxmlformats.org/officeDocument/2006/relationships/image" Target="../media/image48.png"/><Relationship Id="rId54" Type="http://schemas.openxmlformats.org/officeDocument/2006/relationships/image" Target="../media/image61.png"/><Relationship Id="rId1" Type="http://schemas.openxmlformats.org/officeDocument/2006/relationships/slideLayout" Target="../slideLayouts/slideLayout17.xml"/><Relationship Id="rId6" Type="http://schemas.openxmlformats.org/officeDocument/2006/relationships/image" Target="../media/image13.png"/><Relationship Id="rId15" Type="http://schemas.openxmlformats.org/officeDocument/2006/relationships/image" Target="../media/image22.png"/><Relationship Id="rId23" Type="http://schemas.openxmlformats.org/officeDocument/2006/relationships/image" Target="../media/image30.png"/><Relationship Id="rId28" Type="http://schemas.openxmlformats.org/officeDocument/2006/relationships/image" Target="../media/image35.png"/><Relationship Id="rId36" Type="http://schemas.openxmlformats.org/officeDocument/2006/relationships/image" Target="../media/image43.png"/><Relationship Id="rId49" Type="http://schemas.openxmlformats.org/officeDocument/2006/relationships/image" Target="../media/image56.png"/></Relationships>
</file>

<file path=ppt/slides/_rels/slide25.xml.rels><?xml version="1.0" encoding="UTF-8" standalone="yes"?>
<Relationships xmlns="http://schemas.openxmlformats.org/package/2006/relationships"><Relationship Id="rId13" Type="http://schemas.openxmlformats.org/officeDocument/2006/relationships/image" Target="../media/image20.png"/><Relationship Id="rId18" Type="http://schemas.openxmlformats.org/officeDocument/2006/relationships/image" Target="../media/image25.png"/><Relationship Id="rId26" Type="http://schemas.openxmlformats.org/officeDocument/2006/relationships/image" Target="../media/image33.png"/><Relationship Id="rId39" Type="http://schemas.openxmlformats.org/officeDocument/2006/relationships/image" Target="../media/image46.png"/><Relationship Id="rId21" Type="http://schemas.openxmlformats.org/officeDocument/2006/relationships/image" Target="../media/image28.png"/><Relationship Id="rId34" Type="http://schemas.openxmlformats.org/officeDocument/2006/relationships/image" Target="../media/image41.png"/><Relationship Id="rId42" Type="http://schemas.openxmlformats.org/officeDocument/2006/relationships/image" Target="../media/image49.png"/><Relationship Id="rId47" Type="http://schemas.openxmlformats.org/officeDocument/2006/relationships/image" Target="../media/image54.png"/><Relationship Id="rId50" Type="http://schemas.openxmlformats.org/officeDocument/2006/relationships/image" Target="../media/image57.png"/><Relationship Id="rId55" Type="http://schemas.openxmlformats.org/officeDocument/2006/relationships/image" Target="../media/image62.png"/><Relationship Id="rId7" Type="http://schemas.openxmlformats.org/officeDocument/2006/relationships/image" Target="../media/image14.png"/><Relationship Id="rId2" Type="http://schemas.openxmlformats.org/officeDocument/2006/relationships/notesSlide" Target="../notesSlides/notesSlide25.xml"/><Relationship Id="rId16" Type="http://schemas.openxmlformats.org/officeDocument/2006/relationships/image" Target="../media/image23.png"/><Relationship Id="rId29" Type="http://schemas.openxmlformats.org/officeDocument/2006/relationships/image" Target="../media/image36.png"/><Relationship Id="rId11" Type="http://schemas.openxmlformats.org/officeDocument/2006/relationships/image" Target="../media/image18.png"/><Relationship Id="rId24" Type="http://schemas.openxmlformats.org/officeDocument/2006/relationships/image" Target="../media/image31.png"/><Relationship Id="rId32" Type="http://schemas.openxmlformats.org/officeDocument/2006/relationships/image" Target="../media/image39.png"/><Relationship Id="rId37" Type="http://schemas.openxmlformats.org/officeDocument/2006/relationships/image" Target="../media/image44.png"/><Relationship Id="rId40" Type="http://schemas.openxmlformats.org/officeDocument/2006/relationships/image" Target="../media/image47.png"/><Relationship Id="rId45" Type="http://schemas.openxmlformats.org/officeDocument/2006/relationships/image" Target="../media/image52.png"/><Relationship Id="rId53" Type="http://schemas.openxmlformats.org/officeDocument/2006/relationships/image" Target="../media/image60.png"/><Relationship Id="rId5" Type="http://schemas.openxmlformats.org/officeDocument/2006/relationships/image" Target="../media/image12.png"/><Relationship Id="rId10" Type="http://schemas.openxmlformats.org/officeDocument/2006/relationships/image" Target="../media/image17.png"/><Relationship Id="rId19" Type="http://schemas.openxmlformats.org/officeDocument/2006/relationships/image" Target="../media/image26.png"/><Relationship Id="rId31" Type="http://schemas.openxmlformats.org/officeDocument/2006/relationships/image" Target="../media/image38.png"/><Relationship Id="rId44" Type="http://schemas.openxmlformats.org/officeDocument/2006/relationships/image" Target="../media/image51.png"/><Relationship Id="rId52" Type="http://schemas.openxmlformats.org/officeDocument/2006/relationships/image" Target="../media/image59.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 Id="rId27" Type="http://schemas.openxmlformats.org/officeDocument/2006/relationships/image" Target="../media/image34.png"/><Relationship Id="rId30" Type="http://schemas.openxmlformats.org/officeDocument/2006/relationships/image" Target="../media/image37.png"/><Relationship Id="rId35" Type="http://schemas.openxmlformats.org/officeDocument/2006/relationships/image" Target="../media/image42.png"/><Relationship Id="rId43" Type="http://schemas.openxmlformats.org/officeDocument/2006/relationships/image" Target="../media/image50.png"/><Relationship Id="rId48" Type="http://schemas.openxmlformats.org/officeDocument/2006/relationships/image" Target="../media/image55.png"/><Relationship Id="rId8" Type="http://schemas.openxmlformats.org/officeDocument/2006/relationships/image" Target="../media/image15.png"/><Relationship Id="rId51" Type="http://schemas.openxmlformats.org/officeDocument/2006/relationships/image" Target="../media/image58.png"/><Relationship Id="rId3" Type="http://schemas.openxmlformats.org/officeDocument/2006/relationships/image" Target="../media/image67.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33" Type="http://schemas.openxmlformats.org/officeDocument/2006/relationships/image" Target="../media/image40.png"/><Relationship Id="rId38" Type="http://schemas.openxmlformats.org/officeDocument/2006/relationships/image" Target="../media/image45.png"/><Relationship Id="rId46" Type="http://schemas.openxmlformats.org/officeDocument/2006/relationships/image" Target="../media/image53.png"/><Relationship Id="rId20" Type="http://schemas.openxmlformats.org/officeDocument/2006/relationships/image" Target="../media/image27.png"/><Relationship Id="rId41" Type="http://schemas.openxmlformats.org/officeDocument/2006/relationships/image" Target="../media/image48.png"/><Relationship Id="rId54" Type="http://schemas.openxmlformats.org/officeDocument/2006/relationships/image" Target="../media/image61.png"/><Relationship Id="rId1" Type="http://schemas.openxmlformats.org/officeDocument/2006/relationships/slideLayout" Target="../slideLayouts/slideLayout17.xml"/><Relationship Id="rId6" Type="http://schemas.openxmlformats.org/officeDocument/2006/relationships/image" Target="../media/image13.png"/><Relationship Id="rId15" Type="http://schemas.openxmlformats.org/officeDocument/2006/relationships/image" Target="../media/image22.png"/><Relationship Id="rId23" Type="http://schemas.openxmlformats.org/officeDocument/2006/relationships/image" Target="../media/image30.png"/><Relationship Id="rId28" Type="http://schemas.openxmlformats.org/officeDocument/2006/relationships/image" Target="../media/image35.png"/><Relationship Id="rId36" Type="http://schemas.openxmlformats.org/officeDocument/2006/relationships/image" Target="../media/image43.png"/><Relationship Id="rId49" Type="http://schemas.openxmlformats.org/officeDocument/2006/relationships/image" Target="../media/image56.png"/></Relationships>
</file>

<file path=ppt/slides/_rels/slide26.xml.rels><?xml version="1.0" encoding="UTF-8" standalone="yes"?>
<Relationships xmlns="http://schemas.openxmlformats.org/package/2006/relationships"><Relationship Id="rId13" Type="http://schemas.openxmlformats.org/officeDocument/2006/relationships/image" Target="../media/image20.png"/><Relationship Id="rId18" Type="http://schemas.openxmlformats.org/officeDocument/2006/relationships/image" Target="../media/image25.png"/><Relationship Id="rId26" Type="http://schemas.openxmlformats.org/officeDocument/2006/relationships/image" Target="../media/image33.png"/><Relationship Id="rId39" Type="http://schemas.openxmlformats.org/officeDocument/2006/relationships/image" Target="../media/image46.png"/><Relationship Id="rId21" Type="http://schemas.openxmlformats.org/officeDocument/2006/relationships/image" Target="../media/image28.png"/><Relationship Id="rId34" Type="http://schemas.openxmlformats.org/officeDocument/2006/relationships/image" Target="../media/image41.png"/><Relationship Id="rId42" Type="http://schemas.openxmlformats.org/officeDocument/2006/relationships/image" Target="../media/image49.png"/><Relationship Id="rId47" Type="http://schemas.openxmlformats.org/officeDocument/2006/relationships/image" Target="../media/image54.png"/><Relationship Id="rId50" Type="http://schemas.openxmlformats.org/officeDocument/2006/relationships/image" Target="../media/image57.png"/><Relationship Id="rId55" Type="http://schemas.openxmlformats.org/officeDocument/2006/relationships/image" Target="../media/image62.png"/><Relationship Id="rId7" Type="http://schemas.openxmlformats.org/officeDocument/2006/relationships/image" Target="../media/image14.png"/><Relationship Id="rId2" Type="http://schemas.openxmlformats.org/officeDocument/2006/relationships/notesSlide" Target="../notesSlides/notesSlide26.xml"/><Relationship Id="rId16" Type="http://schemas.openxmlformats.org/officeDocument/2006/relationships/image" Target="../media/image23.png"/><Relationship Id="rId29" Type="http://schemas.openxmlformats.org/officeDocument/2006/relationships/image" Target="../media/image36.png"/><Relationship Id="rId11" Type="http://schemas.openxmlformats.org/officeDocument/2006/relationships/image" Target="../media/image18.png"/><Relationship Id="rId24" Type="http://schemas.openxmlformats.org/officeDocument/2006/relationships/image" Target="../media/image31.png"/><Relationship Id="rId32" Type="http://schemas.openxmlformats.org/officeDocument/2006/relationships/image" Target="../media/image39.png"/><Relationship Id="rId37" Type="http://schemas.openxmlformats.org/officeDocument/2006/relationships/image" Target="../media/image44.png"/><Relationship Id="rId40" Type="http://schemas.openxmlformats.org/officeDocument/2006/relationships/image" Target="../media/image47.png"/><Relationship Id="rId45" Type="http://schemas.openxmlformats.org/officeDocument/2006/relationships/image" Target="../media/image52.png"/><Relationship Id="rId53" Type="http://schemas.openxmlformats.org/officeDocument/2006/relationships/image" Target="../media/image60.png"/><Relationship Id="rId5" Type="http://schemas.openxmlformats.org/officeDocument/2006/relationships/image" Target="../media/image12.png"/><Relationship Id="rId10" Type="http://schemas.openxmlformats.org/officeDocument/2006/relationships/image" Target="../media/image17.png"/><Relationship Id="rId19" Type="http://schemas.openxmlformats.org/officeDocument/2006/relationships/image" Target="../media/image26.png"/><Relationship Id="rId31" Type="http://schemas.openxmlformats.org/officeDocument/2006/relationships/image" Target="../media/image38.png"/><Relationship Id="rId44" Type="http://schemas.openxmlformats.org/officeDocument/2006/relationships/image" Target="../media/image51.png"/><Relationship Id="rId52" Type="http://schemas.openxmlformats.org/officeDocument/2006/relationships/image" Target="../media/image59.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 Id="rId27" Type="http://schemas.openxmlformats.org/officeDocument/2006/relationships/image" Target="../media/image34.png"/><Relationship Id="rId30" Type="http://schemas.openxmlformats.org/officeDocument/2006/relationships/image" Target="../media/image37.png"/><Relationship Id="rId35" Type="http://schemas.openxmlformats.org/officeDocument/2006/relationships/image" Target="../media/image42.png"/><Relationship Id="rId43" Type="http://schemas.openxmlformats.org/officeDocument/2006/relationships/image" Target="../media/image50.png"/><Relationship Id="rId48" Type="http://schemas.openxmlformats.org/officeDocument/2006/relationships/image" Target="../media/image55.png"/><Relationship Id="rId8" Type="http://schemas.openxmlformats.org/officeDocument/2006/relationships/image" Target="../media/image15.png"/><Relationship Id="rId51" Type="http://schemas.openxmlformats.org/officeDocument/2006/relationships/image" Target="../media/image58.png"/><Relationship Id="rId3" Type="http://schemas.openxmlformats.org/officeDocument/2006/relationships/image" Target="../media/image67.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33" Type="http://schemas.openxmlformats.org/officeDocument/2006/relationships/image" Target="../media/image40.png"/><Relationship Id="rId38" Type="http://schemas.openxmlformats.org/officeDocument/2006/relationships/image" Target="../media/image45.png"/><Relationship Id="rId46" Type="http://schemas.openxmlformats.org/officeDocument/2006/relationships/image" Target="../media/image53.png"/><Relationship Id="rId20" Type="http://schemas.openxmlformats.org/officeDocument/2006/relationships/image" Target="../media/image27.png"/><Relationship Id="rId41" Type="http://schemas.openxmlformats.org/officeDocument/2006/relationships/image" Target="../media/image48.png"/><Relationship Id="rId54" Type="http://schemas.openxmlformats.org/officeDocument/2006/relationships/image" Target="../media/image61.png"/><Relationship Id="rId1" Type="http://schemas.openxmlformats.org/officeDocument/2006/relationships/slideLayout" Target="../slideLayouts/slideLayout17.xml"/><Relationship Id="rId6" Type="http://schemas.openxmlformats.org/officeDocument/2006/relationships/image" Target="../media/image13.png"/><Relationship Id="rId15" Type="http://schemas.openxmlformats.org/officeDocument/2006/relationships/image" Target="../media/image22.png"/><Relationship Id="rId23" Type="http://schemas.openxmlformats.org/officeDocument/2006/relationships/image" Target="../media/image30.png"/><Relationship Id="rId28" Type="http://schemas.openxmlformats.org/officeDocument/2006/relationships/image" Target="../media/image35.png"/><Relationship Id="rId36" Type="http://schemas.openxmlformats.org/officeDocument/2006/relationships/image" Target="../media/image43.png"/><Relationship Id="rId49" Type="http://schemas.openxmlformats.org/officeDocument/2006/relationships/image" Target="../media/image56.png"/></Relationships>
</file>

<file path=ppt/slides/_rels/slide27.xml.rels><?xml version="1.0" encoding="UTF-8" standalone="yes"?>
<Relationships xmlns="http://schemas.openxmlformats.org/package/2006/relationships"><Relationship Id="rId13" Type="http://schemas.openxmlformats.org/officeDocument/2006/relationships/image" Target="../media/image20.png"/><Relationship Id="rId18" Type="http://schemas.openxmlformats.org/officeDocument/2006/relationships/image" Target="../media/image25.png"/><Relationship Id="rId26" Type="http://schemas.openxmlformats.org/officeDocument/2006/relationships/image" Target="../media/image33.png"/><Relationship Id="rId39" Type="http://schemas.openxmlformats.org/officeDocument/2006/relationships/image" Target="../media/image46.png"/><Relationship Id="rId21" Type="http://schemas.openxmlformats.org/officeDocument/2006/relationships/image" Target="../media/image28.png"/><Relationship Id="rId34" Type="http://schemas.openxmlformats.org/officeDocument/2006/relationships/image" Target="../media/image41.png"/><Relationship Id="rId42" Type="http://schemas.openxmlformats.org/officeDocument/2006/relationships/image" Target="../media/image49.png"/><Relationship Id="rId47" Type="http://schemas.openxmlformats.org/officeDocument/2006/relationships/image" Target="../media/image54.png"/><Relationship Id="rId50" Type="http://schemas.openxmlformats.org/officeDocument/2006/relationships/image" Target="../media/image57.png"/><Relationship Id="rId55" Type="http://schemas.openxmlformats.org/officeDocument/2006/relationships/image" Target="../media/image62.png"/><Relationship Id="rId7" Type="http://schemas.openxmlformats.org/officeDocument/2006/relationships/image" Target="../media/image14.png"/><Relationship Id="rId2" Type="http://schemas.openxmlformats.org/officeDocument/2006/relationships/notesSlide" Target="../notesSlides/notesSlide27.xml"/><Relationship Id="rId16" Type="http://schemas.openxmlformats.org/officeDocument/2006/relationships/image" Target="../media/image23.png"/><Relationship Id="rId29" Type="http://schemas.openxmlformats.org/officeDocument/2006/relationships/image" Target="../media/image36.png"/><Relationship Id="rId11" Type="http://schemas.openxmlformats.org/officeDocument/2006/relationships/image" Target="../media/image18.png"/><Relationship Id="rId24" Type="http://schemas.openxmlformats.org/officeDocument/2006/relationships/image" Target="../media/image31.png"/><Relationship Id="rId32" Type="http://schemas.openxmlformats.org/officeDocument/2006/relationships/image" Target="../media/image39.png"/><Relationship Id="rId37" Type="http://schemas.openxmlformats.org/officeDocument/2006/relationships/image" Target="../media/image44.png"/><Relationship Id="rId40" Type="http://schemas.openxmlformats.org/officeDocument/2006/relationships/image" Target="../media/image47.png"/><Relationship Id="rId45" Type="http://schemas.openxmlformats.org/officeDocument/2006/relationships/image" Target="../media/image52.png"/><Relationship Id="rId53" Type="http://schemas.openxmlformats.org/officeDocument/2006/relationships/image" Target="../media/image60.png"/><Relationship Id="rId5" Type="http://schemas.openxmlformats.org/officeDocument/2006/relationships/image" Target="../media/image12.png"/><Relationship Id="rId10" Type="http://schemas.openxmlformats.org/officeDocument/2006/relationships/image" Target="../media/image17.png"/><Relationship Id="rId19" Type="http://schemas.openxmlformats.org/officeDocument/2006/relationships/image" Target="../media/image26.png"/><Relationship Id="rId31" Type="http://schemas.openxmlformats.org/officeDocument/2006/relationships/image" Target="../media/image38.png"/><Relationship Id="rId44" Type="http://schemas.openxmlformats.org/officeDocument/2006/relationships/image" Target="../media/image51.png"/><Relationship Id="rId52" Type="http://schemas.openxmlformats.org/officeDocument/2006/relationships/image" Target="../media/image59.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 Id="rId27" Type="http://schemas.openxmlformats.org/officeDocument/2006/relationships/image" Target="../media/image34.png"/><Relationship Id="rId30" Type="http://schemas.openxmlformats.org/officeDocument/2006/relationships/image" Target="../media/image37.png"/><Relationship Id="rId35" Type="http://schemas.openxmlformats.org/officeDocument/2006/relationships/image" Target="../media/image42.png"/><Relationship Id="rId43" Type="http://schemas.openxmlformats.org/officeDocument/2006/relationships/image" Target="../media/image50.png"/><Relationship Id="rId48" Type="http://schemas.openxmlformats.org/officeDocument/2006/relationships/image" Target="../media/image55.png"/><Relationship Id="rId8" Type="http://schemas.openxmlformats.org/officeDocument/2006/relationships/image" Target="../media/image15.png"/><Relationship Id="rId51" Type="http://schemas.openxmlformats.org/officeDocument/2006/relationships/image" Target="../media/image58.png"/><Relationship Id="rId3" Type="http://schemas.openxmlformats.org/officeDocument/2006/relationships/image" Target="../media/image67.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33" Type="http://schemas.openxmlformats.org/officeDocument/2006/relationships/image" Target="../media/image40.png"/><Relationship Id="rId38" Type="http://schemas.openxmlformats.org/officeDocument/2006/relationships/image" Target="../media/image45.png"/><Relationship Id="rId46" Type="http://schemas.openxmlformats.org/officeDocument/2006/relationships/image" Target="../media/image53.png"/><Relationship Id="rId20" Type="http://schemas.openxmlformats.org/officeDocument/2006/relationships/image" Target="../media/image27.png"/><Relationship Id="rId41" Type="http://schemas.openxmlformats.org/officeDocument/2006/relationships/image" Target="../media/image48.png"/><Relationship Id="rId54" Type="http://schemas.openxmlformats.org/officeDocument/2006/relationships/image" Target="../media/image61.png"/><Relationship Id="rId1" Type="http://schemas.openxmlformats.org/officeDocument/2006/relationships/slideLayout" Target="../slideLayouts/slideLayout17.xml"/><Relationship Id="rId6" Type="http://schemas.openxmlformats.org/officeDocument/2006/relationships/image" Target="../media/image13.png"/><Relationship Id="rId15" Type="http://schemas.openxmlformats.org/officeDocument/2006/relationships/image" Target="../media/image22.png"/><Relationship Id="rId23" Type="http://schemas.openxmlformats.org/officeDocument/2006/relationships/image" Target="../media/image30.png"/><Relationship Id="rId28" Type="http://schemas.openxmlformats.org/officeDocument/2006/relationships/image" Target="../media/image35.png"/><Relationship Id="rId36" Type="http://schemas.openxmlformats.org/officeDocument/2006/relationships/image" Target="../media/image43.png"/><Relationship Id="rId49" Type="http://schemas.openxmlformats.org/officeDocument/2006/relationships/image" Target="../media/image56.png"/></Relationships>
</file>

<file path=ppt/slides/_rels/slide28.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notesSlide" Target="../notesSlides/notesSlide28.xml"/><Relationship Id="rId1" Type="http://schemas.openxmlformats.org/officeDocument/2006/relationships/slideLayout" Target="../slideLayouts/slideLayout17.xml"/><Relationship Id="rId4" Type="http://schemas.openxmlformats.org/officeDocument/2006/relationships/image" Target="../media/image81.gif"/></Relationships>
</file>

<file path=ppt/slides/_rels/slide29.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notesSlide" Target="../notesSlides/notesSlide29.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notesSlide" Target="../notesSlides/notesSlide30.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3" Type="http://schemas.openxmlformats.org/officeDocument/2006/relationships/image" Target="../media/image91.png"/><Relationship Id="rId18" Type="http://schemas.openxmlformats.org/officeDocument/2006/relationships/image" Target="../media/image96.png"/><Relationship Id="rId26" Type="http://schemas.openxmlformats.org/officeDocument/2006/relationships/image" Target="../media/image27.png"/><Relationship Id="rId39" Type="http://schemas.openxmlformats.org/officeDocument/2006/relationships/image" Target="../media/image41.png"/><Relationship Id="rId21" Type="http://schemas.openxmlformats.org/officeDocument/2006/relationships/image" Target="../media/image99.png"/><Relationship Id="rId34" Type="http://schemas.openxmlformats.org/officeDocument/2006/relationships/image" Target="../media/image35.png"/><Relationship Id="rId42" Type="http://schemas.openxmlformats.org/officeDocument/2006/relationships/image" Target="../media/image43.png"/><Relationship Id="rId47" Type="http://schemas.openxmlformats.org/officeDocument/2006/relationships/image" Target="../media/image49.png"/><Relationship Id="rId50" Type="http://schemas.openxmlformats.org/officeDocument/2006/relationships/image" Target="../media/image52.png"/><Relationship Id="rId55" Type="http://schemas.openxmlformats.org/officeDocument/2006/relationships/image" Target="../media/image57.png"/><Relationship Id="rId7" Type="http://schemas.openxmlformats.org/officeDocument/2006/relationships/image" Target="../media/image85.png"/><Relationship Id="rId2" Type="http://schemas.openxmlformats.org/officeDocument/2006/relationships/notesSlide" Target="../notesSlides/notesSlide31.xml"/><Relationship Id="rId16" Type="http://schemas.openxmlformats.org/officeDocument/2006/relationships/image" Target="../media/image94.png"/><Relationship Id="rId29" Type="http://schemas.openxmlformats.org/officeDocument/2006/relationships/image" Target="../media/image32.png"/><Relationship Id="rId11" Type="http://schemas.openxmlformats.org/officeDocument/2006/relationships/image" Target="../media/image89.png"/><Relationship Id="rId24" Type="http://schemas.openxmlformats.org/officeDocument/2006/relationships/image" Target="../media/image26.png"/><Relationship Id="rId32" Type="http://schemas.openxmlformats.org/officeDocument/2006/relationships/image" Target="../media/image34.png"/><Relationship Id="rId37" Type="http://schemas.openxmlformats.org/officeDocument/2006/relationships/image" Target="../media/image39.png"/><Relationship Id="rId40" Type="http://schemas.openxmlformats.org/officeDocument/2006/relationships/image" Target="../media/image48.png"/><Relationship Id="rId45" Type="http://schemas.openxmlformats.org/officeDocument/2006/relationships/image" Target="../media/image46.png"/><Relationship Id="rId53" Type="http://schemas.openxmlformats.org/officeDocument/2006/relationships/image" Target="../media/image55.png"/><Relationship Id="rId58" Type="http://schemas.openxmlformats.org/officeDocument/2006/relationships/image" Target="../media/image60.png"/><Relationship Id="rId5" Type="http://schemas.openxmlformats.org/officeDocument/2006/relationships/hyperlink" Target="https://www.microsoft.com/en-us/edge" TargetMode="External"/><Relationship Id="rId19" Type="http://schemas.openxmlformats.org/officeDocument/2006/relationships/image" Target="../media/image97.png"/><Relationship Id="rId4" Type="http://schemas.openxmlformats.org/officeDocument/2006/relationships/image" Target="../media/image83.png"/><Relationship Id="rId9" Type="http://schemas.openxmlformats.org/officeDocument/2006/relationships/image" Target="../media/image87.png"/><Relationship Id="rId14" Type="http://schemas.openxmlformats.org/officeDocument/2006/relationships/image" Target="../media/image92.png"/><Relationship Id="rId22" Type="http://schemas.openxmlformats.org/officeDocument/2006/relationships/image" Target="../media/image37.png"/><Relationship Id="rId27" Type="http://schemas.openxmlformats.org/officeDocument/2006/relationships/image" Target="../media/image29.png"/><Relationship Id="rId30" Type="http://schemas.openxmlformats.org/officeDocument/2006/relationships/image" Target="../media/image31.png"/><Relationship Id="rId35" Type="http://schemas.openxmlformats.org/officeDocument/2006/relationships/image" Target="../media/image36.png"/><Relationship Id="rId43" Type="http://schemas.openxmlformats.org/officeDocument/2006/relationships/image" Target="../media/image44.png"/><Relationship Id="rId48" Type="http://schemas.openxmlformats.org/officeDocument/2006/relationships/image" Target="../media/image50.png"/><Relationship Id="rId56" Type="http://schemas.openxmlformats.org/officeDocument/2006/relationships/image" Target="../media/image58.png"/><Relationship Id="rId8" Type="http://schemas.openxmlformats.org/officeDocument/2006/relationships/image" Target="../media/image86.png"/><Relationship Id="rId51" Type="http://schemas.openxmlformats.org/officeDocument/2006/relationships/image" Target="../media/image53.png"/><Relationship Id="rId3" Type="http://schemas.openxmlformats.org/officeDocument/2006/relationships/image" Target="../media/image82.png"/><Relationship Id="rId12" Type="http://schemas.openxmlformats.org/officeDocument/2006/relationships/image" Target="../media/image90.png"/><Relationship Id="rId17" Type="http://schemas.openxmlformats.org/officeDocument/2006/relationships/image" Target="../media/image95.png"/><Relationship Id="rId25" Type="http://schemas.openxmlformats.org/officeDocument/2006/relationships/image" Target="../media/image101.png"/><Relationship Id="rId33" Type="http://schemas.openxmlformats.org/officeDocument/2006/relationships/image" Target="../media/image102.png"/><Relationship Id="rId38" Type="http://schemas.openxmlformats.org/officeDocument/2006/relationships/image" Target="../media/image40.png"/><Relationship Id="rId46" Type="http://schemas.openxmlformats.org/officeDocument/2006/relationships/image" Target="../media/image47.png"/><Relationship Id="rId59" Type="http://schemas.openxmlformats.org/officeDocument/2006/relationships/image" Target="../media/image61.png"/><Relationship Id="rId20" Type="http://schemas.openxmlformats.org/officeDocument/2006/relationships/image" Target="../media/image98.png"/><Relationship Id="rId41" Type="http://schemas.openxmlformats.org/officeDocument/2006/relationships/image" Target="../media/image42.png"/><Relationship Id="rId54" Type="http://schemas.openxmlformats.org/officeDocument/2006/relationships/image" Target="../media/image56.png"/><Relationship Id="rId1" Type="http://schemas.openxmlformats.org/officeDocument/2006/relationships/slideLayout" Target="../slideLayouts/slideLayout17.xml"/><Relationship Id="rId6" Type="http://schemas.openxmlformats.org/officeDocument/2006/relationships/image" Target="../media/image84.jpeg"/><Relationship Id="rId15" Type="http://schemas.openxmlformats.org/officeDocument/2006/relationships/image" Target="../media/image93.png"/><Relationship Id="rId23" Type="http://schemas.openxmlformats.org/officeDocument/2006/relationships/image" Target="../media/image100.png"/><Relationship Id="rId28" Type="http://schemas.openxmlformats.org/officeDocument/2006/relationships/image" Target="../media/image30.png"/><Relationship Id="rId36" Type="http://schemas.openxmlformats.org/officeDocument/2006/relationships/image" Target="../media/image38.png"/><Relationship Id="rId49" Type="http://schemas.openxmlformats.org/officeDocument/2006/relationships/image" Target="../media/image51.png"/><Relationship Id="rId57" Type="http://schemas.openxmlformats.org/officeDocument/2006/relationships/image" Target="../media/image59.png"/><Relationship Id="rId10" Type="http://schemas.openxmlformats.org/officeDocument/2006/relationships/image" Target="../media/image88.png"/><Relationship Id="rId31" Type="http://schemas.openxmlformats.org/officeDocument/2006/relationships/image" Target="../media/image33.png"/><Relationship Id="rId44" Type="http://schemas.openxmlformats.org/officeDocument/2006/relationships/image" Target="../media/image45.png"/><Relationship Id="rId52" Type="http://schemas.openxmlformats.org/officeDocument/2006/relationships/image" Target="../media/image54.png"/><Relationship Id="rId60" Type="http://schemas.openxmlformats.org/officeDocument/2006/relationships/image" Target="../media/image103.png"/></Relationships>
</file>

<file path=ppt/slides/_rels/slide32.xml.rels><?xml version="1.0" encoding="UTF-8" standalone="yes"?>
<Relationships xmlns="http://schemas.openxmlformats.org/package/2006/relationships"><Relationship Id="rId13" Type="http://schemas.openxmlformats.org/officeDocument/2006/relationships/image" Target="../media/image92.png"/><Relationship Id="rId18" Type="http://schemas.openxmlformats.org/officeDocument/2006/relationships/image" Target="../media/image97.png"/><Relationship Id="rId26" Type="http://schemas.openxmlformats.org/officeDocument/2006/relationships/image" Target="../media/image29.png"/><Relationship Id="rId39" Type="http://schemas.openxmlformats.org/officeDocument/2006/relationships/image" Target="../media/image48.png"/><Relationship Id="rId21" Type="http://schemas.openxmlformats.org/officeDocument/2006/relationships/image" Target="../media/image37.png"/><Relationship Id="rId34" Type="http://schemas.openxmlformats.org/officeDocument/2006/relationships/image" Target="../media/image36.png"/><Relationship Id="rId42" Type="http://schemas.openxmlformats.org/officeDocument/2006/relationships/image" Target="../media/image44.png"/><Relationship Id="rId47" Type="http://schemas.openxmlformats.org/officeDocument/2006/relationships/image" Target="../media/image50.png"/><Relationship Id="rId50" Type="http://schemas.openxmlformats.org/officeDocument/2006/relationships/image" Target="../media/image53.png"/><Relationship Id="rId55" Type="http://schemas.openxmlformats.org/officeDocument/2006/relationships/image" Target="../media/image58.png"/><Relationship Id="rId7" Type="http://schemas.openxmlformats.org/officeDocument/2006/relationships/image" Target="../media/image86.png"/><Relationship Id="rId2" Type="http://schemas.openxmlformats.org/officeDocument/2006/relationships/notesSlide" Target="../notesSlides/notesSlide32.xml"/><Relationship Id="rId16" Type="http://schemas.openxmlformats.org/officeDocument/2006/relationships/image" Target="../media/image95.png"/><Relationship Id="rId29" Type="http://schemas.openxmlformats.org/officeDocument/2006/relationships/image" Target="../media/image31.png"/><Relationship Id="rId11" Type="http://schemas.openxmlformats.org/officeDocument/2006/relationships/image" Target="../media/image90.png"/><Relationship Id="rId24" Type="http://schemas.openxmlformats.org/officeDocument/2006/relationships/image" Target="../media/image101.png"/><Relationship Id="rId32" Type="http://schemas.openxmlformats.org/officeDocument/2006/relationships/image" Target="../media/image102.png"/><Relationship Id="rId37" Type="http://schemas.openxmlformats.org/officeDocument/2006/relationships/image" Target="../media/image40.png"/><Relationship Id="rId40" Type="http://schemas.openxmlformats.org/officeDocument/2006/relationships/image" Target="../media/image42.png"/><Relationship Id="rId45" Type="http://schemas.openxmlformats.org/officeDocument/2006/relationships/image" Target="../media/image47.png"/><Relationship Id="rId53" Type="http://schemas.openxmlformats.org/officeDocument/2006/relationships/image" Target="../media/image56.png"/><Relationship Id="rId58" Type="http://schemas.openxmlformats.org/officeDocument/2006/relationships/image" Target="../media/image61.png"/><Relationship Id="rId5" Type="http://schemas.openxmlformats.org/officeDocument/2006/relationships/image" Target="../media/image105.png"/><Relationship Id="rId19" Type="http://schemas.openxmlformats.org/officeDocument/2006/relationships/image" Target="../media/image98.png"/><Relationship Id="rId4" Type="http://schemas.openxmlformats.org/officeDocument/2006/relationships/hyperlink" Target="https://miro.com/app/board/o9J_ksYpet0=/" TargetMode="External"/><Relationship Id="rId9" Type="http://schemas.openxmlformats.org/officeDocument/2006/relationships/image" Target="../media/image88.png"/><Relationship Id="rId14" Type="http://schemas.openxmlformats.org/officeDocument/2006/relationships/image" Target="../media/image93.png"/><Relationship Id="rId22" Type="http://schemas.openxmlformats.org/officeDocument/2006/relationships/image" Target="../media/image100.png"/><Relationship Id="rId27" Type="http://schemas.openxmlformats.org/officeDocument/2006/relationships/image" Target="../media/image30.png"/><Relationship Id="rId30" Type="http://schemas.openxmlformats.org/officeDocument/2006/relationships/image" Target="../media/image33.png"/><Relationship Id="rId35" Type="http://schemas.openxmlformats.org/officeDocument/2006/relationships/image" Target="../media/image38.png"/><Relationship Id="rId43" Type="http://schemas.openxmlformats.org/officeDocument/2006/relationships/image" Target="../media/image45.png"/><Relationship Id="rId48" Type="http://schemas.openxmlformats.org/officeDocument/2006/relationships/image" Target="../media/image51.png"/><Relationship Id="rId56" Type="http://schemas.openxmlformats.org/officeDocument/2006/relationships/image" Target="../media/image59.png"/><Relationship Id="rId8" Type="http://schemas.openxmlformats.org/officeDocument/2006/relationships/image" Target="../media/image87.png"/><Relationship Id="rId51" Type="http://schemas.openxmlformats.org/officeDocument/2006/relationships/image" Target="../media/image54.png"/><Relationship Id="rId3" Type="http://schemas.openxmlformats.org/officeDocument/2006/relationships/image" Target="../media/image104.gif"/><Relationship Id="rId12" Type="http://schemas.openxmlformats.org/officeDocument/2006/relationships/image" Target="../media/image91.png"/><Relationship Id="rId17" Type="http://schemas.openxmlformats.org/officeDocument/2006/relationships/image" Target="../media/image96.png"/><Relationship Id="rId25" Type="http://schemas.openxmlformats.org/officeDocument/2006/relationships/image" Target="../media/image27.png"/><Relationship Id="rId33" Type="http://schemas.openxmlformats.org/officeDocument/2006/relationships/image" Target="../media/image35.png"/><Relationship Id="rId38" Type="http://schemas.openxmlformats.org/officeDocument/2006/relationships/image" Target="../media/image41.png"/><Relationship Id="rId46" Type="http://schemas.openxmlformats.org/officeDocument/2006/relationships/image" Target="../media/image49.png"/><Relationship Id="rId59" Type="http://schemas.openxmlformats.org/officeDocument/2006/relationships/image" Target="../media/image103.png"/><Relationship Id="rId20" Type="http://schemas.openxmlformats.org/officeDocument/2006/relationships/image" Target="../media/image99.png"/><Relationship Id="rId41" Type="http://schemas.openxmlformats.org/officeDocument/2006/relationships/image" Target="../media/image43.png"/><Relationship Id="rId54" Type="http://schemas.openxmlformats.org/officeDocument/2006/relationships/image" Target="../media/image57.png"/><Relationship Id="rId1" Type="http://schemas.openxmlformats.org/officeDocument/2006/relationships/slideLayout" Target="../slideLayouts/slideLayout18.xml"/><Relationship Id="rId6" Type="http://schemas.openxmlformats.org/officeDocument/2006/relationships/image" Target="../media/image85.png"/><Relationship Id="rId15" Type="http://schemas.openxmlformats.org/officeDocument/2006/relationships/image" Target="../media/image94.png"/><Relationship Id="rId23" Type="http://schemas.openxmlformats.org/officeDocument/2006/relationships/image" Target="../media/image26.png"/><Relationship Id="rId28" Type="http://schemas.openxmlformats.org/officeDocument/2006/relationships/image" Target="../media/image32.png"/><Relationship Id="rId36" Type="http://schemas.openxmlformats.org/officeDocument/2006/relationships/image" Target="../media/image39.png"/><Relationship Id="rId49" Type="http://schemas.openxmlformats.org/officeDocument/2006/relationships/image" Target="../media/image52.png"/><Relationship Id="rId57" Type="http://schemas.openxmlformats.org/officeDocument/2006/relationships/image" Target="../media/image60.png"/><Relationship Id="rId10" Type="http://schemas.openxmlformats.org/officeDocument/2006/relationships/image" Target="../media/image89.png"/><Relationship Id="rId31" Type="http://schemas.openxmlformats.org/officeDocument/2006/relationships/image" Target="../media/image34.png"/><Relationship Id="rId44" Type="http://schemas.openxmlformats.org/officeDocument/2006/relationships/image" Target="../media/image46.png"/><Relationship Id="rId52" Type="http://schemas.openxmlformats.org/officeDocument/2006/relationships/image" Target="../media/image55.png"/><Relationship Id="rId60" Type="http://schemas.openxmlformats.org/officeDocument/2006/relationships/image" Target="../media/image84.jpeg"/></Relationships>
</file>

<file path=ppt/slides/_rels/slide33.xml.rels><?xml version="1.0" encoding="UTF-8" standalone="yes"?>
<Relationships xmlns="http://schemas.openxmlformats.org/package/2006/relationships"><Relationship Id="rId13" Type="http://schemas.openxmlformats.org/officeDocument/2006/relationships/image" Target="../media/image91.png"/><Relationship Id="rId18" Type="http://schemas.openxmlformats.org/officeDocument/2006/relationships/image" Target="../media/image96.png"/><Relationship Id="rId26" Type="http://schemas.openxmlformats.org/officeDocument/2006/relationships/image" Target="../media/image27.png"/><Relationship Id="rId39" Type="http://schemas.openxmlformats.org/officeDocument/2006/relationships/image" Target="../media/image41.png"/><Relationship Id="rId21" Type="http://schemas.openxmlformats.org/officeDocument/2006/relationships/image" Target="../media/image99.png"/><Relationship Id="rId34" Type="http://schemas.openxmlformats.org/officeDocument/2006/relationships/image" Target="../media/image35.png"/><Relationship Id="rId42" Type="http://schemas.openxmlformats.org/officeDocument/2006/relationships/image" Target="../media/image43.png"/><Relationship Id="rId47" Type="http://schemas.openxmlformats.org/officeDocument/2006/relationships/image" Target="../media/image49.png"/><Relationship Id="rId50" Type="http://schemas.openxmlformats.org/officeDocument/2006/relationships/image" Target="../media/image52.png"/><Relationship Id="rId55" Type="http://schemas.openxmlformats.org/officeDocument/2006/relationships/image" Target="../media/image57.png"/><Relationship Id="rId7" Type="http://schemas.openxmlformats.org/officeDocument/2006/relationships/image" Target="../media/image85.png"/><Relationship Id="rId2" Type="http://schemas.openxmlformats.org/officeDocument/2006/relationships/notesSlide" Target="../notesSlides/notesSlide33.xml"/><Relationship Id="rId16" Type="http://schemas.openxmlformats.org/officeDocument/2006/relationships/image" Target="../media/image94.png"/><Relationship Id="rId29" Type="http://schemas.openxmlformats.org/officeDocument/2006/relationships/image" Target="../media/image32.png"/><Relationship Id="rId11" Type="http://schemas.openxmlformats.org/officeDocument/2006/relationships/image" Target="../media/image89.png"/><Relationship Id="rId24" Type="http://schemas.openxmlformats.org/officeDocument/2006/relationships/image" Target="../media/image26.png"/><Relationship Id="rId32" Type="http://schemas.openxmlformats.org/officeDocument/2006/relationships/image" Target="../media/image34.png"/><Relationship Id="rId37" Type="http://schemas.openxmlformats.org/officeDocument/2006/relationships/image" Target="../media/image39.png"/><Relationship Id="rId40" Type="http://schemas.openxmlformats.org/officeDocument/2006/relationships/image" Target="../media/image48.png"/><Relationship Id="rId45" Type="http://schemas.openxmlformats.org/officeDocument/2006/relationships/image" Target="../media/image46.png"/><Relationship Id="rId53" Type="http://schemas.openxmlformats.org/officeDocument/2006/relationships/image" Target="../media/image55.png"/><Relationship Id="rId58" Type="http://schemas.openxmlformats.org/officeDocument/2006/relationships/image" Target="../media/image60.png"/><Relationship Id="rId5" Type="http://schemas.openxmlformats.org/officeDocument/2006/relationships/image" Target="../media/image105.png"/><Relationship Id="rId19" Type="http://schemas.openxmlformats.org/officeDocument/2006/relationships/image" Target="../media/image97.png"/><Relationship Id="rId4" Type="http://schemas.openxmlformats.org/officeDocument/2006/relationships/hyperlink" Target="https://miro.com/app/board/o9J_ksYpet0=/" TargetMode="External"/><Relationship Id="rId9" Type="http://schemas.openxmlformats.org/officeDocument/2006/relationships/image" Target="../media/image87.png"/><Relationship Id="rId14" Type="http://schemas.openxmlformats.org/officeDocument/2006/relationships/image" Target="../media/image92.png"/><Relationship Id="rId22" Type="http://schemas.openxmlformats.org/officeDocument/2006/relationships/image" Target="../media/image37.png"/><Relationship Id="rId27" Type="http://schemas.openxmlformats.org/officeDocument/2006/relationships/image" Target="../media/image29.png"/><Relationship Id="rId30" Type="http://schemas.openxmlformats.org/officeDocument/2006/relationships/image" Target="../media/image31.png"/><Relationship Id="rId35" Type="http://schemas.openxmlformats.org/officeDocument/2006/relationships/image" Target="../media/image36.png"/><Relationship Id="rId43" Type="http://schemas.openxmlformats.org/officeDocument/2006/relationships/image" Target="../media/image44.png"/><Relationship Id="rId48" Type="http://schemas.openxmlformats.org/officeDocument/2006/relationships/image" Target="../media/image50.png"/><Relationship Id="rId56" Type="http://schemas.openxmlformats.org/officeDocument/2006/relationships/image" Target="../media/image58.png"/><Relationship Id="rId8" Type="http://schemas.openxmlformats.org/officeDocument/2006/relationships/image" Target="../media/image86.png"/><Relationship Id="rId51" Type="http://schemas.openxmlformats.org/officeDocument/2006/relationships/image" Target="../media/image53.png"/><Relationship Id="rId3" Type="http://schemas.openxmlformats.org/officeDocument/2006/relationships/image" Target="../media/image106.png"/><Relationship Id="rId12" Type="http://schemas.openxmlformats.org/officeDocument/2006/relationships/image" Target="../media/image90.png"/><Relationship Id="rId17" Type="http://schemas.openxmlformats.org/officeDocument/2006/relationships/image" Target="../media/image95.png"/><Relationship Id="rId25" Type="http://schemas.openxmlformats.org/officeDocument/2006/relationships/image" Target="../media/image101.png"/><Relationship Id="rId33" Type="http://schemas.openxmlformats.org/officeDocument/2006/relationships/image" Target="../media/image102.png"/><Relationship Id="rId38" Type="http://schemas.openxmlformats.org/officeDocument/2006/relationships/image" Target="../media/image40.png"/><Relationship Id="rId46" Type="http://schemas.openxmlformats.org/officeDocument/2006/relationships/image" Target="../media/image47.png"/><Relationship Id="rId59" Type="http://schemas.openxmlformats.org/officeDocument/2006/relationships/image" Target="../media/image61.png"/><Relationship Id="rId20" Type="http://schemas.openxmlformats.org/officeDocument/2006/relationships/image" Target="../media/image98.png"/><Relationship Id="rId41" Type="http://schemas.openxmlformats.org/officeDocument/2006/relationships/image" Target="../media/image42.png"/><Relationship Id="rId54" Type="http://schemas.openxmlformats.org/officeDocument/2006/relationships/image" Target="../media/image56.png"/><Relationship Id="rId1" Type="http://schemas.openxmlformats.org/officeDocument/2006/relationships/slideLayout" Target="../slideLayouts/slideLayout18.xml"/><Relationship Id="rId6" Type="http://schemas.openxmlformats.org/officeDocument/2006/relationships/image" Target="../media/image84.jpeg"/><Relationship Id="rId15" Type="http://schemas.openxmlformats.org/officeDocument/2006/relationships/image" Target="../media/image93.png"/><Relationship Id="rId23" Type="http://schemas.openxmlformats.org/officeDocument/2006/relationships/image" Target="../media/image100.png"/><Relationship Id="rId28" Type="http://schemas.openxmlformats.org/officeDocument/2006/relationships/image" Target="../media/image30.png"/><Relationship Id="rId36" Type="http://schemas.openxmlformats.org/officeDocument/2006/relationships/image" Target="../media/image38.png"/><Relationship Id="rId49" Type="http://schemas.openxmlformats.org/officeDocument/2006/relationships/image" Target="../media/image51.png"/><Relationship Id="rId57" Type="http://schemas.openxmlformats.org/officeDocument/2006/relationships/image" Target="../media/image59.png"/><Relationship Id="rId10" Type="http://schemas.openxmlformats.org/officeDocument/2006/relationships/image" Target="../media/image88.png"/><Relationship Id="rId31" Type="http://schemas.openxmlformats.org/officeDocument/2006/relationships/image" Target="../media/image33.png"/><Relationship Id="rId44" Type="http://schemas.openxmlformats.org/officeDocument/2006/relationships/image" Target="../media/image45.png"/><Relationship Id="rId52" Type="http://schemas.openxmlformats.org/officeDocument/2006/relationships/image" Target="../media/image54.png"/><Relationship Id="rId60" Type="http://schemas.openxmlformats.org/officeDocument/2006/relationships/image" Target="../media/image103.png"/></Relationships>
</file>

<file path=ppt/slides/_rels/slide34.xml.rels><?xml version="1.0" encoding="UTF-8" standalone="yes"?>
<Relationships xmlns="http://schemas.openxmlformats.org/package/2006/relationships"><Relationship Id="rId13" Type="http://schemas.openxmlformats.org/officeDocument/2006/relationships/image" Target="../media/image92.png"/><Relationship Id="rId18" Type="http://schemas.openxmlformats.org/officeDocument/2006/relationships/image" Target="../media/image97.png"/><Relationship Id="rId26" Type="http://schemas.openxmlformats.org/officeDocument/2006/relationships/image" Target="../media/image29.png"/><Relationship Id="rId39" Type="http://schemas.openxmlformats.org/officeDocument/2006/relationships/image" Target="../media/image48.png"/><Relationship Id="rId21" Type="http://schemas.openxmlformats.org/officeDocument/2006/relationships/image" Target="../media/image37.png"/><Relationship Id="rId34" Type="http://schemas.openxmlformats.org/officeDocument/2006/relationships/image" Target="../media/image36.png"/><Relationship Id="rId42" Type="http://schemas.openxmlformats.org/officeDocument/2006/relationships/image" Target="../media/image44.png"/><Relationship Id="rId47" Type="http://schemas.openxmlformats.org/officeDocument/2006/relationships/image" Target="../media/image50.png"/><Relationship Id="rId50" Type="http://schemas.openxmlformats.org/officeDocument/2006/relationships/image" Target="../media/image53.png"/><Relationship Id="rId55" Type="http://schemas.openxmlformats.org/officeDocument/2006/relationships/image" Target="../media/image58.png"/><Relationship Id="rId7" Type="http://schemas.openxmlformats.org/officeDocument/2006/relationships/image" Target="../media/image86.png"/><Relationship Id="rId2" Type="http://schemas.openxmlformats.org/officeDocument/2006/relationships/notesSlide" Target="../notesSlides/notesSlide34.xml"/><Relationship Id="rId16" Type="http://schemas.openxmlformats.org/officeDocument/2006/relationships/image" Target="../media/image95.png"/><Relationship Id="rId29" Type="http://schemas.openxmlformats.org/officeDocument/2006/relationships/image" Target="../media/image31.png"/><Relationship Id="rId11" Type="http://schemas.openxmlformats.org/officeDocument/2006/relationships/image" Target="../media/image90.png"/><Relationship Id="rId24" Type="http://schemas.openxmlformats.org/officeDocument/2006/relationships/image" Target="../media/image101.png"/><Relationship Id="rId32" Type="http://schemas.openxmlformats.org/officeDocument/2006/relationships/image" Target="../media/image102.png"/><Relationship Id="rId37" Type="http://schemas.openxmlformats.org/officeDocument/2006/relationships/image" Target="../media/image40.png"/><Relationship Id="rId40" Type="http://schemas.openxmlformats.org/officeDocument/2006/relationships/image" Target="../media/image42.png"/><Relationship Id="rId45" Type="http://schemas.openxmlformats.org/officeDocument/2006/relationships/image" Target="../media/image47.png"/><Relationship Id="rId53" Type="http://schemas.openxmlformats.org/officeDocument/2006/relationships/image" Target="../media/image56.png"/><Relationship Id="rId58" Type="http://schemas.openxmlformats.org/officeDocument/2006/relationships/image" Target="../media/image61.png"/><Relationship Id="rId5" Type="http://schemas.openxmlformats.org/officeDocument/2006/relationships/image" Target="../media/image105.png"/><Relationship Id="rId19" Type="http://schemas.openxmlformats.org/officeDocument/2006/relationships/image" Target="../media/image98.png"/><Relationship Id="rId4" Type="http://schemas.openxmlformats.org/officeDocument/2006/relationships/hyperlink" Target="https://miro.com/app/board/o9J_ksYpet0=/" TargetMode="External"/><Relationship Id="rId9" Type="http://schemas.openxmlformats.org/officeDocument/2006/relationships/image" Target="../media/image88.png"/><Relationship Id="rId14" Type="http://schemas.openxmlformats.org/officeDocument/2006/relationships/image" Target="../media/image93.png"/><Relationship Id="rId22" Type="http://schemas.openxmlformats.org/officeDocument/2006/relationships/image" Target="../media/image100.png"/><Relationship Id="rId27" Type="http://schemas.openxmlformats.org/officeDocument/2006/relationships/image" Target="../media/image30.png"/><Relationship Id="rId30" Type="http://schemas.openxmlformats.org/officeDocument/2006/relationships/image" Target="../media/image33.png"/><Relationship Id="rId35" Type="http://schemas.openxmlformats.org/officeDocument/2006/relationships/image" Target="../media/image38.png"/><Relationship Id="rId43" Type="http://schemas.openxmlformats.org/officeDocument/2006/relationships/image" Target="../media/image45.png"/><Relationship Id="rId48" Type="http://schemas.openxmlformats.org/officeDocument/2006/relationships/image" Target="../media/image51.png"/><Relationship Id="rId56" Type="http://schemas.openxmlformats.org/officeDocument/2006/relationships/image" Target="../media/image59.png"/><Relationship Id="rId8" Type="http://schemas.openxmlformats.org/officeDocument/2006/relationships/image" Target="../media/image87.png"/><Relationship Id="rId51" Type="http://schemas.openxmlformats.org/officeDocument/2006/relationships/image" Target="../media/image54.png"/><Relationship Id="rId3" Type="http://schemas.openxmlformats.org/officeDocument/2006/relationships/image" Target="../media/image107.png"/><Relationship Id="rId12" Type="http://schemas.openxmlformats.org/officeDocument/2006/relationships/image" Target="../media/image91.png"/><Relationship Id="rId17" Type="http://schemas.openxmlformats.org/officeDocument/2006/relationships/image" Target="../media/image96.png"/><Relationship Id="rId25" Type="http://schemas.openxmlformats.org/officeDocument/2006/relationships/image" Target="../media/image27.png"/><Relationship Id="rId33" Type="http://schemas.openxmlformats.org/officeDocument/2006/relationships/image" Target="../media/image35.png"/><Relationship Id="rId38" Type="http://schemas.openxmlformats.org/officeDocument/2006/relationships/image" Target="../media/image41.png"/><Relationship Id="rId46" Type="http://schemas.openxmlformats.org/officeDocument/2006/relationships/image" Target="../media/image49.png"/><Relationship Id="rId59" Type="http://schemas.openxmlformats.org/officeDocument/2006/relationships/image" Target="../media/image103.png"/><Relationship Id="rId20" Type="http://schemas.openxmlformats.org/officeDocument/2006/relationships/image" Target="../media/image99.png"/><Relationship Id="rId41" Type="http://schemas.openxmlformats.org/officeDocument/2006/relationships/image" Target="../media/image43.png"/><Relationship Id="rId54" Type="http://schemas.openxmlformats.org/officeDocument/2006/relationships/image" Target="../media/image57.png"/><Relationship Id="rId1" Type="http://schemas.openxmlformats.org/officeDocument/2006/relationships/slideLayout" Target="../slideLayouts/slideLayout18.xml"/><Relationship Id="rId6" Type="http://schemas.openxmlformats.org/officeDocument/2006/relationships/image" Target="../media/image85.png"/><Relationship Id="rId15" Type="http://schemas.openxmlformats.org/officeDocument/2006/relationships/image" Target="../media/image94.png"/><Relationship Id="rId23" Type="http://schemas.openxmlformats.org/officeDocument/2006/relationships/image" Target="../media/image26.png"/><Relationship Id="rId28" Type="http://schemas.openxmlformats.org/officeDocument/2006/relationships/image" Target="../media/image32.png"/><Relationship Id="rId36" Type="http://schemas.openxmlformats.org/officeDocument/2006/relationships/image" Target="../media/image39.png"/><Relationship Id="rId49" Type="http://schemas.openxmlformats.org/officeDocument/2006/relationships/image" Target="../media/image52.png"/><Relationship Id="rId57" Type="http://schemas.openxmlformats.org/officeDocument/2006/relationships/image" Target="../media/image60.png"/><Relationship Id="rId10" Type="http://schemas.openxmlformats.org/officeDocument/2006/relationships/image" Target="../media/image89.png"/><Relationship Id="rId31" Type="http://schemas.openxmlformats.org/officeDocument/2006/relationships/image" Target="../media/image34.png"/><Relationship Id="rId44" Type="http://schemas.openxmlformats.org/officeDocument/2006/relationships/image" Target="../media/image46.png"/><Relationship Id="rId52" Type="http://schemas.openxmlformats.org/officeDocument/2006/relationships/image" Target="../media/image55.png"/><Relationship Id="rId60" Type="http://schemas.openxmlformats.org/officeDocument/2006/relationships/image" Target="../media/image84.jpeg"/></Relationships>
</file>

<file path=ppt/slides/_rels/slide35.xml.rels><?xml version="1.0" encoding="UTF-8" standalone="yes"?>
<Relationships xmlns="http://schemas.openxmlformats.org/package/2006/relationships"><Relationship Id="rId13" Type="http://schemas.openxmlformats.org/officeDocument/2006/relationships/image" Target="../media/image91.png"/><Relationship Id="rId18" Type="http://schemas.openxmlformats.org/officeDocument/2006/relationships/image" Target="../media/image96.png"/><Relationship Id="rId26" Type="http://schemas.openxmlformats.org/officeDocument/2006/relationships/image" Target="../media/image27.png"/><Relationship Id="rId39" Type="http://schemas.openxmlformats.org/officeDocument/2006/relationships/image" Target="../media/image41.png"/><Relationship Id="rId21" Type="http://schemas.openxmlformats.org/officeDocument/2006/relationships/image" Target="../media/image99.png"/><Relationship Id="rId34" Type="http://schemas.openxmlformats.org/officeDocument/2006/relationships/image" Target="../media/image35.png"/><Relationship Id="rId42" Type="http://schemas.openxmlformats.org/officeDocument/2006/relationships/image" Target="../media/image43.png"/><Relationship Id="rId47" Type="http://schemas.openxmlformats.org/officeDocument/2006/relationships/image" Target="../media/image49.png"/><Relationship Id="rId50" Type="http://schemas.openxmlformats.org/officeDocument/2006/relationships/image" Target="../media/image52.png"/><Relationship Id="rId55" Type="http://schemas.openxmlformats.org/officeDocument/2006/relationships/image" Target="../media/image57.png"/><Relationship Id="rId7" Type="http://schemas.openxmlformats.org/officeDocument/2006/relationships/image" Target="../media/image85.png"/><Relationship Id="rId2" Type="http://schemas.openxmlformats.org/officeDocument/2006/relationships/notesSlide" Target="../notesSlides/notesSlide35.xml"/><Relationship Id="rId16" Type="http://schemas.openxmlformats.org/officeDocument/2006/relationships/image" Target="../media/image94.png"/><Relationship Id="rId29" Type="http://schemas.openxmlformats.org/officeDocument/2006/relationships/image" Target="../media/image32.png"/><Relationship Id="rId11" Type="http://schemas.openxmlformats.org/officeDocument/2006/relationships/image" Target="../media/image89.png"/><Relationship Id="rId24" Type="http://schemas.openxmlformats.org/officeDocument/2006/relationships/image" Target="../media/image26.png"/><Relationship Id="rId32" Type="http://schemas.openxmlformats.org/officeDocument/2006/relationships/image" Target="../media/image34.png"/><Relationship Id="rId37" Type="http://schemas.openxmlformats.org/officeDocument/2006/relationships/image" Target="../media/image39.png"/><Relationship Id="rId40" Type="http://schemas.openxmlformats.org/officeDocument/2006/relationships/image" Target="../media/image48.png"/><Relationship Id="rId45" Type="http://schemas.openxmlformats.org/officeDocument/2006/relationships/image" Target="../media/image46.png"/><Relationship Id="rId53" Type="http://schemas.openxmlformats.org/officeDocument/2006/relationships/image" Target="../media/image55.png"/><Relationship Id="rId58" Type="http://schemas.openxmlformats.org/officeDocument/2006/relationships/image" Target="../media/image60.png"/><Relationship Id="rId5" Type="http://schemas.openxmlformats.org/officeDocument/2006/relationships/image" Target="../media/image105.png"/><Relationship Id="rId19" Type="http://schemas.openxmlformats.org/officeDocument/2006/relationships/image" Target="../media/image97.png"/><Relationship Id="rId4" Type="http://schemas.openxmlformats.org/officeDocument/2006/relationships/hyperlink" Target="https://miro.com/app/board/o9J_ksYpet0=/" TargetMode="External"/><Relationship Id="rId9" Type="http://schemas.openxmlformats.org/officeDocument/2006/relationships/image" Target="../media/image87.png"/><Relationship Id="rId14" Type="http://schemas.openxmlformats.org/officeDocument/2006/relationships/image" Target="../media/image92.png"/><Relationship Id="rId22" Type="http://schemas.openxmlformats.org/officeDocument/2006/relationships/image" Target="../media/image37.png"/><Relationship Id="rId27" Type="http://schemas.openxmlformats.org/officeDocument/2006/relationships/image" Target="../media/image29.png"/><Relationship Id="rId30" Type="http://schemas.openxmlformats.org/officeDocument/2006/relationships/image" Target="../media/image31.png"/><Relationship Id="rId35" Type="http://schemas.openxmlformats.org/officeDocument/2006/relationships/image" Target="../media/image36.png"/><Relationship Id="rId43" Type="http://schemas.openxmlformats.org/officeDocument/2006/relationships/image" Target="../media/image44.png"/><Relationship Id="rId48" Type="http://schemas.openxmlformats.org/officeDocument/2006/relationships/image" Target="../media/image50.png"/><Relationship Id="rId56" Type="http://schemas.openxmlformats.org/officeDocument/2006/relationships/image" Target="../media/image58.png"/><Relationship Id="rId8" Type="http://schemas.openxmlformats.org/officeDocument/2006/relationships/image" Target="../media/image86.png"/><Relationship Id="rId51" Type="http://schemas.openxmlformats.org/officeDocument/2006/relationships/image" Target="../media/image53.png"/><Relationship Id="rId3" Type="http://schemas.openxmlformats.org/officeDocument/2006/relationships/image" Target="../media/image108.png"/><Relationship Id="rId12" Type="http://schemas.openxmlformats.org/officeDocument/2006/relationships/image" Target="../media/image90.png"/><Relationship Id="rId17" Type="http://schemas.openxmlformats.org/officeDocument/2006/relationships/image" Target="../media/image95.png"/><Relationship Id="rId25" Type="http://schemas.openxmlformats.org/officeDocument/2006/relationships/image" Target="../media/image101.png"/><Relationship Id="rId33" Type="http://schemas.openxmlformats.org/officeDocument/2006/relationships/image" Target="../media/image102.png"/><Relationship Id="rId38" Type="http://schemas.openxmlformats.org/officeDocument/2006/relationships/image" Target="../media/image40.png"/><Relationship Id="rId46" Type="http://schemas.openxmlformats.org/officeDocument/2006/relationships/image" Target="../media/image47.png"/><Relationship Id="rId59" Type="http://schemas.openxmlformats.org/officeDocument/2006/relationships/image" Target="../media/image61.png"/><Relationship Id="rId20" Type="http://schemas.openxmlformats.org/officeDocument/2006/relationships/image" Target="../media/image98.png"/><Relationship Id="rId41" Type="http://schemas.openxmlformats.org/officeDocument/2006/relationships/image" Target="../media/image42.png"/><Relationship Id="rId54" Type="http://schemas.openxmlformats.org/officeDocument/2006/relationships/image" Target="../media/image56.png"/><Relationship Id="rId1" Type="http://schemas.openxmlformats.org/officeDocument/2006/relationships/slideLayout" Target="../slideLayouts/slideLayout18.xml"/><Relationship Id="rId6" Type="http://schemas.openxmlformats.org/officeDocument/2006/relationships/image" Target="../media/image84.jpeg"/><Relationship Id="rId15" Type="http://schemas.openxmlformats.org/officeDocument/2006/relationships/image" Target="../media/image93.png"/><Relationship Id="rId23" Type="http://schemas.openxmlformats.org/officeDocument/2006/relationships/image" Target="../media/image100.png"/><Relationship Id="rId28" Type="http://schemas.openxmlformats.org/officeDocument/2006/relationships/image" Target="../media/image30.png"/><Relationship Id="rId36" Type="http://schemas.openxmlformats.org/officeDocument/2006/relationships/image" Target="../media/image38.png"/><Relationship Id="rId49" Type="http://schemas.openxmlformats.org/officeDocument/2006/relationships/image" Target="../media/image51.png"/><Relationship Id="rId57" Type="http://schemas.openxmlformats.org/officeDocument/2006/relationships/image" Target="../media/image59.png"/><Relationship Id="rId10" Type="http://schemas.openxmlformats.org/officeDocument/2006/relationships/image" Target="../media/image88.png"/><Relationship Id="rId31" Type="http://schemas.openxmlformats.org/officeDocument/2006/relationships/image" Target="../media/image33.png"/><Relationship Id="rId44" Type="http://schemas.openxmlformats.org/officeDocument/2006/relationships/image" Target="../media/image45.png"/><Relationship Id="rId52" Type="http://schemas.openxmlformats.org/officeDocument/2006/relationships/image" Target="../media/image54.png"/><Relationship Id="rId60" Type="http://schemas.openxmlformats.org/officeDocument/2006/relationships/image" Target="../media/image103.png"/></Relationships>
</file>

<file path=ppt/slides/_rels/slide36.xml.rels><?xml version="1.0" encoding="UTF-8" standalone="yes"?>
<Relationships xmlns="http://schemas.openxmlformats.org/package/2006/relationships"><Relationship Id="rId13" Type="http://schemas.openxmlformats.org/officeDocument/2006/relationships/image" Target="../media/image93.png"/><Relationship Id="rId18" Type="http://schemas.openxmlformats.org/officeDocument/2006/relationships/image" Target="../media/image98.png"/><Relationship Id="rId26" Type="http://schemas.openxmlformats.org/officeDocument/2006/relationships/image" Target="../media/image30.png"/><Relationship Id="rId39" Type="http://schemas.openxmlformats.org/officeDocument/2006/relationships/image" Target="../media/image42.png"/><Relationship Id="rId21" Type="http://schemas.openxmlformats.org/officeDocument/2006/relationships/image" Target="../media/image100.png"/><Relationship Id="rId34" Type="http://schemas.openxmlformats.org/officeDocument/2006/relationships/image" Target="../media/image38.png"/><Relationship Id="rId42" Type="http://schemas.openxmlformats.org/officeDocument/2006/relationships/image" Target="../media/image45.png"/><Relationship Id="rId47" Type="http://schemas.openxmlformats.org/officeDocument/2006/relationships/image" Target="../media/image51.png"/><Relationship Id="rId50" Type="http://schemas.openxmlformats.org/officeDocument/2006/relationships/image" Target="../media/image54.png"/><Relationship Id="rId55" Type="http://schemas.openxmlformats.org/officeDocument/2006/relationships/image" Target="../media/image59.png"/><Relationship Id="rId7" Type="http://schemas.openxmlformats.org/officeDocument/2006/relationships/image" Target="../media/image87.png"/><Relationship Id="rId2" Type="http://schemas.openxmlformats.org/officeDocument/2006/relationships/notesSlide" Target="../notesSlides/notesSlide36.xml"/><Relationship Id="rId16" Type="http://schemas.openxmlformats.org/officeDocument/2006/relationships/image" Target="../media/image96.png"/><Relationship Id="rId29" Type="http://schemas.openxmlformats.org/officeDocument/2006/relationships/image" Target="../media/image33.png"/><Relationship Id="rId11" Type="http://schemas.openxmlformats.org/officeDocument/2006/relationships/image" Target="../media/image91.png"/><Relationship Id="rId24" Type="http://schemas.openxmlformats.org/officeDocument/2006/relationships/image" Target="../media/image27.png"/><Relationship Id="rId32" Type="http://schemas.openxmlformats.org/officeDocument/2006/relationships/image" Target="../media/image35.png"/><Relationship Id="rId37" Type="http://schemas.openxmlformats.org/officeDocument/2006/relationships/image" Target="../media/image41.png"/><Relationship Id="rId40" Type="http://schemas.openxmlformats.org/officeDocument/2006/relationships/image" Target="../media/image43.png"/><Relationship Id="rId45" Type="http://schemas.openxmlformats.org/officeDocument/2006/relationships/image" Target="../media/image49.png"/><Relationship Id="rId53" Type="http://schemas.openxmlformats.org/officeDocument/2006/relationships/image" Target="../media/image57.png"/><Relationship Id="rId58" Type="http://schemas.openxmlformats.org/officeDocument/2006/relationships/image" Target="../media/image103.png"/><Relationship Id="rId5" Type="http://schemas.openxmlformats.org/officeDocument/2006/relationships/image" Target="../media/image85.png"/><Relationship Id="rId19" Type="http://schemas.openxmlformats.org/officeDocument/2006/relationships/image" Target="../media/image99.png"/><Relationship Id="rId4" Type="http://schemas.openxmlformats.org/officeDocument/2006/relationships/image" Target="../media/image84.jpeg"/><Relationship Id="rId9" Type="http://schemas.openxmlformats.org/officeDocument/2006/relationships/image" Target="../media/image89.png"/><Relationship Id="rId14" Type="http://schemas.openxmlformats.org/officeDocument/2006/relationships/image" Target="../media/image94.png"/><Relationship Id="rId22" Type="http://schemas.openxmlformats.org/officeDocument/2006/relationships/image" Target="../media/image26.png"/><Relationship Id="rId27" Type="http://schemas.openxmlformats.org/officeDocument/2006/relationships/image" Target="../media/image32.png"/><Relationship Id="rId30" Type="http://schemas.openxmlformats.org/officeDocument/2006/relationships/image" Target="../media/image34.png"/><Relationship Id="rId35" Type="http://schemas.openxmlformats.org/officeDocument/2006/relationships/image" Target="../media/image39.png"/><Relationship Id="rId43" Type="http://schemas.openxmlformats.org/officeDocument/2006/relationships/image" Target="../media/image46.png"/><Relationship Id="rId48" Type="http://schemas.openxmlformats.org/officeDocument/2006/relationships/image" Target="../media/image52.png"/><Relationship Id="rId56" Type="http://schemas.openxmlformats.org/officeDocument/2006/relationships/image" Target="../media/image60.png"/><Relationship Id="rId8" Type="http://schemas.openxmlformats.org/officeDocument/2006/relationships/image" Target="../media/image88.png"/><Relationship Id="rId51" Type="http://schemas.openxmlformats.org/officeDocument/2006/relationships/image" Target="../media/image55.png"/><Relationship Id="rId3" Type="http://schemas.openxmlformats.org/officeDocument/2006/relationships/image" Target="../media/image109.png"/><Relationship Id="rId12" Type="http://schemas.openxmlformats.org/officeDocument/2006/relationships/image" Target="../media/image92.png"/><Relationship Id="rId17" Type="http://schemas.openxmlformats.org/officeDocument/2006/relationships/image" Target="../media/image97.png"/><Relationship Id="rId25" Type="http://schemas.openxmlformats.org/officeDocument/2006/relationships/image" Target="../media/image29.png"/><Relationship Id="rId33" Type="http://schemas.openxmlformats.org/officeDocument/2006/relationships/image" Target="../media/image36.png"/><Relationship Id="rId38" Type="http://schemas.openxmlformats.org/officeDocument/2006/relationships/image" Target="../media/image48.png"/><Relationship Id="rId46" Type="http://schemas.openxmlformats.org/officeDocument/2006/relationships/image" Target="../media/image50.png"/><Relationship Id="rId20" Type="http://schemas.openxmlformats.org/officeDocument/2006/relationships/image" Target="../media/image37.png"/><Relationship Id="rId41" Type="http://schemas.openxmlformats.org/officeDocument/2006/relationships/image" Target="../media/image44.png"/><Relationship Id="rId54" Type="http://schemas.openxmlformats.org/officeDocument/2006/relationships/image" Target="../media/image58.png"/><Relationship Id="rId1" Type="http://schemas.openxmlformats.org/officeDocument/2006/relationships/slideLayout" Target="../slideLayouts/slideLayout18.xml"/><Relationship Id="rId6" Type="http://schemas.openxmlformats.org/officeDocument/2006/relationships/image" Target="../media/image86.png"/><Relationship Id="rId15" Type="http://schemas.openxmlformats.org/officeDocument/2006/relationships/image" Target="../media/image95.png"/><Relationship Id="rId23" Type="http://schemas.openxmlformats.org/officeDocument/2006/relationships/image" Target="../media/image101.png"/><Relationship Id="rId28" Type="http://schemas.openxmlformats.org/officeDocument/2006/relationships/image" Target="../media/image31.png"/><Relationship Id="rId36" Type="http://schemas.openxmlformats.org/officeDocument/2006/relationships/image" Target="../media/image40.png"/><Relationship Id="rId49" Type="http://schemas.openxmlformats.org/officeDocument/2006/relationships/image" Target="../media/image53.png"/><Relationship Id="rId57" Type="http://schemas.openxmlformats.org/officeDocument/2006/relationships/image" Target="../media/image61.png"/><Relationship Id="rId10" Type="http://schemas.openxmlformats.org/officeDocument/2006/relationships/image" Target="../media/image90.png"/><Relationship Id="rId31" Type="http://schemas.openxmlformats.org/officeDocument/2006/relationships/image" Target="../media/image102.png"/><Relationship Id="rId44" Type="http://schemas.openxmlformats.org/officeDocument/2006/relationships/image" Target="../media/image47.png"/><Relationship Id="rId52" Type="http://schemas.openxmlformats.org/officeDocument/2006/relationships/image" Target="../media/image56.png"/></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17.xml"/><Relationship Id="rId6" Type="http://schemas.openxmlformats.org/officeDocument/2006/relationships/image" Target="../media/image84.jpeg"/><Relationship Id="rId5" Type="http://schemas.openxmlformats.org/officeDocument/2006/relationships/hyperlink" Target="https://code.visualstudio.com/" TargetMode="External"/><Relationship Id="rId4" Type="http://schemas.openxmlformats.org/officeDocument/2006/relationships/image" Target="../media/image83.png"/></Relationships>
</file>

<file path=ppt/slides/_rels/slide38.xml.rels><?xml version="1.0" encoding="UTF-8" standalone="yes"?>
<Relationships xmlns="http://schemas.openxmlformats.org/package/2006/relationships"><Relationship Id="rId13" Type="http://schemas.openxmlformats.org/officeDocument/2006/relationships/image" Target="../media/image91.png"/><Relationship Id="rId18" Type="http://schemas.openxmlformats.org/officeDocument/2006/relationships/image" Target="../media/image96.png"/><Relationship Id="rId26" Type="http://schemas.openxmlformats.org/officeDocument/2006/relationships/image" Target="../media/image27.png"/><Relationship Id="rId39" Type="http://schemas.openxmlformats.org/officeDocument/2006/relationships/image" Target="../media/image41.png"/><Relationship Id="rId21" Type="http://schemas.openxmlformats.org/officeDocument/2006/relationships/image" Target="../media/image99.png"/><Relationship Id="rId34" Type="http://schemas.openxmlformats.org/officeDocument/2006/relationships/image" Target="../media/image35.png"/><Relationship Id="rId42" Type="http://schemas.openxmlformats.org/officeDocument/2006/relationships/image" Target="../media/image43.png"/><Relationship Id="rId47" Type="http://schemas.openxmlformats.org/officeDocument/2006/relationships/image" Target="../media/image49.png"/><Relationship Id="rId50" Type="http://schemas.openxmlformats.org/officeDocument/2006/relationships/image" Target="../media/image52.png"/><Relationship Id="rId55" Type="http://schemas.openxmlformats.org/officeDocument/2006/relationships/image" Target="../media/image57.png"/><Relationship Id="rId7" Type="http://schemas.openxmlformats.org/officeDocument/2006/relationships/image" Target="../media/image85.png"/><Relationship Id="rId2" Type="http://schemas.openxmlformats.org/officeDocument/2006/relationships/notesSlide" Target="../notesSlides/notesSlide38.xml"/><Relationship Id="rId16" Type="http://schemas.openxmlformats.org/officeDocument/2006/relationships/image" Target="../media/image94.png"/><Relationship Id="rId29" Type="http://schemas.openxmlformats.org/officeDocument/2006/relationships/image" Target="../media/image32.png"/><Relationship Id="rId11" Type="http://schemas.openxmlformats.org/officeDocument/2006/relationships/image" Target="../media/image89.png"/><Relationship Id="rId24" Type="http://schemas.openxmlformats.org/officeDocument/2006/relationships/image" Target="../media/image26.png"/><Relationship Id="rId32" Type="http://schemas.openxmlformats.org/officeDocument/2006/relationships/image" Target="../media/image34.png"/><Relationship Id="rId37" Type="http://schemas.openxmlformats.org/officeDocument/2006/relationships/image" Target="../media/image39.png"/><Relationship Id="rId40" Type="http://schemas.openxmlformats.org/officeDocument/2006/relationships/image" Target="../media/image48.png"/><Relationship Id="rId45" Type="http://schemas.openxmlformats.org/officeDocument/2006/relationships/image" Target="../media/image46.png"/><Relationship Id="rId53" Type="http://schemas.openxmlformats.org/officeDocument/2006/relationships/image" Target="../media/image55.png"/><Relationship Id="rId58" Type="http://schemas.openxmlformats.org/officeDocument/2006/relationships/image" Target="../media/image60.png"/><Relationship Id="rId5" Type="http://schemas.openxmlformats.org/officeDocument/2006/relationships/image" Target="../media/image105.png"/><Relationship Id="rId19" Type="http://schemas.openxmlformats.org/officeDocument/2006/relationships/image" Target="../media/image97.png"/><Relationship Id="rId4" Type="http://schemas.openxmlformats.org/officeDocument/2006/relationships/hyperlink" Target="https://miro.com/app/board/o9J_ksYpet0=/" TargetMode="External"/><Relationship Id="rId9" Type="http://schemas.openxmlformats.org/officeDocument/2006/relationships/image" Target="../media/image87.png"/><Relationship Id="rId14" Type="http://schemas.openxmlformats.org/officeDocument/2006/relationships/image" Target="../media/image92.png"/><Relationship Id="rId22" Type="http://schemas.openxmlformats.org/officeDocument/2006/relationships/image" Target="../media/image37.png"/><Relationship Id="rId27" Type="http://schemas.openxmlformats.org/officeDocument/2006/relationships/image" Target="../media/image29.png"/><Relationship Id="rId30" Type="http://schemas.openxmlformats.org/officeDocument/2006/relationships/image" Target="../media/image31.png"/><Relationship Id="rId35" Type="http://schemas.openxmlformats.org/officeDocument/2006/relationships/image" Target="../media/image36.png"/><Relationship Id="rId43" Type="http://schemas.openxmlformats.org/officeDocument/2006/relationships/image" Target="../media/image44.png"/><Relationship Id="rId48" Type="http://schemas.openxmlformats.org/officeDocument/2006/relationships/image" Target="../media/image50.png"/><Relationship Id="rId56" Type="http://schemas.openxmlformats.org/officeDocument/2006/relationships/image" Target="../media/image58.png"/><Relationship Id="rId8" Type="http://schemas.openxmlformats.org/officeDocument/2006/relationships/image" Target="../media/image86.png"/><Relationship Id="rId51" Type="http://schemas.openxmlformats.org/officeDocument/2006/relationships/image" Target="../media/image53.png"/><Relationship Id="rId3" Type="http://schemas.openxmlformats.org/officeDocument/2006/relationships/image" Target="../media/image110.png"/><Relationship Id="rId12" Type="http://schemas.openxmlformats.org/officeDocument/2006/relationships/image" Target="../media/image90.png"/><Relationship Id="rId17" Type="http://schemas.openxmlformats.org/officeDocument/2006/relationships/image" Target="../media/image95.png"/><Relationship Id="rId25" Type="http://schemas.openxmlformats.org/officeDocument/2006/relationships/image" Target="../media/image101.png"/><Relationship Id="rId33" Type="http://schemas.openxmlformats.org/officeDocument/2006/relationships/image" Target="../media/image102.png"/><Relationship Id="rId38" Type="http://schemas.openxmlformats.org/officeDocument/2006/relationships/image" Target="../media/image40.png"/><Relationship Id="rId46" Type="http://schemas.openxmlformats.org/officeDocument/2006/relationships/image" Target="../media/image47.png"/><Relationship Id="rId59" Type="http://schemas.openxmlformats.org/officeDocument/2006/relationships/image" Target="../media/image61.png"/><Relationship Id="rId20" Type="http://schemas.openxmlformats.org/officeDocument/2006/relationships/image" Target="../media/image98.png"/><Relationship Id="rId41" Type="http://schemas.openxmlformats.org/officeDocument/2006/relationships/image" Target="../media/image42.png"/><Relationship Id="rId54" Type="http://schemas.openxmlformats.org/officeDocument/2006/relationships/image" Target="../media/image56.png"/><Relationship Id="rId1" Type="http://schemas.openxmlformats.org/officeDocument/2006/relationships/slideLayout" Target="../slideLayouts/slideLayout18.xml"/><Relationship Id="rId6" Type="http://schemas.openxmlformats.org/officeDocument/2006/relationships/image" Target="../media/image84.jpeg"/><Relationship Id="rId15" Type="http://schemas.openxmlformats.org/officeDocument/2006/relationships/image" Target="../media/image93.png"/><Relationship Id="rId23" Type="http://schemas.openxmlformats.org/officeDocument/2006/relationships/image" Target="../media/image100.png"/><Relationship Id="rId28" Type="http://schemas.openxmlformats.org/officeDocument/2006/relationships/image" Target="../media/image30.png"/><Relationship Id="rId36" Type="http://schemas.openxmlformats.org/officeDocument/2006/relationships/image" Target="../media/image38.png"/><Relationship Id="rId49" Type="http://schemas.openxmlformats.org/officeDocument/2006/relationships/image" Target="../media/image51.png"/><Relationship Id="rId57" Type="http://schemas.openxmlformats.org/officeDocument/2006/relationships/image" Target="../media/image59.png"/><Relationship Id="rId10" Type="http://schemas.openxmlformats.org/officeDocument/2006/relationships/image" Target="../media/image88.png"/><Relationship Id="rId31" Type="http://schemas.openxmlformats.org/officeDocument/2006/relationships/image" Target="../media/image33.png"/><Relationship Id="rId44" Type="http://schemas.openxmlformats.org/officeDocument/2006/relationships/image" Target="../media/image45.png"/><Relationship Id="rId52" Type="http://schemas.openxmlformats.org/officeDocument/2006/relationships/image" Target="../media/image54.png"/><Relationship Id="rId60" Type="http://schemas.openxmlformats.org/officeDocument/2006/relationships/image" Target="../media/image103.png"/></Relationships>
</file>

<file path=ppt/slides/_rels/slide39.xml.rels><?xml version="1.0" encoding="UTF-8" standalone="yes"?>
<Relationships xmlns="http://schemas.openxmlformats.org/package/2006/relationships"><Relationship Id="rId13" Type="http://schemas.openxmlformats.org/officeDocument/2006/relationships/image" Target="../media/image92.png"/><Relationship Id="rId18" Type="http://schemas.openxmlformats.org/officeDocument/2006/relationships/image" Target="../media/image97.png"/><Relationship Id="rId26" Type="http://schemas.openxmlformats.org/officeDocument/2006/relationships/image" Target="../media/image29.png"/><Relationship Id="rId39" Type="http://schemas.openxmlformats.org/officeDocument/2006/relationships/image" Target="../media/image48.png"/><Relationship Id="rId21" Type="http://schemas.openxmlformats.org/officeDocument/2006/relationships/image" Target="../media/image37.png"/><Relationship Id="rId34" Type="http://schemas.openxmlformats.org/officeDocument/2006/relationships/image" Target="../media/image36.png"/><Relationship Id="rId42" Type="http://schemas.openxmlformats.org/officeDocument/2006/relationships/image" Target="../media/image44.png"/><Relationship Id="rId47" Type="http://schemas.openxmlformats.org/officeDocument/2006/relationships/image" Target="../media/image50.png"/><Relationship Id="rId50" Type="http://schemas.openxmlformats.org/officeDocument/2006/relationships/image" Target="../media/image53.png"/><Relationship Id="rId55" Type="http://schemas.openxmlformats.org/officeDocument/2006/relationships/image" Target="../media/image58.png"/><Relationship Id="rId7" Type="http://schemas.openxmlformats.org/officeDocument/2006/relationships/image" Target="../media/image86.png"/><Relationship Id="rId2" Type="http://schemas.openxmlformats.org/officeDocument/2006/relationships/notesSlide" Target="../notesSlides/notesSlide39.xml"/><Relationship Id="rId16" Type="http://schemas.openxmlformats.org/officeDocument/2006/relationships/image" Target="../media/image95.png"/><Relationship Id="rId29" Type="http://schemas.openxmlformats.org/officeDocument/2006/relationships/image" Target="../media/image31.png"/><Relationship Id="rId11" Type="http://schemas.openxmlformats.org/officeDocument/2006/relationships/image" Target="../media/image90.png"/><Relationship Id="rId24" Type="http://schemas.openxmlformats.org/officeDocument/2006/relationships/image" Target="../media/image101.png"/><Relationship Id="rId32" Type="http://schemas.openxmlformats.org/officeDocument/2006/relationships/image" Target="../media/image102.png"/><Relationship Id="rId37" Type="http://schemas.openxmlformats.org/officeDocument/2006/relationships/image" Target="../media/image40.png"/><Relationship Id="rId40" Type="http://schemas.openxmlformats.org/officeDocument/2006/relationships/image" Target="../media/image42.png"/><Relationship Id="rId45" Type="http://schemas.openxmlformats.org/officeDocument/2006/relationships/image" Target="../media/image47.png"/><Relationship Id="rId53" Type="http://schemas.openxmlformats.org/officeDocument/2006/relationships/image" Target="../media/image56.png"/><Relationship Id="rId58" Type="http://schemas.openxmlformats.org/officeDocument/2006/relationships/image" Target="../media/image61.png"/><Relationship Id="rId5" Type="http://schemas.openxmlformats.org/officeDocument/2006/relationships/image" Target="../media/image105.png"/><Relationship Id="rId19" Type="http://schemas.openxmlformats.org/officeDocument/2006/relationships/image" Target="../media/image98.png"/><Relationship Id="rId4" Type="http://schemas.openxmlformats.org/officeDocument/2006/relationships/hyperlink" Target="https://miro.com/app/board/o9J_ksYpet0=/" TargetMode="External"/><Relationship Id="rId9" Type="http://schemas.openxmlformats.org/officeDocument/2006/relationships/image" Target="../media/image88.png"/><Relationship Id="rId14" Type="http://schemas.openxmlformats.org/officeDocument/2006/relationships/image" Target="../media/image93.png"/><Relationship Id="rId22" Type="http://schemas.openxmlformats.org/officeDocument/2006/relationships/image" Target="../media/image100.png"/><Relationship Id="rId27" Type="http://schemas.openxmlformats.org/officeDocument/2006/relationships/image" Target="../media/image30.png"/><Relationship Id="rId30" Type="http://schemas.openxmlformats.org/officeDocument/2006/relationships/image" Target="../media/image33.png"/><Relationship Id="rId35" Type="http://schemas.openxmlformats.org/officeDocument/2006/relationships/image" Target="../media/image38.png"/><Relationship Id="rId43" Type="http://schemas.openxmlformats.org/officeDocument/2006/relationships/image" Target="../media/image45.png"/><Relationship Id="rId48" Type="http://schemas.openxmlformats.org/officeDocument/2006/relationships/image" Target="../media/image51.png"/><Relationship Id="rId56" Type="http://schemas.openxmlformats.org/officeDocument/2006/relationships/image" Target="../media/image59.png"/><Relationship Id="rId8" Type="http://schemas.openxmlformats.org/officeDocument/2006/relationships/image" Target="../media/image87.png"/><Relationship Id="rId51" Type="http://schemas.openxmlformats.org/officeDocument/2006/relationships/image" Target="../media/image54.png"/><Relationship Id="rId3" Type="http://schemas.openxmlformats.org/officeDocument/2006/relationships/image" Target="../media/image111.png"/><Relationship Id="rId12" Type="http://schemas.openxmlformats.org/officeDocument/2006/relationships/image" Target="../media/image91.png"/><Relationship Id="rId17" Type="http://schemas.openxmlformats.org/officeDocument/2006/relationships/image" Target="../media/image96.png"/><Relationship Id="rId25" Type="http://schemas.openxmlformats.org/officeDocument/2006/relationships/image" Target="../media/image27.png"/><Relationship Id="rId33" Type="http://schemas.openxmlformats.org/officeDocument/2006/relationships/image" Target="../media/image35.png"/><Relationship Id="rId38" Type="http://schemas.openxmlformats.org/officeDocument/2006/relationships/image" Target="../media/image41.png"/><Relationship Id="rId46" Type="http://schemas.openxmlformats.org/officeDocument/2006/relationships/image" Target="../media/image49.png"/><Relationship Id="rId59" Type="http://schemas.openxmlformats.org/officeDocument/2006/relationships/image" Target="../media/image103.png"/><Relationship Id="rId20" Type="http://schemas.openxmlformats.org/officeDocument/2006/relationships/image" Target="../media/image99.png"/><Relationship Id="rId41" Type="http://schemas.openxmlformats.org/officeDocument/2006/relationships/image" Target="../media/image43.png"/><Relationship Id="rId54" Type="http://schemas.openxmlformats.org/officeDocument/2006/relationships/image" Target="../media/image57.png"/><Relationship Id="rId1" Type="http://schemas.openxmlformats.org/officeDocument/2006/relationships/slideLayout" Target="../slideLayouts/slideLayout18.xml"/><Relationship Id="rId6" Type="http://schemas.openxmlformats.org/officeDocument/2006/relationships/image" Target="../media/image85.png"/><Relationship Id="rId15" Type="http://schemas.openxmlformats.org/officeDocument/2006/relationships/image" Target="../media/image94.png"/><Relationship Id="rId23" Type="http://schemas.openxmlformats.org/officeDocument/2006/relationships/image" Target="../media/image26.png"/><Relationship Id="rId28" Type="http://schemas.openxmlformats.org/officeDocument/2006/relationships/image" Target="../media/image32.png"/><Relationship Id="rId36" Type="http://schemas.openxmlformats.org/officeDocument/2006/relationships/image" Target="../media/image39.png"/><Relationship Id="rId49" Type="http://schemas.openxmlformats.org/officeDocument/2006/relationships/image" Target="../media/image52.png"/><Relationship Id="rId57" Type="http://schemas.openxmlformats.org/officeDocument/2006/relationships/image" Target="../media/image60.png"/><Relationship Id="rId10" Type="http://schemas.openxmlformats.org/officeDocument/2006/relationships/image" Target="../media/image89.png"/><Relationship Id="rId31" Type="http://schemas.openxmlformats.org/officeDocument/2006/relationships/image" Target="../media/image34.png"/><Relationship Id="rId44" Type="http://schemas.openxmlformats.org/officeDocument/2006/relationships/image" Target="../media/image46.png"/><Relationship Id="rId52" Type="http://schemas.openxmlformats.org/officeDocument/2006/relationships/image" Target="../media/image55.png"/><Relationship Id="rId60" Type="http://schemas.openxmlformats.org/officeDocument/2006/relationships/image" Target="../media/image84.jpeg"/></Relationships>
</file>

<file path=ppt/slides/_rels/slide40.xml.rels><?xml version="1.0" encoding="UTF-8" standalone="yes"?>
<Relationships xmlns="http://schemas.openxmlformats.org/package/2006/relationships"><Relationship Id="rId13" Type="http://schemas.openxmlformats.org/officeDocument/2006/relationships/image" Target="../media/image91.png"/><Relationship Id="rId18" Type="http://schemas.openxmlformats.org/officeDocument/2006/relationships/image" Target="../media/image96.png"/><Relationship Id="rId26" Type="http://schemas.openxmlformats.org/officeDocument/2006/relationships/image" Target="../media/image27.png"/><Relationship Id="rId39" Type="http://schemas.openxmlformats.org/officeDocument/2006/relationships/image" Target="../media/image41.png"/><Relationship Id="rId21" Type="http://schemas.openxmlformats.org/officeDocument/2006/relationships/image" Target="../media/image99.png"/><Relationship Id="rId34" Type="http://schemas.openxmlformats.org/officeDocument/2006/relationships/image" Target="../media/image35.png"/><Relationship Id="rId42" Type="http://schemas.openxmlformats.org/officeDocument/2006/relationships/image" Target="../media/image43.png"/><Relationship Id="rId47" Type="http://schemas.openxmlformats.org/officeDocument/2006/relationships/image" Target="../media/image49.png"/><Relationship Id="rId50" Type="http://schemas.openxmlformats.org/officeDocument/2006/relationships/image" Target="../media/image52.png"/><Relationship Id="rId55" Type="http://schemas.openxmlformats.org/officeDocument/2006/relationships/image" Target="../media/image57.png"/><Relationship Id="rId7" Type="http://schemas.openxmlformats.org/officeDocument/2006/relationships/image" Target="../media/image85.png"/><Relationship Id="rId2" Type="http://schemas.openxmlformats.org/officeDocument/2006/relationships/notesSlide" Target="../notesSlides/notesSlide40.xml"/><Relationship Id="rId16" Type="http://schemas.openxmlformats.org/officeDocument/2006/relationships/image" Target="../media/image94.png"/><Relationship Id="rId29" Type="http://schemas.openxmlformats.org/officeDocument/2006/relationships/image" Target="../media/image32.png"/><Relationship Id="rId11" Type="http://schemas.openxmlformats.org/officeDocument/2006/relationships/image" Target="../media/image89.png"/><Relationship Id="rId24" Type="http://schemas.openxmlformats.org/officeDocument/2006/relationships/image" Target="../media/image26.png"/><Relationship Id="rId32" Type="http://schemas.openxmlformats.org/officeDocument/2006/relationships/image" Target="../media/image34.png"/><Relationship Id="rId37" Type="http://schemas.openxmlformats.org/officeDocument/2006/relationships/image" Target="../media/image39.png"/><Relationship Id="rId40" Type="http://schemas.openxmlformats.org/officeDocument/2006/relationships/image" Target="../media/image48.png"/><Relationship Id="rId45" Type="http://schemas.openxmlformats.org/officeDocument/2006/relationships/image" Target="../media/image46.png"/><Relationship Id="rId53" Type="http://schemas.openxmlformats.org/officeDocument/2006/relationships/image" Target="../media/image55.png"/><Relationship Id="rId58" Type="http://schemas.openxmlformats.org/officeDocument/2006/relationships/image" Target="../media/image60.png"/><Relationship Id="rId5" Type="http://schemas.openxmlformats.org/officeDocument/2006/relationships/image" Target="../media/image105.png"/><Relationship Id="rId19" Type="http://schemas.openxmlformats.org/officeDocument/2006/relationships/image" Target="../media/image97.png"/><Relationship Id="rId4" Type="http://schemas.openxmlformats.org/officeDocument/2006/relationships/hyperlink" Target="https://miro.com/app/board/o9J_ksYpet0=/" TargetMode="External"/><Relationship Id="rId9" Type="http://schemas.openxmlformats.org/officeDocument/2006/relationships/image" Target="../media/image87.png"/><Relationship Id="rId14" Type="http://schemas.openxmlformats.org/officeDocument/2006/relationships/image" Target="../media/image92.png"/><Relationship Id="rId22" Type="http://schemas.openxmlformats.org/officeDocument/2006/relationships/image" Target="../media/image37.png"/><Relationship Id="rId27" Type="http://schemas.openxmlformats.org/officeDocument/2006/relationships/image" Target="../media/image29.png"/><Relationship Id="rId30" Type="http://schemas.openxmlformats.org/officeDocument/2006/relationships/image" Target="../media/image31.png"/><Relationship Id="rId35" Type="http://schemas.openxmlformats.org/officeDocument/2006/relationships/image" Target="../media/image36.png"/><Relationship Id="rId43" Type="http://schemas.openxmlformats.org/officeDocument/2006/relationships/image" Target="../media/image44.png"/><Relationship Id="rId48" Type="http://schemas.openxmlformats.org/officeDocument/2006/relationships/image" Target="../media/image50.png"/><Relationship Id="rId56" Type="http://schemas.openxmlformats.org/officeDocument/2006/relationships/image" Target="../media/image58.png"/><Relationship Id="rId8" Type="http://schemas.openxmlformats.org/officeDocument/2006/relationships/image" Target="../media/image86.png"/><Relationship Id="rId51" Type="http://schemas.openxmlformats.org/officeDocument/2006/relationships/image" Target="../media/image53.png"/><Relationship Id="rId3" Type="http://schemas.openxmlformats.org/officeDocument/2006/relationships/image" Target="../media/image111.png"/><Relationship Id="rId12" Type="http://schemas.openxmlformats.org/officeDocument/2006/relationships/image" Target="../media/image90.png"/><Relationship Id="rId17" Type="http://schemas.openxmlformats.org/officeDocument/2006/relationships/image" Target="../media/image95.png"/><Relationship Id="rId25" Type="http://schemas.openxmlformats.org/officeDocument/2006/relationships/image" Target="../media/image101.png"/><Relationship Id="rId33" Type="http://schemas.openxmlformats.org/officeDocument/2006/relationships/image" Target="../media/image102.png"/><Relationship Id="rId38" Type="http://schemas.openxmlformats.org/officeDocument/2006/relationships/image" Target="../media/image40.png"/><Relationship Id="rId46" Type="http://schemas.openxmlformats.org/officeDocument/2006/relationships/image" Target="../media/image47.png"/><Relationship Id="rId59" Type="http://schemas.openxmlformats.org/officeDocument/2006/relationships/image" Target="../media/image61.png"/><Relationship Id="rId20" Type="http://schemas.openxmlformats.org/officeDocument/2006/relationships/image" Target="../media/image98.png"/><Relationship Id="rId41" Type="http://schemas.openxmlformats.org/officeDocument/2006/relationships/image" Target="../media/image42.png"/><Relationship Id="rId54" Type="http://schemas.openxmlformats.org/officeDocument/2006/relationships/image" Target="../media/image56.png"/><Relationship Id="rId1" Type="http://schemas.openxmlformats.org/officeDocument/2006/relationships/slideLayout" Target="../slideLayouts/slideLayout18.xml"/><Relationship Id="rId6" Type="http://schemas.openxmlformats.org/officeDocument/2006/relationships/image" Target="../media/image84.jpeg"/><Relationship Id="rId15" Type="http://schemas.openxmlformats.org/officeDocument/2006/relationships/image" Target="../media/image93.png"/><Relationship Id="rId23" Type="http://schemas.openxmlformats.org/officeDocument/2006/relationships/image" Target="../media/image100.png"/><Relationship Id="rId28" Type="http://schemas.openxmlformats.org/officeDocument/2006/relationships/image" Target="../media/image30.png"/><Relationship Id="rId36" Type="http://schemas.openxmlformats.org/officeDocument/2006/relationships/image" Target="../media/image38.png"/><Relationship Id="rId49" Type="http://schemas.openxmlformats.org/officeDocument/2006/relationships/image" Target="../media/image51.png"/><Relationship Id="rId57" Type="http://schemas.openxmlformats.org/officeDocument/2006/relationships/image" Target="../media/image59.png"/><Relationship Id="rId10" Type="http://schemas.openxmlformats.org/officeDocument/2006/relationships/image" Target="../media/image88.png"/><Relationship Id="rId31" Type="http://schemas.openxmlformats.org/officeDocument/2006/relationships/image" Target="../media/image33.png"/><Relationship Id="rId44" Type="http://schemas.openxmlformats.org/officeDocument/2006/relationships/image" Target="../media/image45.png"/><Relationship Id="rId52" Type="http://schemas.openxmlformats.org/officeDocument/2006/relationships/image" Target="../media/image54.png"/><Relationship Id="rId60" Type="http://schemas.openxmlformats.org/officeDocument/2006/relationships/image" Target="../media/image103.png"/></Relationships>
</file>

<file path=ppt/slides/_rels/slide41.xml.rels><?xml version="1.0" encoding="UTF-8" standalone="yes"?>
<Relationships xmlns="http://schemas.openxmlformats.org/package/2006/relationships"><Relationship Id="rId13" Type="http://schemas.openxmlformats.org/officeDocument/2006/relationships/image" Target="../media/image92.png"/><Relationship Id="rId18" Type="http://schemas.openxmlformats.org/officeDocument/2006/relationships/image" Target="../media/image97.png"/><Relationship Id="rId26" Type="http://schemas.openxmlformats.org/officeDocument/2006/relationships/image" Target="../media/image29.png"/><Relationship Id="rId39" Type="http://schemas.openxmlformats.org/officeDocument/2006/relationships/image" Target="../media/image48.png"/><Relationship Id="rId21" Type="http://schemas.openxmlformats.org/officeDocument/2006/relationships/image" Target="../media/image37.png"/><Relationship Id="rId34" Type="http://schemas.openxmlformats.org/officeDocument/2006/relationships/image" Target="../media/image36.png"/><Relationship Id="rId42" Type="http://schemas.openxmlformats.org/officeDocument/2006/relationships/image" Target="../media/image44.png"/><Relationship Id="rId47" Type="http://schemas.openxmlformats.org/officeDocument/2006/relationships/image" Target="../media/image50.png"/><Relationship Id="rId50" Type="http://schemas.openxmlformats.org/officeDocument/2006/relationships/image" Target="../media/image53.png"/><Relationship Id="rId55" Type="http://schemas.openxmlformats.org/officeDocument/2006/relationships/image" Target="../media/image58.png"/><Relationship Id="rId7" Type="http://schemas.openxmlformats.org/officeDocument/2006/relationships/image" Target="../media/image86.png"/><Relationship Id="rId2" Type="http://schemas.openxmlformats.org/officeDocument/2006/relationships/notesSlide" Target="../notesSlides/notesSlide41.xml"/><Relationship Id="rId16" Type="http://schemas.openxmlformats.org/officeDocument/2006/relationships/image" Target="../media/image95.png"/><Relationship Id="rId29" Type="http://schemas.openxmlformats.org/officeDocument/2006/relationships/image" Target="../media/image31.png"/><Relationship Id="rId11" Type="http://schemas.openxmlformats.org/officeDocument/2006/relationships/image" Target="../media/image90.png"/><Relationship Id="rId24" Type="http://schemas.openxmlformats.org/officeDocument/2006/relationships/image" Target="../media/image101.png"/><Relationship Id="rId32" Type="http://schemas.openxmlformats.org/officeDocument/2006/relationships/image" Target="../media/image102.png"/><Relationship Id="rId37" Type="http://schemas.openxmlformats.org/officeDocument/2006/relationships/image" Target="../media/image40.png"/><Relationship Id="rId40" Type="http://schemas.openxmlformats.org/officeDocument/2006/relationships/image" Target="../media/image42.png"/><Relationship Id="rId45" Type="http://schemas.openxmlformats.org/officeDocument/2006/relationships/image" Target="../media/image47.png"/><Relationship Id="rId53" Type="http://schemas.openxmlformats.org/officeDocument/2006/relationships/image" Target="../media/image56.png"/><Relationship Id="rId58" Type="http://schemas.openxmlformats.org/officeDocument/2006/relationships/image" Target="../media/image61.png"/><Relationship Id="rId5" Type="http://schemas.openxmlformats.org/officeDocument/2006/relationships/image" Target="../media/image105.png"/><Relationship Id="rId19" Type="http://schemas.openxmlformats.org/officeDocument/2006/relationships/image" Target="../media/image98.png"/><Relationship Id="rId4" Type="http://schemas.openxmlformats.org/officeDocument/2006/relationships/hyperlink" Target="https://miro.com/app/board/o9J_ksYpet0=/" TargetMode="External"/><Relationship Id="rId9" Type="http://schemas.openxmlformats.org/officeDocument/2006/relationships/image" Target="../media/image88.png"/><Relationship Id="rId14" Type="http://schemas.openxmlformats.org/officeDocument/2006/relationships/image" Target="../media/image93.png"/><Relationship Id="rId22" Type="http://schemas.openxmlformats.org/officeDocument/2006/relationships/image" Target="../media/image100.png"/><Relationship Id="rId27" Type="http://schemas.openxmlformats.org/officeDocument/2006/relationships/image" Target="../media/image30.png"/><Relationship Id="rId30" Type="http://schemas.openxmlformats.org/officeDocument/2006/relationships/image" Target="../media/image33.png"/><Relationship Id="rId35" Type="http://schemas.openxmlformats.org/officeDocument/2006/relationships/image" Target="../media/image38.png"/><Relationship Id="rId43" Type="http://schemas.openxmlformats.org/officeDocument/2006/relationships/image" Target="../media/image45.png"/><Relationship Id="rId48" Type="http://schemas.openxmlformats.org/officeDocument/2006/relationships/image" Target="../media/image51.png"/><Relationship Id="rId56" Type="http://schemas.openxmlformats.org/officeDocument/2006/relationships/image" Target="../media/image59.png"/><Relationship Id="rId8" Type="http://schemas.openxmlformats.org/officeDocument/2006/relationships/image" Target="../media/image87.png"/><Relationship Id="rId51" Type="http://schemas.openxmlformats.org/officeDocument/2006/relationships/image" Target="../media/image54.png"/><Relationship Id="rId3" Type="http://schemas.openxmlformats.org/officeDocument/2006/relationships/image" Target="../media/image112.png"/><Relationship Id="rId12" Type="http://schemas.openxmlformats.org/officeDocument/2006/relationships/image" Target="../media/image91.png"/><Relationship Id="rId17" Type="http://schemas.openxmlformats.org/officeDocument/2006/relationships/image" Target="../media/image96.png"/><Relationship Id="rId25" Type="http://schemas.openxmlformats.org/officeDocument/2006/relationships/image" Target="../media/image27.png"/><Relationship Id="rId33" Type="http://schemas.openxmlformats.org/officeDocument/2006/relationships/image" Target="../media/image35.png"/><Relationship Id="rId38" Type="http://schemas.openxmlformats.org/officeDocument/2006/relationships/image" Target="../media/image41.png"/><Relationship Id="rId46" Type="http://schemas.openxmlformats.org/officeDocument/2006/relationships/image" Target="../media/image49.png"/><Relationship Id="rId59" Type="http://schemas.openxmlformats.org/officeDocument/2006/relationships/image" Target="../media/image103.png"/><Relationship Id="rId20" Type="http://schemas.openxmlformats.org/officeDocument/2006/relationships/image" Target="../media/image99.png"/><Relationship Id="rId41" Type="http://schemas.openxmlformats.org/officeDocument/2006/relationships/image" Target="../media/image43.png"/><Relationship Id="rId54" Type="http://schemas.openxmlformats.org/officeDocument/2006/relationships/image" Target="../media/image57.png"/><Relationship Id="rId1" Type="http://schemas.openxmlformats.org/officeDocument/2006/relationships/slideLayout" Target="../slideLayouts/slideLayout18.xml"/><Relationship Id="rId6" Type="http://schemas.openxmlformats.org/officeDocument/2006/relationships/image" Target="../media/image85.png"/><Relationship Id="rId15" Type="http://schemas.openxmlformats.org/officeDocument/2006/relationships/image" Target="../media/image94.png"/><Relationship Id="rId23" Type="http://schemas.openxmlformats.org/officeDocument/2006/relationships/image" Target="../media/image26.png"/><Relationship Id="rId28" Type="http://schemas.openxmlformats.org/officeDocument/2006/relationships/image" Target="../media/image32.png"/><Relationship Id="rId36" Type="http://schemas.openxmlformats.org/officeDocument/2006/relationships/image" Target="../media/image39.png"/><Relationship Id="rId49" Type="http://schemas.openxmlformats.org/officeDocument/2006/relationships/image" Target="../media/image52.png"/><Relationship Id="rId57" Type="http://schemas.openxmlformats.org/officeDocument/2006/relationships/image" Target="../media/image60.png"/><Relationship Id="rId10" Type="http://schemas.openxmlformats.org/officeDocument/2006/relationships/image" Target="../media/image89.png"/><Relationship Id="rId31" Type="http://schemas.openxmlformats.org/officeDocument/2006/relationships/image" Target="../media/image34.png"/><Relationship Id="rId44" Type="http://schemas.openxmlformats.org/officeDocument/2006/relationships/image" Target="../media/image46.png"/><Relationship Id="rId52" Type="http://schemas.openxmlformats.org/officeDocument/2006/relationships/image" Target="../media/image55.png"/><Relationship Id="rId60" Type="http://schemas.openxmlformats.org/officeDocument/2006/relationships/image" Target="../media/image84.jpeg"/></Relationships>
</file>

<file path=ppt/slides/_rels/slide42.xml.rels><?xml version="1.0" encoding="UTF-8" standalone="yes"?>
<Relationships xmlns="http://schemas.openxmlformats.org/package/2006/relationships"><Relationship Id="rId13" Type="http://schemas.openxmlformats.org/officeDocument/2006/relationships/image" Target="../media/image91.png"/><Relationship Id="rId18" Type="http://schemas.openxmlformats.org/officeDocument/2006/relationships/image" Target="../media/image96.png"/><Relationship Id="rId26" Type="http://schemas.openxmlformats.org/officeDocument/2006/relationships/image" Target="../media/image27.png"/><Relationship Id="rId39" Type="http://schemas.openxmlformats.org/officeDocument/2006/relationships/image" Target="../media/image41.png"/><Relationship Id="rId21" Type="http://schemas.openxmlformats.org/officeDocument/2006/relationships/image" Target="../media/image99.png"/><Relationship Id="rId34" Type="http://schemas.openxmlformats.org/officeDocument/2006/relationships/image" Target="../media/image35.png"/><Relationship Id="rId42" Type="http://schemas.openxmlformats.org/officeDocument/2006/relationships/image" Target="../media/image43.png"/><Relationship Id="rId47" Type="http://schemas.openxmlformats.org/officeDocument/2006/relationships/image" Target="../media/image49.png"/><Relationship Id="rId50" Type="http://schemas.openxmlformats.org/officeDocument/2006/relationships/image" Target="../media/image52.png"/><Relationship Id="rId55" Type="http://schemas.openxmlformats.org/officeDocument/2006/relationships/image" Target="../media/image57.png"/><Relationship Id="rId7" Type="http://schemas.openxmlformats.org/officeDocument/2006/relationships/image" Target="../media/image85.png"/><Relationship Id="rId2" Type="http://schemas.openxmlformats.org/officeDocument/2006/relationships/notesSlide" Target="../notesSlides/notesSlide42.xml"/><Relationship Id="rId16" Type="http://schemas.openxmlformats.org/officeDocument/2006/relationships/image" Target="../media/image94.png"/><Relationship Id="rId29" Type="http://schemas.openxmlformats.org/officeDocument/2006/relationships/image" Target="../media/image32.png"/><Relationship Id="rId11" Type="http://schemas.openxmlformats.org/officeDocument/2006/relationships/image" Target="../media/image89.png"/><Relationship Id="rId24" Type="http://schemas.openxmlformats.org/officeDocument/2006/relationships/image" Target="../media/image26.png"/><Relationship Id="rId32" Type="http://schemas.openxmlformats.org/officeDocument/2006/relationships/image" Target="../media/image34.png"/><Relationship Id="rId37" Type="http://schemas.openxmlformats.org/officeDocument/2006/relationships/image" Target="../media/image39.png"/><Relationship Id="rId40" Type="http://schemas.openxmlformats.org/officeDocument/2006/relationships/image" Target="../media/image48.png"/><Relationship Id="rId45" Type="http://schemas.openxmlformats.org/officeDocument/2006/relationships/image" Target="../media/image46.png"/><Relationship Id="rId53" Type="http://schemas.openxmlformats.org/officeDocument/2006/relationships/image" Target="../media/image55.png"/><Relationship Id="rId58" Type="http://schemas.openxmlformats.org/officeDocument/2006/relationships/image" Target="../media/image60.png"/><Relationship Id="rId5" Type="http://schemas.openxmlformats.org/officeDocument/2006/relationships/image" Target="../media/image105.png"/><Relationship Id="rId19" Type="http://schemas.openxmlformats.org/officeDocument/2006/relationships/image" Target="../media/image97.png"/><Relationship Id="rId4" Type="http://schemas.openxmlformats.org/officeDocument/2006/relationships/hyperlink" Target="https://miro.com/app/board/o9J_ksYpet0=/" TargetMode="External"/><Relationship Id="rId9" Type="http://schemas.openxmlformats.org/officeDocument/2006/relationships/image" Target="../media/image87.png"/><Relationship Id="rId14" Type="http://schemas.openxmlformats.org/officeDocument/2006/relationships/image" Target="../media/image92.png"/><Relationship Id="rId22" Type="http://schemas.openxmlformats.org/officeDocument/2006/relationships/image" Target="../media/image37.png"/><Relationship Id="rId27" Type="http://schemas.openxmlformats.org/officeDocument/2006/relationships/image" Target="../media/image29.png"/><Relationship Id="rId30" Type="http://schemas.openxmlformats.org/officeDocument/2006/relationships/image" Target="../media/image31.png"/><Relationship Id="rId35" Type="http://schemas.openxmlformats.org/officeDocument/2006/relationships/image" Target="../media/image36.png"/><Relationship Id="rId43" Type="http://schemas.openxmlformats.org/officeDocument/2006/relationships/image" Target="../media/image44.png"/><Relationship Id="rId48" Type="http://schemas.openxmlformats.org/officeDocument/2006/relationships/image" Target="../media/image50.png"/><Relationship Id="rId56" Type="http://schemas.openxmlformats.org/officeDocument/2006/relationships/image" Target="../media/image58.png"/><Relationship Id="rId8" Type="http://schemas.openxmlformats.org/officeDocument/2006/relationships/image" Target="../media/image86.png"/><Relationship Id="rId51" Type="http://schemas.openxmlformats.org/officeDocument/2006/relationships/image" Target="../media/image53.png"/><Relationship Id="rId3" Type="http://schemas.openxmlformats.org/officeDocument/2006/relationships/image" Target="../media/image112.png"/><Relationship Id="rId12" Type="http://schemas.openxmlformats.org/officeDocument/2006/relationships/image" Target="../media/image90.png"/><Relationship Id="rId17" Type="http://schemas.openxmlformats.org/officeDocument/2006/relationships/image" Target="../media/image95.png"/><Relationship Id="rId25" Type="http://schemas.openxmlformats.org/officeDocument/2006/relationships/image" Target="../media/image101.png"/><Relationship Id="rId33" Type="http://schemas.openxmlformats.org/officeDocument/2006/relationships/image" Target="../media/image102.png"/><Relationship Id="rId38" Type="http://schemas.openxmlformats.org/officeDocument/2006/relationships/image" Target="../media/image40.png"/><Relationship Id="rId46" Type="http://schemas.openxmlformats.org/officeDocument/2006/relationships/image" Target="../media/image47.png"/><Relationship Id="rId59" Type="http://schemas.openxmlformats.org/officeDocument/2006/relationships/image" Target="../media/image61.png"/><Relationship Id="rId20" Type="http://schemas.openxmlformats.org/officeDocument/2006/relationships/image" Target="../media/image98.png"/><Relationship Id="rId41" Type="http://schemas.openxmlformats.org/officeDocument/2006/relationships/image" Target="../media/image42.png"/><Relationship Id="rId54" Type="http://schemas.openxmlformats.org/officeDocument/2006/relationships/image" Target="../media/image56.png"/><Relationship Id="rId1" Type="http://schemas.openxmlformats.org/officeDocument/2006/relationships/slideLayout" Target="../slideLayouts/slideLayout18.xml"/><Relationship Id="rId6" Type="http://schemas.openxmlformats.org/officeDocument/2006/relationships/image" Target="../media/image84.jpeg"/><Relationship Id="rId15" Type="http://schemas.openxmlformats.org/officeDocument/2006/relationships/image" Target="../media/image93.png"/><Relationship Id="rId23" Type="http://schemas.openxmlformats.org/officeDocument/2006/relationships/image" Target="../media/image100.png"/><Relationship Id="rId28" Type="http://schemas.openxmlformats.org/officeDocument/2006/relationships/image" Target="../media/image30.png"/><Relationship Id="rId36" Type="http://schemas.openxmlformats.org/officeDocument/2006/relationships/image" Target="../media/image38.png"/><Relationship Id="rId49" Type="http://schemas.openxmlformats.org/officeDocument/2006/relationships/image" Target="../media/image51.png"/><Relationship Id="rId57" Type="http://schemas.openxmlformats.org/officeDocument/2006/relationships/image" Target="../media/image59.png"/><Relationship Id="rId10" Type="http://schemas.openxmlformats.org/officeDocument/2006/relationships/image" Target="../media/image88.png"/><Relationship Id="rId31" Type="http://schemas.openxmlformats.org/officeDocument/2006/relationships/image" Target="../media/image33.png"/><Relationship Id="rId44" Type="http://schemas.openxmlformats.org/officeDocument/2006/relationships/image" Target="../media/image45.png"/><Relationship Id="rId52" Type="http://schemas.openxmlformats.org/officeDocument/2006/relationships/image" Target="../media/image54.png"/><Relationship Id="rId60" Type="http://schemas.openxmlformats.org/officeDocument/2006/relationships/image" Target="../media/image103.png"/></Relationships>
</file>

<file path=ppt/slides/_rels/slide43.xml.rels><?xml version="1.0" encoding="UTF-8" standalone="yes"?>
<Relationships xmlns="http://schemas.openxmlformats.org/package/2006/relationships"><Relationship Id="rId13" Type="http://schemas.openxmlformats.org/officeDocument/2006/relationships/image" Target="../media/image92.png"/><Relationship Id="rId18" Type="http://schemas.openxmlformats.org/officeDocument/2006/relationships/image" Target="../media/image97.png"/><Relationship Id="rId26" Type="http://schemas.openxmlformats.org/officeDocument/2006/relationships/image" Target="../media/image29.png"/><Relationship Id="rId39" Type="http://schemas.openxmlformats.org/officeDocument/2006/relationships/image" Target="../media/image48.png"/><Relationship Id="rId21" Type="http://schemas.openxmlformats.org/officeDocument/2006/relationships/image" Target="../media/image37.png"/><Relationship Id="rId34" Type="http://schemas.openxmlformats.org/officeDocument/2006/relationships/image" Target="../media/image36.png"/><Relationship Id="rId42" Type="http://schemas.openxmlformats.org/officeDocument/2006/relationships/image" Target="../media/image44.png"/><Relationship Id="rId47" Type="http://schemas.openxmlformats.org/officeDocument/2006/relationships/image" Target="../media/image50.png"/><Relationship Id="rId50" Type="http://schemas.openxmlformats.org/officeDocument/2006/relationships/image" Target="../media/image53.png"/><Relationship Id="rId55" Type="http://schemas.openxmlformats.org/officeDocument/2006/relationships/image" Target="../media/image58.png"/><Relationship Id="rId7" Type="http://schemas.openxmlformats.org/officeDocument/2006/relationships/image" Target="../media/image86.png"/><Relationship Id="rId2" Type="http://schemas.openxmlformats.org/officeDocument/2006/relationships/notesSlide" Target="../notesSlides/notesSlide43.xml"/><Relationship Id="rId16" Type="http://schemas.openxmlformats.org/officeDocument/2006/relationships/image" Target="../media/image95.png"/><Relationship Id="rId29" Type="http://schemas.openxmlformats.org/officeDocument/2006/relationships/image" Target="../media/image31.png"/><Relationship Id="rId11" Type="http://schemas.openxmlformats.org/officeDocument/2006/relationships/image" Target="../media/image90.png"/><Relationship Id="rId24" Type="http://schemas.openxmlformats.org/officeDocument/2006/relationships/image" Target="../media/image101.png"/><Relationship Id="rId32" Type="http://schemas.openxmlformats.org/officeDocument/2006/relationships/image" Target="../media/image102.png"/><Relationship Id="rId37" Type="http://schemas.openxmlformats.org/officeDocument/2006/relationships/image" Target="../media/image40.png"/><Relationship Id="rId40" Type="http://schemas.openxmlformats.org/officeDocument/2006/relationships/image" Target="../media/image42.png"/><Relationship Id="rId45" Type="http://schemas.openxmlformats.org/officeDocument/2006/relationships/image" Target="../media/image47.png"/><Relationship Id="rId53" Type="http://schemas.openxmlformats.org/officeDocument/2006/relationships/image" Target="../media/image56.png"/><Relationship Id="rId58" Type="http://schemas.openxmlformats.org/officeDocument/2006/relationships/image" Target="../media/image61.png"/><Relationship Id="rId5" Type="http://schemas.openxmlformats.org/officeDocument/2006/relationships/image" Target="../media/image105.png"/><Relationship Id="rId19" Type="http://schemas.openxmlformats.org/officeDocument/2006/relationships/image" Target="../media/image98.png"/><Relationship Id="rId4" Type="http://schemas.openxmlformats.org/officeDocument/2006/relationships/hyperlink" Target="https://miro.com/app/board/o9J_ksYpet0=/" TargetMode="External"/><Relationship Id="rId9" Type="http://schemas.openxmlformats.org/officeDocument/2006/relationships/image" Target="../media/image88.png"/><Relationship Id="rId14" Type="http://schemas.openxmlformats.org/officeDocument/2006/relationships/image" Target="../media/image93.png"/><Relationship Id="rId22" Type="http://schemas.openxmlformats.org/officeDocument/2006/relationships/image" Target="../media/image100.png"/><Relationship Id="rId27" Type="http://schemas.openxmlformats.org/officeDocument/2006/relationships/image" Target="../media/image30.png"/><Relationship Id="rId30" Type="http://schemas.openxmlformats.org/officeDocument/2006/relationships/image" Target="../media/image33.png"/><Relationship Id="rId35" Type="http://schemas.openxmlformats.org/officeDocument/2006/relationships/image" Target="../media/image38.png"/><Relationship Id="rId43" Type="http://schemas.openxmlformats.org/officeDocument/2006/relationships/image" Target="../media/image45.png"/><Relationship Id="rId48" Type="http://schemas.openxmlformats.org/officeDocument/2006/relationships/image" Target="../media/image51.png"/><Relationship Id="rId56" Type="http://schemas.openxmlformats.org/officeDocument/2006/relationships/image" Target="../media/image59.png"/><Relationship Id="rId8" Type="http://schemas.openxmlformats.org/officeDocument/2006/relationships/image" Target="../media/image87.png"/><Relationship Id="rId51" Type="http://schemas.openxmlformats.org/officeDocument/2006/relationships/image" Target="../media/image54.png"/><Relationship Id="rId3" Type="http://schemas.openxmlformats.org/officeDocument/2006/relationships/image" Target="../media/image113.png"/><Relationship Id="rId12" Type="http://schemas.openxmlformats.org/officeDocument/2006/relationships/image" Target="../media/image91.png"/><Relationship Id="rId17" Type="http://schemas.openxmlformats.org/officeDocument/2006/relationships/image" Target="../media/image96.png"/><Relationship Id="rId25" Type="http://schemas.openxmlformats.org/officeDocument/2006/relationships/image" Target="../media/image27.png"/><Relationship Id="rId33" Type="http://schemas.openxmlformats.org/officeDocument/2006/relationships/image" Target="../media/image35.png"/><Relationship Id="rId38" Type="http://schemas.openxmlformats.org/officeDocument/2006/relationships/image" Target="../media/image41.png"/><Relationship Id="rId46" Type="http://schemas.openxmlformats.org/officeDocument/2006/relationships/image" Target="../media/image49.png"/><Relationship Id="rId59" Type="http://schemas.openxmlformats.org/officeDocument/2006/relationships/image" Target="../media/image103.png"/><Relationship Id="rId20" Type="http://schemas.openxmlformats.org/officeDocument/2006/relationships/image" Target="../media/image99.png"/><Relationship Id="rId41" Type="http://schemas.openxmlformats.org/officeDocument/2006/relationships/image" Target="../media/image43.png"/><Relationship Id="rId54" Type="http://schemas.openxmlformats.org/officeDocument/2006/relationships/image" Target="../media/image57.png"/><Relationship Id="rId1" Type="http://schemas.openxmlformats.org/officeDocument/2006/relationships/slideLayout" Target="../slideLayouts/slideLayout18.xml"/><Relationship Id="rId6" Type="http://schemas.openxmlformats.org/officeDocument/2006/relationships/image" Target="../media/image85.png"/><Relationship Id="rId15" Type="http://schemas.openxmlformats.org/officeDocument/2006/relationships/image" Target="../media/image94.png"/><Relationship Id="rId23" Type="http://schemas.openxmlformats.org/officeDocument/2006/relationships/image" Target="../media/image26.png"/><Relationship Id="rId28" Type="http://schemas.openxmlformats.org/officeDocument/2006/relationships/image" Target="../media/image32.png"/><Relationship Id="rId36" Type="http://schemas.openxmlformats.org/officeDocument/2006/relationships/image" Target="../media/image39.png"/><Relationship Id="rId49" Type="http://schemas.openxmlformats.org/officeDocument/2006/relationships/image" Target="../media/image52.png"/><Relationship Id="rId57" Type="http://schemas.openxmlformats.org/officeDocument/2006/relationships/image" Target="../media/image60.png"/><Relationship Id="rId10" Type="http://schemas.openxmlformats.org/officeDocument/2006/relationships/image" Target="../media/image89.png"/><Relationship Id="rId31" Type="http://schemas.openxmlformats.org/officeDocument/2006/relationships/image" Target="../media/image34.png"/><Relationship Id="rId44" Type="http://schemas.openxmlformats.org/officeDocument/2006/relationships/image" Target="../media/image46.png"/><Relationship Id="rId52" Type="http://schemas.openxmlformats.org/officeDocument/2006/relationships/image" Target="../media/image55.png"/><Relationship Id="rId60" Type="http://schemas.openxmlformats.org/officeDocument/2006/relationships/image" Target="../media/image84.jpeg"/></Relationships>
</file>

<file path=ppt/slides/_rels/slide44.xml.rels><?xml version="1.0" encoding="UTF-8" standalone="yes"?>
<Relationships xmlns="http://schemas.openxmlformats.org/package/2006/relationships"><Relationship Id="rId13" Type="http://schemas.openxmlformats.org/officeDocument/2006/relationships/image" Target="../media/image91.png"/><Relationship Id="rId18" Type="http://schemas.openxmlformats.org/officeDocument/2006/relationships/image" Target="../media/image96.png"/><Relationship Id="rId26" Type="http://schemas.openxmlformats.org/officeDocument/2006/relationships/image" Target="../media/image27.png"/><Relationship Id="rId39" Type="http://schemas.openxmlformats.org/officeDocument/2006/relationships/image" Target="../media/image41.png"/><Relationship Id="rId21" Type="http://schemas.openxmlformats.org/officeDocument/2006/relationships/image" Target="../media/image99.png"/><Relationship Id="rId34" Type="http://schemas.openxmlformats.org/officeDocument/2006/relationships/image" Target="../media/image35.png"/><Relationship Id="rId42" Type="http://schemas.openxmlformats.org/officeDocument/2006/relationships/image" Target="../media/image43.png"/><Relationship Id="rId47" Type="http://schemas.openxmlformats.org/officeDocument/2006/relationships/image" Target="../media/image49.png"/><Relationship Id="rId50" Type="http://schemas.openxmlformats.org/officeDocument/2006/relationships/image" Target="../media/image52.png"/><Relationship Id="rId55" Type="http://schemas.openxmlformats.org/officeDocument/2006/relationships/image" Target="../media/image57.png"/><Relationship Id="rId7" Type="http://schemas.openxmlformats.org/officeDocument/2006/relationships/image" Target="../media/image85.png"/><Relationship Id="rId2" Type="http://schemas.openxmlformats.org/officeDocument/2006/relationships/notesSlide" Target="../notesSlides/notesSlide44.xml"/><Relationship Id="rId16" Type="http://schemas.openxmlformats.org/officeDocument/2006/relationships/image" Target="../media/image94.png"/><Relationship Id="rId29" Type="http://schemas.openxmlformats.org/officeDocument/2006/relationships/image" Target="../media/image32.png"/><Relationship Id="rId11" Type="http://schemas.openxmlformats.org/officeDocument/2006/relationships/image" Target="../media/image89.png"/><Relationship Id="rId24" Type="http://schemas.openxmlformats.org/officeDocument/2006/relationships/image" Target="../media/image26.png"/><Relationship Id="rId32" Type="http://schemas.openxmlformats.org/officeDocument/2006/relationships/image" Target="../media/image34.png"/><Relationship Id="rId37" Type="http://schemas.openxmlformats.org/officeDocument/2006/relationships/image" Target="../media/image39.png"/><Relationship Id="rId40" Type="http://schemas.openxmlformats.org/officeDocument/2006/relationships/image" Target="../media/image48.png"/><Relationship Id="rId45" Type="http://schemas.openxmlformats.org/officeDocument/2006/relationships/image" Target="../media/image46.png"/><Relationship Id="rId53" Type="http://schemas.openxmlformats.org/officeDocument/2006/relationships/image" Target="../media/image55.png"/><Relationship Id="rId58" Type="http://schemas.openxmlformats.org/officeDocument/2006/relationships/image" Target="../media/image60.png"/><Relationship Id="rId5" Type="http://schemas.openxmlformats.org/officeDocument/2006/relationships/image" Target="../media/image105.png"/><Relationship Id="rId19" Type="http://schemas.openxmlformats.org/officeDocument/2006/relationships/image" Target="../media/image97.png"/><Relationship Id="rId4" Type="http://schemas.openxmlformats.org/officeDocument/2006/relationships/hyperlink" Target="https://miro.com/app/board/o9J_ksYpet0=/" TargetMode="External"/><Relationship Id="rId9" Type="http://schemas.openxmlformats.org/officeDocument/2006/relationships/image" Target="../media/image87.png"/><Relationship Id="rId14" Type="http://schemas.openxmlformats.org/officeDocument/2006/relationships/image" Target="../media/image92.png"/><Relationship Id="rId22" Type="http://schemas.openxmlformats.org/officeDocument/2006/relationships/image" Target="../media/image37.png"/><Relationship Id="rId27" Type="http://schemas.openxmlformats.org/officeDocument/2006/relationships/image" Target="../media/image29.png"/><Relationship Id="rId30" Type="http://schemas.openxmlformats.org/officeDocument/2006/relationships/image" Target="../media/image31.png"/><Relationship Id="rId35" Type="http://schemas.openxmlformats.org/officeDocument/2006/relationships/image" Target="../media/image36.png"/><Relationship Id="rId43" Type="http://schemas.openxmlformats.org/officeDocument/2006/relationships/image" Target="../media/image44.png"/><Relationship Id="rId48" Type="http://schemas.openxmlformats.org/officeDocument/2006/relationships/image" Target="../media/image50.png"/><Relationship Id="rId56" Type="http://schemas.openxmlformats.org/officeDocument/2006/relationships/image" Target="../media/image58.png"/><Relationship Id="rId8" Type="http://schemas.openxmlformats.org/officeDocument/2006/relationships/image" Target="../media/image86.png"/><Relationship Id="rId51" Type="http://schemas.openxmlformats.org/officeDocument/2006/relationships/image" Target="../media/image53.png"/><Relationship Id="rId3" Type="http://schemas.openxmlformats.org/officeDocument/2006/relationships/image" Target="../media/image114.png"/><Relationship Id="rId12" Type="http://schemas.openxmlformats.org/officeDocument/2006/relationships/image" Target="../media/image90.png"/><Relationship Id="rId17" Type="http://schemas.openxmlformats.org/officeDocument/2006/relationships/image" Target="../media/image95.png"/><Relationship Id="rId25" Type="http://schemas.openxmlformats.org/officeDocument/2006/relationships/image" Target="../media/image101.png"/><Relationship Id="rId33" Type="http://schemas.openxmlformats.org/officeDocument/2006/relationships/image" Target="../media/image102.png"/><Relationship Id="rId38" Type="http://schemas.openxmlformats.org/officeDocument/2006/relationships/image" Target="../media/image40.png"/><Relationship Id="rId46" Type="http://schemas.openxmlformats.org/officeDocument/2006/relationships/image" Target="../media/image47.png"/><Relationship Id="rId59" Type="http://schemas.openxmlformats.org/officeDocument/2006/relationships/image" Target="../media/image61.png"/><Relationship Id="rId20" Type="http://schemas.openxmlformats.org/officeDocument/2006/relationships/image" Target="../media/image98.png"/><Relationship Id="rId41" Type="http://schemas.openxmlformats.org/officeDocument/2006/relationships/image" Target="../media/image42.png"/><Relationship Id="rId54" Type="http://schemas.openxmlformats.org/officeDocument/2006/relationships/image" Target="../media/image56.png"/><Relationship Id="rId1" Type="http://schemas.openxmlformats.org/officeDocument/2006/relationships/slideLayout" Target="../slideLayouts/slideLayout18.xml"/><Relationship Id="rId6" Type="http://schemas.openxmlformats.org/officeDocument/2006/relationships/image" Target="../media/image84.jpeg"/><Relationship Id="rId15" Type="http://schemas.openxmlformats.org/officeDocument/2006/relationships/image" Target="../media/image93.png"/><Relationship Id="rId23" Type="http://schemas.openxmlformats.org/officeDocument/2006/relationships/image" Target="../media/image100.png"/><Relationship Id="rId28" Type="http://schemas.openxmlformats.org/officeDocument/2006/relationships/image" Target="../media/image30.png"/><Relationship Id="rId36" Type="http://schemas.openxmlformats.org/officeDocument/2006/relationships/image" Target="../media/image38.png"/><Relationship Id="rId49" Type="http://schemas.openxmlformats.org/officeDocument/2006/relationships/image" Target="../media/image51.png"/><Relationship Id="rId57" Type="http://schemas.openxmlformats.org/officeDocument/2006/relationships/image" Target="../media/image59.png"/><Relationship Id="rId10" Type="http://schemas.openxmlformats.org/officeDocument/2006/relationships/image" Target="../media/image88.png"/><Relationship Id="rId31" Type="http://schemas.openxmlformats.org/officeDocument/2006/relationships/image" Target="../media/image33.png"/><Relationship Id="rId44" Type="http://schemas.openxmlformats.org/officeDocument/2006/relationships/image" Target="../media/image45.png"/><Relationship Id="rId52" Type="http://schemas.openxmlformats.org/officeDocument/2006/relationships/image" Target="../media/image54.png"/><Relationship Id="rId60" Type="http://schemas.openxmlformats.org/officeDocument/2006/relationships/image" Target="../media/image103.png"/></Relationships>
</file>

<file path=ppt/slides/_rels/slide45.xml.rels><?xml version="1.0" encoding="UTF-8" standalone="yes"?>
<Relationships xmlns="http://schemas.openxmlformats.org/package/2006/relationships"><Relationship Id="rId13" Type="http://schemas.openxmlformats.org/officeDocument/2006/relationships/image" Target="../media/image92.png"/><Relationship Id="rId18" Type="http://schemas.openxmlformats.org/officeDocument/2006/relationships/image" Target="../media/image97.png"/><Relationship Id="rId26" Type="http://schemas.openxmlformats.org/officeDocument/2006/relationships/image" Target="../media/image29.png"/><Relationship Id="rId39" Type="http://schemas.openxmlformats.org/officeDocument/2006/relationships/image" Target="../media/image48.png"/><Relationship Id="rId21" Type="http://schemas.openxmlformats.org/officeDocument/2006/relationships/image" Target="../media/image37.png"/><Relationship Id="rId34" Type="http://schemas.openxmlformats.org/officeDocument/2006/relationships/image" Target="../media/image36.png"/><Relationship Id="rId42" Type="http://schemas.openxmlformats.org/officeDocument/2006/relationships/image" Target="../media/image44.png"/><Relationship Id="rId47" Type="http://schemas.openxmlformats.org/officeDocument/2006/relationships/image" Target="../media/image50.png"/><Relationship Id="rId50" Type="http://schemas.openxmlformats.org/officeDocument/2006/relationships/image" Target="../media/image53.png"/><Relationship Id="rId55" Type="http://schemas.openxmlformats.org/officeDocument/2006/relationships/image" Target="../media/image58.png"/><Relationship Id="rId7" Type="http://schemas.openxmlformats.org/officeDocument/2006/relationships/image" Target="../media/image86.png"/><Relationship Id="rId2" Type="http://schemas.openxmlformats.org/officeDocument/2006/relationships/notesSlide" Target="../notesSlides/notesSlide45.xml"/><Relationship Id="rId16" Type="http://schemas.openxmlformats.org/officeDocument/2006/relationships/image" Target="../media/image95.png"/><Relationship Id="rId29" Type="http://schemas.openxmlformats.org/officeDocument/2006/relationships/image" Target="../media/image31.png"/><Relationship Id="rId11" Type="http://schemas.openxmlformats.org/officeDocument/2006/relationships/image" Target="../media/image90.png"/><Relationship Id="rId24" Type="http://schemas.openxmlformats.org/officeDocument/2006/relationships/image" Target="../media/image101.png"/><Relationship Id="rId32" Type="http://schemas.openxmlformats.org/officeDocument/2006/relationships/image" Target="../media/image102.png"/><Relationship Id="rId37" Type="http://schemas.openxmlformats.org/officeDocument/2006/relationships/image" Target="../media/image40.png"/><Relationship Id="rId40" Type="http://schemas.openxmlformats.org/officeDocument/2006/relationships/image" Target="../media/image42.png"/><Relationship Id="rId45" Type="http://schemas.openxmlformats.org/officeDocument/2006/relationships/image" Target="../media/image47.png"/><Relationship Id="rId53" Type="http://schemas.openxmlformats.org/officeDocument/2006/relationships/image" Target="../media/image56.png"/><Relationship Id="rId58" Type="http://schemas.openxmlformats.org/officeDocument/2006/relationships/image" Target="../media/image61.png"/><Relationship Id="rId5" Type="http://schemas.openxmlformats.org/officeDocument/2006/relationships/image" Target="../media/image105.png"/><Relationship Id="rId19" Type="http://schemas.openxmlformats.org/officeDocument/2006/relationships/image" Target="../media/image98.png"/><Relationship Id="rId4" Type="http://schemas.openxmlformats.org/officeDocument/2006/relationships/hyperlink" Target="https://miro.com/app/board/o9J_ksYpet0=/" TargetMode="External"/><Relationship Id="rId9" Type="http://schemas.openxmlformats.org/officeDocument/2006/relationships/image" Target="../media/image88.png"/><Relationship Id="rId14" Type="http://schemas.openxmlformats.org/officeDocument/2006/relationships/image" Target="../media/image93.png"/><Relationship Id="rId22" Type="http://schemas.openxmlformats.org/officeDocument/2006/relationships/image" Target="../media/image100.png"/><Relationship Id="rId27" Type="http://schemas.openxmlformats.org/officeDocument/2006/relationships/image" Target="../media/image30.png"/><Relationship Id="rId30" Type="http://schemas.openxmlformats.org/officeDocument/2006/relationships/image" Target="../media/image33.png"/><Relationship Id="rId35" Type="http://schemas.openxmlformats.org/officeDocument/2006/relationships/image" Target="../media/image38.png"/><Relationship Id="rId43" Type="http://schemas.openxmlformats.org/officeDocument/2006/relationships/image" Target="../media/image45.png"/><Relationship Id="rId48" Type="http://schemas.openxmlformats.org/officeDocument/2006/relationships/image" Target="../media/image51.png"/><Relationship Id="rId56" Type="http://schemas.openxmlformats.org/officeDocument/2006/relationships/image" Target="../media/image59.png"/><Relationship Id="rId8" Type="http://schemas.openxmlformats.org/officeDocument/2006/relationships/image" Target="../media/image87.png"/><Relationship Id="rId51" Type="http://schemas.openxmlformats.org/officeDocument/2006/relationships/image" Target="../media/image54.png"/><Relationship Id="rId3" Type="http://schemas.openxmlformats.org/officeDocument/2006/relationships/image" Target="../media/image114.png"/><Relationship Id="rId12" Type="http://schemas.openxmlformats.org/officeDocument/2006/relationships/image" Target="../media/image91.png"/><Relationship Id="rId17" Type="http://schemas.openxmlformats.org/officeDocument/2006/relationships/image" Target="../media/image96.png"/><Relationship Id="rId25" Type="http://schemas.openxmlformats.org/officeDocument/2006/relationships/image" Target="../media/image27.png"/><Relationship Id="rId33" Type="http://schemas.openxmlformats.org/officeDocument/2006/relationships/image" Target="../media/image35.png"/><Relationship Id="rId38" Type="http://schemas.openxmlformats.org/officeDocument/2006/relationships/image" Target="../media/image41.png"/><Relationship Id="rId46" Type="http://schemas.openxmlformats.org/officeDocument/2006/relationships/image" Target="../media/image49.png"/><Relationship Id="rId59" Type="http://schemas.openxmlformats.org/officeDocument/2006/relationships/image" Target="../media/image103.png"/><Relationship Id="rId20" Type="http://schemas.openxmlformats.org/officeDocument/2006/relationships/image" Target="../media/image99.png"/><Relationship Id="rId41" Type="http://schemas.openxmlformats.org/officeDocument/2006/relationships/image" Target="../media/image43.png"/><Relationship Id="rId54" Type="http://schemas.openxmlformats.org/officeDocument/2006/relationships/image" Target="../media/image57.png"/><Relationship Id="rId1" Type="http://schemas.openxmlformats.org/officeDocument/2006/relationships/slideLayout" Target="../slideLayouts/slideLayout18.xml"/><Relationship Id="rId6" Type="http://schemas.openxmlformats.org/officeDocument/2006/relationships/image" Target="../media/image85.png"/><Relationship Id="rId15" Type="http://schemas.openxmlformats.org/officeDocument/2006/relationships/image" Target="../media/image94.png"/><Relationship Id="rId23" Type="http://schemas.openxmlformats.org/officeDocument/2006/relationships/image" Target="../media/image26.png"/><Relationship Id="rId28" Type="http://schemas.openxmlformats.org/officeDocument/2006/relationships/image" Target="../media/image32.png"/><Relationship Id="rId36" Type="http://schemas.openxmlformats.org/officeDocument/2006/relationships/image" Target="../media/image39.png"/><Relationship Id="rId49" Type="http://schemas.openxmlformats.org/officeDocument/2006/relationships/image" Target="../media/image52.png"/><Relationship Id="rId57" Type="http://schemas.openxmlformats.org/officeDocument/2006/relationships/image" Target="../media/image60.png"/><Relationship Id="rId10" Type="http://schemas.openxmlformats.org/officeDocument/2006/relationships/image" Target="../media/image89.png"/><Relationship Id="rId31" Type="http://schemas.openxmlformats.org/officeDocument/2006/relationships/image" Target="../media/image34.png"/><Relationship Id="rId44" Type="http://schemas.openxmlformats.org/officeDocument/2006/relationships/image" Target="../media/image46.png"/><Relationship Id="rId52" Type="http://schemas.openxmlformats.org/officeDocument/2006/relationships/image" Target="../media/image55.png"/><Relationship Id="rId60" Type="http://schemas.openxmlformats.org/officeDocument/2006/relationships/image" Target="../media/image84.jpeg"/></Relationships>
</file>

<file path=ppt/slides/_rels/slide46.xml.rels><?xml version="1.0" encoding="UTF-8" standalone="yes"?>
<Relationships xmlns="http://schemas.openxmlformats.org/package/2006/relationships"><Relationship Id="rId13" Type="http://schemas.openxmlformats.org/officeDocument/2006/relationships/image" Target="../media/image91.png"/><Relationship Id="rId18" Type="http://schemas.openxmlformats.org/officeDocument/2006/relationships/image" Target="../media/image96.png"/><Relationship Id="rId26" Type="http://schemas.openxmlformats.org/officeDocument/2006/relationships/image" Target="../media/image27.png"/><Relationship Id="rId39" Type="http://schemas.openxmlformats.org/officeDocument/2006/relationships/image" Target="../media/image41.png"/><Relationship Id="rId21" Type="http://schemas.openxmlformats.org/officeDocument/2006/relationships/image" Target="../media/image99.png"/><Relationship Id="rId34" Type="http://schemas.openxmlformats.org/officeDocument/2006/relationships/image" Target="../media/image35.png"/><Relationship Id="rId42" Type="http://schemas.openxmlformats.org/officeDocument/2006/relationships/image" Target="../media/image43.png"/><Relationship Id="rId47" Type="http://schemas.openxmlformats.org/officeDocument/2006/relationships/image" Target="../media/image49.png"/><Relationship Id="rId50" Type="http://schemas.openxmlformats.org/officeDocument/2006/relationships/image" Target="../media/image52.png"/><Relationship Id="rId55" Type="http://schemas.openxmlformats.org/officeDocument/2006/relationships/image" Target="../media/image57.png"/><Relationship Id="rId7" Type="http://schemas.openxmlformats.org/officeDocument/2006/relationships/image" Target="../media/image85.png"/><Relationship Id="rId2" Type="http://schemas.openxmlformats.org/officeDocument/2006/relationships/notesSlide" Target="../notesSlides/notesSlide46.xml"/><Relationship Id="rId16" Type="http://schemas.openxmlformats.org/officeDocument/2006/relationships/image" Target="../media/image94.png"/><Relationship Id="rId29" Type="http://schemas.openxmlformats.org/officeDocument/2006/relationships/image" Target="../media/image32.png"/><Relationship Id="rId11" Type="http://schemas.openxmlformats.org/officeDocument/2006/relationships/image" Target="../media/image89.png"/><Relationship Id="rId24" Type="http://schemas.openxmlformats.org/officeDocument/2006/relationships/image" Target="../media/image26.png"/><Relationship Id="rId32" Type="http://schemas.openxmlformats.org/officeDocument/2006/relationships/image" Target="../media/image34.png"/><Relationship Id="rId37" Type="http://schemas.openxmlformats.org/officeDocument/2006/relationships/image" Target="../media/image39.png"/><Relationship Id="rId40" Type="http://schemas.openxmlformats.org/officeDocument/2006/relationships/image" Target="../media/image48.png"/><Relationship Id="rId45" Type="http://schemas.openxmlformats.org/officeDocument/2006/relationships/image" Target="../media/image46.png"/><Relationship Id="rId53" Type="http://schemas.openxmlformats.org/officeDocument/2006/relationships/image" Target="../media/image55.png"/><Relationship Id="rId58" Type="http://schemas.openxmlformats.org/officeDocument/2006/relationships/image" Target="../media/image60.png"/><Relationship Id="rId5" Type="http://schemas.openxmlformats.org/officeDocument/2006/relationships/image" Target="../media/image105.png"/><Relationship Id="rId19" Type="http://schemas.openxmlformats.org/officeDocument/2006/relationships/image" Target="../media/image97.png"/><Relationship Id="rId4" Type="http://schemas.openxmlformats.org/officeDocument/2006/relationships/hyperlink" Target="https://miro.com/app/board/o9J_ksYpet0=/" TargetMode="External"/><Relationship Id="rId9" Type="http://schemas.openxmlformats.org/officeDocument/2006/relationships/image" Target="../media/image87.png"/><Relationship Id="rId14" Type="http://schemas.openxmlformats.org/officeDocument/2006/relationships/image" Target="../media/image92.png"/><Relationship Id="rId22" Type="http://schemas.openxmlformats.org/officeDocument/2006/relationships/image" Target="../media/image37.png"/><Relationship Id="rId27" Type="http://schemas.openxmlformats.org/officeDocument/2006/relationships/image" Target="../media/image29.png"/><Relationship Id="rId30" Type="http://schemas.openxmlformats.org/officeDocument/2006/relationships/image" Target="../media/image31.png"/><Relationship Id="rId35" Type="http://schemas.openxmlformats.org/officeDocument/2006/relationships/image" Target="../media/image36.png"/><Relationship Id="rId43" Type="http://schemas.openxmlformats.org/officeDocument/2006/relationships/image" Target="../media/image44.png"/><Relationship Id="rId48" Type="http://schemas.openxmlformats.org/officeDocument/2006/relationships/image" Target="../media/image50.png"/><Relationship Id="rId56" Type="http://schemas.openxmlformats.org/officeDocument/2006/relationships/image" Target="../media/image58.png"/><Relationship Id="rId8" Type="http://schemas.openxmlformats.org/officeDocument/2006/relationships/image" Target="../media/image86.png"/><Relationship Id="rId51" Type="http://schemas.openxmlformats.org/officeDocument/2006/relationships/image" Target="../media/image53.png"/><Relationship Id="rId3" Type="http://schemas.openxmlformats.org/officeDocument/2006/relationships/image" Target="../media/image115.png"/><Relationship Id="rId12" Type="http://schemas.openxmlformats.org/officeDocument/2006/relationships/image" Target="../media/image90.png"/><Relationship Id="rId17" Type="http://schemas.openxmlformats.org/officeDocument/2006/relationships/image" Target="../media/image95.png"/><Relationship Id="rId25" Type="http://schemas.openxmlformats.org/officeDocument/2006/relationships/image" Target="../media/image101.png"/><Relationship Id="rId33" Type="http://schemas.openxmlformats.org/officeDocument/2006/relationships/image" Target="../media/image102.png"/><Relationship Id="rId38" Type="http://schemas.openxmlformats.org/officeDocument/2006/relationships/image" Target="../media/image40.png"/><Relationship Id="rId46" Type="http://schemas.openxmlformats.org/officeDocument/2006/relationships/image" Target="../media/image47.png"/><Relationship Id="rId59" Type="http://schemas.openxmlformats.org/officeDocument/2006/relationships/image" Target="../media/image61.png"/><Relationship Id="rId20" Type="http://schemas.openxmlformats.org/officeDocument/2006/relationships/image" Target="../media/image98.png"/><Relationship Id="rId41" Type="http://schemas.openxmlformats.org/officeDocument/2006/relationships/image" Target="../media/image42.png"/><Relationship Id="rId54" Type="http://schemas.openxmlformats.org/officeDocument/2006/relationships/image" Target="../media/image56.png"/><Relationship Id="rId1" Type="http://schemas.openxmlformats.org/officeDocument/2006/relationships/slideLayout" Target="../slideLayouts/slideLayout18.xml"/><Relationship Id="rId6" Type="http://schemas.openxmlformats.org/officeDocument/2006/relationships/image" Target="../media/image84.jpeg"/><Relationship Id="rId15" Type="http://schemas.openxmlformats.org/officeDocument/2006/relationships/image" Target="../media/image93.png"/><Relationship Id="rId23" Type="http://schemas.openxmlformats.org/officeDocument/2006/relationships/image" Target="../media/image100.png"/><Relationship Id="rId28" Type="http://schemas.openxmlformats.org/officeDocument/2006/relationships/image" Target="../media/image30.png"/><Relationship Id="rId36" Type="http://schemas.openxmlformats.org/officeDocument/2006/relationships/image" Target="../media/image38.png"/><Relationship Id="rId49" Type="http://schemas.openxmlformats.org/officeDocument/2006/relationships/image" Target="../media/image51.png"/><Relationship Id="rId57" Type="http://schemas.openxmlformats.org/officeDocument/2006/relationships/image" Target="../media/image59.png"/><Relationship Id="rId10" Type="http://schemas.openxmlformats.org/officeDocument/2006/relationships/image" Target="../media/image88.png"/><Relationship Id="rId31" Type="http://schemas.openxmlformats.org/officeDocument/2006/relationships/image" Target="../media/image33.png"/><Relationship Id="rId44" Type="http://schemas.openxmlformats.org/officeDocument/2006/relationships/image" Target="../media/image45.png"/><Relationship Id="rId52" Type="http://schemas.openxmlformats.org/officeDocument/2006/relationships/image" Target="../media/image54.png"/><Relationship Id="rId60" Type="http://schemas.openxmlformats.org/officeDocument/2006/relationships/image" Target="../media/image103.png"/></Relationships>
</file>

<file path=ppt/slides/_rels/slide47.xml.rels><?xml version="1.0" encoding="UTF-8" standalone="yes"?>
<Relationships xmlns="http://schemas.openxmlformats.org/package/2006/relationships"><Relationship Id="rId13" Type="http://schemas.openxmlformats.org/officeDocument/2006/relationships/image" Target="../media/image92.png"/><Relationship Id="rId18" Type="http://schemas.openxmlformats.org/officeDocument/2006/relationships/image" Target="../media/image97.png"/><Relationship Id="rId26" Type="http://schemas.openxmlformats.org/officeDocument/2006/relationships/image" Target="../media/image29.png"/><Relationship Id="rId39" Type="http://schemas.openxmlformats.org/officeDocument/2006/relationships/image" Target="../media/image48.png"/><Relationship Id="rId21" Type="http://schemas.openxmlformats.org/officeDocument/2006/relationships/image" Target="../media/image37.png"/><Relationship Id="rId34" Type="http://schemas.openxmlformats.org/officeDocument/2006/relationships/image" Target="../media/image36.png"/><Relationship Id="rId42" Type="http://schemas.openxmlformats.org/officeDocument/2006/relationships/image" Target="../media/image44.png"/><Relationship Id="rId47" Type="http://schemas.openxmlformats.org/officeDocument/2006/relationships/image" Target="../media/image50.png"/><Relationship Id="rId50" Type="http://schemas.openxmlformats.org/officeDocument/2006/relationships/image" Target="../media/image53.png"/><Relationship Id="rId55" Type="http://schemas.openxmlformats.org/officeDocument/2006/relationships/image" Target="../media/image58.png"/><Relationship Id="rId7" Type="http://schemas.openxmlformats.org/officeDocument/2006/relationships/image" Target="../media/image86.png"/><Relationship Id="rId2" Type="http://schemas.openxmlformats.org/officeDocument/2006/relationships/notesSlide" Target="../notesSlides/notesSlide47.xml"/><Relationship Id="rId16" Type="http://schemas.openxmlformats.org/officeDocument/2006/relationships/image" Target="../media/image95.png"/><Relationship Id="rId29" Type="http://schemas.openxmlformats.org/officeDocument/2006/relationships/image" Target="../media/image31.png"/><Relationship Id="rId11" Type="http://schemas.openxmlformats.org/officeDocument/2006/relationships/image" Target="../media/image90.png"/><Relationship Id="rId24" Type="http://schemas.openxmlformats.org/officeDocument/2006/relationships/image" Target="../media/image101.png"/><Relationship Id="rId32" Type="http://schemas.openxmlformats.org/officeDocument/2006/relationships/image" Target="../media/image102.png"/><Relationship Id="rId37" Type="http://schemas.openxmlformats.org/officeDocument/2006/relationships/image" Target="../media/image40.png"/><Relationship Id="rId40" Type="http://schemas.openxmlformats.org/officeDocument/2006/relationships/image" Target="../media/image42.png"/><Relationship Id="rId45" Type="http://schemas.openxmlformats.org/officeDocument/2006/relationships/image" Target="../media/image47.png"/><Relationship Id="rId53" Type="http://schemas.openxmlformats.org/officeDocument/2006/relationships/image" Target="../media/image56.png"/><Relationship Id="rId58" Type="http://schemas.openxmlformats.org/officeDocument/2006/relationships/image" Target="../media/image61.png"/><Relationship Id="rId5" Type="http://schemas.openxmlformats.org/officeDocument/2006/relationships/image" Target="../media/image105.png"/><Relationship Id="rId19" Type="http://schemas.openxmlformats.org/officeDocument/2006/relationships/image" Target="../media/image98.png"/><Relationship Id="rId4" Type="http://schemas.openxmlformats.org/officeDocument/2006/relationships/hyperlink" Target="https://miro.com/app/board/o9J_ksYpet0=/" TargetMode="External"/><Relationship Id="rId9" Type="http://schemas.openxmlformats.org/officeDocument/2006/relationships/image" Target="../media/image88.png"/><Relationship Id="rId14" Type="http://schemas.openxmlformats.org/officeDocument/2006/relationships/image" Target="../media/image93.png"/><Relationship Id="rId22" Type="http://schemas.openxmlformats.org/officeDocument/2006/relationships/image" Target="../media/image100.png"/><Relationship Id="rId27" Type="http://schemas.openxmlformats.org/officeDocument/2006/relationships/image" Target="../media/image30.png"/><Relationship Id="rId30" Type="http://schemas.openxmlformats.org/officeDocument/2006/relationships/image" Target="../media/image33.png"/><Relationship Id="rId35" Type="http://schemas.openxmlformats.org/officeDocument/2006/relationships/image" Target="../media/image38.png"/><Relationship Id="rId43" Type="http://schemas.openxmlformats.org/officeDocument/2006/relationships/image" Target="../media/image45.png"/><Relationship Id="rId48" Type="http://schemas.openxmlformats.org/officeDocument/2006/relationships/image" Target="../media/image51.png"/><Relationship Id="rId56" Type="http://schemas.openxmlformats.org/officeDocument/2006/relationships/image" Target="../media/image59.png"/><Relationship Id="rId8" Type="http://schemas.openxmlformats.org/officeDocument/2006/relationships/image" Target="../media/image87.png"/><Relationship Id="rId51" Type="http://schemas.openxmlformats.org/officeDocument/2006/relationships/image" Target="../media/image54.png"/><Relationship Id="rId3" Type="http://schemas.openxmlformats.org/officeDocument/2006/relationships/image" Target="../media/image116.png"/><Relationship Id="rId12" Type="http://schemas.openxmlformats.org/officeDocument/2006/relationships/image" Target="../media/image91.png"/><Relationship Id="rId17" Type="http://schemas.openxmlformats.org/officeDocument/2006/relationships/image" Target="../media/image96.png"/><Relationship Id="rId25" Type="http://schemas.openxmlformats.org/officeDocument/2006/relationships/image" Target="../media/image27.png"/><Relationship Id="rId33" Type="http://schemas.openxmlformats.org/officeDocument/2006/relationships/image" Target="../media/image35.png"/><Relationship Id="rId38" Type="http://schemas.openxmlformats.org/officeDocument/2006/relationships/image" Target="../media/image41.png"/><Relationship Id="rId46" Type="http://schemas.openxmlformats.org/officeDocument/2006/relationships/image" Target="../media/image49.png"/><Relationship Id="rId59" Type="http://schemas.openxmlformats.org/officeDocument/2006/relationships/image" Target="../media/image103.png"/><Relationship Id="rId20" Type="http://schemas.openxmlformats.org/officeDocument/2006/relationships/image" Target="../media/image99.png"/><Relationship Id="rId41" Type="http://schemas.openxmlformats.org/officeDocument/2006/relationships/image" Target="../media/image43.png"/><Relationship Id="rId54" Type="http://schemas.openxmlformats.org/officeDocument/2006/relationships/image" Target="../media/image57.png"/><Relationship Id="rId1" Type="http://schemas.openxmlformats.org/officeDocument/2006/relationships/slideLayout" Target="../slideLayouts/slideLayout18.xml"/><Relationship Id="rId6" Type="http://schemas.openxmlformats.org/officeDocument/2006/relationships/image" Target="../media/image85.png"/><Relationship Id="rId15" Type="http://schemas.openxmlformats.org/officeDocument/2006/relationships/image" Target="../media/image94.png"/><Relationship Id="rId23" Type="http://schemas.openxmlformats.org/officeDocument/2006/relationships/image" Target="../media/image26.png"/><Relationship Id="rId28" Type="http://schemas.openxmlformats.org/officeDocument/2006/relationships/image" Target="../media/image32.png"/><Relationship Id="rId36" Type="http://schemas.openxmlformats.org/officeDocument/2006/relationships/image" Target="../media/image39.png"/><Relationship Id="rId49" Type="http://schemas.openxmlformats.org/officeDocument/2006/relationships/image" Target="../media/image52.png"/><Relationship Id="rId57" Type="http://schemas.openxmlformats.org/officeDocument/2006/relationships/image" Target="../media/image60.png"/><Relationship Id="rId10" Type="http://schemas.openxmlformats.org/officeDocument/2006/relationships/image" Target="../media/image89.png"/><Relationship Id="rId31" Type="http://schemas.openxmlformats.org/officeDocument/2006/relationships/image" Target="../media/image34.png"/><Relationship Id="rId44" Type="http://schemas.openxmlformats.org/officeDocument/2006/relationships/image" Target="../media/image46.png"/><Relationship Id="rId52" Type="http://schemas.openxmlformats.org/officeDocument/2006/relationships/image" Target="../media/image55.png"/><Relationship Id="rId60" Type="http://schemas.openxmlformats.org/officeDocument/2006/relationships/image" Target="../media/image84.jpeg"/></Relationships>
</file>

<file path=ppt/slides/_rels/slide48.xml.rels><?xml version="1.0" encoding="UTF-8" standalone="yes"?>
<Relationships xmlns="http://schemas.openxmlformats.org/package/2006/relationships"><Relationship Id="rId13" Type="http://schemas.openxmlformats.org/officeDocument/2006/relationships/image" Target="../media/image93.png"/><Relationship Id="rId18" Type="http://schemas.openxmlformats.org/officeDocument/2006/relationships/image" Target="../media/image98.png"/><Relationship Id="rId26" Type="http://schemas.openxmlformats.org/officeDocument/2006/relationships/image" Target="../media/image30.png"/><Relationship Id="rId39" Type="http://schemas.openxmlformats.org/officeDocument/2006/relationships/image" Target="../media/image42.png"/><Relationship Id="rId21" Type="http://schemas.openxmlformats.org/officeDocument/2006/relationships/image" Target="../media/image100.png"/><Relationship Id="rId34" Type="http://schemas.openxmlformats.org/officeDocument/2006/relationships/image" Target="../media/image38.png"/><Relationship Id="rId42" Type="http://schemas.openxmlformats.org/officeDocument/2006/relationships/image" Target="../media/image45.png"/><Relationship Id="rId47" Type="http://schemas.openxmlformats.org/officeDocument/2006/relationships/image" Target="../media/image51.png"/><Relationship Id="rId50" Type="http://schemas.openxmlformats.org/officeDocument/2006/relationships/image" Target="../media/image54.png"/><Relationship Id="rId55" Type="http://schemas.openxmlformats.org/officeDocument/2006/relationships/image" Target="../media/image59.png"/><Relationship Id="rId7" Type="http://schemas.openxmlformats.org/officeDocument/2006/relationships/image" Target="../media/image87.png"/><Relationship Id="rId2" Type="http://schemas.openxmlformats.org/officeDocument/2006/relationships/notesSlide" Target="../notesSlides/notesSlide48.xml"/><Relationship Id="rId16" Type="http://schemas.openxmlformats.org/officeDocument/2006/relationships/image" Target="../media/image96.png"/><Relationship Id="rId29" Type="http://schemas.openxmlformats.org/officeDocument/2006/relationships/image" Target="../media/image33.png"/><Relationship Id="rId11" Type="http://schemas.openxmlformats.org/officeDocument/2006/relationships/image" Target="../media/image91.png"/><Relationship Id="rId24" Type="http://schemas.openxmlformats.org/officeDocument/2006/relationships/image" Target="../media/image27.png"/><Relationship Id="rId32" Type="http://schemas.openxmlformats.org/officeDocument/2006/relationships/image" Target="../media/image35.png"/><Relationship Id="rId37" Type="http://schemas.openxmlformats.org/officeDocument/2006/relationships/image" Target="../media/image41.png"/><Relationship Id="rId40" Type="http://schemas.openxmlformats.org/officeDocument/2006/relationships/image" Target="../media/image43.png"/><Relationship Id="rId45" Type="http://schemas.openxmlformats.org/officeDocument/2006/relationships/image" Target="../media/image49.png"/><Relationship Id="rId53" Type="http://schemas.openxmlformats.org/officeDocument/2006/relationships/image" Target="../media/image57.png"/><Relationship Id="rId58" Type="http://schemas.openxmlformats.org/officeDocument/2006/relationships/image" Target="../media/image103.png"/><Relationship Id="rId5" Type="http://schemas.openxmlformats.org/officeDocument/2006/relationships/image" Target="../media/image85.png"/><Relationship Id="rId19" Type="http://schemas.openxmlformats.org/officeDocument/2006/relationships/image" Target="../media/image99.png"/><Relationship Id="rId4" Type="http://schemas.openxmlformats.org/officeDocument/2006/relationships/image" Target="../media/image84.jpeg"/><Relationship Id="rId9" Type="http://schemas.openxmlformats.org/officeDocument/2006/relationships/image" Target="../media/image89.png"/><Relationship Id="rId14" Type="http://schemas.openxmlformats.org/officeDocument/2006/relationships/image" Target="../media/image94.png"/><Relationship Id="rId22" Type="http://schemas.openxmlformats.org/officeDocument/2006/relationships/image" Target="../media/image26.png"/><Relationship Id="rId27" Type="http://schemas.openxmlformats.org/officeDocument/2006/relationships/image" Target="../media/image32.png"/><Relationship Id="rId30" Type="http://schemas.openxmlformats.org/officeDocument/2006/relationships/image" Target="../media/image34.png"/><Relationship Id="rId35" Type="http://schemas.openxmlformats.org/officeDocument/2006/relationships/image" Target="../media/image39.png"/><Relationship Id="rId43" Type="http://schemas.openxmlformats.org/officeDocument/2006/relationships/image" Target="../media/image46.png"/><Relationship Id="rId48" Type="http://schemas.openxmlformats.org/officeDocument/2006/relationships/image" Target="../media/image52.png"/><Relationship Id="rId56" Type="http://schemas.openxmlformats.org/officeDocument/2006/relationships/image" Target="../media/image60.png"/><Relationship Id="rId8" Type="http://schemas.openxmlformats.org/officeDocument/2006/relationships/image" Target="../media/image88.png"/><Relationship Id="rId51" Type="http://schemas.openxmlformats.org/officeDocument/2006/relationships/image" Target="../media/image55.png"/><Relationship Id="rId3" Type="http://schemas.openxmlformats.org/officeDocument/2006/relationships/image" Target="../media/image117.png"/><Relationship Id="rId12" Type="http://schemas.openxmlformats.org/officeDocument/2006/relationships/image" Target="../media/image92.png"/><Relationship Id="rId17" Type="http://schemas.openxmlformats.org/officeDocument/2006/relationships/image" Target="../media/image97.png"/><Relationship Id="rId25" Type="http://schemas.openxmlformats.org/officeDocument/2006/relationships/image" Target="../media/image29.png"/><Relationship Id="rId33" Type="http://schemas.openxmlformats.org/officeDocument/2006/relationships/image" Target="../media/image36.png"/><Relationship Id="rId38" Type="http://schemas.openxmlformats.org/officeDocument/2006/relationships/image" Target="../media/image48.png"/><Relationship Id="rId46" Type="http://schemas.openxmlformats.org/officeDocument/2006/relationships/image" Target="../media/image50.png"/><Relationship Id="rId20" Type="http://schemas.openxmlformats.org/officeDocument/2006/relationships/image" Target="../media/image37.png"/><Relationship Id="rId41" Type="http://schemas.openxmlformats.org/officeDocument/2006/relationships/image" Target="../media/image44.png"/><Relationship Id="rId54" Type="http://schemas.openxmlformats.org/officeDocument/2006/relationships/image" Target="../media/image58.png"/><Relationship Id="rId1" Type="http://schemas.openxmlformats.org/officeDocument/2006/relationships/slideLayout" Target="../slideLayouts/slideLayout18.xml"/><Relationship Id="rId6" Type="http://schemas.openxmlformats.org/officeDocument/2006/relationships/image" Target="../media/image86.png"/><Relationship Id="rId15" Type="http://schemas.openxmlformats.org/officeDocument/2006/relationships/image" Target="../media/image95.png"/><Relationship Id="rId23" Type="http://schemas.openxmlformats.org/officeDocument/2006/relationships/image" Target="../media/image101.png"/><Relationship Id="rId28" Type="http://schemas.openxmlformats.org/officeDocument/2006/relationships/image" Target="../media/image31.png"/><Relationship Id="rId36" Type="http://schemas.openxmlformats.org/officeDocument/2006/relationships/image" Target="../media/image40.png"/><Relationship Id="rId49" Type="http://schemas.openxmlformats.org/officeDocument/2006/relationships/image" Target="../media/image53.png"/><Relationship Id="rId57" Type="http://schemas.openxmlformats.org/officeDocument/2006/relationships/image" Target="../media/image61.png"/><Relationship Id="rId10" Type="http://schemas.openxmlformats.org/officeDocument/2006/relationships/image" Target="../media/image90.png"/><Relationship Id="rId31" Type="http://schemas.openxmlformats.org/officeDocument/2006/relationships/image" Target="../media/image102.png"/><Relationship Id="rId44" Type="http://schemas.openxmlformats.org/officeDocument/2006/relationships/image" Target="../media/image47.png"/><Relationship Id="rId52" Type="http://schemas.openxmlformats.org/officeDocument/2006/relationships/image" Target="../media/image56.png"/></Relationships>
</file>

<file path=ppt/slides/_rels/slide4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9.xml"/><Relationship Id="rId1" Type="http://schemas.openxmlformats.org/officeDocument/2006/relationships/slideLayout" Target="../slideLayouts/slideLayout17.xml"/><Relationship Id="rId4" Type="http://schemas.openxmlformats.org/officeDocument/2006/relationships/image" Target="../media/image81.gif"/></Relationships>
</file>

<file path=ppt/slides/_rels/slide5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0.xml"/><Relationship Id="rId1" Type="http://schemas.openxmlformats.org/officeDocument/2006/relationships/slideLayout" Target="../slideLayouts/slideLayout17.xml"/><Relationship Id="rId5" Type="http://schemas.openxmlformats.org/officeDocument/2006/relationships/image" Target="../media/image10.png"/><Relationship Id="rId4" Type="http://schemas.openxmlformats.org/officeDocument/2006/relationships/image" Target="../media/image8.png"/></Relationships>
</file>

<file path=ppt/slides/_rels/slide51.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notesSlide" Target="../notesSlides/notesSlide51.xml"/><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52.xml"/><Relationship Id="rId1" Type="http://schemas.openxmlformats.org/officeDocument/2006/relationships/slideLayout" Target="../slideLayouts/slideLayout17.xml"/><Relationship Id="rId4" Type="http://schemas.openxmlformats.org/officeDocument/2006/relationships/image" Target="../media/image8.png"/></Relationships>
</file>

<file path=ppt/slides/_rels/slide5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3.xml"/><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4.xml"/><Relationship Id="rId1" Type="http://schemas.openxmlformats.org/officeDocument/2006/relationships/slideLayout" Target="../slideLayouts/slideLayout17.xml"/></Relationships>
</file>

<file path=ppt/slides/_rels/slide5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5.xml"/><Relationship Id="rId1" Type="http://schemas.openxmlformats.org/officeDocument/2006/relationships/slideLayout" Target="../slideLayouts/slideLayout17.xml"/><Relationship Id="rId4" Type="http://schemas.openxmlformats.org/officeDocument/2006/relationships/image" Target="../media/image8.png"/></Relationships>
</file>

<file path=ppt/slides/_rels/slide56.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56.xml"/><Relationship Id="rId1" Type="http://schemas.openxmlformats.org/officeDocument/2006/relationships/slideLayout" Target="../slideLayouts/slideLayout17.xml"/><Relationship Id="rId6" Type="http://schemas.openxmlformats.org/officeDocument/2006/relationships/image" Target="../media/image2.jpg"/><Relationship Id="rId5" Type="http://schemas.openxmlformats.org/officeDocument/2006/relationships/hyperlink" Target="https://developer.mozilla.org/es/docs/Web/HTML/Elemento" TargetMode="External"/><Relationship Id="rId4" Type="http://schemas.openxmlformats.org/officeDocument/2006/relationships/hyperlink" Target="https://www.w3schools.com/html/" TargetMode="External"/></Relationships>
</file>

<file path=ppt/slides/_rels/slide5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7.xml"/><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62.xml"/><Relationship Id="rId1" Type="http://schemas.openxmlformats.org/officeDocument/2006/relationships/slideLayout" Target="../slideLayouts/slideLayout17.xml"/><Relationship Id="rId5" Type="http://schemas.openxmlformats.org/officeDocument/2006/relationships/hyperlink" Target="https://developer.mozilla.org/es/docs/Web/HTML/Elemento" TargetMode="External"/><Relationship Id="rId4" Type="http://schemas.openxmlformats.org/officeDocument/2006/relationships/hyperlink" Target="https://www.w3schools.com/html/" TargetMode="External"/></Relationships>
</file>

<file path=ppt/slides/_rels/slide6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3.xml"/><Relationship Id="rId1" Type="http://schemas.openxmlformats.org/officeDocument/2006/relationships/slideLayout" Target="../slideLayouts/slideLayout17.xml"/><Relationship Id="rId4" Type="http://schemas.openxmlformats.org/officeDocument/2006/relationships/image" Target="../media/image8.png"/></Relationships>
</file>

<file path=ppt/slides/_rels/slide64.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64.xml"/><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3" Type="http://schemas.openxmlformats.org/officeDocument/2006/relationships/image" Target="../media/image120.jpg"/><Relationship Id="rId2" Type="http://schemas.openxmlformats.org/officeDocument/2006/relationships/notesSlide" Target="../notesSlides/notesSlide65.xml"/><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3" Type="http://schemas.openxmlformats.org/officeDocument/2006/relationships/image" Target="../media/image120.jpg"/><Relationship Id="rId2" Type="http://schemas.openxmlformats.org/officeDocument/2006/relationships/notesSlide" Target="../notesSlides/notesSlide66.xml"/><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67.xml"/><Relationship Id="rId1" Type="http://schemas.openxmlformats.org/officeDocument/2006/relationships/slideLayout" Target="../slideLayouts/slideLayout17.xml"/><Relationship Id="rId4" Type="http://schemas.openxmlformats.org/officeDocument/2006/relationships/image" Target="../media/image122.png"/></Relationships>
</file>

<file path=ppt/slides/_rels/slide68.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68.xml"/><Relationship Id="rId1" Type="http://schemas.openxmlformats.org/officeDocument/2006/relationships/slideLayout" Target="../slideLayouts/slideLayout17.xml"/><Relationship Id="rId5" Type="http://schemas.openxmlformats.org/officeDocument/2006/relationships/image" Target="../media/image105.png"/><Relationship Id="rId4" Type="http://schemas.openxmlformats.org/officeDocument/2006/relationships/hyperlink" Target="https://miro.com/app/board/o9J_ksYpet0=/" TargetMode="External"/></Relationships>
</file>

<file path=ppt/slides/_rels/slide69.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69.xml"/><Relationship Id="rId1" Type="http://schemas.openxmlformats.org/officeDocument/2006/relationships/slideLayout" Target="../slideLayouts/slideLayout17.xml"/><Relationship Id="rId5" Type="http://schemas.openxmlformats.org/officeDocument/2006/relationships/image" Target="../media/image105.png"/><Relationship Id="rId4" Type="http://schemas.openxmlformats.org/officeDocument/2006/relationships/hyperlink" Target="https://miro.com/app/board/o9J_ksYpet0=/" TargetMode="External"/></Relationships>
</file>

<file path=ppt/slides/_rels/slide70.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70.xml"/><Relationship Id="rId1" Type="http://schemas.openxmlformats.org/officeDocument/2006/relationships/slideLayout" Target="../slideLayouts/slideLayout17.xml"/><Relationship Id="rId5" Type="http://schemas.openxmlformats.org/officeDocument/2006/relationships/image" Target="../media/image105.png"/><Relationship Id="rId4" Type="http://schemas.openxmlformats.org/officeDocument/2006/relationships/hyperlink" Target="https://miro.com/app/board/o9J_ksYpet0=/" TargetMode="External"/></Relationships>
</file>

<file path=ppt/slides/_rels/slide71.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71.xml"/><Relationship Id="rId1" Type="http://schemas.openxmlformats.org/officeDocument/2006/relationships/slideLayout" Target="../slideLayouts/slideLayout17.xml"/><Relationship Id="rId5" Type="http://schemas.openxmlformats.org/officeDocument/2006/relationships/image" Target="../media/image105.png"/><Relationship Id="rId4" Type="http://schemas.openxmlformats.org/officeDocument/2006/relationships/hyperlink" Target="https://miro.com/app/board/o9J_ksYpet0=/" TargetMode="External"/></Relationships>
</file>

<file path=ppt/slides/_rels/slide72.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72.xml"/><Relationship Id="rId1" Type="http://schemas.openxmlformats.org/officeDocument/2006/relationships/slideLayout" Target="../slideLayouts/slideLayout17.xml"/><Relationship Id="rId5" Type="http://schemas.openxmlformats.org/officeDocument/2006/relationships/image" Target="../media/image105.png"/><Relationship Id="rId4" Type="http://schemas.openxmlformats.org/officeDocument/2006/relationships/hyperlink" Target="https://miro.com/app/board/o9J_ksYpet0=/" TargetMode="External"/></Relationships>
</file>

<file path=ppt/slides/_rels/slide73.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73.xml"/><Relationship Id="rId1" Type="http://schemas.openxmlformats.org/officeDocument/2006/relationships/slideLayout" Target="../slideLayouts/slideLayout17.xml"/><Relationship Id="rId5" Type="http://schemas.openxmlformats.org/officeDocument/2006/relationships/image" Target="../media/image105.png"/><Relationship Id="rId4" Type="http://schemas.openxmlformats.org/officeDocument/2006/relationships/hyperlink" Target="https://miro.com/app/board/o9J_ksYpet0=/" TargetMode="External"/></Relationships>
</file>

<file path=ppt/slides/_rels/slide74.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74.xml"/><Relationship Id="rId1" Type="http://schemas.openxmlformats.org/officeDocument/2006/relationships/slideLayout" Target="../slideLayouts/slideLayout17.xml"/><Relationship Id="rId4" Type="http://schemas.openxmlformats.org/officeDocument/2006/relationships/image" Target="../media/image129.png"/></Relationships>
</file>

<file path=ppt/slides/_rels/slide75.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75.xml"/><Relationship Id="rId1" Type="http://schemas.openxmlformats.org/officeDocument/2006/relationships/slideLayout" Target="../slideLayouts/slideLayout17.xml"/><Relationship Id="rId4" Type="http://schemas.openxmlformats.org/officeDocument/2006/relationships/image" Target="../media/image129.png"/></Relationships>
</file>

<file path=ppt/slides/_rels/slide76.xml.rels><?xml version="1.0" encoding="UTF-8" standalone="yes"?>
<Relationships xmlns="http://schemas.openxmlformats.org/package/2006/relationships"><Relationship Id="rId3" Type="http://schemas.openxmlformats.org/officeDocument/2006/relationships/image" Target="../media/image131.jpg"/><Relationship Id="rId2" Type="http://schemas.openxmlformats.org/officeDocument/2006/relationships/notesSlide" Target="../notesSlides/notesSlide76.xml"/><Relationship Id="rId1" Type="http://schemas.openxmlformats.org/officeDocument/2006/relationships/slideLayout" Target="../slideLayouts/slideLayout17.xml"/><Relationship Id="rId4" Type="http://schemas.openxmlformats.org/officeDocument/2006/relationships/image" Target="../media/image129.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7.xml"/></Relationships>
</file>

<file path=ppt/slides/_rels/slide79.xml.rels><?xml version="1.0" encoding="UTF-8" standalone="yes"?>
<Relationships xmlns="http://schemas.openxmlformats.org/package/2006/relationships"><Relationship Id="rId3" Type="http://schemas.openxmlformats.org/officeDocument/2006/relationships/image" Target="../media/image120.jpg"/><Relationship Id="rId2" Type="http://schemas.openxmlformats.org/officeDocument/2006/relationships/notesSlide" Target="../notesSlides/notesSlide79.xml"/><Relationship Id="rId1" Type="http://schemas.openxmlformats.org/officeDocument/2006/relationships/slideLayout" Target="../slideLayouts/slideLayout17.xml"/></Relationships>
</file>

<file path=ppt/slides/_rels/slide80.xml.rels><?xml version="1.0" encoding="UTF-8" standalone="yes"?>
<Relationships xmlns="http://schemas.openxmlformats.org/package/2006/relationships"><Relationship Id="rId3" Type="http://schemas.openxmlformats.org/officeDocument/2006/relationships/image" Target="../media/image120.jpg"/><Relationship Id="rId2" Type="http://schemas.openxmlformats.org/officeDocument/2006/relationships/notesSlide" Target="../notesSlides/notesSlide80.xml"/><Relationship Id="rId1" Type="http://schemas.openxmlformats.org/officeDocument/2006/relationships/slideLayout" Target="../slideLayouts/slideLayout1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7.xml"/></Relationships>
</file>

<file path=ppt/slides/_rels/slide82.xml.rels><?xml version="1.0" encoding="UTF-8" standalone="yes"?>
<Relationships xmlns="http://schemas.openxmlformats.org/package/2006/relationships"><Relationship Id="rId3" Type="http://schemas.openxmlformats.org/officeDocument/2006/relationships/image" Target="../media/image120.jpg"/><Relationship Id="rId2" Type="http://schemas.openxmlformats.org/officeDocument/2006/relationships/notesSlide" Target="../notesSlides/notesSlide82.xml"/><Relationship Id="rId1" Type="http://schemas.openxmlformats.org/officeDocument/2006/relationships/slideLayout" Target="../slideLayouts/slideLayout17.xml"/></Relationships>
</file>

<file path=ppt/slides/_rels/slide83.xml.rels><?xml version="1.0" encoding="UTF-8" standalone="yes"?>
<Relationships xmlns="http://schemas.openxmlformats.org/package/2006/relationships"><Relationship Id="rId3" Type="http://schemas.openxmlformats.org/officeDocument/2006/relationships/image" Target="../media/image120.jpg"/><Relationship Id="rId2" Type="http://schemas.openxmlformats.org/officeDocument/2006/relationships/notesSlide" Target="../notesSlides/notesSlide83.xml"/><Relationship Id="rId1" Type="http://schemas.openxmlformats.org/officeDocument/2006/relationships/slideLayout" Target="../slideLayouts/slideLayout1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7.xml"/></Relationships>
</file>

<file path=ppt/slides/_rels/slide85.xml.rels><?xml version="1.0" encoding="UTF-8" standalone="yes"?>
<Relationships xmlns="http://schemas.openxmlformats.org/package/2006/relationships"><Relationship Id="rId3" Type="http://schemas.openxmlformats.org/officeDocument/2006/relationships/image" Target="../media/image132.gif"/><Relationship Id="rId2" Type="http://schemas.openxmlformats.org/officeDocument/2006/relationships/notesSlide" Target="../notesSlides/notesSlide85.xml"/><Relationship Id="rId1" Type="http://schemas.openxmlformats.org/officeDocument/2006/relationships/slideLayout" Target="../slideLayouts/slideLayout17.xml"/><Relationship Id="rId4" Type="http://schemas.openxmlformats.org/officeDocument/2006/relationships/image" Target="../media/image10.png"/></Relationships>
</file>

<file path=ppt/slides/_rels/slide86.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86.xml"/><Relationship Id="rId1" Type="http://schemas.openxmlformats.org/officeDocument/2006/relationships/slideLayout" Target="../slideLayouts/slideLayout17.xml"/></Relationships>
</file>

<file path=ppt/slides/_rels/slide87.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87.xml"/><Relationship Id="rId1" Type="http://schemas.openxmlformats.org/officeDocument/2006/relationships/slideLayout" Target="../slideLayouts/slideLayout1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7.xml"/></Relationships>
</file>

<file path=ppt/slides/_rels/slide90.xml.rels><?xml version="1.0" encoding="UTF-8" standalone="yes"?>
<Relationships xmlns="http://schemas.openxmlformats.org/package/2006/relationships"><Relationship Id="rId3" Type="http://schemas.openxmlformats.org/officeDocument/2006/relationships/hyperlink" Target="https://es.lipsum.com/" TargetMode="External"/><Relationship Id="rId2" Type="http://schemas.openxmlformats.org/officeDocument/2006/relationships/notesSlide" Target="../notesSlides/notesSlide90.xml"/><Relationship Id="rId1" Type="http://schemas.openxmlformats.org/officeDocument/2006/relationships/slideLayout" Target="../slideLayouts/slideLayout17.xml"/></Relationships>
</file>

<file path=ppt/slides/_rels/slide91.xml.rels><?xml version="1.0" encoding="UTF-8" standalone="yes"?>
<Relationships xmlns="http://schemas.openxmlformats.org/package/2006/relationships"><Relationship Id="rId3" Type="http://schemas.openxmlformats.org/officeDocument/2006/relationships/hyperlink" Target="https://es.lipsum.com/" TargetMode="External"/><Relationship Id="rId2" Type="http://schemas.openxmlformats.org/officeDocument/2006/relationships/notesSlide" Target="../notesSlides/notesSlide91.xml"/><Relationship Id="rId1" Type="http://schemas.openxmlformats.org/officeDocument/2006/relationships/slideLayout" Target="../slideLayouts/slideLayout17.xml"/></Relationships>
</file>

<file path=ppt/slides/_rels/slide92.xml.rels><?xml version="1.0" encoding="UTF-8" standalone="yes"?>
<Relationships xmlns="http://schemas.openxmlformats.org/package/2006/relationships"><Relationship Id="rId3" Type="http://schemas.openxmlformats.org/officeDocument/2006/relationships/hyperlink" Target="https://es.lipsum.com/" TargetMode="External"/><Relationship Id="rId2" Type="http://schemas.openxmlformats.org/officeDocument/2006/relationships/notesSlide" Target="../notesSlides/notesSlide92.xml"/><Relationship Id="rId1" Type="http://schemas.openxmlformats.org/officeDocument/2006/relationships/slideLayout" Target="../slideLayouts/slideLayout17.xml"/></Relationships>
</file>

<file path=ppt/slides/_rels/slide93.xml.rels><?xml version="1.0" encoding="UTF-8" standalone="yes"?>
<Relationships xmlns="http://schemas.openxmlformats.org/package/2006/relationships"><Relationship Id="rId3" Type="http://schemas.openxmlformats.org/officeDocument/2006/relationships/hyperlink" Target="https://es.lipsum.com/" TargetMode="External"/><Relationship Id="rId2" Type="http://schemas.openxmlformats.org/officeDocument/2006/relationships/notesSlide" Target="../notesSlides/notesSlide93.xml"/><Relationship Id="rId1" Type="http://schemas.openxmlformats.org/officeDocument/2006/relationships/slideLayout" Target="../slideLayouts/slideLayout17.xml"/></Relationships>
</file>

<file path=ppt/slides/_rels/slide94.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94.xml"/><Relationship Id="rId1" Type="http://schemas.openxmlformats.org/officeDocument/2006/relationships/slideLayout" Target="../slideLayouts/slideLayout18.xml"/></Relationships>
</file>

<file path=ppt/slides/_rels/slide95.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95.xml"/><Relationship Id="rId1" Type="http://schemas.openxmlformats.org/officeDocument/2006/relationships/slideLayout" Target="../slideLayouts/slideLayout18.xml"/></Relationships>
</file>

<file path=ppt/slides/_rels/slide96.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96.xml"/><Relationship Id="rId1" Type="http://schemas.openxmlformats.org/officeDocument/2006/relationships/slideLayout" Target="../slideLayouts/slideLayout18.xml"/></Relationships>
</file>

<file path=ppt/slides/_rels/slide97.xml.rels><?xml version="1.0" encoding="UTF-8" standalone="yes"?>
<Relationships xmlns="http://schemas.openxmlformats.org/package/2006/relationships"><Relationship Id="rId3" Type="http://schemas.openxmlformats.org/officeDocument/2006/relationships/image" Target="../media/image132.gif"/><Relationship Id="rId2" Type="http://schemas.openxmlformats.org/officeDocument/2006/relationships/notesSlide" Target="../notesSlides/notesSlide97.xml"/><Relationship Id="rId1" Type="http://schemas.openxmlformats.org/officeDocument/2006/relationships/slideLayout" Target="../slideLayouts/slideLayout17.xml"/><Relationship Id="rId4" Type="http://schemas.openxmlformats.org/officeDocument/2006/relationships/image" Target="../media/image10.png"/></Relationships>
</file>

<file path=ppt/slides/_rels/slide98.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98.xml"/><Relationship Id="rId1" Type="http://schemas.openxmlformats.org/officeDocument/2006/relationships/slideLayout" Target="../slideLayouts/slideLayout17.xml"/></Relationships>
</file>

<file path=ppt/slides/_rels/slide99.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99.xml"/><Relationship Id="rId1" Type="http://schemas.openxmlformats.org/officeDocument/2006/relationships/slideLayout" Target="../slideLayouts/slideLayout17.xml"/><Relationship Id="rId5" Type="http://schemas.openxmlformats.org/officeDocument/2006/relationships/hyperlink" Target="https://developer.mozilla.org/es/docs/Web/HTML/Elemento" TargetMode="External"/><Relationship Id="rId4" Type="http://schemas.openxmlformats.org/officeDocument/2006/relationships/hyperlink" Target="https://www.w3schools.com/html/" TargetMode="External"/></Relationships>
</file>

<file path=ppt/slides/_rels/slide100.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100.xml"/><Relationship Id="rId1" Type="http://schemas.openxmlformats.org/officeDocument/2006/relationships/slideLayout" Target="../slideLayouts/slideLayout19.xml"/></Relationships>
</file>

<file path=ppt/slides/_rels/slide101.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101.xml"/><Relationship Id="rId1" Type="http://schemas.openxmlformats.org/officeDocument/2006/relationships/slideLayout" Target="../slideLayouts/slideLayout17.xml"/><Relationship Id="rId4" Type="http://schemas.openxmlformats.org/officeDocument/2006/relationships/image" Target="../media/image10.png"/></Relationships>
</file>

<file path=ppt/slides/_rels/slide102.xml.rels><?xml version="1.0" encoding="UTF-8" standalone="yes"?>
<Relationships xmlns="http://schemas.openxmlformats.org/package/2006/relationships"><Relationship Id="rId3" Type="http://schemas.openxmlformats.org/officeDocument/2006/relationships/image" Target="../media/image120.jpg"/><Relationship Id="rId2" Type="http://schemas.openxmlformats.org/officeDocument/2006/relationships/notesSlide" Target="../notesSlides/notesSlide102.xml"/><Relationship Id="rId1" Type="http://schemas.openxmlformats.org/officeDocument/2006/relationships/slideLayout" Target="../slideLayouts/slideLayout17.xml"/></Relationships>
</file>

<file path=ppt/slides/_rels/slide103.xml.rels><?xml version="1.0" encoding="UTF-8" standalone="yes"?>
<Relationships xmlns="http://schemas.openxmlformats.org/package/2006/relationships"><Relationship Id="rId3" Type="http://schemas.openxmlformats.org/officeDocument/2006/relationships/image" Target="../media/image120.jpg"/><Relationship Id="rId2" Type="http://schemas.openxmlformats.org/officeDocument/2006/relationships/notesSlide" Target="../notesSlides/notesSlide103.xml"/><Relationship Id="rId1" Type="http://schemas.openxmlformats.org/officeDocument/2006/relationships/slideLayout" Target="../slideLayouts/slideLayout17.xml"/></Relationships>
</file>

<file path=ppt/slides/_rels/slide104.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104.xml"/><Relationship Id="rId1" Type="http://schemas.openxmlformats.org/officeDocument/2006/relationships/slideLayout" Target="../slideLayouts/slideLayout17.xml"/><Relationship Id="rId5" Type="http://schemas.openxmlformats.org/officeDocument/2006/relationships/image" Target="../media/image105.png"/><Relationship Id="rId4" Type="http://schemas.openxmlformats.org/officeDocument/2006/relationships/hyperlink" Target="https://miro.com/app/board/o9J_ksYpet0=/" TargetMode="External"/></Relationships>
</file>

<file path=ppt/slides/_rels/slide105.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05.xml"/><Relationship Id="rId1" Type="http://schemas.openxmlformats.org/officeDocument/2006/relationships/slideLayout" Target="../slideLayouts/slideLayout17.xml"/><Relationship Id="rId5" Type="http://schemas.openxmlformats.org/officeDocument/2006/relationships/image" Target="../media/image105.png"/><Relationship Id="rId4" Type="http://schemas.openxmlformats.org/officeDocument/2006/relationships/hyperlink" Target="https://miro.com/app/board/o9J_ksYpet0=/" TargetMode="External"/></Relationships>
</file>

<file path=ppt/slides/_rels/slide106.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106.xml"/><Relationship Id="rId1" Type="http://schemas.openxmlformats.org/officeDocument/2006/relationships/slideLayout" Target="../slideLayouts/slideLayout17.xml"/><Relationship Id="rId5" Type="http://schemas.openxmlformats.org/officeDocument/2006/relationships/image" Target="../media/image105.png"/><Relationship Id="rId4" Type="http://schemas.openxmlformats.org/officeDocument/2006/relationships/hyperlink" Target="https://miro.com/app/board/o9J_ksYpet0=/" TargetMode="External"/></Relationships>
</file>

<file path=ppt/slides/_rels/slide107.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107.xml"/><Relationship Id="rId1" Type="http://schemas.openxmlformats.org/officeDocument/2006/relationships/slideLayout" Target="../slideLayouts/slideLayout17.xml"/><Relationship Id="rId5" Type="http://schemas.openxmlformats.org/officeDocument/2006/relationships/image" Target="../media/image105.png"/><Relationship Id="rId4" Type="http://schemas.openxmlformats.org/officeDocument/2006/relationships/hyperlink" Target="https://miro.com/app/board/o9J_ksYpet0=/" TargetMode="External"/></Relationships>
</file>

<file path=ppt/slides/_rels/slide108.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108.xml"/><Relationship Id="rId1" Type="http://schemas.openxmlformats.org/officeDocument/2006/relationships/slideLayout" Target="../slideLayouts/slideLayout17.xml"/><Relationship Id="rId5" Type="http://schemas.openxmlformats.org/officeDocument/2006/relationships/image" Target="../media/image105.png"/><Relationship Id="rId4" Type="http://schemas.openxmlformats.org/officeDocument/2006/relationships/hyperlink" Target="https://miro.com/app/board/o9J_ksYpet0=/" TargetMode="External"/></Relationships>
</file>

<file path=ppt/slides/_rels/slide109.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109.xml"/><Relationship Id="rId1" Type="http://schemas.openxmlformats.org/officeDocument/2006/relationships/slideLayout" Target="../slideLayouts/slideLayout17.xml"/><Relationship Id="rId5" Type="http://schemas.openxmlformats.org/officeDocument/2006/relationships/image" Target="../media/image105.png"/><Relationship Id="rId4" Type="http://schemas.openxmlformats.org/officeDocument/2006/relationships/hyperlink" Target="https://miro.com/app/board/o9J_ksYpet0=/" TargetMode="External"/></Relationships>
</file>

<file path=ppt/slides/_rels/slide110.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110.xml"/><Relationship Id="rId1" Type="http://schemas.openxmlformats.org/officeDocument/2006/relationships/slideLayout" Target="../slideLayouts/slideLayout17.xml"/><Relationship Id="rId5" Type="http://schemas.openxmlformats.org/officeDocument/2006/relationships/image" Target="../media/image105.png"/><Relationship Id="rId4" Type="http://schemas.openxmlformats.org/officeDocument/2006/relationships/hyperlink" Target="https://miro.com/app/board/o9J_ksYpet0=/" TargetMode="External"/></Relationships>
</file>

<file path=ppt/slides/_rels/slide111.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111.xml"/><Relationship Id="rId1" Type="http://schemas.openxmlformats.org/officeDocument/2006/relationships/slideLayout" Target="../slideLayouts/slideLayout17.xml"/><Relationship Id="rId5" Type="http://schemas.openxmlformats.org/officeDocument/2006/relationships/image" Target="../media/image105.png"/><Relationship Id="rId4" Type="http://schemas.openxmlformats.org/officeDocument/2006/relationships/hyperlink" Target="https://miro.com/app/board/o9J_ksYpet0=/" TargetMode="External"/></Relationships>
</file>

<file path=ppt/slides/_rels/slide112.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112.xml"/><Relationship Id="rId1" Type="http://schemas.openxmlformats.org/officeDocument/2006/relationships/slideLayout" Target="../slideLayouts/slideLayout17.xml"/><Relationship Id="rId5" Type="http://schemas.openxmlformats.org/officeDocument/2006/relationships/image" Target="../media/image105.png"/><Relationship Id="rId4" Type="http://schemas.openxmlformats.org/officeDocument/2006/relationships/hyperlink" Target="https://miro.com/app/board/o9J_ksYpet0=/" TargetMode="External"/></Relationships>
</file>

<file path=ppt/slides/_rels/slide113.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113.xml"/><Relationship Id="rId1" Type="http://schemas.openxmlformats.org/officeDocument/2006/relationships/slideLayout" Target="../slideLayouts/slideLayout17.xml"/><Relationship Id="rId5" Type="http://schemas.openxmlformats.org/officeDocument/2006/relationships/image" Target="../media/image105.png"/><Relationship Id="rId4" Type="http://schemas.openxmlformats.org/officeDocument/2006/relationships/hyperlink" Target="https://miro.com/app/board/o9J_ksYpet0=/" TargetMode="External"/></Relationships>
</file>

<file path=ppt/slides/_rels/slide114.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114.xml"/><Relationship Id="rId1" Type="http://schemas.openxmlformats.org/officeDocument/2006/relationships/slideLayout" Target="../slideLayouts/slideLayout17.xml"/></Relationships>
</file>

<file path=ppt/slides/_rels/slide115.xml.rels><?xml version="1.0" encoding="UTF-8" standalone="yes"?>
<Relationships xmlns="http://schemas.openxmlformats.org/package/2006/relationships"><Relationship Id="rId3" Type="http://schemas.openxmlformats.org/officeDocument/2006/relationships/image" Target="../media/image132.gif"/><Relationship Id="rId2" Type="http://schemas.openxmlformats.org/officeDocument/2006/relationships/notesSlide" Target="../notesSlides/notesSlide115.xml"/><Relationship Id="rId1" Type="http://schemas.openxmlformats.org/officeDocument/2006/relationships/slideLayout" Target="../slideLayouts/slideLayout17.xml"/><Relationship Id="rId4" Type="http://schemas.openxmlformats.org/officeDocument/2006/relationships/image" Target="../media/image10.png"/></Relationships>
</file>

<file path=ppt/slides/_rels/slide116.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16.xml"/><Relationship Id="rId1" Type="http://schemas.openxmlformats.org/officeDocument/2006/relationships/slideLayout" Target="../slideLayouts/slideLayout17.xml"/></Relationships>
</file>

<file path=ppt/slides/_rels/slide117.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17.xml"/><Relationship Id="rId1" Type="http://schemas.openxmlformats.org/officeDocument/2006/relationships/slideLayout" Target="../slideLayouts/slideLayout17.xml"/><Relationship Id="rId5" Type="http://schemas.openxmlformats.org/officeDocument/2006/relationships/hyperlink" Target="https://developer.mozilla.org/es/docs/Web/HTML/Elemento" TargetMode="External"/><Relationship Id="rId4" Type="http://schemas.openxmlformats.org/officeDocument/2006/relationships/hyperlink" Target="https://www.w3schools.com/html/" TargetMode="External"/></Relationships>
</file>

<file path=ppt/slides/_rels/slide118.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118.xml"/><Relationship Id="rId1" Type="http://schemas.openxmlformats.org/officeDocument/2006/relationships/slideLayout" Target="../slideLayouts/slideLayout17.xml"/></Relationships>
</file>

<file path=ppt/slides/_rels/slide119.xml.rels><?xml version="1.0" encoding="UTF-8" standalone="yes"?>
<Relationships xmlns="http://schemas.openxmlformats.org/package/2006/relationships"><Relationship Id="rId3" Type="http://schemas.openxmlformats.org/officeDocument/2006/relationships/image" Target="../media/image120.jpg"/><Relationship Id="rId2" Type="http://schemas.openxmlformats.org/officeDocument/2006/relationships/notesSlide" Target="../notesSlides/notesSlide119.xml"/><Relationship Id="rId1" Type="http://schemas.openxmlformats.org/officeDocument/2006/relationships/slideLayout" Target="../slideLayouts/slideLayout17.xml"/></Relationships>
</file>

<file path=ppt/slides/_rels/slide120.xml.rels><?xml version="1.0" encoding="UTF-8" standalone="yes"?>
<Relationships xmlns="http://schemas.openxmlformats.org/package/2006/relationships"><Relationship Id="rId3" Type="http://schemas.openxmlformats.org/officeDocument/2006/relationships/image" Target="../media/image120.jpg"/><Relationship Id="rId2" Type="http://schemas.openxmlformats.org/officeDocument/2006/relationships/notesSlide" Target="../notesSlides/notesSlide120.xml"/><Relationship Id="rId1" Type="http://schemas.openxmlformats.org/officeDocument/2006/relationships/slideLayout" Target="../slideLayouts/slideLayout17.xml"/></Relationships>
</file>

<file path=ppt/slides/_rels/slide121.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121.xml"/><Relationship Id="rId1" Type="http://schemas.openxmlformats.org/officeDocument/2006/relationships/slideLayout" Target="../slideLayouts/slideLayout17.xml"/></Relationships>
</file>

<file path=ppt/slides/_rels/slide122.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122.xml"/><Relationship Id="rId1" Type="http://schemas.openxmlformats.org/officeDocument/2006/relationships/slideLayout" Target="../slideLayouts/slideLayout17.xml"/></Relationships>
</file>

<file path=ppt/slides/_rels/slide123.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123.xml"/><Relationship Id="rId1" Type="http://schemas.openxmlformats.org/officeDocument/2006/relationships/slideLayout" Target="../slideLayouts/slideLayout17.xml"/></Relationships>
</file>

<file path=ppt/slides/_rels/slide124.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124.xml"/><Relationship Id="rId1" Type="http://schemas.openxmlformats.org/officeDocument/2006/relationships/slideLayout" Target="../slideLayouts/slideLayout17.xml"/><Relationship Id="rId5" Type="http://schemas.openxmlformats.org/officeDocument/2006/relationships/image" Target="../media/image105.png"/><Relationship Id="rId4" Type="http://schemas.openxmlformats.org/officeDocument/2006/relationships/hyperlink" Target="https://miro.com/app/board/o9J_ksYpet0=/" TargetMode="External"/></Relationships>
</file>

<file path=ppt/slides/_rels/slide125.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125.xml"/><Relationship Id="rId1" Type="http://schemas.openxmlformats.org/officeDocument/2006/relationships/slideLayout" Target="../slideLayouts/slideLayout17.xml"/><Relationship Id="rId5" Type="http://schemas.openxmlformats.org/officeDocument/2006/relationships/image" Target="../media/image105.png"/><Relationship Id="rId4" Type="http://schemas.openxmlformats.org/officeDocument/2006/relationships/hyperlink" Target="https://miro.com/app/board/o9J_ksYpet0=/" TargetMode="External"/></Relationships>
</file>

<file path=ppt/slides/_rels/slide126.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126.xml"/><Relationship Id="rId1" Type="http://schemas.openxmlformats.org/officeDocument/2006/relationships/slideLayout" Target="../slideLayouts/slideLayout17.xml"/><Relationship Id="rId5" Type="http://schemas.openxmlformats.org/officeDocument/2006/relationships/image" Target="../media/image105.png"/><Relationship Id="rId4" Type="http://schemas.openxmlformats.org/officeDocument/2006/relationships/hyperlink" Target="https://miro.com/app/board/o9J_ksYpet0=/" TargetMode="External"/></Relationships>
</file>

<file path=ppt/slides/_rels/slide127.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127.xml"/><Relationship Id="rId1" Type="http://schemas.openxmlformats.org/officeDocument/2006/relationships/slideLayout" Target="../slideLayouts/slideLayout17.xml"/></Relationships>
</file>

<file path=ppt/slides/_rels/slide128.xml.rels><?xml version="1.0" encoding="UTF-8" standalone="yes"?>
<Relationships xmlns="http://schemas.openxmlformats.org/package/2006/relationships"><Relationship Id="rId3" Type="http://schemas.openxmlformats.org/officeDocument/2006/relationships/hyperlink" Target="https://es.lipsum.com/" TargetMode="External"/><Relationship Id="rId2" Type="http://schemas.openxmlformats.org/officeDocument/2006/relationships/notesSlide" Target="../notesSlides/notesSlide128.xml"/><Relationship Id="rId1" Type="http://schemas.openxmlformats.org/officeDocument/2006/relationships/slideLayout" Target="../slideLayouts/slideLayout17.xml"/></Relationships>
</file>

<file path=ppt/slides/_rels/slide129.xml.rels><?xml version="1.0" encoding="UTF-8" standalone="yes"?>
<Relationships xmlns="http://schemas.openxmlformats.org/package/2006/relationships"><Relationship Id="rId3" Type="http://schemas.openxmlformats.org/officeDocument/2006/relationships/hyperlink" Target="https://es.lipsum.com/" TargetMode="External"/><Relationship Id="rId2" Type="http://schemas.openxmlformats.org/officeDocument/2006/relationships/notesSlide" Target="../notesSlides/notesSlide129.xml"/><Relationship Id="rId1" Type="http://schemas.openxmlformats.org/officeDocument/2006/relationships/slideLayout" Target="../slideLayouts/slideLayout17.xml"/></Relationships>
</file>

<file path=ppt/slides/_rels/slide130.xml.rels><?xml version="1.0" encoding="UTF-8" standalone="yes"?>
<Relationships xmlns="http://schemas.openxmlformats.org/package/2006/relationships"><Relationship Id="rId3" Type="http://schemas.openxmlformats.org/officeDocument/2006/relationships/image" Target="../media/image132.gif"/><Relationship Id="rId2" Type="http://schemas.openxmlformats.org/officeDocument/2006/relationships/notesSlide" Target="../notesSlides/notesSlide130.xml"/><Relationship Id="rId1" Type="http://schemas.openxmlformats.org/officeDocument/2006/relationships/slideLayout" Target="../slideLayouts/slideLayout17.xml"/><Relationship Id="rId4" Type="http://schemas.openxmlformats.org/officeDocument/2006/relationships/image" Target="../media/image10.png"/></Relationships>
</file>

<file path=ppt/slides/_rels/slide131.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131.xml"/><Relationship Id="rId1" Type="http://schemas.openxmlformats.org/officeDocument/2006/relationships/slideLayout" Target="../slideLayouts/slideLayout1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7.xml"/></Relationships>
</file>

<file path=ppt/slides/_rels/slide133.xml.rels><?xml version="1.0" encoding="UTF-8" standalone="yes"?>
<Relationships xmlns="http://schemas.openxmlformats.org/package/2006/relationships"><Relationship Id="rId3" Type="http://schemas.openxmlformats.org/officeDocument/2006/relationships/image" Target="../media/image132.gif"/><Relationship Id="rId2" Type="http://schemas.openxmlformats.org/officeDocument/2006/relationships/notesSlide" Target="../notesSlides/notesSlide133.xml"/><Relationship Id="rId1" Type="http://schemas.openxmlformats.org/officeDocument/2006/relationships/slideLayout" Target="../slideLayouts/slideLayout17.xml"/><Relationship Id="rId4" Type="http://schemas.openxmlformats.org/officeDocument/2006/relationships/image" Target="../media/image10.png"/></Relationships>
</file>

<file path=ppt/slides/_rels/slide134.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134.xml"/><Relationship Id="rId1" Type="http://schemas.openxmlformats.org/officeDocument/2006/relationships/slideLayout" Target="../slideLayouts/slideLayout17.xml"/></Relationships>
</file>

<file path=ppt/slides/_rels/slide135.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35.xml"/><Relationship Id="rId1" Type="http://schemas.openxmlformats.org/officeDocument/2006/relationships/slideLayout" Target="../slideLayouts/slideLayout17.xml"/><Relationship Id="rId5" Type="http://schemas.openxmlformats.org/officeDocument/2006/relationships/hyperlink" Target="https://developer.mozilla.org/es/docs/Web/HTML/Elemento" TargetMode="External"/><Relationship Id="rId4" Type="http://schemas.openxmlformats.org/officeDocument/2006/relationships/hyperlink" Target="https://www.w3schools.com/html/" TargetMode="External"/></Relationships>
</file>

<file path=ppt/slides/_rels/slide13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36.xml"/><Relationship Id="rId1" Type="http://schemas.openxmlformats.org/officeDocument/2006/relationships/slideLayout" Target="../slideLayouts/slideLayout17.xml"/></Relationships>
</file>

<file path=ppt/slides/_rels/slide13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37.xml"/><Relationship Id="rId1" Type="http://schemas.openxmlformats.org/officeDocument/2006/relationships/slideLayout" Target="../slideLayouts/slideLayout17.xml"/><Relationship Id="rId4" Type="http://schemas.openxmlformats.org/officeDocument/2006/relationships/image" Target="../media/image153.png"/></Relationships>
</file>

<file path=ppt/slides/_rels/slide138.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138.xml"/><Relationship Id="rId1" Type="http://schemas.openxmlformats.org/officeDocument/2006/relationships/slideLayout" Target="../slideLayouts/slideLayout17.xml"/><Relationship Id="rId4" Type="http://schemas.openxmlformats.org/officeDocument/2006/relationships/image" Target="../media/image153.png"/></Relationships>
</file>

<file path=ppt/slides/_rels/slide139.xml.rels><?xml version="1.0" encoding="UTF-8" standalone="yes"?>
<Relationships xmlns="http://schemas.openxmlformats.org/package/2006/relationships"><Relationship Id="rId3" Type="http://schemas.openxmlformats.org/officeDocument/2006/relationships/image" Target="../media/image120.jpg"/><Relationship Id="rId2" Type="http://schemas.openxmlformats.org/officeDocument/2006/relationships/notesSlide" Target="../notesSlides/notesSlide139.xml"/><Relationship Id="rId1" Type="http://schemas.openxmlformats.org/officeDocument/2006/relationships/slideLayout" Target="../slideLayouts/slideLayout17.xml"/></Relationships>
</file>

<file path=ppt/slides/_rels/slide140.xml.rels><?xml version="1.0" encoding="UTF-8" standalone="yes"?>
<Relationships xmlns="http://schemas.openxmlformats.org/package/2006/relationships"><Relationship Id="rId3" Type="http://schemas.openxmlformats.org/officeDocument/2006/relationships/image" Target="../media/image120.jpg"/><Relationship Id="rId2" Type="http://schemas.openxmlformats.org/officeDocument/2006/relationships/notesSlide" Target="../notesSlides/notesSlide140.xml"/><Relationship Id="rId1" Type="http://schemas.openxmlformats.org/officeDocument/2006/relationships/slideLayout" Target="../slideLayouts/slideLayout1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1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1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17.xml"/></Relationships>
</file>

<file path=ppt/slides/_rels/slide144.xml.rels><?xml version="1.0" encoding="UTF-8" standalone="yes"?>
<Relationships xmlns="http://schemas.openxmlformats.org/package/2006/relationships"><Relationship Id="rId3" Type="http://schemas.openxmlformats.org/officeDocument/2006/relationships/image" Target="../media/image132.gif"/><Relationship Id="rId2" Type="http://schemas.openxmlformats.org/officeDocument/2006/relationships/notesSlide" Target="../notesSlides/notesSlide144.xml"/><Relationship Id="rId1" Type="http://schemas.openxmlformats.org/officeDocument/2006/relationships/slideLayout" Target="../slideLayouts/slideLayout17.xml"/><Relationship Id="rId4" Type="http://schemas.openxmlformats.org/officeDocument/2006/relationships/image" Target="../media/image10.png"/></Relationships>
</file>

<file path=ppt/slides/_rels/slide145.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45.xml"/><Relationship Id="rId1" Type="http://schemas.openxmlformats.org/officeDocument/2006/relationships/slideLayout" Target="../slideLayouts/slideLayout17.xml"/></Relationships>
</file>

<file path=ppt/slides/_rels/slide146.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46.xml"/><Relationship Id="rId1" Type="http://schemas.openxmlformats.org/officeDocument/2006/relationships/slideLayout" Target="../slideLayouts/slideLayout17.xml"/></Relationships>
</file>

<file path=ppt/slides/_rels/slide147.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147.xml"/><Relationship Id="rId1" Type="http://schemas.openxmlformats.org/officeDocument/2006/relationships/slideLayout" Target="../slideLayouts/slideLayout17.xml"/><Relationship Id="rId5" Type="http://schemas.openxmlformats.org/officeDocument/2006/relationships/image" Target="../media/image105.png"/><Relationship Id="rId4" Type="http://schemas.openxmlformats.org/officeDocument/2006/relationships/hyperlink" Target="https://miro.com/app/board/o9J_ksYpet0=/" TargetMode="External"/></Relationships>
</file>

<file path=ppt/slides/_rels/slide148.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148.xml"/><Relationship Id="rId1" Type="http://schemas.openxmlformats.org/officeDocument/2006/relationships/slideLayout" Target="../slideLayouts/slideLayout17.xml"/><Relationship Id="rId5" Type="http://schemas.openxmlformats.org/officeDocument/2006/relationships/image" Target="../media/image105.png"/><Relationship Id="rId4" Type="http://schemas.openxmlformats.org/officeDocument/2006/relationships/hyperlink" Target="https://miro.com/app/board/o9J_ksYpet0=/" TargetMode="External"/></Relationships>
</file>

<file path=ppt/slides/_rels/slide149.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49.xml"/><Relationship Id="rId1" Type="http://schemas.openxmlformats.org/officeDocument/2006/relationships/slideLayout" Target="../slideLayouts/slideLayout17.xml"/><Relationship Id="rId5" Type="http://schemas.openxmlformats.org/officeDocument/2006/relationships/image" Target="../media/image105.png"/><Relationship Id="rId4" Type="http://schemas.openxmlformats.org/officeDocument/2006/relationships/hyperlink" Target="https://miro.com/app/board/o9J_ksYpet0=/" TargetMode="External"/></Relationships>
</file>

<file path=ppt/slides/_rels/slide150.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50.xml"/><Relationship Id="rId1" Type="http://schemas.openxmlformats.org/officeDocument/2006/relationships/slideLayout" Target="../slideLayouts/slideLayout17.xml"/><Relationship Id="rId5" Type="http://schemas.openxmlformats.org/officeDocument/2006/relationships/image" Target="../media/image105.png"/><Relationship Id="rId4" Type="http://schemas.openxmlformats.org/officeDocument/2006/relationships/hyperlink" Target="https://miro.com/app/board/o9J_ksYpet0=/" TargetMode="External"/></Relationships>
</file>

<file path=ppt/slides/_rels/slide151.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151.xml"/><Relationship Id="rId1" Type="http://schemas.openxmlformats.org/officeDocument/2006/relationships/slideLayout" Target="../slideLayouts/slideLayout17.xml"/><Relationship Id="rId4" Type="http://schemas.openxmlformats.org/officeDocument/2006/relationships/comments" Target="../comments/comment7.xml"/></Relationships>
</file>

<file path=ppt/slides/_rels/slide152.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52.xml"/><Relationship Id="rId1" Type="http://schemas.openxmlformats.org/officeDocument/2006/relationships/slideLayout" Target="../slideLayouts/slideLayout17.xml"/><Relationship Id="rId5" Type="http://schemas.openxmlformats.org/officeDocument/2006/relationships/hyperlink" Target="https://developer.mozilla.org/es/docs/Web/HTML/Elemento" TargetMode="External"/><Relationship Id="rId4" Type="http://schemas.openxmlformats.org/officeDocument/2006/relationships/hyperlink" Target="https://www.w3schools.com/html/" TargetMode="External"/></Relationships>
</file>

<file path=ppt/slides/_rels/slide153.xml.rels><?xml version="1.0" encoding="UTF-8" standalone="yes"?>
<Relationships xmlns="http://schemas.openxmlformats.org/package/2006/relationships"><Relationship Id="rId3" Type="http://schemas.openxmlformats.org/officeDocument/2006/relationships/hyperlink" Target="https://roadmap.sh/frontend" TargetMode="External"/><Relationship Id="rId2" Type="http://schemas.openxmlformats.org/officeDocument/2006/relationships/notesSlide" Target="../notesSlides/notesSlide15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4.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54.xml"/><Relationship Id="rId1" Type="http://schemas.openxmlformats.org/officeDocument/2006/relationships/slideLayout" Target="../slideLayouts/slideLayout1.xml"/><Relationship Id="rId5" Type="http://schemas.openxmlformats.org/officeDocument/2006/relationships/image" Target="../media/image162.png"/><Relationship Id="rId4" Type="http://schemas.openxmlformats.org/officeDocument/2006/relationships/image" Target="../media/image161.png"/></Relationships>
</file>

<file path=ppt/slides/_rels/slide155.xml.rels><?xml version="1.0" encoding="UTF-8" standalone="yes"?>
<Relationships xmlns="http://schemas.openxmlformats.org/package/2006/relationships"><Relationship Id="rId3" Type="http://schemas.openxmlformats.org/officeDocument/2006/relationships/image" Target="../media/image163.jpeg"/><Relationship Id="rId2" Type="http://schemas.openxmlformats.org/officeDocument/2006/relationships/notesSlide" Target="../notesSlides/notesSlide155.xml"/><Relationship Id="rId1" Type="http://schemas.openxmlformats.org/officeDocument/2006/relationships/slideLayout" Target="../slideLayouts/slideLayout3.xml"/><Relationship Id="rId5" Type="http://schemas.openxmlformats.org/officeDocument/2006/relationships/image" Target="../media/image165.png"/><Relationship Id="rId4" Type="http://schemas.openxmlformats.org/officeDocument/2006/relationships/image" Target="../media/image164.jpeg"/></Relationships>
</file>

<file path=ppt/slides/_rels/slide15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5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jpg"/></Relationships>
</file>

<file path=ppt/slides/_rels/slide1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7.xml"/><Relationship Id="rId1" Type="http://schemas.openxmlformats.org/officeDocument/2006/relationships/slideLayout" Target="../slideLayouts/slideLayout2.xml"/><Relationship Id="rId4" Type="http://schemas.openxmlformats.org/officeDocument/2006/relationships/comments" Target="../comments/comment8.xml"/></Relationships>
</file>

<file path=ppt/slides/_rels/slide158.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158.xml"/><Relationship Id="rId1" Type="http://schemas.openxmlformats.org/officeDocument/2006/relationships/slideLayout" Target="../slideLayouts/slideLayout17.xml"/></Relationships>
</file>

<file path=ppt/slides/_rels/slide159.xml.rels><?xml version="1.0" encoding="UTF-8" standalone="yes"?>
<Relationships xmlns="http://schemas.openxmlformats.org/package/2006/relationships"><Relationship Id="rId3" Type="http://schemas.openxmlformats.org/officeDocument/2006/relationships/image" Target="../media/image167.jpg"/><Relationship Id="rId2" Type="http://schemas.openxmlformats.org/officeDocument/2006/relationships/notesSlide" Target="../notesSlides/notesSlide159.xml"/><Relationship Id="rId1" Type="http://schemas.openxmlformats.org/officeDocument/2006/relationships/slideLayout" Target="../slideLayouts/slideLayout19.xml"/><Relationship Id="rId4" Type="http://schemas.openxmlformats.org/officeDocument/2006/relationships/image" Target="../media/image163.jpeg"/></Relationships>
</file>

<file path=ppt/slides/_rels/slide160.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160.xml"/><Relationship Id="rId1" Type="http://schemas.openxmlformats.org/officeDocument/2006/relationships/slideLayout" Target="../slideLayouts/slideLayout17.xml"/></Relationships>
</file>

<file path=ppt/slides/_rels/slide161.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161.xml"/><Relationship Id="rId1" Type="http://schemas.openxmlformats.org/officeDocument/2006/relationships/slideLayout" Target="../slideLayouts/slideLayout19.xml"/><Relationship Id="rId4" Type="http://schemas.openxmlformats.org/officeDocument/2006/relationships/image" Target="../media/image120.jpg"/></Relationships>
</file>

<file path=ppt/slides/_rels/slide16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2.xml"/><Relationship Id="rId1" Type="http://schemas.openxmlformats.org/officeDocument/2006/relationships/slideLayout" Target="../slideLayouts/slideLayout17.xml"/></Relationships>
</file>

<file path=ppt/slides/_rels/slide163.xml.rels><?xml version="1.0" encoding="UTF-8" standalone="yes"?>
<Relationships xmlns="http://schemas.openxmlformats.org/package/2006/relationships"><Relationship Id="rId3" Type="http://schemas.openxmlformats.org/officeDocument/2006/relationships/image" Target="../media/image163.jpeg"/><Relationship Id="rId2" Type="http://schemas.openxmlformats.org/officeDocument/2006/relationships/notesSlide" Target="../notesSlides/notesSlide163.xml"/><Relationship Id="rId1" Type="http://schemas.openxmlformats.org/officeDocument/2006/relationships/slideLayout" Target="../slideLayouts/slideLayout19.xml"/><Relationship Id="rId4" Type="http://schemas.openxmlformats.org/officeDocument/2006/relationships/image" Target="../media/image167.jpg"/></Relationships>
</file>

<file path=ppt/slides/_rels/slide164.xml.rels><?xml version="1.0" encoding="UTF-8" standalone="yes"?>
<Relationships xmlns="http://schemas.openxmlformats.org/package/2006/relationships"><Relationship Id="rId3" Type="http://schemas.openxmlformats.org/officeDocument/2006/relationships/image" Target="../media/image163.jpeg"/><Relationship Id="rId2" Type="http://schemas.openxmlformats.org/officeDocument/2006/relationships/notesSlide" Target="../notesSlides/notesSlide164.xml"/><Relationship Id="rId1" Type="http://schemas.openxmlformats.org/officeDocument/2006/relationships/slideLayout" Target="../slideLayouts/slideLayout19.xml"/><Relationship Id="rId5" Type="http://schemas.openxmlformats.org/officeDocument/2006/relationships/image" Target="../media/image169.png"/><Relationship Id="rId4" Type="http://schemas.openxmlformats.org/officeDocument/2006/relationships/image" Target="../media/image167.jpg"/></Relationships>
</file>

<file path=ppt/slides/_rels/slide165.xml.rels><?xml version="1.0" encoding="UTF-8" standalone="yes"?>
<Relationships xmlns="http://schemas.openxmlformats.org/package/2006/relationships"><Relationship Id="rId3" Type="http://schemas.openxmlformats.org/officeDocument/2006/relationships/image" Target="../media/image170.jpg"/><Relationship Id="rId2" Type="http://schemas.openxmlformats.org/officeDocument/2006/relationships/notesSlide" Target="../notesSlides/notesSlide165.xml"/><Relationship Id="rId1" Type="http://schemas.openxmlformats.org/officeDocument/2006/relationships/slideLayout" Target="../slideLayouts/slideLayout17.xml"/></Relationships>
</file>

<file path=ppt/slides/_rels/slide166.xml.rels><?xml version="1.0" encoding="UTF-8" standalone="yes"?>
<Relationships xmlns="http://schemas.openxmlformats.org/package/2006/relationships"><Relationship Id="rId3" Type="http://schemas.openxmlformats.org/officeDocument/2006/relationships/image" Target="../media/image170.jpg"/><Relationship Id="rId2" Type="http://schemas.openxmlformats.org/officeDocument/2006/relationships/notesSlide" Target="../notesSlides/notesSlide166.xml"/><Relationship Id="rId1" Type="http://schemas.openxmlformats.org/officeDocument/2006/relationships/slideLayout" Target="../slideLayouts/slideLayout17.xml"/></Relationships>
</file>

<file path=ppt/slides/_rels/slide167.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167.xml"/><Relationship Id="rId1" Type="http://schemas.openxmlformats.org/officeDocument/2006/relationships/slideLayout" Target="../slideLayouts/slideLayout17.xml"/></Relationships>
</file>

<file path=ppt/slides/_rels/slide168.xml.rels><?xml version="1.0" encoding="UTF-8" standalone="yes"?>
<Relationships xmlns="http://schemas.openxmlformats.org/package/2006/relationships"><Relationship Id="rId3" Type="http://schemas.openxmlformats.org/officeDocument/2006/relationships/image" Target="../media/image170.jpg"/><Relationship Id="rId2" Type="http://schemas.openxmlformats.org/officeDocument/2006/relationships/notesSlide" Target="../notesSlides/notesSlide168.xml"/><Relationship Id="rId1" Type="http://schemas.openxmlformats.org/officeDocument/2006/relationships/slideLayout" Target="../slideLayouts/slideLayout17.xml"/></Relationships>
</file>

<file path=ppt/slides/_rels/slide16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69.xml"/><Relationship Id="rId1" Type="http://schemas.openxmlformats.org/officeDocument/2006/relationships/slideLayout" Target="../slideLayouts/slideLayout19.xml"/></Relationships>
</file>

<file path=ppt/slides/_rels/slide170.xml.rels><?xml version="1.0" encoding="UTF-8" standalone="yes"?>
<Relationships xmlns="http://schemas.openxmlformats.org/package/2006/relationships"><Relationship Id="rId3" Type="http://schemas.openxmlformats.org/officeDocument/2006/relationships/image" Target="../media/image172.jpg"/><Relationship Id="rId2" Type="http://schemas.openxmlformats.org/officeDocument/2006/relationships/notesSlide" Target="../notesSlides/notesSlide170.xml"/><Relationship Id="rId1" Type="http://schemas.openxmlformats.org/officeDocument/2006/relationships/slideLayout" Target="../slideLayouts/slideLayout19.xml"/></Relationships>
</file>

<file path=ppt/slides/_rels/slide171.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171.xml"/><Relationship Id="rId1" Type="http://schemas.openxmlformats.org/officeDocument/2006/relationships/slideLayout" Target="../slideLayouts/slideLayout17.xml"/><Relationship Id="rId4" Type="http://schemas.openxmlformats.org/officeDocument/2006/relationships/image" Target="../media/image174.png"/></Relationships>
</file>

<file path=ppt/slides/_rels/slide172.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172.xml"/><Relationship Id="rId1" Type="http://schemas.openxmlformats.org/officeDocument/2006/relationships/slideLayout" Target="../slideLayouts/slideLayout17.xml"/><Relationship Id="rId4" Type="http://schemas.openxmlformats.org/officeDocument/2006/relationships/image" Target="../media/image174.png"/></Relationships>
</file>

<file path=ppt/slides/_rels/slide173.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173.xml"/><Relationship Id="rId1" Type="http://schemas.openxmlformats.org/officeDocument/2006/relationships/slideLayout" Target="../slideLayouts/slideLayout28.xml"/></Relationships>
</file>

<file path=ppt/slides/_rels/slide174.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174.xml"/><Relationship Id="rId1" Type="http://schemas.openxmlformats.org/officeDocument/2006/relationships/slideLayout" Target="../slideLayouts/slideLayout17.xml"/></Relationships>
</file>

<file path=ppt/slides/_rels/slide175.xml.rels><?xml version="1.0" encoding="UTF-8" standalone="yes"?>
<Relationships xmlns="http://schemas.openxmlformats.org/package/2006/relationships"><Relationship Id="rId3" Type="http://schemas.openxmlformats.org/officeDocument/2006/relationships/image" Target="../media/image177.jpg"/><Relationship Id="rId2" Type="http://schemas.openxmlformats.org/officeDocument/2006/relationships/notesSlide" Target="../notesSlides/notesSlide175.xml"/><Relationship Id="rId1" Type="http://schemas.openxmlformats.org/officeDocument/2006/relationships/slideLayout" Target="../slideLayouts/slideLayout28.xml"/><Relationship Id="rId4" Type="http://schemas.openxmlformats.org/officeDocument/2006/relationships/comments" Target="../comments/comment9.xml"/></Relationships>
</file>

<file path=ppt/slides/_rels/slide17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6.xml"/><Relationship Id="rId1" Type="http://schemas.openxmlformats.org/officeDocument/2006/relationships/slideLayout" Target="../slideLayouts/slideLayout28.xml"/><Relationship Id="rId4" Type="http://schemas.openxmlformats.org/officeDocument/2006/relationships/image" Target="../media/image178.png"/></Relationships>
</file>

<file path=ppt/slides/_rels/slide177.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notesSlide" Target="../notesSlides/notesSlide177.xml"/><Relationship Id="rId1" Type="http://schemas.openxmlformats.org/officeDocument/2006/relationships/slideLayout" Target="../slideLayouts/slideLayout28.xml"/><Relationship Id="rId5" Type="http://schemas.openxmlformats.org/officeDocument/2006/relationships/image" Target="../media/image180.png"/><Relationship Id="rId4" Type="http://schemas.openxmlformats.org/officeDocument/2006/relationships/image" Target="../media/image179.png"/></Relationships>
</file>

<file path=ppt/slides/_rels/slide178.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notesSlide" Target="../notesSlides/notesSlide178.xml"/><Relationship Id="rId1" Type="http://schemas.openxmlformats.org/officeDocument/2006/relationships/slideLayout" Target="../slideLayouts/slideLayout28.xml"/></Relationships>
</file>

<file path=ppt/slides/_rels/slide179.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notesSlide" Target="../notesSlides/notesSlide179.xml"/><Relationship Id="rId1" Type="http://schemas.openxmlformats.org/officeDocument/2006/relationships/slideLayout" Target="../slideLayouts/slideLayout28.xml"/><Relationship Id="rId4" Type="http://schemas.openxmlformats.org/officeDocument/2006/relationships/image" Target="../media/image10.png"/></Relationships>
</file>

<file path=ppt/slides/_rels/slide180.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notesSlide" Target="../notesSlides/notesSlide180.xml"/><Relationship Id="rId1" Type="http://schemas.openxmlformats.org/officeDocument/2006/relationships/slideLayout" Target="../slideLayouts/slideLayout28.xml"/><Relationship Id="rId4" Type="http://schemas.openxmlformats.org/officeDocument/2006/relationships/image" Target="../media/image10.png"/></Relationships>
</file>

<file path=ppt/slides/_rels/slide181.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181.xml"/><Relationship Id="rId1" Type="http://schemas.openxmlformats.org/officeDocument/2006/relationships/slideLayout" Target="../slideLayouts/slideLayout29.xml"/></Relationships>
</file>

<file path=ppt/slides/_rels/slide182.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182.xml"/><Relationship Id="rId1" Type="http://schemas.openxmlformats.org/officeDocument/2006/relationships/slideLayout" Target="../slideLayouts/slideLayout29.xml"/></Relationships>
</file>

<file path=ppt/slides/_rels/slide183.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183.xml"/><Relationship Id="rId1" Type="http://schemas.openxmlformats.org/officeDocument/2006/relationships/slideLayout" Target="../slideLayouts/slideLayout29.xml"/></Relationships>
</file>

<file path=ppt/slides/_rels/slide184.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184.xml"/><Relationship Id="rId1" Type="http://schemas.openxmlformats.org/officeDocument/2006/relationships/slideLayout" Target="../slideLayouts/slideLayout29.xml"/></Relationships>
</file>

<file path=ppt/slides/_rels/slide185.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185.xml"/><Relationship Id="rId1" Type="http://schemas.openxmlformats.org/officeDocument/2006/relationships/slideLayout" Target="../slideLayouts/slideLayout29.xml"/></Relationships>
</file>

<file path=ppt/slides/_rels/slide186.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notesSlide" Target="../notesSlides/notesSlide186.xml"/><Relationship Id="rId1" Type="http://schemas.openxmlformats.org/officeDocument/2006/relationships/slideLayout" Target="../slideLayouts/slideLayout28.xml"/></Relationships>
</file>

<file path=ppt/slides/_rels/slide18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87.xml"/><Relationship Id="rId1" Type="http://schemas.openxmlformats.org/officeDocument/2006/relationships/slideLayout" Target="../slideLayouts/slideLayout28.xml"/><Relationship Id="rId4" Type="http://schemas.openxmlformats.org/officeDocument/2006/relationships/image" Target="../media/image184.png"/></Relationships>
</file>

<file path=ppt/slides/_rels/slide188.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notesSlide" Target="../notesSlides/notesSlide188.xml"/><Relationship Id="rId1" Type="http://schemas.openxmlformats.org/officeDocument/2006/relationships/slideLayout" Target="../slideLayouts/slideLayout28.xml"/></Relationships>
</file>

<file path=ppt/slides/_rels/slide18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89.xml"/><Relationship Id="rId1" Type="http://schemas.openxmlformats.org/officeDocument/2006/relationships/slideLayout" Target="../slideLayouts/slideLayout28.xml"/><Relationship Id="rId4" Type="http://schemas.openxmlformats.org/officeDocument/2006/relationships/image" Target="../media/image184.png"/></Relationships>
</file>

<file path=ppt/slides/_rels/slide190.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notesSlide" Target="../notesSlides/notesSlide190.xml"/><Relationship Id="rId1" Type="http://schemas.openxmlformats.org/officeDocument/2006/relationships/slideLayout" Target="../slideLayouts/slideLayout28.xml"/></Relationships>
</file>

<file path=ppt/slides/_rels/slide19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91.xml"/><Relationship Id="rId1" Type="http://schemas.openxmlformats.org/officeDocument/2006/relationships/slideLayout" Target="../slideLayouts/slideLayout28.xml"/><Relationship Id="rId4" Type="http://schemas.openxmlformats.org/officeDocument/2006/relationships/image" Target="../media/image184.png"/></Relationships>
</file>

<file path=ppt/slides/_rels/slide192.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notesSlide" Target="../notesSlides/notesSlide192.xml"/><Relationship Id="rId1" Type="http://schemas.openxmlformats.org/officeDocument/2006/relationships/slideLayout" Target="../slideLayouts/slideLayout28.xml"/></Relationships>
</file>

<file path=ppt/slides/_rels/slide19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93.xml"/><Relationship Id="rId1" Type="http://schemas.openxmlformats.org/officeDocument/2006/relationships/slideLayout" Target="../slideLayouts/slideLayout28.xml"/><Relationship Id="rId4" Type="http://schemas.openxmlformats.org/officeDocument/2006/relationships/image" Target="../media/image184.png"/></Relationships>
</file>

<file path=ppt/slides/_rels/slide194.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notesSlide" Target="../notesSlides/notesSlide194.xml"/><Relationship Id="rId1" Type="http://schemas.openxmlformats.org/officeDocument/2006/relationships/slideLayout" Target="../slideLayouts/slideLayout28.xml"/></Relationships>
</file>

<file path=ppt/slides/_rels/slide19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95.xml"/><Relationship Id="rId1" Type="http://schemas.openxmlformats.org/officeDocument/2006/relationships/slideLayout" Target="../slideLayouts/slideLayout28.xml"/><Relationship Id="rId4" Type="http://schemas.openxmlformats.org/officeDocument/2006/relationships/image" Target="../media/image184.png"/></Relationships>
</file>

<file path=ppt/slides/_rels/slide196.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notesSlide" Target="../notesSlides/notesSlide196.xml"/><Relationship Id="rId1" Type="http://schemas.openxmlformats.org/officeDocument/2006/relationships/slideLayout" Target="../slideLayouts/slideLayout28.xml"/></Relationships>
</file>

<file path=ppt/slides/_rels/slide19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97.xml"/><Relationship Id="rId1" Type="http://schemas.openxmlformats.org/officeDocument/2006/relationships/slideLayout" Target="../slideLayouts/slideLayout28.xml"/><Relationship Id="rId4" Type="http://schemas.openxmlformats.org/officeDocument/2006/relationships/image" Target="../media/image184.png"/></Relationships>
</file>

<file path=ppt/slides/_rels/slide198.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notesSlide" Target="../notesSlides/notesSlide198.xml"/><Relationship Id="rId1" Type="http://schemas.openxmlformats.org/officeDocument/2006/relationships/slideLayout" Target="../slideLayouts/slideLayout28.xml"/></Relationships>
</file>

<file path=ppt/slides/_rels/slide199.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199.xml"/><Relationship Id="rId1" Type="http://schemas.openxmlformats.org/officeDocument/2006/relationships/slideLayout" Target="../slideLayouts/slideLayout29.xml"/></Relationships>
</file>

<file path=ppt/slides/_rels/slide200.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200.xml"/><Relationship Id="rId1" Type="http://schemas.openxmlformats.org/officeDocument/2006/relationships/slideLayout" Target="../slideLayouts/slideLayout29.xml"/></Relationships>
</file>

<file path=ppt/slides/_rels/slide201.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201.xml"/><Relationship Id="rId1" Type="http://schemas.openxmlformats.org/officeDocument/2006/relationships/slideLayout" Target="../slideLayouts/slideLayout29.xml"/></Relationships>
</file>

<file path=ppt/slides/_rels/slide20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02.xml"/><Relationship Id="rId1" Type="http://schemas.openxmlformats.org/officeDocument/2006/relationships/slideLayout" Target="../slideLayouts/slideLayout28.xml"/></Relationships>
</file>

<file path=ppt/slides/_rels/slide203.xml.rels><?xml version="1.0" encoding="UTF-8" standalone="yes"?>
<Relationships xmlns="http://schemas.openxmlformats.org/package/2006/relationships"><Relationship Id="rId3" Type="http://schemas.openxmlformats.org/officeDocument/2006/relationships/image" Target="../media/image185.png"/><Relationship Id="rId2" Type="http://schemas.openxmlformats.org/officeDocument/2006/relationships/notesSlide" Target="../notesSlides/notesSlide203.xml"/><Relationship Id="rId1" Type="http://schemas.openxmlformats.org/officeDocument/2006/relationships/slideLayout" Target="../slideLayouts/slideLayout28.xml"/><Relationship Id="rId5" Type="http://schemas.openxmlformats.org/officeDocument/2006/relationships/image" Target="../media/image10.png"/><Relationship Id="rId4" Type="http://schemas.openxmlformats.org/officeDocument/2006/relationships/image" Target="../media/image186.png"/></Relationships>
</file>

<file path=ppt/slides/_rels/slide204.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notesSlide" Target="../notesSlides/notesSlide204.xml"/><Relationship Id="rId1" Type="http://schemas.openxmlformats.org/officeDocument/2006/relationships/slideLayout" Target="../slideLayouts/slideLayout28.xml"/><Relationship Id="rId4" Type="http://schemas.openxmlformats.org/officeDocument/2006/relationships/image" Target="../media/image10.png"/></Relationships>
</file>

<file path=ppt/slides/_rels/slide205.xml.rels><?xml version="1.0" encoding="UTF-8" standalone="yes"?>
<Relationships xmlns="http://schemas.openxmlformats.org/package/2006/relationships"><Relationship Id="rId3" Type="http://schemas.openxmlformats.org/officeDocument/2006/relationships/image" Target="../media/image185.png"/><Relationship Id="rId2" Type="http://schemas.openxmlformats.org/officeDocument/2006/relationships/notesSlide" Target="../notesSlides/notesSlide205.xml"/><Relationship Id="rId1" Type="http://schemas.openxmlformats.org/officeDocument/2006/relationships/slideLayout" Target="../slideLayouts/slideLayout28.xml"/><Relationship Id="rId4" Type="http://schemas.openxmlformats.org/officeDocument/2006/relationships/image" Target="../media/image10.png"/></Relationships>
</file>

<file path=ppt/slides/_rels/slide206.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notesSlide" Target="../notesSlides/notesSlide206.xml"/><Relationship Id="rId1" Type="http://schemas.openxmlformats.org/officeDocument/2006/relationships/slideLayout" Target="../slideLayouts/slideLayout29.xml"/></Relationships>
</file>

<file path=ppt/slides/_rels/slide20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07.xml"/><Relationship Id="rId1" Type="http://schemas.openxmlformats.org/officeDocument/2006/relationships/slideLayout" Target="../slideLayouts/slideLayout28.xml"/></Relationships>
</file>

<file path=ppt/slides/_rels/slide208.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208.xml"/><Relationship Id="rId1" Type="http://schemas.openxmlformats.org/officeDocument/2006/relationships/slideLayout" Target="../slideLayouts/slideLayout28.xml"/></Relationships>
</file>

<file path=ppt/slides/_rels/slide209.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209.xml"/><Relationship Id="rId1" Type="http://schemas.openxmlformats.org/officeDocument/2006/relationships/slideLayout" Target="../slideLayouts/slideLayout28.xml"/></Relationships>
</file>

<file path=ppt/slides/_rels/slide210.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210.xml"/><Relationship Id="rId1" Type="http://schemas.openxmlformats.org/officeDocument/2006/relationships/slideLayout" Target="../slideLayouts/slideLayout28.xml"/><Relationship Id="rId4" Type="http://schemas.openxmlformats.org/officeDocument/2006/relationships/image" Target="../media/image188.png"/></Relationships>
</file>

<file path=ppt/slides/_rels/slide211.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211.xml"/><Relationship Id="rId1" Type="http://schemas.openxmlformats.org/officeDocument/2006/relationships/slideLayout" Target="../slideLayouts/slideLayout28.xml"/></Relationships>
</file>

<file path=ppt/slides/_rels/slide212.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212.xml"/><Relationship Id="rId1" Type="http://schemas.openxmlformats.org/officeDocument/2006/relationships/slideLayout" Target="../slideLayouts/slideLayout28.xml"/></Relationships>
</file>

<file path=ppt/slides/_rels/slide213.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213.xml"/><Relationship Id="rId1" Type="http://schemas.openxmlformats.org/officeDocument/2006/relationships/slideLayout" Target="../slideLayouts/slideLayout28.xml"/></Relationships>
</file>

<file path=ppt/slides/_rels/slide214.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214.xml"/><Relationship Id="rId1" Type="http://schemas.openxmlformats.org/officeDocument/2006/relationships/slideLayout" Target="../slideLayouts/slideLayout28.xml"/></Relationships>
</file>

<file path=ppt/slides/_rels/slide215.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215.xml"/><Relationship Id="rId1" Type="http://schemas.openxmlformats.org/officeDocument/2006/relationships/slideLayout" Target="../slideLayouts/slideLayout28.xml"/></Relationships>
</file>

<file path=ppt/slides/_rels/slide216.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216.xml"/><Relationship Id="rId1" Type="http://schemas.openxmlformats.org/officeDocument/2006/relationships/slideLayout" Target="../slideLayouts/slideLayout28.xml"/><Relationship Id="rId4" Type="http://schemas.openxmlformats.org/officeDocument/2006/relationships/image" Target="../media/image188.png"/></Relationships>
</file>

<file path=ppt/slides/_rels/slide217.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217.xml"/><Relationship Id="rId1" Type="http://schemas.openxmlformats.org/officeDocument/2006/relationships/slideLayout" Target="../slideLayouts/slideLayout28.xml"/></Relationships>
</file>

<file path=ppt/slides/_rels/slide218.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218.xml"/><Relationship Id="rId1" Type="http://schemas.openxmlformats.org/officeDocument/2006/relationships/slideLayout" Target="../slideLayouts/slideLayout28.xml"/><Relationship Id="rId4" Type="http://schemas.openxmlformats.org/officeDocument/2006/relationships/image" Target="../media/image188.png"/></Relationships>
</file>

<file path=ppt/slides/_rels/slide219.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219.xml"/><Relationship Id="rId1" Type="http://schemas.openxmlformats.org/officeDocument/2006/relationships/slideLayout" Target="../slideLayouts/slideLayout28.xml"/></Relationships>
</file>

<file path=ppt/slides/_rels/slide22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20.xml"/><Relationship Id="rId1" Type="http://schemas.openxmlformats.org/officeDocument/2006/relationships/slideLayout" Target="../slideLayouts/slideLayout28.xml"/></Relationships>
</file>

<file path=ppt/slides/_rels/slide221.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notesSlide" Target="../notesSlides/notesSlide221.xml"/><Relationship Id="rId1" Type="http://schemas.openxmlformats.org/officeDocument/2006/relationships/slideLayout" Target="../slideLayouts/slideLayout29.xml"/></Relationships>
</file>

<file path=ppt/slides/_rels/slide222.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notesSlide" Target="../notesSlides/notesSlide222.xml"/><Relationship Id="rId1" Type="http://schemas.openxmlformats.org/officeDocument/2006/relationships/slideLayout" Target="../slideLayouts/slideLayout29.xml"/></Relationships>
</file>

<file path=ppt/slides/_rels/slide223.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notesSlide" Target="../notesSlides/notesSlide223.xml"/><Relationship Id="rId1" Type="http://schemas.openxmlformats.org/officeDocument/2006/relationships/slideLayout" Target="../slideLayouts/slideLayout29.xml"/></Relationships>
</file>

<file path=ppt/slides/_rels/slide224.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notesSlide" Target="../notesSlides/notesSlide224.xml"/><Relationship Id="rId1" Type="http://schemas.openxmlformats.org/officeDocument/2006/relationships/slideLayout" Target="../slideLayouts/slideLayout29.xml"/></Relationships>
</file>

<file path=ppt/slides/_rels/slide225.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notesSlide" Target="../notesSlides/notesSlide225.xml"/><Relationship Id="rId1" Type="http://schemas.openxmlformats.org/officeDocument/2006/relationships/slideLayout" Target="../slideLayouts/slideLayout29.xml"/></Relationships>
</file>

<file path=ppt/slides/_rels/slide226.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notesSlide" Target="../notesSlides/notesSlide226.xml"/><Relationship Id="rId1" Type="http://schemas.openxmlformats.org/officeDocument/2006/relationships/slideLayout" Target="../slideLayouts/slideLayout29.xml"/></Relationships>
</file>

<file path=ppt/slides/_rels/slide227.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notesSlide" Target="../notesSlides/notesSlide227.xml"/><Relationship Id="rId1" Type="http://schemas.openxmlformats.org/officeDocument/2006/relationships/slideLayout" Target="../slideLayouts/slideLayout29.xml"/></Relationships>
</file>

<file path=ppt/slides/_rels/slide228.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notesSlide" Target="../notesSlides/notesSlide228.xml"/><Relationship Id="rId1" Type="http://schemas.openxmlformats.org/officeDocument/2006/relationships/slideLayout" Target="../slideLayouts/slideLayout29.xml"/></Relationships>
</file>

<file path=ppt/slides/_rels/slide22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229.xml"/><Relationship Id="rId1" Type="http://schemas.openxmlformats.org/officeDocument/2006/relationships/slideLayout" Target="../slideLayouts/slideLayout29.xml"/></Relationships>
</file>

<file path=ppt/slides/_rels/slide230.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notesSlide" Target="../notesSlides/notesSlide230.xml"/><Relationship Id="rId1" Type="http://schemas.openxmlformats.org/officeDocument/2006/relationships/slideLayout" Target="../slideLayouts/slideLayout29.xml"/></Relationships>
</file>

<file path=ppt/slides/_rels/slide231.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notesSlide" Target="../notesSlides/notesSlide231.xml"/><Relationship Id="rId1" Type="http://schemas.openxmlformats.org/officeDocument/2006/relationships/slideLayout" Target="../slideLayouts/slideLayout29.xml"/></Relationships>
</file>

<file path=ppt/slides/_rels/slide23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32.xml"/><Relationship Id="rId1" Type="http://schemas.openxmlformats.org/officeDocument/2006/relationships/slideLayout" Target="../slideLayouts/slideLayout28.xml"/></Relationships>
</file>

<file path=ppt/slides/_rels/slide233.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233.xml"/><Relationship Id="rId1" Type="http://schemas.openxmlformats.org/officeDocument/2006/relationships/slideLayout" Target="../slideLayouts/slideLayout28.xml"/><Relationship Id="rId5" Type="http://schemas.openxmlformats.org/officeDocument/2006/relationships/image" Target="../media/image160.png"/><Relationship Id="rId4" Type="http://schemas.openxmlformats.org/officeDocument/2006/relationships/image" Target="../media/image193.png"/></Relationships>
</file>

<file path=ppt/slides/_rels/slide234.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234.xml"/><Relationship Id="rId1" Type="http://schemas.openxmlformats.org/officeDocument/2006/relationships/slideLayout" Target="../slideLayouts/slideLayout28.xml"/><Relationship Id="rId5" Type="http://schemas.openxmlformats.org/officeDocument/2006/relationships/image" Target="../media/image160.png"/><Relationship Id="rId4" Type="http://schemas.openxmlformats.org/officeDocument/2006/relationships/image" Target="../media/image193.png"/></Relationships>
</file>

<file path=ppt/slides/_rels/slide235.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35.xml"/><Relationship Id="rId1" Type="http://schemas.openxmlformats.org/officeDocument/2006/relationships/slideLayout" Target="../slideLayouts/slideLayout28.xml"/><Relationship Id="rId6" Type="http://schemas.openxmlformats.org/officeDocument/2006/relationships/image" Target="../media/image160.png"/><Relationship Id="rId5" Type="http://schemas.openxmlformats.org/officeDocument/2006/relationships/image" Target="../media/image193.png"/><Relationship Id="rId4" Type="http://schemas.openxmlformats.org/officeDocument/2006/relationships/image" Target="../media/image161.png"/></Relationships>
</file>

<file path=ppt/slides/_rels/slide236.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236.xml"/><Relationship Id="rId1" Type="http://schemas.openxmlformats.org/officeDocument/2006/relationships/slideLayout" Target="../slideLayouts/slideLayout28.xml"/><Relationship Id="rId5" Type="http://schemas.openxmlformats.org/officeDocument/2006/relationships/image" Target="../media/image160.png"/><Relationship Id="rId4" Type="http://schemas.openxmlformats.org/officeDocument/2006/relationships/image" Target="../media/image193.png"/></Relationships>
</file>

<file path=ppt/slides/_rels/slide237.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37.xml"/><Relationship Id="rId1" Type="http://schemas.openxmlformats.org/officeDocument/2006/relationships/slideLayout" Target="../slideLayouts/slideLayout28.xml"/><Relationship Id="rId6" Type="http://schemas.openxmlformats.org/officeDocument/2006/relationships/image" Target="../media/image160.png"/><Relationship Id="rId5" Type="http://schemas.openxmlformats.org/officeDocument/2006/relationships/image" Target="../media/image193.png"/><Relationship Id="rId4" Type="http://schemas.openxmlformats.org/officeDocument/2006/relationships/image" Target="../media/image161.png"/></Relationships>
</file>

<file path=ppt/slides/_rels/slide238.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38.xml"/><Relationship Id="rId1" Type="http://schemas.openxmlformats.org/officeDocument/2006/relationships/slideLayout" Target="../slideLayouts/slideLayout28.xml"/><Relationship Id="rId6" Type="http://schemas.openxmlformats.org/officeDocument/2006/relationships/image" Target="../media/image160.png"/><Relationship Id="rId5" Type="http://schemas.openxmlformats.org/officeDocument/2006/relationships/image" Target="../media/image193.png"/><Relationship Id="rId4" Type="http://schemas.openxmlformats.org/officeDocument/2006/relationships/image" Target="../media/image161.png"/></Relationships>
</file>

<file path=ppt/slides/_rels/slide239.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39.xml"/><Relationship Id="rId1" Type="http://schemas.openxmlformats.org/officeDocument/2006/relationships/slideLayout" Target="../slideLayouts/slideLayout28.xml"/><Relationship Id="rId6" Type="http://schemas.openxmlformats.org/officeDocument/2006/relationships/image" Target="../media/image160.png"/><Relationship Id="rId5" Type="http://schemas.openxmlformats.org/officeDocument/2006/relationships/image" Target="../media/image193.png"/><Relationship Id="rId4" Type="http://schemas.openxmlformats.org/officeDocument/2006/relationships/image" Target="../media/image161.png"/></Relationships>
</file>

<file path=ppt/slides/_rels/slide240.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40.xml"/><Relationship Id="rId1" Type="http://schemas.openxmlformats.org/officeDocument/2006/relationships/slideLayout" Target="../slideLayouts/slideLayout28.xml"/><Relationship Id="rId6" Type="http://schemas.openxmlformats.org/officeDocument/2006/relationships/image" Target="../media/image160.png"/><Relationship Id="rId5" Type="http://schemas.openxmlformats.org/officeDocument/2006/relationships/image" Target="../media/image193.png"/><Relationship Id="rId4" Type="http://schemas.openxmlformats.org/officeDocument/2006/relationships/image" Target="../media/image161.png"/></Relationships>
</file>

<file path=ppt/slides/_rels/slide241.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41.xml"/><Relationship Id="rId1" Type="http://schemas.openxmlformats.org/officeDocument/2006/relationships/slideLayout" Target="../slideLayouts/slideLayout28.xml"/><Relationship Id="rId6" Type="http://schemas.openxmlformats.org/officeDocument/2006/relationships/image" Target="../media/image160.png"/><Relationship Id="rId5" Type="http://schemas.openxmlformats.org/officeDocument/2006/relationships/image" Target="../media/image193.png"/><Relationship Id="rId4" Type="http://schemas.openxmlformats.org/officeDocument/2006/relationships/image" Target="../media/image161.png"/></Relationships>
</file>

<file path=ppt/slides/_rels/slide242.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42.xml"/><Relationship Id="rId1" Type="http://schemas.openxmlformats.org/officeDocument/2006/relationships/slideLayout" Target="../slideLayouts/slideLayout28.xml"/><Relationship Id="rId6" Type="http://schemas.openxmlformats.org/officeDocument/2006/relationships/image" Target="../media/image160.png"/><Relationship Id="rId5" Type="http://schemas.openxmlformats.org/officeDocument/2006/relationships/image" Target="../media/image193.png"/><Relationship Id="rId4" Type="http://schemas.openxmlformats.org/officeDocument/2006/relationships/image" Target="../media/image161.png"/></Relationships>
</file>

<file path=ppt/slides/_rels/slide243.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243.xml"/><Relationship Id="rId1" Type="http://schemas.openxmlformats.org/officeDocument/2006/relationships/slideLayout" Target="../slideLayouts/slideLayout28.xml"/><Relationship Id="rId5" Type="http://schemas.openxmlformats.org/officeDocument/2006/relationships/image" Target="../media/image160.png"/><Relationship Id="rId4" Type="http://schemas.openxmlformats.org/officeDocument/2006/relationships/image" Target="../media/image193.png"/></Relationships>
</file>

<file path=ppt/slides/_rels/slide24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44.xml"/><Relationship Id="rId1" Type="http://schemas.openxmlformats.org/officeDocument/2006/relationships/slideLayout" Target="../slideLayouts/slideLayout28.xml"/></Relationships>
</file>

<file path=ppt/slides/_rels/slide245.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245.xml"/><Relationship Id="rId1" Type="http://schemas.openxmlformats.org/officeDocument/2006/relationships/slideLayout" Target="../slideLayouts/slideLayout29.xml"/></Relationships>
</file>

<file path=ppt/slides/_rels/slide246.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notesSlide" Target="../notesSlides/notesSlide246.xml"/><Relationship Id="rId1" Type="http://schemas.openxmlformats.org/officeDocument/2006/relationships/slideLayout" Target="../slideLayouts/slideLayout29.xml"/></Relationships>
</file>

<file path=ppt/slides/_rels/slide24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47.xml"/><Relationship Id="rId1" Type="http://schemas.openxmlformats.org/officeDocument/2006/relationships/slideLayout" Target="../slideLayouts/slideLayout28.xml"/></Relationships>
</file>

<file path=ppt/slides/_rels/slide248.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248.xml"/><Relationship Id="rId1" Type="http://schemas.openxmlformats.org/officeDocument/2006/relationships/slideLayout" Target="../slideLayouts/slideLayout29.xml"/><Relationship Id="rId4" Type="http://schemas.openxmlformats.org/officeDocument/2006/relationships/hyperlink" Target="https://codepen.io/arielpont/pen/vYKGvBG" TargetMode="External"/></Relationships>
</file>

<file path=ppt/slides/_rels/slide249.xml.rels><?xml version="1.0" encoding="UTF-8" standalone="yes"?>
<Relationships xmlns="http://schemas.openxmlformats.org/package/2006/relationships"><Relationship Id="rId3" Type="http://schemas.openxmlformats.org/officeDocument/2006/relationships/image" Target="../media/image197.png"/><Relationship Id="rId2" Type="http://schemas.openxmlformats.org/officeDocument/2006/relationships/notesSlide" Target="../notesSlides/notesSlide249.xml"/><Relationship Id="rId1" Type="http://schemas.openxmlformats.org/officeDocument/2006/relationships/slideLayout" Target="../slideLayouts/slideLayout29.xml"/><Relationship Id="rId4" Type="http://schemas.openxmlformats.org/officeDocument/2006/relationships/hyperlink" Target="https://codepen.io/arielpont/pen/GRqZPyM" TargetMode="External"/></Relationships>
</file>

<file path=ppt/slides/_rels/slide250.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notesSlide" Target="../notesSlides/notesSlide250.xml"/><Relationship Id="rId1" Type="http://schemas.openxmlformats.org/officeDocument/2006/relationships/slideLayout" Target="../slideLayouts/slideLayout29.xml"/><Relationship Id="rId4" Type="http://schemas.openxmlformats.org/officeDocument/2006/relationships/hyperlink" Target="https://codepen.io/arielpont/pen/WNxwLgY" TargetMode="External"/></Relationships>
</file>

<file path=ppt/slides/_rels/slide251.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notesSlide" Target="../notesSlides/notesSlide251.xml"/><Relationship Id="rId1" Type="http://schemas.openxmlformats.org/officeDocument/2006/relationships/slideLayout" Target="../slideLayouts/slideLayout29.xml"/><Relationship Id="rId4" Type="http://schemas.openxmlformats.org/officeDocument/2006/relationships/hyperlink" Target="https://www.w3schools.com/js/js_htmldom.asp" TargetMode="External"/></Relationships>
</file>

<file path=ppt/slides/_rels/slide252.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252.xml"/><Relationship Id="rId1" Type="http://schemas.openxmlformats.org/officeDocument/2006/relationships/slideLayout" Target="../slideLayouts/slideLayout28.xml"/><Relationship Id="rId4" Type="http://schemas.openxmlformats.org/officeDocument/2006/relationships/image" Target="../media/image10.png"/></Relationships>
</file>

<file path=ppt/slides/_rels/slide253.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notesSlide" Target="../notesSlides/notesSlide253.xml"/><Relationship Id="rId1" Type="http://schemas.openxmlformats.org/officeDocument/2006/relationships/slideLayout" Target="../slideLayouts/slideLayout28.xml"/><Relationship Id="rId4" Type="http://schemas.openxmlformats.org/officeDocument/2006/relationships/comments" Target="../comments/comment10.xml"/></Relationships>
</file>

<file path=ppt/slides/_rels/slide254.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notesSlide" Target="../notesSlides/notesSlide254.xml"/><Relationship Id="rId1" Type="http://schemas.openxmlformats.org/officeDocument/2006/relationships/slideLayout" Target="../slideLayouts/slideLayout28.xml"/><Relationship Id="rId5" Type="http://schemas.openxmlformats.org/officeDocument/2006/relationships/image" Target="../media/image201.png"/><Relationship Id="rId4" Type="http://schemas.openxmlformats.org/officeDocument/2006/relationships/image" Target="../media/image188.png"/></Relationships>
</file>

<file path=ppt/slides/_rels/slide255.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55.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56.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56.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57.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57.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58.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58.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59.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259.xml"/><Relationship Id="rId1" Type="http://schemas.openxmlformats.org/officeDocument/2006/relationships/slideLayout" Target="../slideLayouts/slideLayout28.xml"/><Relationship Id="rId4" Type="http://schemas.openxmlformats.org/officeDocument/2006/relationships/image" Target="../media/image188.png"/></Relationships>
</file>

<file path=ppt/slides/_rels/slide260.xml.rels><?xml version="1.0" encoding="UTF-8" standalone="yes"?>
<Relationships xmlns="http://schemas.openxmlformats.org/package/2006/relationships"><Relationship Id="rId3" Type="http://schemas.openxmlformats.org/officeDocument/2006/relationships/image" Target="../media/image202.gif"/><Relationship Id="rId2" Type="http://schemas.openxmlformats.org/officeDocument/2006/relationships/notesSlide" Target="../notesSlides/notesSlide260.xml"/><Relationship Id="rId1" Type="http://schemas.openxmlformats.org/officeDocument/2006/relationships/slideLayout" Target="../slideLayouts/slideLayout28.xml"/><Relationship Id="rId6" Type="http://schemas.openxmlformats.org/officeDocument/2006/relationships/image" Target="../media/image204.gif"/><Relationship Id="rId5" Type="http://schemas.openxmlformats.org/officeDocument/2006/relationships/image" Target="../media/image188.png"/><Relationship Id="rId4" Type="http://schemas.openxmlformats.org/officeDocument/2006/relationships/image" Target="../media/image203.gif"/></Relationships>
</file>

<file path=ppt/slides/_rels/slide261.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notesSlide" Target="../notesSlides/notesSlide261.xml"/><Relationship Id="rId1" Type="http://schemas.openxmlformats.org/officeDocument/2006/relationships/slideLayout" Target="../slideLayouts/slideLayout28.xml"/><Relationship Id="rId5" Type="http://schemas.openxmlformats.org/officeDocument/2006/relationships/image" Target="../media/image201.png"/><Relationship Id="rId4" Type="http://schemas.openxmlformats.org/officeDocument/2006/relationships/image" Target="../media/image188.png"/></Relationships>
</file>

<file path=ppt/slides/_rels/slide262.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62.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63.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63.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64.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64.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65.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65.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66.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66.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67.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67.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68.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68.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69.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269.xml"/><Relationship Id="rId1" Type="http://schemas.openxmlformats.org/officeDocument/2006/relationships/slideLayout" Target="../slideLayouts/slideLayout28.xml"/><Relationship Id="rId6" Type="http://schemas.openxmlformats.org/officeDocument/2006/relationships/image" Target="../media/image206.png"/><Relationship Id="rId5" Type="http://schemas.openxmlformats.org/officeDocument/2006/relationships/image" Target="../media/image205.png"/><Relationship Id="rId4" Type="http://schemas.openxmlformats.org/officeDocument/2006/relationships/image" Target="../media/image188.png"/></Relationships>
</file>

<file path=ppt/slides/_rels/slide270.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notesSlide" Target="../notesSlides/notesSlide270.xml"/><Relationship Id="rId1" Type="http://schemas.openxmlformats.org/officeDocument/2006/relationships/slideLayout" Target="../slideLayouts/slideLayout28.xml"/></Relationships>
</file>

<file path=ppt/slides/_rels/slide271.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71.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72.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72.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73.xml.rels><?xml version="1.0" encoding="UTF-8" standalone="yes"?>
<Relationships xmlns="http://schemas.openxmlformats.org/package/2006/relationships"><Relationship Id="rId13" Type="http://schemas.openxmlformats.org/officeDocument/2006/relationships/image" Target="../media/image216.png"/><Relationship Id="rId18" Type="http://schemas.openxmlformats.org/officeDocument/2006/relationships/image" Target="../media/image221.png"/><Relationship Id="rId26" Type="http://schemas.openxmlformats.org/officeDocument/2006/relationships/image" Target="../media/image223.png"/><Relationship Id="rId39" Type="http://schemas.openxmlformats.org/officeDocument/2006/relationships/image" Target="../media/image46.png"/><Relationship Id="rId21" Type="http://schemas.openxmlformats.org/officeDocument/2006/relationships/image" Target="../media/image27.png"/><Relationship Id="rId34" Type="http://schemas.openxmlformats.org/officeDocument/2006/relationships/image" Target="../media/image33.png"/><Relationship Id="rId42" Type="http://schemas.openxmlformats.org/officeDocument/2006/relationships/image" Target="../media/image38.png"/><Relationship Id="rId47" Type="http://schemas.openxmlformats.org/officeDocument/2006/relationships/image" Target="../media/image53.png"/><Relationship Id="rId50" Type="http://schemas.openxmlformats.org/officeDocument/2006/relationships/image" Target="../media/image57.png"/><Relationship Id="rId55" Type="http://schemas.openxmlformats.org/officeDocument/2006/relationships/image" Target="../media/image188.png"/><Relationship Id="rId7" Type="http://schemas.openxmlformats.org/officeDocument/2006/relationships/image" Target="../media/image211.png"/><Relationship Id="rId2" Type="http://schemas.openxmlformats.org/officeDocument/2006/relationships/notesSlide" Target="../notesSlides/notesSlide273.xml"/><Relationship Id="rId16" Type="http://schemas.openxmlformats.org/officeDocument/2006/relationships/image" Target="../media/image219.png"/><Relationship Id="rId29" Type="http://schemas.openxmlformats.org/officeDocument/2006/relationships/image" Target="../media/image47.png"/><Relationship Id="rId11" Type="http://schemas.openxmlformats.org/officeDocument/2006/relationships/image" Target="../media/image214.pn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4.png"/><Relationship Id="rId40" Type="http://schemas.openxmlformats.org/officeDocument/2006/relationships/image" Target="../media/image48.png"/><Relationship Id="rId45" Type="http://schemas.openxmlformats.org/officeDocument/2006/relationships/image" Target="../media/image51.png"/><Relationship Id="rId53" Type="http://schemas.openxmlformats.org/officeDocument/2006/relationships/image" Target="../media/image60.png"/><Relationship Id="rId5" Type="http://schemas.openxmlformats.org/officeDocument/2006/relationships/image" Target="../media/image209.png"/><Relationship Id="rId10" Type="http://schemas.openxmlformats.org/officeDocument/2006/relationships/image" Target="../media/image213.png"/><Relationship Id="rId19" Type="http://schemas.openxmlformats.org/officeDocument/2006/relationships/image" Target="../media/image222.png"/><Relationship Id="rId31" Type="http://schemas.openxmlformats.org/officeDocument/2006/relationships/image" Target="../media/image39.png"/><Relationship Id="rId44" Type="http://schemas.openxmlformats.org/officeDocument/2006/relationships/image" Target="../media/image50.png"/><Relationship Id="rId52" Type="http://schemas.openxmlformats.org/officeDocument/2006/relationships/image" Target="../media/image59.png"/><Relationship Id="rId4" Type="http://schemas.openxmlformats.org/officeDocument/2006/relationships/image" Target="../media/image208.png"/><Relationship Id="rId9" Type="http://schemas.openxmlformats.org/officeDocument/2006/relationships/image" Target="../media/image212.png"/><Relationship Id="rId14" Type="http://schemas.openxmlformats.org/officeDocument/2006/relationships/image" Target="../media/image217.png"/><Relationship Id="rId22" Type="http://schemas.openxmlformats.org/officeDocument/2006/relationships/image" Target="../media/image29.png"/><Relationship Id="rId27" Type="http://schemas.openxmlformats.org/officeDocument/2006/relationships/image" Target="../media/image35.png"/><Relationship Id="rId30" Type="http://schemas.openxmlformats.org/officeDocument/2006/relationships/image" Target="../media/image224.png"/><Relationship Id="rId35" Type="http://schemas.openxmlformats.org/officeDocument/2006/relationships/image" Target="../media/image42.png"/><Relationship Id="rId43" Type="http://schemas.openxmlformats.org/officeDocument/2006/relationships/image" Target="../media/image49.png"/><Relationship Id="rId48" Type="http://schemas.openxmlformats.org/officeDocument/2006/relationships/image" Target="../media/image54.png"/><Relationship Id="rId56" Type="http://schemas.openxmlformats.org/officeDocument/2006/relationships/image" Target="../media/image201.png"/><Relationship Id="rId8" Type="http://schemas.openxmlformats.org/officeDocument/2006/relationships/image" Target="../media/image15.png"/><Relationship Id="rId51" Type="http://schemas.openxmlformats.org/officeDocument/2006/relationships/image" Target="../media/image58.png"/><Relationship Id="rId3" Type="http://schemas.openxmlformats.org/officeDocument/2006/relationships/image" Target="../media/image207.jpg"/><Relationship Id="rId12" Type="http://schemas.openxmlformats.org/officeDocument/2006/relationships/image" Target="../media/image215.png"/><Relationship Id="rId17" Type="http://schemas.openxmlformats.org/officeDocument/2006/relationships/image" Target="../media/image220.png"/><Relationship Id="rId25" Type="http://schemas.openxmlformats.org/officeDocument/2006/relationships/image" Target="../media/image34.png"/><Relationship Id="rId33" Type="http://schemas.openxmlformats.org/officeDocument/2006/relationships/image" Target="../media/image41.png"/><Relationship Id="rId38" Type="http://schemas.openxmlformats.org/officeDocument/2006/relationships/image" Target="../media/image45.png"/><Relationship Id="rId46" Type="http://schemas.openxmlformats.org/officeDocument/2006/relationships/image" Target="../media/image52.png"/><Relationship Id="rId20" Type="http://schemas.openxmlformats.org/officeDocument/2006/relationships/image" Target="../media/image26.png"/><Relationship Id="rId41" Type="http://schemas.openxmlformats.org/officeDocument/2006/relationships/image" Target="../media/image62.png"/><Relationship Id="rId54" Type="http://schemas.openxmlformats.org/officeDocument/2006/relationships/image" Target="../media/image61.png"/><Relationship Id="rId1" Type="http://schemas.openxmlformats.org/officeDocument/2006/relationships/slideLayout" Target="../slideLayouts/slideLayout28.xml"/><Relationship Id="rId6" Type="http://schemas.openxmlformats.org/officeDocument/2006/relationships/image" Target="../media/image210.png"/><Relationship Id="rId15" Type="http://schemas.openxmlformats.org/officeDocument/2006/relationships/image" Target="../media/image218.png"/><Relationship Id="rId23" Type="http://schemas.openxmlformats.org/officeDocument/2006/relationships/image" Target="../media/image30.png"/><Relationship Id="rId28" Type="http://schemas.openxmlformats.org/officeDocument/2006/relationships/image" Target="../media/image37.png"/><Relationship Id="rId36" Type="http://schemas.openxmlformats.org/officeDocument/2006/relationships/image" Target="../media/image43.png"/><Relationship Id="rId49" Type="http://schemas.openxmlformats.org/officeDocument/2006/relationships/image" Target="../media/image56.png"/></Relationships>
</file>

<file path=ppt/slides/_rels/slide274.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74.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75.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75.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76.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76.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77.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77.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78.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78.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79.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79.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80.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80.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81.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81.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82.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282.xml"/><Relationship Id="rId1" Type="http://schemas.openxmlformats.org/officeDocument/2006/relationships/slideLayout" Target="../slideLayouts/slideLayout28.xml"/><Relationship Id="rId6" Type="http://schemas.openxmlformats.org/officeDocument/2006/relationships/image" Target="../media/image206.png"/><Relationship Id="rId5" Type="http://schemas.openxmlformats.org/officeDocument/2006/relationships/image" Target="../media/image205.png"/><Relationship Id="rId4" Type="http://schemas.openxmlformats.org/officeDocument/2006/relationships/image" Target="../media/image188.png"/></Relationships>
</file>

<file path=ppt/slides/_rels/slide283.xml.rels><?xml version="1.0" encoding="UTF-8" standalone="yes"?>
<Relationships xmlns="http://schemas.openxmlformats.org/package/2006/relationships"><Relationship Id="rId13" Type="http://schemas.openxmlformats.org/officeDocument/2006/relationships/image" Target="../media/image216.png"/><Relationship Id="rId18" Type="http://schemas.openxmlformats.org/officeDocument/2006/relationships/image" Target="../media/image221.png"/><Relationship Id="rId26" Type="http://schemas.openxmlformats.org/officeDocument/2006/relationships/image" Target="../media/image223.png"/><Relationship Id="rId39" Type="http://schemas.openxmlformats.org/officeDocument/2006/relationships/image" Target="../media/image46.png"/><Relationship Id="rId21" Type="http://schemas.openxmlformats.org/officeDocument/2006/relationships/image" Target="../media/image27.png"/><Relationship Id="rId34" Type="http://schemas.openxmlformats.org/officeDocument/2006/relationships/image" Target="../media/image33.png"/><Relationship Id="rId42" Type="http://schemas.openxmlformats.org/officeDocument/2006/relationships/image" Target="../media/image38.png"/><Relationship Id="rId47" Type="http://schemas.openxmlformats.org/officeDocument/2006/relationships/image" Target="../media/image53.png"/><Relationship Id="rId50" Type="http://schemas.openxmlformats.org/officeDocument/2006/relationships/image" Target="../media/image57.png"/><Relationship Id="rId55" Type="http://schemas.openxmlformats.org/officeDocument/2006/relationships/image" Target="../media/image188.png"/><Relationship Id="rId7" Type="http://schemas.openxmlformats.org/officeDocument/2006/relationships/image" Target="../media/image211.png"/><Relationship Id="rId2" Type="http://schemas.openxmlformats.org/officeDocument/2006/relationships/notesSlide" Target="../notesSlides/notesSlide283.xml"/><Relationship Id="rId16" Type="http://schemas.openxmlformats.org/officeDocument/2006/relationships/image" Target="../media/image219.png"/><Relationship Id="rId29" Type="http://schemas.openxmlformats.org/officeDocument/2006/relationships/image" Target="../media/image47.png"/><Relationship Id="rId11" Type="http://schemas.openxmlformats.org/officeDocument/2006/relationships/image" Target="../media/image214.pn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4.png"/><Relationship Id="rId40" Type="http://schemas.openxmlformats.org/officeDocument/2006/relationships/image" Target="../media/image48.png"/><Relationship Id="rId45" Type="http://schemas.openxmlformats.org/officeDocument/2006/relationships/image" Target="../media/image51.png"/><Relationship Id="rId53" Type="http://schemas.openxmlformats.org/officeDocument/2006/relationships/image" Target="../media/image60.png"/><Relationship Id="rId5" Type="http://schemas.openxmlformats.org/officeDocument/2006/relationships/image" Target="../media/image209.png"/><Relationship Id="rId10" Type="http://schemas.openxmlformats.org/officeDocument/2006/relationships/image" Target="../media/image213.png"/><Relationship Id="rId19" Type="http://schemas.openxmlformats.org/officeDocument/2006/relationships/image" Target="../media/image222.png"/><Relationship Id="rId31" Type="http://schemas.openxmlformats.org/officeDocument/2006/relationships/image" Target="../media/image39.png"/><Relationship Id="rId44" Type="http://schemas.openxmlformats.org/officeDocument/2006/relationships/image" Target="../media/image50.png"/><Relationship Id="rId52" Type="http://schemas.openxmlformats.org/officeDocument/2006/relationships/image" Target="../media/image59.png"/><Relationship Id="rId4" Type="http://schemas.openxmlformats.org/officeDocument/2006/relationships/image" Target="../media/image208.png"/><Relationship Id="rId9" Type="http://schemas.openxmlformats.org/officeDocument/2006/relationships/image" Target="../media/image212.png"/><Relationship Id="rId14" Type="http://schemas.openxmlformats.org/officeDocument/2006/relationships/image" Target="../media/image217.png"/><Relationship Id="rId22" Type="http://schemas.openxmlformats.org/officeDocument/2006/relationships/image" Target="../media/image29.png"/><Relationship Id="rId27" Type="http://schemas.openxmlformats.org/officeDocument/2006/relationships/image" Target="../media/image35.png"/><Relationship Id="rId30" Type="http://schemas.openxmlformats.org/officeDocument/2006/relationships/image" Target="../media/image224.png"/><Relationship Id="rId35" Type="http://schemas.openxmlformats.org/officeDocument/2006/relationships/image" Target="../media/image42.png"/><Relationship Id="rId43" Type="http://schemas.openxmlformats.org/officeDocument/2006/relationships/image" Target="../media/image49.png"/><Relationship Id="rId48" Type="http://schemas.openxmlformats.org/officeDocument/2006/relationships/image" Target="../media/image54.png"/><Relationship Id="rId56" Type="http://schemas.openxmlformats.org/officeDocument/2006/relationships/image" Target="../media/image201.png"/><Relationship Id="rId8" Type="http://schemas.openxmlformats.org/officeDocument/2006/relationships/image" Target="../media/image15.png"/><Relationship Id="rId51" Type="http://schemas.openxmlformats.org/officeDocument/2006/relationships/image" Target="../media/image58.png"/><Relationship Id="rId3" Type="http://schemas.openxmlformats.org/officeDocument/2006/relationships/image" Target="../media/image207.jpg"/><Relationship Id="rId12" Type="http://schemas.openxmlformats.org/officeDocument/2006/relationships/image" Target="../media/image215.png"/><Relationship Id="rId17" Type="http://schemas.openxmlformats.org/officeDocument/2006/relationships/image" Target="../media/image220.png"/><Relationship Id="rId25" Type="http://schemas.openxmlformats.org/officeDocument/2006/relationships/image" Target="../media/image34.png"/><Relationship Id="rId33" Type="http://schemas.openxmlformats.org/officeDocument/2006/relationships/image" Target="../media/image41.png"/><Relationship Id="rId38" Type="http://schemas.openxmlformats.org/officeDocument/2006/relationships/image" Target="../media/image45.png"/><Relationship Id="rId46" Type="http://schemas.openxmlformats.org/officeDocument/2006/relationships/image" Target="../media/image52.png"/><Relationship Id="rId20" Type="http://schemas.openxmlformats.org/officeDocument/2006/relationships/image" Target="../media/image26.png"/><Relationship Id="rId41" Type="http://schemas.openxmlformats.org/officeDocument/2006/relationships/image" Target="../media/image62.png"/><Relationship Id="rId54" Type="http://schemas.openxmlformats.org/officeDocument/2006/relationships/image" Target="../media/image61.png"/><Relationship Id="rId1" Type="http://schemas.openxmlformats.org/officeDocument/2006/relationships/slideLayout" Target="../slideLayouts/slideLayout28.xml"/><Relationship Id="rId6" Type="http://schemas.openxmlformats.org/officeDocument/2006/relationships/image" Target="../media/image210.png"/><Relationship Id="rId15" Type="http://schemas.openxmlformats.org/officeDocument/2006/relationships/image" Target="../media/image218.png"/><Relationship Id="rId23" Type="http://schemas.openxmlformats.org/officeDocument/2006/relationships/image" Target="../media/image30.png"/><Relationship Id="rId28" Type="http://schemas.openxmlformats.org/officeDocument/2006/relationships/image" Target="../media/image37.png"/><Relationship Id="rId36" Type="http://schemas.openxmlformats.org/officeDocument/2006/relationships/image" Target="../media/image43.png"/><Relationship Id="rId49" Type="http://schemas.openxmlformats.org/officeDocument/2006/relationships/image" Target="../media/image56.png"/></Relationships>
</file>

<file path=ppt/slides/_rels/slide284.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84.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85.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85.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86.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86.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87.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87.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88.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88.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89.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89.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90.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90.xml"/><Relationship Id="rId1" Type="http://schemas.openxmlformats.org/officeDocument/2006/relationships/slideLayout" Target="../slideLayouts/slideLayout28.xml"/><Relationship Id="rId6" Type="http://schemas.openxmlformats.org/officeDocument/2006/relationships/image" Target="../media/image206.png"/><Relationship Id="rId5" Type="http://schemas.openxmlformats.org/officeDocument/2006/relationships/image" Target="../media/image205.png"/><Relationship Id="rId4" Type="http://schemas.openxmlformats.org/officeDocument/2006/relationships/image" Target="../media/image201.png"/></Relationships>
</file>

<file path=ppt/slides/_rels/slide291.xml.rels><?xml version="1.0" encoding="UTF-8" standalone="yes"?>
<Relationships xmlns="http://schemas.openxmlformats.org/package/2006/relationships"><Relationship Id="rId13" Type="http://schemas.openxmlformats.org/officeDocument/2006/relationships/image" Target="../media/image216.png"/><Relationship Id="rId18" Type="http://schemas.openxmlformats.org/officeDocument/2006/relationships/image" Target="../media/image221.png"/><Relationship Id="rId26" Type="http://schemas.openxmlformats.org/officeDocument/2006/relationships/image" Target="../media/image223.png"/><Relationship Id="rId39" Type="http://schemas.openxmlformats.org/officeDocument/2006/relationships/image" Target="../media/image46.png"/><Relationship Id="rId21" Type="http://schemas.openxmlformats.org/officeDocument/2006/relationships/image" Target="../media/image27.png"/><Relationship Id="rId34" Type="http://schemas.openxmlformats.org/officeDocument/2006/relationships/image" Target="../media/image33.png"/><Relationship Id="rId42" Type="http://schemas.openxmlformats.org/officeDocument/2006/relationships/image" Target="../media/image38.png"/><Relationship Id="rId47" Type="http://schemas.openxmlformats.org/officeDocument/2006/relationships/image" Target="../media/image53.png"/><Relationship Id="rId50" Type="http://schemas.openxmlformats.org/officeDocument/2006/relationships/image" Target="../media/image57.png"/><Relationship Id="rId55" Type="http://schemas.openxmlformats.org/officeDocument/2006/relationships/image" Target="../media/image188.png"/><Relationship Id="rId7" Type="http://schemas.openxmlformats.org/officeDocument/2006/relationships/image" Target="../media/image211.png"/><Relationship Id="rId2" Type="http://schemas.openxmlformats.org/officeDocument/2006/relationships/notesSlide" Target="../notesSlides/notesSlide291.xml"/><Relationship Id="rId16" Type="http://schemas.openxmlformats.org/officeDocument/2006/relationships/image" Target="../media/image219.png"/><Relationship Id="rId29" Type="http://schemas.openxmlformats.org/officeDocument/2006/relationships/image" Target="../media/image47.png"/><Relationship Id="rId11" Type="http://schemas.openxmlformats.org/officeDocument/2006/relationships/image" Target="../media/image214.pn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4.png"/><Relationship Id="rId40" Type="http://schemas.openxmlformats.org/officeDocument/2006/relationships/image" Target="../media/image48.png"/><Relationship Id="rId45" Type="http://schemas.openxmlformats.org/officeDocument/2006/relationships/image" Target="../media/image51.png"/><Relationship Id="rId53" Type="http://schemas.openxmlformats.org/officeDocument/2006/relationships/image" Target="../media/image60.png"/><Relationship Id="rId5" Type="http://schemas.openxmlformats.org/officeDocument/2006/relationships/image" Target="../media/image209.png"/><Relationship Id="rId10" Type="http://schemas.openxmlformats.org/officeDocument/2006/relationships/image" Target="../media/image213.png"/><Relationship Id="rId19" Type="http://schemas.openxmlformats.org/officeDocument/2006/relationships/image" Target="../media/image222.png"/><Relationship Id="rId31" Type="http://schemas.openxmlformats.org/officeDocument/2006/relationships/image" Target="../media/image39.png"/><Relationship Id="rId44" Type="http://schemas.openxmlformats.org/officeDocument/2006/relationships/image" Target="../media/image50.png"/><Relationship Id="rId52" Type="http://schemas.openxmlformats.org/officeDocument/2006/relationships/image" Target="../media/image59.png"/><Relationship Id="rId4" Type="http://schemas.openxmlformats.org/officeDocument/2006/relationships/image" Target="../media/image208.png"/><Relationship Id="rId9" Type="http://schemas.openxmlformats.org/officeDocument/2006/relationships/image" Target="../media/image212.png"/><Relationship Id="rId14" Type="http://schemas.openxmlformats.org/officeDocument/2006/relationships/image" Target="../media/image217.png"/><Relationship Id="rId22" Type="http://schemas.openxmlformats.org/officeDocument/2006/relationships/image" Target="../media/image29.png"/><Relationship Id="rId27" Type="http://schemas.openxmlformats.org/officeDocument/2006/relationships/image" Target="../media/image35.png"/><Relationship Id="rId30" Type="http://schemas.openxmlformats.org/officeDocument/2006/relationships/image" Target="../media/image224.png"/><Relationship Id="rId35" Type="http://schemas.openxmlformats.org/officeDocument/2006/relationships/image" Target="../media/image42.png"/><Relationship Id="rId43" Type="http://schemas.openxmlformats.org/officeDocument/2006/relationships/image" Target="../media/image49.png"/><Relationship Id="rId48" Type="http://schemas.openxmlformats.org/officeDocument/2006/relationships/image" Target="../media/image54.png"/><Relationship Id="rId56" Type="http://schemas.openxmlformats.org/officeDocument/2006/relationships/image" Target="../media/image201.png"/><Relationship Id="rId8" Type="http://schemas.openxmlformats.org/officeDocument/2006/relationships/image" Target="../media/image15.png"/><Relationship Id="rId51" Type="http://schemas.openxmlformats.org/officeDocument/2006/relationships/image" Target="../media/image58.png"/><Relationship Id="rId3" Type="http://schemas.openxmlformats.org/officeDocument/2006/relationships/image" Target="../media/image207.jpg"/><Relationship Id="rId12" Type="http://schemas.openxmlformats.org/officeDocument/2006/relationships/image" Target="../media/image215.png"/><Relationship Id="rId17" Type="http://schemas.openxmlformats.org/officeDocument/2006/relationships/image" Target="../media/image220.png"/><Relationship Id="rId25" Type="http://schemas.openxmlformats.org/officeDocument/2006/relationships/image" Target="../media/image34.png"/><Relationship Id="rId33" Type="http://schemas.openxmlformats.org/officeDocument/2006/relationships/image" Target="../media/image41.png"/><Relationship Id="rId38" Type="http://schemas.openxmlformats.org/officeDocument/2006/relationships/image" Target="../media/image45.png"/><Relationship Id="rId46" Type="http://schemas.openxmlformats.org/officeDocument/2006/relationships/image" Target="../media/image52.png"/><Relationship Id="rId20" Type="http://schemas.openxmlformats.org/officeDocument/2006/relationships/image" Target="../media/image26.png"/><Relationship Id="rId41" Type="http://schemas.openxmlformats.org/officeDocument/2006/relationships/image" Target="../media/image62.png"/><Relationship Id="rId54" Type="http://schemas.openxmlformats.org/officeDocument/2006/relationships/image" Target="../media/image61.png"/><Relationship Id="rId1" Type="http://schemas.openxmlformats.org/officeDocument/2006/relationships/slideLayout" Target="../slideLayouts/slideLayout28.xml"/><Relationship Id="rId6" Type="http://schemas.openxmlformats.org/officeDocument/2006/relationships/image" Target="../media/image210.png"/><Relationship Id="rId15" Type="http://schemas.openxmlformats.org/officeDocument/2006/relationships/image" Target="../media/image218.png"/><Relationship Id="rId23" Type="http://schemas.openxmlformats.org/officeDocument/2006/relationships/image" Target="../media/image30.png"/><Relationship Id="rId28" Type="http://schemas.openxmlformats.org/officeDocument/2006/relationships/image" Target="../media/image37.png"/><Relationship Id="rId36" Type="http://schemas.openxmlformats.org/officeDocument/2006/relationships/image" Target="../media/image43.png"/><Relationship Id="rId49" Type="http://schemas.openxmlformats.org/officeDocument/2006/relationships/image" Target="../media/image56.png"/></Relationships>
</file>

<file path=ppt/slides/_rels/slide292.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92.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93.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93.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94.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94.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95.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95.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96.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96.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97.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97.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98.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98.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299.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299.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300.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300.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301.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301.xml"/><Relationship Id="rId1" Type="http://schemas.openxmlformats.org/officeDocument/2006/relationships/slideLayout" Target="../slideLayouts/slideLayout28.xml"/><Relationship Id="rId6" Type="http://schemas.openxmlformats.org/officeDocument/2006/relationships/image" Target="../media/image206.png"/><Relationship Id="rId5" Type="http://schemas.openxmlformats.org/officeDocument/2006/relationships/image" Target="../media/image205.png"/><Relationship Id="rId4" Type="http://schemas.openxmlformats.org/officeDocument/2006/relationships/image" Target="../media/image201.png"/></Relationships>
</file>

<file path=ppt/slides/_rels/slide302.xml.rels><?xml version="1.0" encoding="UTF-8" standalone="yes"?>
<Relationships xmlns="http://schemas.openxmlformats.org/package/2006/relationships"><Relationship Id="rId13" Type="http://schemas.openxmlformats.org/officeDocument/2006/relationships/image" Target="../media/image216.png"/><Relationship Id="rId18" Type="http://schemas.openxmlformats.org/officeDocument/2006/relationships/image" Target="../media/image221.png"/><Relationship Id="rId26" Type="http://schemas.openxmlformats.org/officeDocument/2006/relationships/image" Target="../media/image223.png"/><Relationship Id="rId39" Type="http://schemas.openxmlformats.org/officeDocument/2006/relationships/image" Target="../media/image46.png"/><Relationship Id="rId21" Type="http://schemas.openxmlformats.org/officeDocument/2006/relationships/image" Target="../media/image27.png"/><Relationship Id="rId34" Type="http://schemas.openxmlformats.org/officeDocument/2006/relationships/image" Target="../media/image33.png"/><Relationship Id="rId42" Type="http://schemas.openxmlformats.org/officeDocument/2006/relationships/image" Target="../media/image38.png"/><Relationship Id="rId47" Type="http://schemas.openxmlformats.org/officeDocument/2006/relationships/image" Target="../media/image53.png"/><Relationship Id="rId50" Type="http://schemas.openxmlformats.org/officeDocument/2006/relationships/image" Target="../media/image57.png"/><Relationship Id="rId55" Type="http://schemas.openxmlformats.org/officeDocument/2006/relationships/image" Target="../media/image188.png"/><Relationship Id="rId7" Type="http://schemas.openxmlformats.org/officeDocument/2006/relationships/image" Target="../media/image211.png"/><Relationship Id="rId2" Type="http://schemas.openxmlformats.org/officeDocument/2006/relationships/notesSlide" Target="../notesSlides/notesSlide302.xml"/><Relationship Id="rId16" Type="http://schemas.openxmlformats.org/officeDocument/2006/relationships/image" Target="../media/image219.png"/><Relationship Id="rId29" Type="http://schemas.openxmlformats.org/officeDocument/2006/relationships/image" Target="../media/image47.png"/><Relationship Id="rId11" Type="http://schemas.openxmlformats.org/officeDocument/2006/relationships/image" Target="../media/image214.pn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4.png"/><Relationship Id="rId40" Type="http://schemas.openxmlformats.org/officeDocument/2006/relationships/image" Target="../media/image48.png"/><Relationship Id="rId45" Type="http://schemas.openxmlformats.org/officeDocument/2006/relationships/image" Target="../media/image51.png"/><Relationship Id="rId53" Type="http://schemas.openxmlformats.org/officeDocument/2006/relationships/image" Target="../media/image60.png"/><Relationship Id="rId5" Type="http://schemas.openxmlformats.org/officeDocument/2006/relationships/image" Target="../media/image209.png"/><Relationship Id="rId10" Type="http://schemas.openxmlformats.org/officeDocument/2006/relationships/image" Target="../media/image213.png"/><Relationship Id="rId19" Type="http://schemas.openxmlformats.org/officeDocument/2006/relationships/image" Target="../media/image222.png"/><Relationship Id="rId31" Type="http://schemas.openxmlformats.org/officeDocument/2006/relationships/image" Target="../media/image39.png"/><Relationship Id="rId44" Type="http://schemas.openxmlformats.org/officeDocument/2006/relationships/image" Target="../media/image50.png"/><Relationship Id="rId52" Type="http://schemas.openxmlformats.org/officeDocument/2006/relationships/image" Target="../media/image59.png"/><Relationship Id="rId4" Type="http://schemas.openxmlformats.org/officeDocument/2006/relationships/image" Target="../media/image208.png"/><Relationship Id="rId9" Type="http://schemas.openxmlformats.org/officeDocument/2006/relationships/image" Target="../media/image212.png"/><Relationship Id="rId14" Type="http://schemas.openxmlformats.org/officeDocument/2006/relationships/image" Target="../media/image217.png"/><Relationship Id="rId22" Type="http://schemas.openxmlformats.org/officeDocument/2006/relationships/image" Target="../media/image29.png"/><Relationship Id="rId27" Type="http://schemas.openxmlformats.org/officeDocument/2006/relationships/image" Target="../media/image35.png"/><Relationship Id="rId30" Type="http://schemas.openxmlformats.org/officeDocument/2006/relationships/image" Target="../media/image224.png"/><Relationship Id="rId35" Type="http://schemas.openxmlformats.org/officeDocument/2006/relationships/image" Target="../media/image42.png"/><Relationship Id="rId43" Type="http://schemas.openxmlformats.org/officeDocument/2006/relationships/image" Target="../media/image49.png"/><Relationship Id="rId48" Type="http://schemas.openxmlformats.org/officeDocument/2006/relationships/image" Target="../media/image54.png"/><Relationship Id="rId56" Type="http://schemas.openxmlformats.org/officeDocument/2006/relationships/image" Target="../media/image201.png"/><Relationship Id="rId8" Type="http://schemas.openxmlformats.org/officeDocument/2006/relationships/image" Target="../media/image15.png"/><Relationship Id="rId51" Type="http://schemas.openxmlformats.org/officeDocument/2006/relationships/image" Target="../media/image58.png"/><Relationship Id="rId3" Type="http://schemas.openxmlformats.org/officeDocument/2006/relationships/image" Target="../media/image207.jpg"/><Relationship Id="rId12" Type="http://schemas.openxmlformats.org/officeDocument/2006/relationships/image" Target="../media/image215.png"/><Relationship Id="rId17" Type="http://schemas.openxmlformats.org/officeDocument/2006/relationships/image" Target="../media/image220.png"/><Relationship Id="rId25" Type="http://schemas.openxmlformats.org/officeDocument/2006/relationships/image" Target="../media/image34.png"/><Relationship Id="rId33" Type="http://schemas.openxmlformats.org/officeDocument/2006/relationships/image" Target="../media/image41.png"/><Relationship Id="rId38" Type="http://schemas.openxmlformats.org/officeDocument/2006/relationships/image" Target="../media/image45.png"/><Relationship Id="rId46" Type="http://schemas.openxmlformats.org/officeDocument/2006/relationships/image" Target="../media/image52.png"/><Relationship Id="rId20" Type="http://schemas.openxmlformats.org/officeDocument/2006/relationships/image" Target="../media/image26.png"/><Relationship Id="rId41" Type="http://schemas.openxmlformats.org/officeDocument/2006/relationships/image" Target="../media/image62.png"/><Relationship Id="rId54" Type="http://schemas.openxmlformats.org/officeDocument/2006/relationships/image" Target="../media/image61.png"/><Relationship Id="rId1" Type="http://schemas.openxmlformats.org/officeDocument/2006/relationships/slideLayout" Target="../slideLayouts/slideLayout28.xml"/><Relationship Id="rId6" Type="http://schemas.openxmlformats.org/officeDocument/2006/relationships/image" Target="../media/image210.png"/><Relationship Id="rId15" Type="http://schemas.openxmlformats.org/officeDocument/2006/relationships/image" Target="../media/image218.png"/><Relationship Id="rId23" Type="http://schemas.openxmlformats.org/officeDocument/2006/relationships/image" Target="../media/image30.png"/><Relationship Id="rId28" Type="http://schemas.openxmlformats.org/officeDocument/2006/relationships/image" Target="../media/image37.png"/><Relationship Id="rId36" Type="http://schemas.openxmlformats.org/officeDocument/2006/relationships/image" Target="../media/image43.png"/><Relationship Id="rId49" Type="http://schemas.openxmlformats.org/officeDocument/2006/relationships/image" Target="../media/image56.png"/></Relationships>
</file>

<file path=ppt/slides/_rels/slide303.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303.xml"/><Relationship Id="rId1" Type="http://schemas.openxmlformats.org/officeDocument/2006/relationships/slideLayout" Target="../slideLayouts/slideLayout28.xml"/><Relationship Id="rId4" Type="http://schemas.openxmlformats.org/officeDocument/2006/relationships/image" Target="../media/image188.png"/></Relationships>
</file>

<file path=ppt/slides/_rels/slide304.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304.xml"/><Relationship Id="rId1" Type="http://schemas.openxmlformats.org/officeDocument/2006/relationships/slideLayout" Target="../slideLayouts/slideLayout28.xml"/><Relationship Id="rId4" Type="http://schemas.openxmlformats.org/officeDocument/2006/relationships/image" Target="../media/image188.png"/></Relationships>
</file>

<file path=ppt/slides/_rels/slide305.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305.xml"/><Relationship Id="rId1" Type="http://schemas.openxmlformats.org/officeDocument/2006/relationships/slideLayout" Target="../slideLayouts/slideLayout28.xml"/><Relationship Id="rId4" Type="http://schemas.openxmlformats.org/officeDocument/2006/relationships/image" Target="../media/image188.png"/></Relationships>
</file>

<file path=ppt/slides/_rels/slide306.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306.xml"/><Relationship Id="rId1" Type="http://schemas.openxmlformats.org/officeDocument/2006/relationships/slideLayout" Target="../slideLayouts/slideLayout28.xml"/><Relationship Id="rId4" Type="http://schemas.openxmlformats.org/officeDocument/2006/relationships/image" Target="../media/image188.png"/></Relationships>
</file>

<file path=ppt/slides/_rels/slide307.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307.xml"/><Relationship Id="rId1" Type="http://schemas.openxmlformats.org/officeDocument/2006/relationships/slideLayout" Target="../slideLayouts/slideLayout28.xml"/><Relationship Id="rId4" Type="http://schemas.openxmlformats.org/officeDocument/2006/relationships/image" Target="../media/image188.png"/></Relationships>
</file>

<file path=ppt/slides/_rels/slide308.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308.xml"/><Relationship Id="rId1" Type="http://schemas.openxmlformats.org/officeDocument/2006/relationships/slideLayout" Target="../slideLayouts/slideLayout28.xml"/><Relationship Id="rId4" Type="http://schemas.openxmlformats.org/officeDocument/2006/relationships/image" Target="../media/image188.png"/></Relationships>
</file>

<file path=ppt/slides/_rels/slide309.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309.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310.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310.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311.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311.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312.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312.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313.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313.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314.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314.xml"/><Relationship Id="rId1" Type="http://schemas.openxmlformats.org/officeDocument/2006/relationships/slideLayout" Target="../slideLayouts/slideLayout28.xml"/><Relationship Id="rId4" Type="http://schemas.openxmlformats.org/officeDocument/2006/relationships/image" Target="../media/image201.png"/></Relationships>
</file>

<file path=ppt/slides/_rels/slide315.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315.xml"/><Relationship Id="rId1" Type="http://schemas.openxmlformats.org/officeDocument/2006/relationships/slideLayout" Target="../slideLayouts/slideLayout28.xml"/><Relationship Id="rId4" Type="http://schemas.openxmlformats.org/officeDocument/2006/relationships/image" Target="../media/image188.png"/></Relationships>
</file>

<file path=ppt/slides/_rels/slide316.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316.xml"/><Relationship Id="rId1" Type="http://schemas.openxmlformats.org/officeDocument/2006/relationships/slideLayout" Target="../slideLayouts/slideLayout28.xml"/><Relationship Id="rId4" Type="http://schemas.openxmlformats.org/officeDocument/2006/relationships/image" Target="../media/image188.png"/></Relationships>
</file>

<file path=ppt/slides/_rels/slide317.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317.xml"/><Relationship Id="rId1" Type="http://schemas.openxmlformats.org/officeDocument/2006/relationships/slideLayout" Target="../slideLayouts/slideLayout28.xml"/><Relationship Id="rId4" Type="http://schemas.openxmlformats.org/officeDocument/2006/relationships/image" Target="../media/image188.png"/></Relationships>
</file>

<file path=ppt/slides/_rels/slide318.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318.xml"/><Relationship Id="rId1" Type="http://schemas.openxmlformats.org/officeDocument/2006/relationships/slideLayout" Target="../slideLayouts/slideLayout28.xml"/><Relationship Id="rId6" Type="http://schemas.openxmlformats.org/officeDocument/2006/relationships/image" Target="../media/image226.png"/><Relationship Id="rId5" Type="http://schemas.openxmlformats.org/officeDocument/2006/relationships/image" Target="../media/image225.png"/><Relationship Id="rId4" Type="http://schemas.openxmlformats.org/officeDocument/2006/relationships/image" Target="../media/image188.png"/></Relationships>
</file>

<file path=ppt/slides/_rels/slide319.xml.rels><?xml version="1.0" encoding="UTF-8" standalone="yes"?>
<Relationships xmlns="http://schemas.openxmlformats.org/package/2006/relationships"><Relationship Id="rId13" Type="http://schemas.openxmlformats.org/officeDocument/2006/relationships/image" Target="../media/image216.png"/><Relationship Id="rId18" Type="http://schemas.openxmlformats.org/officeDocument/2006/relationships/image" Target="../media/image221.png"/><Relationship Id="rId26" Type="http://schemas.openxmlformats.org/officeDocument/2006/relationships/image" Target="../media/image223.png"/><Relationship Id="rId39" Type="http://schemas.openxmlformats.org/officeDocument/2006/relationships/image" Target="../media/image46.png"/><Relationship Id="rId21" Type="http://schemas.openxmlformats.org/officeDocument/2006/relationships/image" Target="../media/image27.png"/><Relationship Id="rId34" Type="http://schemas.openxmlformats.org/officeDocument/2006/relationships/image" Target="../media/image33.png"/><Relationship Id="rId42" Type="http://schemas.openxmlformats.org/officeDocument/2006/relationships/image" Target="../media/image38.png"/><Relationship Id="rId47" Type="http://schemas.openxmlformats.org/officeDocument/2006/relationships/image" Target="../media/image53.png"/><Relationship Id="rId50" Type="http://schemas.openxmlformats.org/officeDocument/2006/relationships/image" Target="../media/image57.png"/><Relationship Id="rId55" Type="http://schemas.openxmlformats.org/officeDocument/2006/relationships/image" Target="../media/image201.png"/><Relationship Id="rId7" Type="http://schemas.openxmlformats.org/officeDocument/2006/relationships/image" Target="../media/image211.png"/><Relationship Id="rId2" Type="http://schemas.openxmlformats.org/officeDocument/2006/relationships/notesSlide" Target="../notesSlides/notesSlide319.xml"/><Relationship Id="rId16" Type="http://schemas.openxmlformats.org/officeDocument/2006/relationships/image" Target="../media/image219.png"/><Relationship Id="rId29" Type="http://schemas.openxmlformats.org/officeDocument/2006/relationships/image" Target="../media/image47.png"/><Relationship Id="rId11" Type="http://schemas.openxmlformats.org/officeDocument/2006/relationships/image" Target="../media/image214.pn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4.png"/><Relationship Id="rId40" Type="http://schemas.openxmlformats.org/officeDocument/2006/relationships/image" Target="../media/image48.png"/><Relationship Id="rId45" Type="http://schemas.openxmlformats.org/officeDocument/2006/relationships/image" Target="../media/image51.png"/><Relationship Id="rId53" Type="http://schemas.openxmlformats.org/officeDocument/2006/relationships/image" Target="../media/image60.png"/><Relationship Id="rId5" Type="http://schemas.openxmlformats.org/officeDocument/2006/relationships/image" Target="../media/image209.png"/><Relationship Id="rId10" Type="http://schemas.openxmlformats.org/officeDocument/2006/relationships/image" Target="../media/image213.png"/><Relationship Id="rId19" Type="http://schemas.openxmlformats.org/officeDocument/2006/relationships/image" Target="../media/image222.png"/><Relationship Id="rId31" Type="http://schemas.openxmlformats.org/officeDocument/2006/relationships/image" Target="../media/image39.png"/><Relationship Id="rId44" Type="http://schemas.openxmlformats.org/officeDocument/2006/relationships/image" Target="../media/image50.png"/><Relationship Id="rId52" Type="http://schemas.openxmlformats.org/officeDocument/2006/relationships/image" Target="../media/image59.png"/><Relationship Id="rId4" Type="http://schemas.openxmlformats.org/officeDocument/2006/relationships/image" Target="../media/image208.png"/><Relationship Id="rId9" Type="http://schemas.openxmlformats.org/officeDocument/2006/relationships/image" Target="../media/image212.png"/><Relationship Id="rId14" Type="http://schemas.openxmlformats.org/officeDocument/2006/relationships/image" Target="../media/image217.png"/><Relationship Id="rId22" Type="http://schemas.openxmlformats.org/officeDocument/2006/relationships/image" Target="../media/image29.png"/><Relationship Id="rId27" Type="http://schemas.openxmlformats.org/officeDocument/2006/relationships/image" Target="../media/image35.png"/><Relationship Id="rId30" Type="http://schemas.openxmlformats.org/officeDocument/2006/relationships/image" Target="../media/image224.png"/><Relationship Id="rId35" Type="http://schemas.openxmlformats.org/officeDocument/2006/relationships/image" Target="../media/image42.png"/><Relationship Id="rId43" Type="http://schemas.openxmlformats.org/officeDocument/2006/relationships/image" Target="../media/image49.png"/><Relationship Id="rId48" Type="http://schemas.openxmlformats.org/officeDocument/2006/relationships/image" Target="../media/image54.png"/><Relationship Id="rId56" Type="http://schemas.openxmlformats.org/officeDocument/2006/relationships/image" Target="../media/image227.png"/><Relationship Id="rId8" Type="http://schemas.openxmlformats.org/officeDocument/2006/relationships/image" Target="../media/image15.png"/><Relationship Id="rId51" Type="http://schemas.openxmlformats.org/officeDocument/2006/relationships/image" Target="../media/image58.png"/><Relationship Id="rId3" Type="http://schemas.openxmlformats.org/officeDocument/2006/relationships/image" Target="../media/image207.jpg"/><Relationship Id="rId12" Type="http://schemas.openxmlformats.org/officeDocument/2006/relationships/image" Target="../media/image215.png"/><Relationship Id="rId17" Type="http://schemas.openxmlformats.org/officeDocument/2006/relationships/image" Target="../media/image220.png"/><Relationship Id="rId25" Type="http://schemas.openxmlformats.org/officeDocument/2006/relationships/image" Target="../media/image34.png"/><Relationship Id="rId33" Type="http://schemas.openxmlformats.org/officeDocument/2006/relationships/image" Target="../media/image41.png"/><Relationship Id="rId38" Type="http://schemas.openxmlformats.org/officeDocument/2006/relationships/image" Target="../media/image45.png"/><Relationship Id="rId46" Type="http://schemas.openxmlformats.org/officeDocument/2006/relationships/image" Target="../media/image52.png"/><Relationship Id="rId20" Type="http://schemas.openxmlformats.org/officeDocument/2006/relationships/image" Target="../media/image26.png"/><Relationship Id="rId41" Type="http://schemas.openxmlformats.org/officeDocument/2006/relationships/image" Target="../media/image62.png"/><Relationship Id="rId54" Type="http://schemas.openxmlformats.org/officeDocument/2006/relationships/image" Target="../media/image61.png"/><Relationship Id="rId1" Type="http://schemas.openxmlformats.org/officeDocument/2006/relationships/slideLayout" Target="../slideLayouts/slideLayout28.xml"/><Relationship Id="rId6" Type="http://schemas.openxmlformats.org/officeDocument/2006/relationships/image" Target="../media/image210.png"/><Relationship Id="rId15" Type="http://schemas.openxmlformats.org/officeDocument/2006/relationships/image" Target="../media/image218.png"/><Relationship Id="rId23" Type="http://schemas.openxmlformats.org/officeDocument/2006/relationships/image" Target="../media/image30.png"/><Relationship Id="rId28" Type="http://schemas.openxmlformats.org/officeDocument/2006/relationships/image" Target="../media/image37.png"/><Relationship Id="rId36" Type="http://schemas.openxmlformats.org/officeDocument/2006/relationships/image" Target="../media/image43.png"/><Relationship Id="rId49" Type="http://schemas.openxmlformats.org/officeDocument/2006/relationships/image" Target="../media/image56.png"/></Relationships>
</file>

<file path=ppt/slides/_rels/slide320.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320.xml"/><Relationship Id="rId1" Type="http://schemas.openxmlformats.org/officeDocument/2006/relationships/slideLayout" Target="../slideLayouts/slideLayout28.xml"/><Relationship Id="rId4" Type="http://schemas.openxmlformats.org/officeDocument/2006/relationships/image" Target="../media/image174.png"/></Relationships>
</file>

<file path=ppt/slides/_rels/slide321.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321.xml"/><Relationship Id="rId1" Type="http://schemas.openxmlformats.org/officeDocument/2006/relationships/slideLayout" Target="../slideLayouts/slideLayout28.xml"/><Relationship Id="rId4" Type="http://schemas.openxmlformats.org/officeDocument/2006/relationships/image" Target="../media/image174.png"/></Relationships>
</file>

<file path=ppt/slides/_rels/slide322.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322.xml"/><Relationship Id="rId1" Type="http://schemas.openxmlformats.org/officeDocument/2006/relationships/slideLayout" Target="../slideLayouts/slideLayout28.xml"/><Relationship Id="rId4" Type="http://schemas.openxmlformats.org/officeDocument/2006/relationships/image" Target="../media/image174.png"/></Relationships>
</file>

<file path=ppt/slides/_rels/slide323.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323.xml"/><Relationship Id="rId1" Type="http://schemas.openxmlformats.org/officeDocument/2006/relationships/slideLayout" Target="../slideLayouts/slideLayout28.xml"/><Relationship Id="rId4" Type="http://schemas.openxmlformats.org/officeDocument/2006/relationships/image" Target="../media/image174.png"/></Relationships>
</file>

<file path=ppt/slides/_rels/slide324.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324.xml"/><Relationship Id="rId1" Type="http://schemas.openxmlformats.org/officeDocument/2006/relationships/slideLayout" Target="../slideLayouts/slideLayout28.xml"/><Relationship Id="rId4" Type="http://schemas.openxmlformats.org/officeDocument/2006/relationships/image" Target="../media/image174.png"/></Relationships>
</file>

<file path=ppt/slides/_rels/slide325.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325.xml"/><Relationship Id="rId1" Type="http://schemas.openxmlformats.org/officeDocument/2006/relationships/slideLayout" Target="../slideLayouts/slideLayout28.xml"/><Relationship Id="rId4" Type="http://schemas.openxmlformats.org/officeDocument/2006/relationships/image" Target="../media/image174.png"/></Relationships>
</file>

<file path=ppt/slides/_rels/slide326.xml.rels><?xml version="1.0" encoding="UTF-8" standalone="yes"?>
<Relationships xmlns="http://schemas.openxmlformats.org/package/2006/relationships"><Relationship Id="rId3" Type="http://schemas.openxmlformats.org/officeDocument/2006/relationships/image" Target="../media/image203.gif"/><Relationship Id="rId2" Type="http://schemas.openxmlformats.org/officeDocument/2006/relationships/notesSlide" Target="../notesSlides/notesSlide326.xml"/><Relationship Id="rId1" Type="http://schemas.openxmlformats.org/officeDocument/2006/relationships/slideLayout" Target="../slideLayouts/slideLayout28.xml"/><Relationship Id="rId6" Type="http://schemas.openxmlformats.org/officeDocument/2006/relationships/image" Target="../media/image202.gif"/><Relationship Id="rId5" Type="http://schemas.openxmlformats.org/officeDocument/2006/relationships/image" Target="../media/image204.gif"/><Relationship Id="rId4" Type="http://schemas.openxmlformats.org/officeDocument/2006/relationships/image" Target="../media/image174.png"/></Relationships>
</file>

<file path=ppt/slides/_rels/slide327.xml.rels><?xml version="1.0" encoding="UTF-8" standalone="yes"?>
<Relationships xmlns="http://schemas.openxmlformats.org/package/2006/relationships"><Relationship Id="rId13" Type="http://schemas.openxmlformats.org/officeDocument/2006/relationships/image" Target="../media/image21.png"/><Relationship Id="rId18" Type="http://schemas.openxmlformats.org/officeDocument/2006/relationships/image" Target="../media/image26.png"/><Relationship Id="rId26" Type="http://schemas.openxmlformats.org/officeDocument/2006/relationships/image" Target="../media/image34.png"/><Relationship Id="rId39" Type="http://schemas.openxmlformats.org/officeDocument/2006/relationships/image" Target="../media/image47.png"/><Relationship Id="rId21" Type="http://schemas.openxmlformats.org/officeDocument/2006/relationships/image" Target="../media/image29.png"/><Relationship Id="rId34" Type="http://schemas.openxmlformats.org/officeDocument/2006/relationships/image" Target="../media/image42.png"/><Relationship Id="rId42" Type="http://schemas.openxmlformats.org/officeDocument/2006/relationships/image" Target="../media/image50.png"/><Relationship Id="rId47" Type="http://schemas.openxmlformats.org/officeDocument/2006/relationships/image" Target="../media/image55.png"/><Relationship Id="rId50" Type="http://schemas.openxmlformats.org/officeDocument/2006/relationships/image" Target="../media/image58.png"/><Relationship Id="rId55" Type="http://schemas.openxmlformats.org/officeDocument/2006/relationships/image" Target="../media/image228.png"/><Relationship Id="rId7" Type="http://schemas.openxmlformats.org/officeDocument/2006/relationships/image" Target="../media/image15.png"/><Relationship Id="rId2" Type="http://schemas.openxmlformats.org/officeDocument/2006/relationships/notesSlide" Target="../notesSlides/notesSlide327.xml"/><Relationship Id="rId16" Type="http://schemas.openxmlformats.org/officeDocument/2006/relationships/image" Target="../media/image24.png"/><Relationship Id="rId29" Type="http://schemas.openxmlformats.org/officeDocument/2006/relationships/image" Target="../media/image37.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5.png"/><Relationship Id="rId40" Type="http://schemas.openxmlformats.org/officeDocument/2006/relationships/image" Target="../media/image48.png"/><Relationship Id="rId45" Type="http://schemas.openxmlformats.org/officeDocument/2006/relationships/image" Target="../media/image53.png"/><Relationship Id="rId53" Type="http://schemas.openxmlformats.org/officeDocument/2006/relationships/image" Target="../media/image61.png"/><Relationship Id="rId5" Type="http://schemas.openxmlformats.org/officeDocument/2006/relationships/image" Target="../media/image13.png"/><Relationship Id="rId10" Type="http://schemas.openxmlformats.org/officeDocument/2006/relationships/image" Target="../media/image18.png"/><Relationship Id="rId19" Type="http://schemas.openxmlformats.org/officeDocument/2006/relationships/image" Target="../media/image27.png"/><Relationship Id="rId31" Type="http://schemas.openxmlformats.org/officeDocument/2006/relationships/image" Target="../media/image39.png"/><Relationship Id="rId44" Type="http://schemas.openxmlformats.org/officeDocument/2006/relationships/image" Target="../media/image52.png"/><Relationship Id="rId52" Type="http://schemas.openxmlformats.org/officeDocument/2006/relationships/image" Target="../media/image60.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 Id="rId35" Type="http://schemas.openxmlformats.org/officeDocument/2006/relationships/image" Target="../media/image43.png"/><Relationship Id="rId43" Type="http://schemas.openxmlformats.org/officeDocument/2006/relationships/image" Target="../media/image51.png"/><Relationship Id="rId48" Type="http://schemas.openxmlformats.org/officeDocument/2006/relationships/image" Target="../media/image56.png"/><Relationship Id="rId56" Type="http://schemas.openxmlformats.org/officeDocument/2006/relationships/hyperlink" Target="https://www.w3schools.com/js/default.asp" TargetMode="External"/><Relationship Id="rId8" Type="http://schemas.openxmlformats.org/officeDocument/2006/relationships/image" Target="../media/image16.png"/><Relationship Id="rId51" Type="http://schemas.openxmlformats.org/officeDocument/2006/relationships/image" Target="../media/image59.png"/><Relationship Id="rId3" Type="http://schemas.openxmlformats.org/officeDocument/2006/relationships/image" Target="../media/image11.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33" Type="http://schemas.openxmlformats.org/officeDocument/2006/relationships/image" Target="../media/image41.png"/><Relationship Id="rId38" Type="http://schemas.openxmlformats.org/officeDocument/2006/relationships/image" Target="../media/image46.png"/><Relationship Id="rId46" Type="http://schemas.openxmlformats.org/officeDocument/2006/relationships/image" Target="../media/image54.png"/><Relationship Id="rId20" Type="http://schemas.openxmlformats.org/officeDocument/2006/relationships/image" Target="../media/image28.png"/><Relationship Id="rId41" Type="http://schemas.openxmlformats.org/officeDocument/2006/relationships/image" Target="../media/image49.png"/><Relationship Id="rId54" Type="http://schemas.openxmlformats.org/officeDocument/2006/relationships/image" Target="../media/image62.png"/><Relationship Id="rId1" Type="http://schemas.openxmlformats.org/officeDocument/2006/relationships/slideLayout" Target="../slideLayouts/slideLayout28.xml"/><Relationship Id="rId6" Type="http://schemas.openxmlformats.org/officeDocument/2006/relationships/image" Target="../media/image14.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36" Type="http://schemas.openxmlformats.org/officeDocument/2006/relationships/image" Target="../media/image44.png"/><Relationship Id="rId49" Type="http://schemas.openxmlformats.org/officeDocument/2006/relationships/image" Target="../media/image57.png"/></Relationships>
</file>

<file path=ppt/slides/_rels/slide328.xml.rels><?xml version="1.0" encoding="UTF-8" standalone="yes"?>
<Relationships xmlns="http://schemas.openxmlformats.org/package/2006/relationships"><Relationship Id="rId13" Type="http://schemas.openxmlformats.org/officeDocument/2006/relationships/image" Target="../media/image21.png"/><Relationship Id="rId18" Type="http://schemas.openxmlformats.org/officeDocument/2006/relationships/image" Target="../media/image26.png"/><Relationship Id="rId26" Type="http://schemas.openxmlformats.org/officeDocument/2006/relationships/image" Target="../media/image34.png"/><Relationship Id="rId39" Type="http://schemas.openxmlformats.org/officeDocument/2006/relationships/image" Target="../media/image47.png"/><Relationship Id="rId21" Type="http://schemas.openxmlformats.org/officeDocument/2006/relationships/image" Target="../media/image29.png"/><Relationship Id="rId34" Type="http://schemas.openxmlformats.org/officeDocument/2006/relationships/image" Target="../media/image42.png"/><Relationship Id="rId42" Type="http://schemas.openxmlformats.org/officeDocument/2006/relationships/image" Target="../media/image50.png"/><Relationship Id="rId47" Type="http://schemas.openxmlformats.org/officeDocument/2006/relationships/image" Target="../media/image55.png"/><Relationship Id="rId50" Type="http://schemas.openxmlformats.org/officeDocument/2006/relationships/image" Target="../media/image58.png"/><Relationship Id="rId55" Type="http://schemas.openxmlformats.org/officeDocument/2006/relationships/comments" Target="../comments/comment11.xml"/><Relationship Id="rId7" Type="http://schemas.openxmlformats.org/officeDocument/2006/relationships/image" Target="../media/image15.png"/><Relationship Id="rId2" Type="http://schemas.openxmlformats.org/officeDocument/2006/relationships/notesSlide" Target="../notesSlides/notesSlide328.xml"/><Relationship Id="rId16" Type="http://schemas.openxmlformats.org/officeDocument/2006/relationships/image" Target="../media/image24.png"/><Relationship Id="rId29" Type="http://schemas.openxmlformats.org/officeDocument/2006/relationships/image" Target="../media/image37.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5.png"/><Relationship Id="rId40" Type="http://schemas.openxmlformats.org/officeDocument/2006/relationships/image" Target="../media/image48.png"/><Relationship Id="rId45" Type="http://schemas.openxmlformats.org/officeDocument/2006/relationships/image" Target="../media/image53.png"/><Relationship Id="rId53" Type="http://schemas.openxmlformats.org/officeDocument/2006/relationships/image" Target="../media/image61.png"/><Relationship Id="rId5" Type="http://schemas.openxmlformats.org/officeDocument/2006/relationships/image" Target="../media/image13.png"/><Relationship Id="rId10" Type="http://schemas.openxmlformats.org/officeDocument/2006/relationships/image" Target="../media/image18.png"/><Relationship Id="rId19" Type="http://schemas.openxmlformats.org/officeDocument/2006/relationships/image" Target="../media/image27.png"/><Relationship Id="rId31" Type="http://schemas.openxmlformats.org/officeDocument/2006/relationships/image" Target="../media/image39.png"/><Relationship Id="rId44" Type="http://schemas.openxmlformats.org/officeDocument/2006/relationships/image" Target="../media/image52.png"/><Relationship Id="rId52" Type="http://schemas.openxmlformats.org/officeDocument/2006/relationships/image" Target="../media/image60.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 Id="rId35" Type="http://schemas.openxmlformats.org/officeDocument/2006/relationships/image" Target="../media/image43.png"/><Relationship Id="rId43" Type="http://schemas.openxmlformats.org/officeDocument/2006/relationships/image" Target="../media/image51.png"/><Relationship Id="rId48" Type="http://schemas.openxmlformats.org/officeDocument/2006/relationships/image" Target="../media/image56.png"/><Relationship Id="rId8" Type="http://schemas.openxmlformats.org/officeDocument/2006/relationships/image" Target="../media/image16.png"/><Relationship Id="rId51" Type="http://schemas.openxmlformats.org/officeDocument/2006/relationships/image" Target="../media/image59.png"/><Relationship Id="rId3" Type="http://schemas.openxmlformats.org/officeDocument/2006/relationships/image" Target="../media/image11.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33" Type="http://schemas.openxmlformats.org/officeDocument/2006/relationships/image" Target="../media/image41.png"/><Relationship Id="rId38" Type="http://schemas.openxmlformats.org/officeDocument/2006/relationships/image" Target="../media/image46.png"/><Relationship Id="rId46" Type="http://schemas.openxmlformats.org/officeDocument/2006/relationships/image" Target="../media/image54.png"/><Relationship Id="rId20" Type="http://schemas.openxmlformats.org/officeDocument/2006/relationships/image" Target="../media/image28.png"/><Relationship Id="rId41" Type="http://schemas.openxmlformats.org/officeDocument/2006/relationships/image" Target="../media/image49.png"/><Relationship Id="rId54" Type="http://schemas.openxmlformats.org/officeDocument/2006/relationships/image" Target="../media/image62.png"/><Relationship Id="rId1" Type="http://schemas.openxmlformats.org/officeDocument/2006/relationships/slideLayout" Target="../slideLayouts/slideLayout28.xml"/><Relationship Id="rId6" Type="http://schemas.openxmlformats.org/officeDocument/2006/relationships/image" Target="../media/image14.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36" Type="http://schemas.openxmlformats.org/officeDocument/2006/relationships/image" Target="../media/image44.png"/><Relationship Id="rId49" Type="http://schemas.openxmlformats.org/officeDocument/2006/relationships/image" Target="../media/image57.png"/></Relationships>
</file>

<file path=ppt/slides/_rels/slide329.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329.xml"/><Relationship Id="rId1" Type="http://schemas.openxmlformats.org/officeDocument/2006/relationships/slideLayout" Target="../slideLayouts/slideLayout1.xml"/><Relationship Id="rId5" Type="http://schemas.openxmlformats.org/officeDocument/2006/relationships/image" Target="../media/image162.png"/><Relationship Id="rId4" Type="http://schemas.openxmlformats.org/officeDocument/2006/relationships/image" Target="../media/image161.png"/></Relationships>
</file>

<file path=ppt/slides/_rels/slide330.xml.rels><?xml version="1.0" encoding="UTF-8" standalone="yes"?>
<Relationships xmlns="http://schemas.openxmlformats.org/package/2006/relationships"><Relationship Id="rId3" Type="http://schemas.openxmlformats.org/officeDocument/2006/relationships/image" Target="../media/image163.jpeg"/><Relationship Id="rId2" Type="http://schemas.openxmlformats.org/officeDocument/2006/relationships/notesSlide" Target="../notesSlides/notesSlide330.xml"/><Relationship Id="rId1" Type="http://schemas.openxmlformats.org/officeDocument/2006/relationships/slideLayout" Target="../slideLayouts/slideLayout3.xml"/><Relationship Id="rId5" Type="http://schemas.openxmlformats.org/officeDocument/2006/relationships/image" Target="../media/image165.png"/><Relationship Id="rId4" Type="http://schemas.openxmlformats.org/officeDocument/2006/relationships/image" Target="../media/image16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
          <p:cNvSpPr txBox="1"/>
          <p:nvPr/>
        </p:nvSpPr>
        <p:spPr>
          <a:xfrm>
            <a:off x="1908875" y="3993341"/>
            <a:ext cx="8229600" cy="1723317"/>
          </a:xfrm>
          <a:prstGeom prst="rect">
            <a:avLst/>
          </a:prstGeom>
          <a:noFill/>
          <a:ln>
            <a:noFill/>
          </a:ln>
        </p:spPr>
        <p:txBody>
          <a:bodyPr spcFirstLastPara="1" wrap="square" lIns="121900" tIns="121900" rIns="121900" bIns="121900" anchor="t" anchorCtr="0">
            <a:spAutoFit/>
          </a:bodyPr>
          <a:lstStyle/>
          <a:p>
            <a:pPr algn="ctr">
              <a:lnSpc>
                <a:spcPct val="150000"/>
              </a:lnSpc>
              <a:buSzPts val="1600"/>
            </a:pPr>
            <a:r>
              <a:rPr lang="es" sz="2133" b="1">
                <a:solidFill>
                  <a:schemeClr val="lt1"/>
                </a:solidFill>
                <a:latin typeface="Montserrat"/>
                <a:ea typeface="Montserrat"/>
                <a:cs typeface="Montserrat"/>
                <a:sym typeface="Montserrat"/>
              </a:rPr>
              <a:t>Vertical: </a:t>
            </a:r>
            <a:r>
              <a:rPr lang="es" sz="2133">
                <a:solidFill>
                  <a:schemeClr val="lt1"/>
                </a:solidFill>
                <a:latin typeface="Montserrat Medium"/>
                <a:ea typeface="Montserrat Medium"/>
                <a:cs typeface="Montserrat Medium"/>
                <a:sym typeface="Montserrat Medium"/>
              </a:rPr>
              <a:t>xx</a:t>
            </a:r>
            <a:endParaRPr sz="2133">
              <a:solidFill>
                <a:schemeClr val="lt1"/>
              </a:solidFill>
              <a:latin typeface="Montserrat Medium"/>
              <a:ea typeface="Montserrat Medium"/>
              <a:cs typeface="Montserrat Medium"/>
              <a:sym typeface="Montserrat Medium"/>
            </a:endParaRPr>
          </a:p>
          <a:p>
            <a:pPr algn="ctr">
              <a:lnSpc>
                <a:spcPct val="150000"/>
              </a:lnSpc>
              <a:buSzPts val="1600"/>
            </a:pPr>
            <a:r>
              <a:rPr lang="es" sz="2133" b="1">
                <a:solidFill>
                  <a:schemeClr val="lt1"/>
                </a:solidFill>
                <a:latin typeface="Montserrat"/>
                <a:ea typeface="Montserrat"/>
                <a:cs typeface="Montserrat"/>
                <a:sym typeface="Montserrat"/>
              </a:rPr>
              <a:t>Clase: </a:t>
            </a:r>
            <a:r>
              <a:rPr lang="es" sz="2133">
                <a:solidFill>
                  <a:schemeClr val="lt1"/>
                </a:solidFill>
                <a:latin typeface="Montserrat"/>
                <a:ea typeface="Montserrat"/>
                <a:cs typeface="Montserrat"/>
                <a:sym typeface="Montserrat"/>
              </a:rPr>
              <a:t>xx</a:t>
            </a:r>
            <a:endParaRPr sz="2133">
              <a:solidFill>
                <a:schemeClr val="lt1"/>
              </a:solidFill>
              <a:latin typeface="Montserrat"/>
              <a:ea typeface="Montserrat"/>
              <a:cs typeface="Montserrat"/>
              <a:sym typeface="Montserrat"/>
            </a:endParaRPr>
          </a:p>
          <a:p>
            <a:pPr algn="ctr">
              <a:lnSpc>
                <a:spcPct val="150000"/>
              </a:lnSpc>
              <a:buSzPts val="1600"/>
            </a:pPr>
            <a:r>
              <a:rPr lang="es" sz="2133" b="1">
                <a:solidFill>
                  <a:schemeClr val="lt1"/>
                </a:solidFill>
                <a:latin typeface="Montserrat"/>
                <a:ea typeface="Montserrat"/>
                <a:cs typeface="Montserrat"/>
                <a:sym typeface="Montserrat"/>
              </a:rPr>
              <a:t>Docente: </a:t>
            </a:r>
            <a:r>
              <a:rPr lang="es" sz="2133">
                <a:solidFill>
                  <a:schemeClr val="lt1"/>
                </a:solidFill>
                <a:latin typeface="Montserrat"/>
                <a:ea typeface="Montserrat"/>
                <a:cs typeface="Montserrat"/>
                <a:sym typeface="Montserrat"/>
              </a:rPr>
              <a:t>xx</a:t>
            </a:r>
            <a:endParaRPr sz="2133" b="1">
              <a:solidFill>
                <a:schemeClr val="lt1"/>
              </a:solidFill>
              <a:latin typeface="Montserrat"/>
              <a:ea typeface="Montserrat"/>
              <a:cs typeface="Montserrat"/>
              <a:sym typeface="Montserrat"/>
            </a:endParaRPr>
          </a:p>
        </p:txBody>
      </p:sp>
      <p:pic>
        <p:nvPicPr>
          <p:cNvPr id="205" name="Google Shape;205;p1"/>
          <p:cNvPicPr preferRelativeResize="0"/>
          <p:nvPr/>
        </p:nvPicPr>
        <p:blipFill rotWithShape="1">
          <a:blip r:embed="rId3">
            <a:alphaModFix/>
          </a:blip>
          <a:srcRect l="21786" t="34991" r="19818" b="30270"/>
          <a:stretch/>
        </p:blipFill>
        <p:spPr>
          <a:xfrm>
            <a:off x="9072534" y="6086834"/>
            <a:ext cx="1387679" cy="464665"/>
          </a:xfrm>
          <a:prstGeom prst="rect">
            <a:avLst/>
          </a:prstGeom>
          <a:noFill/>
          <a:ln>
            <a:noFill/>
          </a:ln>
        </p:spPr>
      </p:pic>
      <p:pic>
        <p:nvPicPr>
          <p:cNvPr id="206" name="Google Shape;206;p1"/>
          <p:cNvPicPr preferRelativeResize="0"/>
          <p:nvPr/>
        </p:nvPicPr>
        <p:blipFill rotWithShape="1">
          <a:blip r:embed="rId4">
            <a:alphaModFix/>
          </a:blip>
          <a:srcRect/>
          <a:stretch/>
        </p:blipFill>
        <p:spPr>
          <a:xfrm>
            <a:off x="-20664" y="-2255"/>
            <a:ext cx="12192000" cy="6854653"/>
          </a:xfrm>
          <a:prstGeom prst="rect">
            <a:avLst/>
          </a:prstGeom>
          <a:noFill/>
          <a:ln>
            <a:noFill/>
          </a:ln>
        </p:spPr>
      </p:pic>
      <p:pic>
        <p:nvPicPr>
          <p:cNvPr id="207" name="Google Shape;207;p1"/>
          <p:cNvPicPr preferRelativeResize="0"/>
          <p:nvPr/>
        </p:nvPicPr>
        <p:blipFill rotWithShape="1">
          <a:blip r:embed="rId5">
            <a:alphaModFix/>
          </a:blip>
          <a:srcRect/>
          <a:stretch/>
        </p:blipFill>
        <p:spPr>
          <a:xfrm>
            <a:off x="3037455" y="2315793"/>
            <a:ext cx="5662477" cy="2287307"/>
          </a:xfrm>
          <a:prstGeom prst="rect">
            <a:avLst/>
          </a:prstGeom>
          <a:noFill/>
          <a:ln>
            <a:noFill/>
          </a:ln>
        </p:spPr>
      </p:pic>
      <p:pic>
        <p:nvPicPr>
          <p:cNvPr id="208" name="Google Shape;208;p1"/>
          <p:cNvPicPr preferRelativeResize="0"/>
          <p:nvPr/>
        </p:nvPicPr>
        <p:blipFill rotWithShape="1">
          <a:blip r:embed="rId6">
            <a:alphaModFix/>
          </a:blip>
          <a:srcRect/>
          <a:stretch/>
        </p:blipFill>
        <p:spPr>
          <a:xfrm>
            <a:off x="687271" y="6127947"/>
            <a:ext cx="2029252" cy="382436"/>
          </a:xfrm>
          <a:prstGeom prst="rect">
            <a:avLst/>
          </a:prstGeom>
          <a:noFill/>
          <a:ln>
            <a:noFill/>
          </a:ln>
        </p:spPr>
      </p:pic>
      <p:pic>
        <p:nvPicPr>
          <p:cNvPr id="209" name="Google Shape;209;p1"/>
          <p:cNvPicPr preferRelativeResize="0"/>
          <p:nvPr/>
        </p:nvPicPr>
        <p:blipFill rotWithShape="1">
          <a:blip r:embed="rId7">
            <a:alphaModFix/>
          </a:blip>
          <a:srcRect/>
          <a:stretch/>
        </p:blipFill>
        <p:spPr>
          <a:xfrm>
            <a:off x="10443275" y="6208087"/>
            <a:ext cx="1061455" cy="343412"/>
          </a:xfrm>
          <a:prstGeom prst="rect">
            <a:avLst/>
          </a:prstGeom>
          <a:noFill/>
          <a:ln>
            <a:noFill/>
          </a:ln>
        </p:spPr>
      </p:pic>
      <p:sp>
        <p:nvSpPr>
          <p:cNvPr id="2" name="CuadroTexto 1"/>
          <p:cNvSpPr txBox="1"/>
          <p:nvPr/>
        </p:nvSpPr>
        <p:spPr>
          <a:xfrm>
            <a:off x="3722280" y="4854999"/>
            <a:ext cx="4706112" cy="461665"/>
          </a:xfrm>
          <a:prstGeom prst="rect">
            <a:avLst/>
          </a:prstGeom>
          <a:noFill/>
        </p:spPr>
        <p:txBody>
          <a:bodyPr wrap="square" rtlCol="0">
            <a:spAutoFit/>
          </a:bodyPr>
          <a:lstStyle/>
          <a:p>
            <a:r>
              <a:rPr lang="es-MX" sz="2400" dirty="0" smtClean="0">
                <a:latin typeface="Gotham Rounded" pitchFamily="50" charset="0"/>
              </a:rPr>
              <a:t>Diseño Web y Programación</a:t>
            </a:r>
          </a:p>
        </p:txBody>
      </p:sp>
    </p:spTree>
    <p:extLst>
      <p:ext uri="{BB962C8B-B14F-4D97-AF65-F5344CB8AC3E}">
        <p14:creationId xmlns:p14="http://schemas.microsoft.com/office/powerpoint/2010/main" val="40446046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pic>
        <p:nvPicPr>
          <p:cNvPr id="280" name="Google Shape;280;p2" descr="Un barco en el mar&#10;&#10;Descripción generada automáticamente"/>
          <p:cNvPicPr preferRelativeResize="0"/>
          <p:nvPr/>
        </p:nvPicPr>
        <p:blipFill rotWithShape="1">
          <a:blip r:embed="rId3">
            <a:alphaModFix/>
          </a:blip>
          <a:srcRect/>
          <a:stretch/>
        </p:blipFill>
        <p:spPr>
          <a:xfrm>
            <a:off x="8627" y="-246212"/>
            <a:ext cx="12189123" cy="7594839"/>
          </a:xfrm>
          <a:prstGeom prst="rect">
            <a:avLst/>
          </a:prstGeom>
          <a:noFill/>
          <a:ln>
            <a:noFill/>
          </a:ln>
        </p:spPr>
      </p:pic>
      <p:sp>
        <p:nvSpPr>
          <p:cNvPr id="281" name="Google Shape;281;p2"/>
          <p:cNvSpPr/>
          <p:nvPr/>
        </p:nvSpPr>
        <p:spPr>
          <a:xfrm>
            <a:off x="2876" y="-61822"/>
            <a:ext cx="12177621" cy="7404338"/>
          </a:xfrm>
          <a:prstGeom prst="rect">
            <a:avLst/>
          </a:prstGeom>
          <a:solidFill>
            <a:srgbClr val="4472C4">
              <a:alpha val="47450"/>
            </a:srgbClr>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2" name="Google Shape;282;p2"/>
          <p:cNvSpPr/>
          <p:nvPr/>
        </p:nvSpPr>
        <p:spPr>
          <a:xfrm>
            <a:off x="511645" y="3167450"/>
            <a:ext cx="11170787" cy="94369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200"/>
              <a:buFont typeface="Arial"/>
              <a:buNone/>
            </a:pPr>
            <a:r>
              <a:rPr lang="es-ES" sz="7200" b="1" i="0" u="none" strike="noStrike" cap="none">
                <a:solidFill>
                  <a:schemeClr val="lt1"/>
                </a:solidFill>
                <a:latin typeface="Arial"/>
                <a:ea typeface="Arial"/>
                <a:cs typeface="Arial"/>
                <a:sym typeface="Arial"/>
              </a:rPr>
              <a:t>ROMPEHIELOS </a:t>
            </a:r>
            <a:endParaRPr sz="1400" b="0" i="0" u="none" strike="noStrike" cap="none">
              <a:solidFill>
                <a:srgbClr val="000000"/>
              </a:solidFill>
              <a:latin typeface="Arial"/>
              <a:ea typeface="Arial"/>
              <a:cs typeface="Arial"/>
              <a:sym typeface="Arial"/>
            </a:endParaRPr>
          </a:p>
        </p:txBody>
      </p:sp>
    </p:spTree>
  </p:cSld>
  <p:clrMapOvr>
    <a:masterClrMapping/>
  </p:clrMapOvr>
  <p:transition spd="slow">
    <p:push/>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pic>
        <p:nvPicPr>
          <p:cNvPr id="4" name="Google Shape;214;p2"/>
          <p:cNvPicPr preferRelativeResize="0"/>
          <p:nvPr/>
        </p:nvPicPr>
        <p:blipFill rotWithShape="1">
          <a:blip r:embed="rId3">
            <a:alphaModFix/>
          </a:blip>
          <a:srcRect/>
          <a:stretch/>
        </p:blipFill>
        <p:spPr>
          <a:xfrm>
            <a:off x="0" y="1254"/>
            <a:ext cx="12192000" cy="6856745"/>
          </a:xfrm>
          <a:prstGeom prst="rect">
            <a:avLst/>
          </a:prstGeom>
          <a:noFill/>
          <a:ln>
            <a:noFill/>
          </a:ln>
        </p:spPr>
      </p:pic>
      <p:sp>
        <p:nvSpPr>
          <p:cNvPr id="288" name="Google Shape;288;p3"/>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Medium" panose="02000000000000000000" pitchFamily="50" charset="0"/>
                <a:sym typeface="Arial"/>
              </a:rPr>
              <a:t>- Rompehielos -</a:t>
            </a:r>
            <a:endParaRPr sz="1800" b="0" i="0" u="none" strike="noStrike" cap="none" dirty="0">
              <a:solidFill>
                <a:schemeClr val="tx1"/>
              </a:solidFill>
              <a:latin typeface="Gotham Rounded Medium" panose="02000000000000000000" pitchFamily="50" charset="0"/>
              <a:ea typeface="Calibri"/>
              <a:cs typeface="Calibri"/>
              <a:sym typeface="Calibri"/>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Gotham Rounded Medium" panose="02000000000000000000" pitchFamily="50" charset="0"/>
                <a:sym typeface="Arial"/>
              </a:rPr>
              <a:t>Completar las</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1" i="0" u="none" strike="noStrike" cap="none" dirty="0">
                <a:solidFill>
                  <a:schemeClr val="tx1"/>
                </a:solidFill>
                <a:latin typeface="Gotham Rounded Medium" panose="02000000000000000000" pitchFamily="50" charset="0"/>
                <a:sym typeface="Arial"/>
              </a:rPr>
              <a:t>palabras faltantes.</a:t>
            </a:r>
            <a:endParaRPr sz="1800" b="1" i="0" u="none" strike="noStrike" cap="none" dirty="0">
              <a:solidFill>
                <a:schemeClr val="tx1"/>
              </a:solidFill>
              <a:latin typeface="Gotham Rounded Medium" panose="02000000000000000000" pitchFamily="50" charset="0"/>
              <a:ea typeface="Calibri"/>
              <a:cs typeface="Calibri"/>
              <a:sym typeface="Calibri"/>
            </a:endParaRPr>
          </a:p>
        </p:txBody>
      </p:sp>
      <p:pic>
        <p:nvPicPr>
          <p:cNvPr id="289" name="Google Shape;289;p3" descr="Icono&#10;&#10;Descripción generada automáticamente"/>
          <p:cNvPicPr preferRelativeResize="0"/>
          <p:nvPr/>
        </p:nvPicPr>
        <p:blipFill rotWithShape="1">
          <a:blip r:embed="rId4">
            <a:alphaModFix/>
          </a:blip>
          <a:srcRect/>
          <a:stretch/>
        </p:blipFill>
        <p:spPr>
          <a:xfrm>
            <a:off x="11680652" y="184715"/>
            <a:ext cx="301974" cy="301614"/>
          </a:xfrm>
          <a:prstGeom prst="rect">
            <a:avLst/>
          </a:prstGeom>
          <a:noFill/>
          <a:ln>
            <a:noFill/>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4"/>
          <p:cNvSpPr/>
          <p:nvPr/>
        </p:nvSpPr>
        <p:spPr>
          <a:xfrm>
            <a:off x="9144287" y="4062354"/>
            <a:ext cx="2796049" cy="386883"/>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Arial"/>
                <a:ea typeface="Arial"/>
                <a:cs typeface="Arial"/>
                <a:sym typeface="Arial"/>
              </a:rPr>
              <a:t>_ _ l _</a:t>
            </a:r>
            <a:endParaRPr sz="1400" b="0" i="0" u="none" strike="noStrike" cap="none">
              <a:solidFill>
                <a:srgbClr val="000000"/>
              </a:solidFill>
              <a:latin typeface="Arial"/>
              <a:ea typeface="Arial"/>
              <a:cs typeface="Arial"/>
              <a:sym typeface="Arial"/>
            </a:endParaRPr>
          </a:p>
        </p:txBody>
      </p:sp>
      <p:sp>
        <p:nvSpPr>
          <p:cNvPr id="296" name="Google Shape;296;p4"/>
          <p:cNvSpPr/>
          <p:nvPr/>
        </p:nvSpPr>
        <p:spPr>
          <a:xfrm>
            <a:off x="9144287" y="4699788"/>
            <a:ext cx="2796049" cy="386883"/>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Arial"/>
                <a:ea typeface="Arial"/>
                <a:cs typeface="Arial"/>
                <a:sym typeface="Arial"/>
              </a:rPr>
              <a:t>_ _ _ _ _ _</a:t>
            </a:r>
            <a:endParaRPr sz="1400" b="0" i="0" u="none" strike="noStrike" cap="none">
              <a:solidFill>
                <a:srgbClr val="000000"/>
              </a:solidFill>
              <a:latin typeface="Arial"/>
              <a:ea typeface="Arial"/>
              <a:cs typeface="Arial"/>
              <a:sym typeface="Arial"/>
            </a:endParaRPr>
          </a:p>
        </p:txBody>
      </p:sp>
      <p:sp>
        <p:nvSpPr>
          <p:cNvPr id="297" name="Google Shape;297;p4"/>
          <p:cNvSpPr/>
          <p:nvPr/>
        </p:nvSpPr>
        <p:spPr>
          <a:xfrm>
            <a:off x="9146494" y="5266579"/>
            <a:ext cx="2796049" cy="386883"/>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Arial"/>
                <a:ea typeface="Arial"/>
                <a:cs typeface="Arial"/>
                <a:sym typeface="Arial"/>
              </a:rPr>
              <a:t>_ _ _ e _ _ _ _</a:t>
            </a:r>
            <a:endParaRPr sz="1400" b="0" i="0" u="none" strike="noStrike" cap="none">
              <a:solidFill>
                <a:srgbClr val="000000"/>
              </a:solidFill>
              <a:latin typeface="Arial"/>
              <a:ea typeface="Arial"/>
              <a:cs typeface="Arial"/>
              <a:sym typeface="Arial"/>
            </a:endParaRPr>
          </a:p>
        </p:txBody>
      </p:sp>
      <p:sp>
        <p:nvSpPr>
          <p:cNvPr id="298" name="Google Shape;298;p4"/>
          <p:cNvSpPr/>
          <p:nvPr/>
        </p:nvSpPr>
        <p:spPr>
          <a:xfrm>
            <a:off x="9117458" y="768426"/>
            <a:ext cx="2796049" cy="386883"/>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a:solidFill>
                  <a:schemeClr val="lt1"/>
                </a:solidFill>
                <a:latin typeface="Calibri"/>
                <a:ea typeface="Calibri"/>
                <a:cs typeface="Calibri"/>
                <a:sym typeface="Calibri"/>
              </a:rPr>
              <a:t>_ _ _   _ _ _ _ _</a:t>
            </a:r>
            <a:endParaRPr sz="2400" b="0" i="0" u="none" strike="noStrike" cap="none" dirty="0">
              <a:solidFill>
                <a:schemeClr val="lt1"/>
              </a:solidFill>
              <a:latin typeface="Arial"/>
              <a:ea typeface="Arial"/>
              <a:cs typeface="Arial"/>
              <a:sym typeface="Arial"/>
            </a:endParaRPr>
          </a:p>
        </p:txBody>
      </p:sp>
      <p:sp>
        <p:nvSpPr>
          <p:cNvPr id="299" name="Google Shape;299;p4"/>
          <p:cNvSpPr/>
          <p:nvPr/>
        </p:nvSpPr>
        <p:spPr>
          <a:xfrm>
            <a:off x="9114285" y="1372336"/>
            <a:ext cx="3053002" cy="386883"/>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a:solidFill>
                  <a:schemeClr val="lt1"/>
                </a:solidFill>
                <a:latin typeface="Arial"/>
                <a:ea typeface="Arial"/>
                <a:cs typeface="Arial"/>
                <a:sym typeface="Arial"/>
              </a:rPr>
              <a:t>_ _ _  d _  _ _ _ _ _ </a:t>
            </a:r>
            <a:endParaRPr sz="1400" b="0" i="0" u="none" strike="noStrike" cap="none" dirty="0">
              <a:solidFill>
                <a:schemeClr val="tx1"/>
              </a:solidFill>
              <a:latin typeface="Arial"/>
              <a:ea typeface="Arial"/>
              <a:cs typeface="Arial"/>
              <a:sym typeface="Arial"/>
            </a:endParaRPr>
          </a:p>
        </p:txBody>
      </p:sp>
      <p:sp>
        <p:nvSpPr>
          <p:cNvPr id="300" name="Google Shape;300;p4"/>
          <p:cNvSpPr/>
          <p:nvPr/>
        </p:nvSpPr>
        <p:spPr>
          <a:xfrm>
            <a:off x="6641550" y="408278"/>
            <a:ext cx="2480677" cy="604144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a:solidFill>
                  <a:schemeClr val="lt1"/>
                </a:solidFill>
                <a:latin typeface="Arial"/>
                <a:ea typeface="Arial"/>
                <a:cs typeface="Arial"/>
                <a:sym typeface="Arial"/>
              </a:rPr>
              <a:t>_ _ _ _ _ t _ _ _</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s-ES" sz="2400" b="1" i="0" u="none" strike="noStrike" cap="none" dirty="0">
                <a:solidFill>
                  <a:schemeClr val="tx1"/>
                </a:solidFill>
                <a:latin typeface="Gotham Rounded" pitchFamily="50" charset="0"/>
                <a:sym typeface="Arial"/>
              </a:rPr>
              <a:t>Brasil</a:t>
            </a:r>
            <a:endParaRPr sz="1400" b="1"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_ _ _ _ _</a:t>
            </a:r>
            <a:endParaRPr sz="1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_ _ _ _</a:t>
            </a:r>
            <a:endParaRPr sz="1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_ _ _ _ u a _</a:t>
            </a:r>
            <a:endParaRPr sz="1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_ c _ _ _ _ _</a:t>
            </a:r>
            <a:endParaRPr sz="1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_ _ _ _ m _ _ _</a:t>
            </a:r>
            <a:endParaRPr sz="1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_ _ _ _ v _ _</a:t>
            </a:r>
            <a:endParaRPr sz="1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Más….</a:t>
            </a:r>
            <a:endParaRPr sz="2400" b="0" i="0" u="none" strike="noStrike" cap="none" dirty="0">
              <a:solidFill>
                <a:schemeClr val="tx1"/>
              </a:solidFill>
              <a:latin typeface="Gotham Rounded" pitchFamily="50" charset="0"/>
              <a:sym typeface="Arial"/>
            </a:endParaRPr>
          </a:p>
        </p:txBody>
      </p:sp>
      <p:sp>
        <p:nvSpPr>
          <p:cNvPr id="301" name="Google Shape;301;p4"/>
          <p:cNvSpPr/>
          <p:nvPr/>
        </p:nvSpPr>
        <p:spPr>
          <a:xfrm>
            <a:off x="551162" y="2128445"/>
            <a:ext cx="1843695" cy="257736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s-ES" sz="2400" b="1" i="1" u="none" strike="noStrike" cap="none" dirty="0">
                <a:solidFill>
                  <a:schemeClr val="tx1"/>
                </a:solidFill>
                <a:latin typeface="Gotham Rounded" pitchFamily="50" charset="0"/>
                <a:sym typeface="Arial"/>
              </a:rPr>
              <a:t>Mundo</a:t>
            </a:r>
            <a:endParaRPr sz="2400" b="1" i="1" u="none" strike="noStrike" cap="none" dirty="0">
              <a:solidFill>
                <a:schemeClr val="tx1"/>
              </a:solidFill>
              <a:latin typeface="Gotham Rounded" pitchFamily="50" charset="0"/>
              <a:sym typeface="Arial"/>
            </a:endParaRPr>
          </a:p>
        </p:txBody>
      </p:sp>
      <p:sp>
        <p:nvSpPr>
          <p:cNvPr id="302" name="Google Shape;302;p4"/>
          <p:cNvSpPr/>
          <p:nvPr/>
        </p:nvSpPr>
        <p:spPr>
          <a:xfrm>
            <a:off x="2011995" y="1608708"/>
            <a:ext cx="304800" cy="3640585"/>
          </a:xfrm>
          <a:prstGeom prst="leftBrace">
            <a:avLst>
              <a:gd name="adj1" fmla="val 8333"/>
              <a:gd name="adj2" fmla="val 50000"/>
            </a:avLst>
          </a:prstGeom>
          <a:ln w="28575">
            <a:headEnd type="none" w="sm" len="sm"/>
            <a:tailEnd type="none" w="sm" len="sm"/>
          </a:ln>
        </p:spPr>
        <p:style>
          <a:lnRef idx="1">
            <a:schemeClr val="dk1"/>
          </a:lnRef>
          <a:fillRef idx="0">
            <a:schemeClr val="dk1"/>
          </a:fillRef>
          <a:effectRef idx="0">
            <a:schemeClr val="dk1"/>
          </a:effectRef>
          <a:fontRef idx="minor">
            <a:schemeClr val="tx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03" name="Google Shape;303;p4"/>
          <p:cNvSpPr/>
          <p:nvPr/>
        </p:nvSpPr>
        <p:spPr>
          <a:xfrm>
            <a:off x="2316794" y="910546"/>
            <a:ext cx="2301331" cy="503691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a:solidFill>
                  <a:schemeClr val="lt1"/>
                </a:solidFill>
                <a:latin typeface="Arial"/>
                <a:ea typeface="Arial"/>
                <a:cs typeface="Arial"/>
                <a:sym typeface="Arial"/>
              </a:rPr>
              <a:t>_ </a:t>
            </a:r>
            <a:endParaRPr lang="es-ES" sz="2400" b="0" i="0" u="none" strike="noStrike" cap="none" dirty="0" smtClean="0">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smtClean="0">
                <a:solidFill>
                  <a:schemeClr val="tx1"/>
                </a:solidFill>
                <a:latin typeface="Gotham Rounded Medium" panose="02000000000000000000" pitchFamily="50" charset="0"/>
                <a:sym typeface="Arial"/>
              </a:rPr>
              <a:t>_ </a:t>
            </a:r>
            <a:r>
              <a:rPr lang="es-ES" sz="2400" b="0" i="0" u="none" strike="noStrike" cap="none" dirty="0">
                <a:solidFill>
                  <a:schemeClr val="tx1"/>
                </a:solidFill>
                <a:latin typeface="Gotham Rounded Medium" panose="02000000000000000000" pitchFamily="50" charset="0"/>
                <a:sym typeface="Arial"/>
              </a:rPr>
              <a:t>_ _ _ </a:t>
            </a:r>
            <a:r>
              <a:rPr lang="es-ES" sz="2400" b="0" i="0" u="none" strike="noStrike" cap="none" dirty="0" smtClean="0">
                <a:solidFill>
                  <a:schemeClr val="tx1"/>
                </a:solidFill>
                <a:latin typeface="Gotham Rounded Medium" panose="02000000000000000000" pitchFamily="50" charset="0"/>
                <a:sym typeface="Arial"/>
              </a:rPr>
              <a:t>_ _ </a:t>
            </a:r>
            <a:r>
              <a:rPr lang="es-ES" sz="2400" b="0" i="0" u="none" strike="noStrike" cap="none" dirty="0" smtClean="0">
                <a:solidFill>
                  <a:schemeClr val="tx1"/>
                </a:solidFill>
                <a:latin typeface="Arial"/>
                <a:ea typeface="Arial"/>
                <a:cs typeface="Arial"/>
                <a:sym typeface="Arial"/>
              </a:rPr>
              <a:t>_ </a:t>
            </a:r>
            <a:endParaRPr sz="1400" b="0" i="0" u="none" strike="noStrike" cap="none" dirty="0">
              <a:solidFill>
                <a:schemeClr val="tx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smtClean="0">
                <a:solidFill>
                  <a:schemeClr val="tx1"/>
                </a:solidFill>
                <a:latin typeface="Gotham Rounded Medium" panose="02000000000000000000" pitchFamily="50" charset="0"/>
                <a:sym typeface="Arial"/>
              </a:rPr>
              <a:t>  Antártida</a:t>
            </a:r>
          </a:p>
          <a:p>
            <a:pPr marL="0" marR="0" lvl="0" indent="0" algn="l" rtl="0">
              <a:lnSpc>
                <a:spcPct val="100000"/>
              </a:lnSpc>
              <a:spcBef>
                <a:spcPts val="0"/>
              </a:spcBef>
              <a:spcAft>
                <a:spcPts val="0"/>
              </a:spcAft>
              <a:buClr>
                <a:srgbClr val="000000"/>
              </a:buClr>
              <a:buSzPts val="2400"/>
              <a:buFont typeface="Arial"/>
              <a:buNone/>
            </a:pPr>
            <a:endParaRPr lang="es-MX" sz="1400" b="0" i="0" u="none" strike="noStrike" cap="none" dirty="0" smtClean="0">
              <a:solidFill>
                <a:schemeClr val="tx1"/>
              </a:solidFill>
              <a:latin typeface="Gotham Rounded Medium" panose="02000000000000000000" pitchFamily="50" charset="0"/>
              <a:sym typeface="Arial"/>
            </a:endParaRPr>
          </a:p>
          <a:p>
            <a:pPr marL="0" marR="0" lvl="0" indent="0" algn="l" rtl="0">
              <a:lnSpc>
                <a:spcPct val="100000"/>
              </a:lnSpc>
              <a:spcBef>
                <a:spcPts val="0"/>
              </a:spcBef>
              <a:spcAft>
                <a:spcPts val="0"/>
              </a:spcAft>
              <a:buClr>
                <a:srgbClr val="000000"/>
              </a:buClr>
              <a:buSzPts val="2400"/>
              <a:buFont typeface="Arial"/>
              <a:buNone/>
            </a:pPr>
            <a:endParaRPr sz="1400" b="0" i="0" u="none" strike="noStrike" cap="none" dirty="0">
              <a:solidFill>
                <a:schemeClr val="tx1"/>
              </a:solidFill>
              <a:latin typeface="Gotham Rounded Medium" panose="02000000000000000000" pitchFamily="50" charset="0"/>
              <a:sym typeface="Arial"/>
            </a:endParaRPr>
          </a:p>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smtClean="0">
                <a:solidFill>
                  <a:schemeClr val="tx1"/>
                </a:solidFill>
                <a:latin typeface="Gotham Rounded" pitchFamily="50" charset="0"/>
                <a:sym typeface="Arial"/>
              </a:rPr>
              <a:t> </a:t>
            </a:r>
            <a:r>
              <a:rPr lang="es-ES" sz="2400" b="0" i="0" u="none" strike="noStrike" cap="none" dirty="0">
                <a:solidFill>
                  <a:schemeClr val="tx1"/>
                </a:solidFill>
                <a:latin typeface="Gotham Rounded" pitchFamily="50" charset="0"/>
                <a:sym typeface="Arial"/>
              </a:rPr>
              <a:t>_ _ _ _ _</a:t>
            </a:r>
            <a:endParaRPr sz="1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_ _ r _ _ _</a:t>
            </a:r>
            <a:endParaRPr sz="1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Asia</a:t>
            </a:r>
            <a:endParaRPr sz="1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_ c e _ _ _ </a:t>
            </a:r>
            <a:r>
              <a:rPr lang="es-ES" sz="2400" b="0" i="0" u="none" strike="noStrike" cap="none" dirty="0" smtClean="0">
                <a:solidFill>
                  <a:schemeClr val="tx1"/>
                </a:solidFill>
                <a:latin typeface="Gotham Rounded" pitchFamily="50" charset="0"/>
                <a:sym typeface="Arial"/>
              </a:rPr>
              <a:t>_</a:t>
            </a:r>
            <a:endParaRPr sz="2400" b="0" i="0" u="none" strike="noStrike" cap="none" dirty="0">
              <a:solidFill>
                <a:schemeClr val="tx1"/>
              </a:solidFill>
              <a:latin typeface="Gotham Rounded" pitchFamily="50" charset="0"/>
              <a:sym typeface="Arial"/>
            </a:endParaRPr>
          </a:p>
        </p:txBody>
      </p:sp>
      <p:sp>
        <p:nvSpPr>
          <p:cNvPr id="304" name="Google Shape;304;p4"/>
          <p:cNvSpPr/>
          <p:nvPr/>
        </p:nvSpPr>
        <p:spPr>
          <a:xfrm>
            <a:off x="4319579" y="409950"/>
            <a:ext cx="2169503" cy="246575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lang="es-ES" sz="2400" b="0" i="0" u="none" strike="noStrike" cap="none" dirty="0" smtClean="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smtClean="0">
                <a:solidFill>
                  <a:schemeClr val="tx1"/>
                </a:solidFill>
                <a:latin typeface="Gotham Rounded" pitchFamily="50" charset="0"/>
                <a:sym typeface="Arial"/>
              </a:rPr>
              <a:t>     </a:t>
            </a:r>
            <a:endParaRPr lang="es-ES" sz="2400" b="1" i="0" u="none" strike="noStrike" cap="none" dirty="0" smtClean="0">
              <a:solidFill>
                <a:schemeClr val="tx1"/>
              </a:solidFill>
              <a:latin typeface="Gotham Rounded" pitchFamily="50" charset="0"/>
              <a:sym typeface="Arial"/>
            </a:endParaRPr>
          </a:p>
          <a:p>
            <a:pPr>
              <a:buSzPts val="2400"/>
            </a:pPr>
            <a:endParaRPr lang="es-ES" sz="2400" b="1" dirty="0" smtClean="0">
              <a:solidFill>
                <a:schemeClr val="tx1"/>
              </a:solidFill>
            </a:endParaRPr>
          </a:p>
          <a:p>
            <a:pPr>
              <a:buSzPts val="2400"/>
            </a:pPr>
            <a:r>
              <a:rPr lang="es-ES" sz="2400" b="1" dirty="0">
                <a:solidFill>
                  <a:schemeClr val="tx1"/>
                </a:solidFill>
              </a:rPr>
              <a:t> </a:t>
            </a:r>
            <a:r>
              <a:rPr lang="es-ES" sz="2400" b="1" dirty="0" smtClean="0">
                <a:solidFill>
                  <a:schemeClr val="tx1"/>
                </a:solidFill>
              </a:rPr>
              <a:t>    __ </a:t>
            </a:r>
            <a:r>
              <a:rPr lang="es-ES" sz="2400" b="1" dirty="0">
                <a:solidFill>
                  <a:schemeClr val="tx1"/>
                </a:solidFill>
                <a:latin typeface="Gotham Rounded" pitchFamily="50" charset="0"/>
              </a:rPr>
              <a:t>_ _ _ _</a:t>
            </a:r>
          </a:p>
          <a:p>
            <a:pPr marL="0" marR="0" lvl="0" indent="0" algn="l" rtl="0">
              <a:lnSpc>
                <a:spcPct val="100000"/>
              </a:lnSpc>
              <a:spcBef>
                <a:spcPts val="0"/>
              </a:spcBef>
              <a:spcAft>
                <a:spcPts val="0"/>
              </a:spcAft>
              <a:buClr>
                <a:srgbClr val="000000"/>
              </a:buClr>
              <a:buSzPts val="2400"/>
              <a:buFont typeface="Arial"/>
              <a:buNone/>
            </a:pPr>
            <a:endParaRPr lang="es-ES" sz="2400" b="1" dirty="0">
              <a:solidFill>
                <a:schemeClr val="tx1"/>
              </a:solidFill>
              <a:latin typeface="Gotham Rounded" pitchFamily="50" charset="0"/>
            </a:endParaRPr>
          </a:p>
          <a:p>
            <a:pPr marL="0" marR="0" lvl="0" indent="0" algn="l" rtl="0">
              <a:lnSpc>
                <a:spcPct val="100000"/>
              </a:lnSpc>
              <a:spcBef>
                <a:spcPts val="0"/>
              </a:spcBef>
              <a:spcAft>
                <a:spcPts val="0"/>
              </a:spcAft>
              <a:buClr>
                <a:srgbClr val="000000"/>
              </a:buClr>
              <a:buSzPts val="2400"/>
              <a:buFont typeface="Arial"/>
              <a:buNone/>
            </a:pPr>
            <a:r>
              <a:rPr lang="es-ES" sz="2400" b="1" i="0" u="none" strike="noStrike" cap="none" dirty="0" smtClean="0">
                <a:solidFill>
                  <a:schemeClr val="tx1"/>
                </a:solidFill>
                <a:latin typeface="Gotham Rounded" pitchFamily="50" charset="0"/>
                <a:sym typeface="Arial"/>
              </a:rPr>
              <a:t>    Central</a:t>
            </a:r>
            <a:endParaRPr sz="1400" b="1"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r>
              <a:rPr lang="es-ES" sz="2400" b="1" i="0" u="none" strike="noStrike" cap="none" dirty="0" smtClean="0">
                <a:solidFill>
                  <a:schemeClr val="tx1"/>
                </a:solidFill>
                <a:latin typeface="Gotham Rounded" pitchFamily="50" charset="0"/>
                <a:sym typeface="Arial"/>
              </a:rPr>
              <a:t>       Sur</a:t>
            </a:r>
          </a:p>
          <a:p>
            <a:pPr marL="0" marR="0" lvl="0" indent="0" algn="l" rtl="0">
              <a:lnSpc>
                <a:spcPct val="100000"/>
              </a:lnSpc>
              <a:spcBef>
                <a:spcPts val="0"/>
              </a:spcBef>
              <a:spcAft>
                <a:spcPts val="0"/>
              </a:spcAft>
              <a:buClr>
                <a:srgbClr val="000000"/>
              </a:buClr>
              <a:buSzPts val="2400"/>
              <a:buFont typeface="Arial"/>
              <a:buNone/>
            </a:pPr>
            <a:r>
              <a:rPr lang="es-ES" sz="2400" dirty="0" smtClean="0">
                <a:solidFill>
                  <a:schemeClr val="tx1"/>
                </a:solidFill>
                <a:latin typeface="Gotham Rounded" pitchFamily="50" charset="0"/>
              </a:rPr>
              <a:t>  </a:t>
            </a:r>
            <a:endParaRPr sz="1400" b="0" i="0" u="none" strike="noStrike" cap="none" dirty="0">
              <a:solidFill>
                <a:schemeClr val="tx1"/>
              </a:solidFill>
              <a:latin typeface="Gotham Rounded" pitchFamily="50" charset="0"/>
              <a:sym typeface="Arial"/>
            </a:endParaRPr>
          </a:p>
        </p:txBody>
      </p:sp>
      <p:sp>
        <p:nvSpPr>
          <p:cNvPr id="305" name="Google Shape;305;p4"/>
          <p:cNvSpPr/>
          <p:nvPr/>
        </p:nvSpPr>
        <p:spPr>
          <a:xfrm>
            <a:off x="4445353" y="1015144"/>
            <a:ext cx="394364" cy="1876300"/>
          </a:xfrm>
          <a:prstGeom prst="leftBrace">
            <a:avLst>
              <a:gd name="adj1" fmla="val 8333"/>
              <a:gd name="adj2" fmla="val 50000"/>
            </a:avLst>
          </a:prstGeom>
          <a:ln w="28575">
            <a:headEnd type="none" w="sm" len="sm"/>
            <a:tailEnd type="none" w="sm" len="sm"/>
          </a:ln>
        </p:spPr>
        <p:style>
          <a:lnRef idx="1">
            <a:schemeClr val="dk1"/>
          </a:lnRef>
          <a:fillRef idx="0">
            <a:schemeClr val="dk1"/>
          </a:fillRef>
          <a:effectRef idx="0">
            <a:schemeClr val="dk1"/>
          </a:effectRef>
          <a:fontRef idx="minor">
            <a:schemeClr val="tx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06" name="Google Shape;306;p4"/>
          <p:cNvSpPr/>
          <p:nvPr/>
        </p:nvSpPr>
        <p:spPr>
          <a:xfrm>
            <a:off x="8699965" y="639110"/>
            <a:ext cx="313661" cy="1198482"/>
          </a:xfrm>
          <a:prstGeom prst="leftBrace">
            <a:avLst>
              <a:gd name="adj1" fmla="val 8333"/>
              <a:gd name="adj2" fmla="val 50000"/>
            </a:avLst>
          </a:prstGeom>
          <a:noFill/>
          <a:ln w="2857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07" name="Google Shape;307;p4"/>
          <p:cNvSpPr/>
          <p:nvPr/>
        </p:nvSpPr>
        <p:spPr>
          <a:xfrm>
            <a:off x="9103397" y="2544505"/>
            <a:ext cx="2796049" cy="386883"/>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Arial"/>
                <a:ea typeface="Arial"/>
                <a:cs typeface="Arial"/>
                <a:sym typeface="Arial"/>
              </a:rPr>
              <a:t>L _ _ _</a:t>
            </a:r>
            <a:endParaRPr sz="1400" b="0" i="0" u="none" strike="noStrike" cap="none">
              <a:solidFill>
                <a:srgbClr val="000000"/>
              </a:solidFill>
              <a:latin typeface="Arial"/>
              <a:ea typeface="Arial"/>
              <a:cs typeface="Arial"/>
              <a:sym typeface="Arial"/>
            </a:endParaRPr>
          </a:p>
        </p:txBody>
      </p:sp>
      <p:sp>
        <p:nvSpPr>
          <p:cNvPr id="308" name="Google Shape;308;p4"/>
          <p:cNvSpPr/>
          <p:nvPr/>
        </p:nvSpPr>
        <p:spPr>
          <a:xfrm>
            <a:off x="2545434" y="1524028"/>
            <a:ext cx="1489117" cy="461665"/>
          </a:xfrm>
          <a:prstGeom prst="rect">
            <a:avLst/>
          </a:prstGeom>
          <a:noFill/>
          <a:ln>
            <a:noFill/>
          </a:ln>
        </p:spPr>
        <p:txBody>
          <a:bodyPr spcFirstLastPara="1" wrap="square" lIns="72000"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S" sz="2400" b="1" i="1" u="none" strike="noStrike" cap="none" dirty="0">
                <a:solidFill>
                  <a:schemeClr val="tx1"/>
                </a:solidFill>
                <a:latin typeface="Gotham Rounded" pitchFamily="50" charset="0"/>
                <a:sym typeface="Arial"/>
              </a:rPr>
              <a:t>América</a:t>
            </a:r>
            <a:endParaRPr sz="1800" b="1" i="1" u="none" strike="noStrike" cap="none" dirty="0">
              <a:solidFill>
                <a:schemeClr val="tx1"/>
              </a:solidFill>
              <a:latin typeface="Gotham Rounded" pitchFamily="50" charset="0"/>
              <a:ea typeface="Calibri"/>
              <a:cs typeface="Calibri"/>
              <a:sym typeface="Calibri"/>
            </a:endParaRPr>
          </a:p>
        </p:txBody>
      </p:sp>
      <p:sp>
        <p:nvSpPr>
          <p:cNvPr id="309" name="Google Shape;309;p4"/>
          <p:cNvSpPr/>
          <p:nvPr/>
        </p:nvSpPr>
        <p:spPr>
          <a:xfrm>
            <a:off x="2453265" y="2989452"/>
            <a:ext cx="1481802" cy="461624"/>
          </a:xfrm>
          <a:prstGeom prst="rect">
            <a:avLst/>
          </a:prstGeom>
          <a:noFill/>
          <a:ln>
            <a:noFill/>
          </a:ln>
        </p:spPr>
        <p:txBody>
          <a:bodyPr spcFirstLastPara="1" wrap="square" lIns="72000"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S" sz="2400" b="1" i="1" u="none" strike="noStrike" cap="none" dirty="0" smtClean="0">
                <a:solidFill>
                  <a:schemeClr val="tx1"/>
                </a:solidFill>
                <a:latin typeface="Arial"/>
                <a:ea typeface="Arial"/>
                <a:cs typeface="Arial"/>
                <a:sym typeface="Arial"/>
              </a:rPr>
              <a:t>Europa</a:t>
            </a:r>
          </a:p>
        </p:txBody>
      </p:sp>
      <p:sp>
        <p:nvSpPr>
          <p:cNvPr id="310" name="Google Shape;310;p4"/>
          <p:cNvSpPr/>
          <p:nvPr/>
        </p:nvSpPr>
        <p:spPr>
          <a:xfrm>
            <a:off x="2394857" y="3770333"/>
            <a:ext cx="1603275" cy="461665"/>
          </a:xfrm>
          <a:prstGeom prst="rect">
            <a:avLst/>
          </a:prstGeom>
          <a:solidFill>
            <a:srgbClr val="F0804E"/>
          </a:solidFill>
          <a:ln>
            <a:noFill/>
          </a:ln>
        </p:spPr>
        <p:txBody>
          <a:bodyPr spcFirstLastPara="1" wrap="square" lIns="72000"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S" sz="2400" b="1" i="1" u="none" strike="noStrike" cap="none" dirty="0">
                <a:solidFill>
                  <a:schemeClr val="lt1"/>
                </a:solidFill>
                <a:latin typeface="Gotham Rounded" pitchFamily="50" charset="0"/>
                <a:sym typeface="Arial"/>
              </a:rPr>
              <a:t>África</a:t>
            </a:r>
            <a:endParaRPr sz="2400" b="1" i="1" u="none" strike="noStrike" cap="none" dirty="0">
              <a:solidFill>
                <a:schemeClr val="lt1"/>
              </a:solidFill>
              <a:latin typeface="Gotham Rounded" pitchFamily="50" charset="0"/>
              <a:sym typeface="Arial"/>
            </a:endParaRPr>
          </a:p>
        </p:txBody>
      </p:sp>
      <p:sp>
        <p:nvSpPr>
          <p:cNvPr id="311" name="Google Shape;311;p4"/>
          <p:cNvSpPr/>
          <p:nvPr/>
        </p:nvSpPr>
        <p:spPr>
          <a:xfrm>
            <a:off x="2341061" y="5196264"/>
            <a:ext cx="1978517" cy="461665"/>
          </a:xfrm>
          <a:prstGeom prst="rect">
            <a:avLst/>
          </a:prstGeom>
          <a:solidFill>
            <a:srgbClr val="F0804E"/>
          </a:solidFill>
          <a:ln>
            <a:noFill/>
          </a:ln>
        </p:spPr>
        <p:txBody>
          <a:bodyPr spcFirstLastPara="1" wrap="square" lIns="72000"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S" sz="2400" b="1" i="1" u="none" strike="noStrike" cap="none" dirty="0">
                <a:solidFill>
                  <a:schemeClr val="lt1"/>
                </a:solidFill>
                <a:latin typeface="Arial"/>
                <a:ea typeface="Arial"/>
                <a:cs typeface="Arial"/>
                <a:sym typeface="Arial"/>
              </a:rPr>
              <a:t>Oceanía</a:t>
            </a:r>
            <a:endParaRPr sz="1800" b="1" i="1" u="none" strike="noStrike" cap="none" dirty="0">
              <a:solidFill>
                <a:schemeClr val="lt1"/>
              </a:solidFill>
              <a:latin typeface="Calibri"/>
              <a:ea typeface="Calibri"/>
              <a:cs typeface="Calibri"/>
              <a:sym typeface="Calibri"/>
            </a:endParaRPr>
          </a:p>
        </p:txBody>
      </p:sp>
      <p:sp>
        <p:nvSpPr>
          <p:cNvPr id="312" name="Google Shape;312;p4"/>
          <p:cNvSpPr/>
          <p:nvPr/>
        </p:nvSpPr>
        <p:spPr>
          <a:xfrm>
            <a:off x="4804387" y="1038758"/>
            <a:ext cx="1465771" cy="461665"/>
          </a:xfrm>
          <a:prstGeom prst="rect">
            <a:avLst/>
          </a:prstGeom>
          <a:solidFill>
            <a:srgbClr val="F0804E"/>
          </a:solidFill>
          <a:ln>
            <a:noFill/>
          </a:ln>
        </p:spPr>
        <p:txBody>
          <a:bodyPr spcFirstLastPara="1" wrap="square" lIns="72000"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S" sz="2400" b="1" i="1" u="none" strike="noStrike" cap="none" dirty="0">
                <a:solidFill>
                  <a:schemeClr val="lt1"/>
                </a:solidFill>
                <a:latin typeface="Gotham Rounded" pitchFamily="50" charset="0"/>
                <a:sym typeface="Arial"/>
              </a:rPr>
              <a:t>Norte</a:t>
            </a:r>
            <a:endParaRPr sz="1800" b="0" i="0" u="none" strike="noStrike" cap="none" dirty="0">
              <a:solidFill>
                <a:schemeClr val="dk1"/>
              </a:solidFill>
              <a:latin typeface="Gotham Rounded" pitchFamily="50" charset="0"/>
              <a:ea typeface="Calibri"/>
              <a:cs typeface="Calibri"/>
              <a:sym typeface="Calibri"/>
            </a:endParaRPr>
          </a:p>
        </p:txBody>
      </p:sp>
      <p:sp>
        <p:nvSpPr>
          <p:cNvPr id="314" name="Google Shape;314;p4"/>
          <p:cNvSpPr/>
          <p:nvPr/>
        </p:nvSpPr>
        <p:spPr>
          <a:xfrm>
            <a:off x="6632970" y="177444"/>
            <a:ext cx="1771245" cy="461665"/>
          </a:xfrm>
          <a:prstGeom prst="rect">
            <a:avLst/>
          </a:prstGeom>
          <a:solidFill>
            <a:srgbClr val="F0804E"/>
          </a:solidFill>
          <a:ln>
            <a:noFill/>
          </a:ln>
        </p:spPr>
        <p:txBody>
          <a:bodyPr spcFirstLastPara="1" wrap="square" lIns="72000"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S" sz="2400" b="1" i="1" u="none" strike="noStrike" cap="none" dirty="0">
                <a:solidFill>
                  <a:schemeClr val="lt1"/>
                </a:solidFill>
                <a:latin typeface="Gotham Rounded" pitchFamily="50" charset="0"/>
                <a:sym typeface="Arial"/>
              </a:rPr>
              <a:t>Argentina</a:t>
            </a:r>
            <a:endParaRPr sz="1800" b="0" i="0" u="none" strike="noStrike" cap="none" dirty="0">
              <a:solidFill>
                <a:schemeClr val="dk1"/>
              </a:solidFill>
              <a:latin typeface="Gotham Rounded" pitchFamily="50" charset="0"/>
              <a:ea typeface="Calibri"/>
              <a:cs typeface="Calibri"/>
              <a:sym typeface="Calibri"/>
            </a:endParaRPr>
          </a:p>
        </p:txBody>
      </p:sp>
      <p:sp>
        <p:nvSpPr>
          <p:cNvPr id="315" name="Google Shape;315;p4"/>
          <p:cNvSpPr/>
          <p:nvPr/>
        </p:nvSpPr>
        <p:spPr>
          <a:xfrm>
            <a:off x="6632970" y="1636131"/>
            <a:ext cx="1377644" cy="461665"/>
          </a:xfrm>
          <a:prstGeom prst="rect">
            <a:avLst/>
          </a:prstGeom>
          <a:noFill/>
          <a:ln>
            <a:noFill/>
          </a:ln>
        </p:spPr>
        <p:txBody>
          <a:bodyPr spcFirstLastPara="1" wrap="square" lIns="72000"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S" sz="2400" b="1" i="1" u="none" strike="noStrike" cap="none" dirty="0">
                <a:solidFill>
                  <a:sysClr val="windowText" lastClr="000000"/>
                </a:solidFill>
                <a:latin typeface="Gotham Rounded Medium" panose="02000000000000000000" pitchFamily="50" charset="0"/>
                <a:sym typeface="Arial"/>
              </a:rPr>
              <a:t>Chile</a:t>
            </a:r>
            <a:endParaRPr sz="1800" b="0" i="0" u="none" strike="noStrike" cap="none" dirty="0">
              <a:solidFill>
                <a:sysClr val="windowText" lastClr="000000"/>
              </a:solidFill>
              <a:latin typeface="Gotham Rounded Medium" panose="02000000000000000000" pitchFamily="50" charset="0"/>
              <a:ea typeface="Calibri"/>
              <a:cs typeface="Calibri"/>
              <a:sym typeface="Calibri"/>
            </a:endParaRPr>
          </a:p>
        </p:txBody>
      </p:sp>
      <p:sp>
        <p:nvSpPr>
          <p:cNvPr id="316" name="Google Shape;316;p4"/>
          <p:cNvSpPr/>
          <p:nvPr/>
        </p:nvSpPr>
        <p:spPr>
          <a:xfrm>
            <a:off x="6632970" y="2365475"/>
            <a:ext cx="908829" cy="461665"/>
          </a:xfrm>
          <a:prstGeom prst="rect">
            <a:avLst/>
          </a:prstGeom>
          <a:noFill/>
          <a:ln>
            <a:noFill/>
          </a:ln>
        </p:spPr>
        <p:txBody>
          <a:bodyPr spcFirstLastPara="1" wrap="square" lIns="72000"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S" sz="2400" b="1" i="1" u="none" strike="noStrike" cap="none" dirty="0">
                <a:solidFill>
                  <a:schemeClr val="tx1"/>
                </a:solidFill>
                <a:latin typeface="Gotham Rounded Medium" panose="02000000000000000000" pitchFamily="50" charset="0"/>
                <a:sym typeface="Arial"/>
              </a:rPr>
              <a:t>Perú</a:t>
            </a:r>
            <a:endParaRPr sz="1800" b="0" i="0" u="none" strike="noStrike" cap="none" dirty="0">
              <a:solidFill>
                <a:schemeClr val="tx1"/>
              </a:solidFill>
              <a:latin typeface="Gotham Rounded Medium" panose="02000000000000000000" pitchFamily="50" charset="0"/>
              <a:ea typeface="Calibri"/>
              <a:cs typeface="Calibri"/>
              <a:sym typeface="Calibri"/>
            </a:endParaRPr>
          </a:p>
        </p:txBody>
      </p:sp>
      <p:sp>
        <p:nvSpPr>
          <p:cNvPr id="317" name="Google Shape;317;p4"/>
          <p:cNvSpPr/>
          <p:nvPr/>
        </p:nvSpPr>
        <p:spPr>
          <a:xfrm>
            <a:off x="6675139" y="3194369"/>
            <a:ext cx="1916223" cy="461665"/>
          </a:xfrm>
          <a:prstGeom prst="rect">
            <a:avLst/>
          </a:prstGeom>
          <a:solidFill>
            <a:srgbClr val="F0804E"/>
          </a:solidFill>
          <a:ln>
            <a:noFill/>
          </a:ln>
        </p:spPr>
        <p:txBody>
          <a:bodyPr spcFirstLastPara="1" wrap="square" lIns="72000"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S" sz="2400" b="1" i="1" u="none" strike="noStrike" cap="none" dirty="0">
                <a:solidFill>
                  <a:schemeClr val="lt1"/>
                </a:solidFill>
                <a:latin typeface="Gotham Rounded" pitchFamily="50" charset="0"/>
                <a:sym typeface="Arial"/>
              </a:rPr>
              <a:t>Uruguay</a:t>
            </a:r>
            <a:endParaRPr sz="1800" b="0" i="0" u="none" strike="noStrike" cap="none" dirty="0">
              <a:solidFill>
                <a:schemeClr val="dk1"/>
              </a:solidFill>
              <a:latin typeface="Gotham Rounded" pitchFamily="50" charset="0"/>
              <a:ea typeface="Calibri"/>
              <a:cs typeface="Calibri"/>
              <a:sym typeface="Calibri"/>
            </a:endParaRPr>
          </a:p>
        </p:txBody>
      </p:sp>
      <p:sp>
        <p:nvSpPr>
          <p:cNvPr id="318" name="Google Shape;318;p4"/>
          <p:cNvSpPr/>
          <p:nvPr/>
        </p:nvSpPr>
        <p:spPr>
          <a:xfrm>
            <a:off x="6641830" y="3864318"/>
            <a:ext cx="1949532" cy="461665"/>
          </a:xfrm>
          <a:prstGeom prst="rect">
            <a:avLst/>
          </a:prstGeom>
          <a:solidFill>
            <a:srgbClr val="F0804E"/>
          </a:solidFill>
          <a:ln>
            <a:noFill/>
          </a:ln>
        </p:spPr>
        <p:txBody>
          <a:bodyPr spcFirstLastPara="1" wrap="square" lIns="72000"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S" sz="2400" b="1" i="1" u="none" strike="noStrike" cap="none" dirty="0">
                <a:solidFill>
                  <a:schemeClr val="lt1"/>
                </a:solidFill>
                <a:latin typeface="Gotham Rounded" pitchFamily="50" charset="0"/>
                <a:sym typeface="Arial"/>
              </a:rPr>
              <a:t>Ecuador</a:t>
            </a:r>
            <a:endParaRPr sz="1800" b="0" i="0" u="none" strike="noStrike" cap="none" dirty="0">
              <a:solidFill>
                <a:schemeClr val="lt1"/>
              </a:solidFill>
              <a:latin typeface="Gotham Rounded" pitchFamily="50" charset="0"/>
              <a:ea typeface="Calibri"/>
              <a:cs typeface="Calibri"/>
              <a:sym typeface="Calibri"/>
            </a:endParaRPr>
          </a:p>
        </p:txBody>
      </p:sp>
      <p:sp>
        <p:nvSpPr>
          <p:cNvPr id="319" name="Google Shape;319;p4"/>
          <p:cNvSpPr/>
          <p:nvPr/>
        </p:nvSpPr>
        <p:spPr>
          <a:xfrm>
            <a:off x="6632969" y="4625006"/>
            <a:ext cx="2380655" cy="461665"/>
          </a:xfrm>
          <a:prstGeom prst="rect">
            <a:avLst/>
          </a:prstGeom>
          <a:solidFill>
            <a:srgbClr val="F0804E"/>
          </a:solidFill>
          <a:ln>
            <a:noFill/>
          </a:ln>
        </p:spPr>
        <p:txBody>
          <a:bodyPr spcFirstLastPara="1" wrap="square" lIns="72000"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S" sz="2400" b="1" i="1" u="none" strike="noStrike" cap="none" dirty="0">
                <a:solidFill>
                  <a:schemeClr val="lt1"/>
                </a:solidFill>
                <a:latin typeface="Gotham Rounded" pitchFamily="50" charset="0"/>
                <a:sym typeface="Arial"/>
              </a:rPr>
              <a:t>Colombia</a:t>
            </a:r>
            <a:endParaRPr sz="1800" b="0" i="0" u="none" strike="noStrike" cap="none" dirty="0">
              <a:solidFill>
                <a:schemeClr val="dk1"/>
              </a:solidFill>
              <a:latin typeface="Gotham Rounded" pitchFamily="50" charset="0"/>
              <a:ea typeface="Calibri"/>
              <a:cs typeface="Calibri"/>
              <a:sym typeface="Calibri"/>
            </a:endParaRPr>
          </a:p>
        </p:txBody>
      </p:sp>
      <p:sp>
        <p:nvSpPr>
          <p:cNvPr id="320" name="Google Shape;320;p4"/>
          <p:cNvSpPr/>
          <p:nvPr/>
        </p:nvSpPr>
        <p:spPr>
          <a:xfrm>
            <a:off x="6655612" y="5344745"/>
            <a:ext cx="1935750" cy="461665"/>
          </a:xfrm>
          <a:prstGeom prst="rect">
            <a:avLst/>
          </a:prstGeom>
          <a:solidFill>
            <a:srgbClr val="F0804E"/>
          </a:solidFill>
          <a:ln>
            <a:noFill/>
          </a:ln>
        </p:spPr>
        <p:txBody>
          <a:bodyPr spcFirstLastPara="1" wrap="square" lIns="72000"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S" sz="2400" b="1" i="1" u="none" strike="noStrike" cap="none" dirty="0">
                <a:solidFill>
                  <a:schemeClr val="lt1"/>
                </a:solidFill>
                <a:latin typeface="Gotham Rounded" pitchFamily="50" charset="0"/>
                <a:sym typeface="Arial"/>
              </a:rPr>
              <a:t>Bolivia</a:t>
            </a:r>
            <a:endParaRPr sz="1800" b="0" i="0" u="none" strike="noStrike" cap="none" dirty="0">
              <a:solidFill>
                <a:schemeClr val="dk1"/>
              </a:solidFill>
              <a:latin typeface="Gotham Rounded" pitchFamily="50" charset="0"/>
              <a:ea typeface="Calibri"/>
              <a:cs typeface="Calibri"/>
              <a:sym typeface="Calibri"/>
            </a:endParaRPr>
          </a:p>
        </p:txBody>
      </p:sp>
      <p:sp>
        <p:nvSpPr>
          <p:cNvPr id="321" name="Google Shape;321;p4"/>
          <p:cNvSpPr/>
          <p:nvPr/>
        </p:nvSpPr>
        <p:spPr>
          <a:xfrm>
            <a:off x="9130807" y="2414037"/>
            <a:ext cx="1411505" cy="461665"/>
          </a:xfrm>
          <a:prstGeom prst="rect">
            <a:avLst/>
          </a:prstGeom>
          <a:solidFill>
            <a:srgbClr val="F0804E"/>
          </a:solidFill>
          <a:ln>
            <a:noFill/>
          </a:ln>
        </p:spPr>
        <p:txBody>
          <a:bodyPr spcFirstLastPara="1" wrap="square" lIns="72000"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S" sz="2400" b="1" i="1" u="none" strike="noStrike" cap="none" dirty="0">
                <a:solidFill>
                  <a:schemeClr val="lt1"/>
                </a:solidFill>
                <a:latin typeface="Gotham Rounded" pitchFamily="50" charset="0"/>
                <a:sym typeface="Arial"/>
              </a:rPr>
              <a:t>Lima</a:t>
            </a:r>
            <a:endParaRPr sz="1800" b="0" i="0" u="none" strike="noStrike" cap="none" dirty="0">
              <a:solidFill>
                <a:schemeClr val="lt1"/>
              </a:solidFill>
              <a:latin typeface="Gotham Rounded" pitchFamily="50" charset="0"/>
              <a:ea typeface="Calibri"/>
              <a:cs typeface="Calibri"/>
              <a:sym typeface="Calibri"/>
            </a:endParaRPr>
          </a:p>
        </p:txBody>
      </p:sp>
      <p:sp>
        <p:nvSpPr>
          <p:cNvPr id="322" name="Google Shape;322;p4"/>
          <p:cNvSpPr/>
          <p:nvPr/>
        </p:nvSpPr>
        <p:spPr>
          <a:xfrm>
            <a:off x="6328566" y="394208"/>
            <a:ext cx="122954" cy="6041445"/>
          </a:xfrm>
          <a:prstGeom prst="leftBracket">
            <a:avLst>
              <a:gd name="adj" fmla="val 8333"/>
            </a:avLst>
          </a:prstGeom>
          <a:noFill/>
          <a:ln w="2857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24" name="Google Shape;324;p4"/>
          <p:cNvSpPr/>
          <p:nvPr/>
        </p:nvSpPr>
        <p:spPr>
          <a:xfrm>
            <a:off x="8699964" y="2371361"/>
            <a:ext cx="313661" cy="551308"/>
          </a:xfrm>
          <a:prstGeom prst="leftBrace">
            <a:avLst>
              <a:gd name="adj1" fmla="val 8333"/>
              <a:gd name="adj2" fmla="val 50000"/>
            </a:avLst>
          </a:prstGeom>
          <a:noFill/>
          <a:ln w="2857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25" name="Google Shape;325;p4"/>
          <p:cNvSpPr/>
          <p:nvPr/>
        </p:nvSpPr>
        <p:spPr>
          <a:xfrm>
            <a:off x="9171046" y="697932"/>
            <a:ext cx="2796049" cy="386883"/>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s-ES" sz="2400" b="1" i="1" u="none" strike="noStrike" cap="none" dirty="0">
                <a:solidFill>
                  <a:schemeClr val="tx1"/>
                </a:solidFill>
                <a:latin typeface="Gotham Rounded" pitchFamily="50" charset="0"/>
                <a:sym typeface="Arial"/>
              </a:rPr>
              <a:t>São Paulo</a:t>
            </a:r>
            <a:endParaRPr sz="1400" b="0" i="0" u="none" strike="noStrike" cap="none" dirty="0">
              <a:solidFill>
                <a:schemeClr val="tx1"/>
              </a:solidFill>
              <a:latin typeface="Gotham Rounded" pitchFamily="50" charset="0"/>
              <a:sym typeface="Arial"/>
            </a:endParaRPr>
          </a:p>
        </p:txBody>
      </p:sp>
      <p:sp>
        <p:nvSpPr>
          <p:cNvPr id="326" name="Google Shape;326;p4"/>
          <p:cNvSpPr/>
          <p:nvPr/>
        </p:nvSpPr>
        <p:spPr>
          <a:xfrm>
            <a:off x="9158245" y="1299498"/>
            <a:ext cx="2796049" cy="386883"/>
          </a:xfrm>
          <a:prstGeom prst="rect">
            <a:avLst/>
          </a:prstGeom>
          <a:solidFill>
            <a:srgbClr val="F0804E"/>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s-ES" sz="2400" b="1" i="1" u="none" strike="noStrike" cap="none" dirty="0">
                <a:solidFill>
                  <a:schemeClr val="lt1"/>
                </a:solidFill>
                <a:latin typeface="Gotham Rounded" pitchFamily="50" charset="0"/>
                <a:sym typeface="Arial"/>
              </a:rPr>
              <a:t>Río de  janeiro</a:t>
            </a:r>
            <a:endParaRPr sz="1400" b="0" i="0" u="none" strike="noStrike" cap="none" dirty="0">
              <a:solidFill>
                <a:srgbClr val="000000"/>
              </a:solidFill>
              <a:latin typeface="Gotham Rounded" pitchFamily="50" charset="0"/>
              <a:sym typeface="Arial"/>
            </a:endParaRPr>
          </a:p>
        </p:txBody>
      </p:sp>
      <p:sp>
        <p:nvSpPr>
          <p:cNvPr id="327" name="Google Shape;327;p4"/>
          <p:cNvSpPr/>
          <p:nvPr/>
        </p:nvSpPr>
        <p:spPr>
          <a:xfrm>
            <a:off x="9568095" y="3898399"/>
            <a:ext cx="1411505" cy="461665"/>
          </a:xfrm>
          <a:prstGeom prst="rect">
            <a:avLst/>
          </a:prstGeom>
          <a:solidFill>
            <a:srgbClr val="F0804E"/>
          </a:solidFill>
          <a:ln>
            <a:noFill/>
          </a:ln>
        </p:spPr>
        <p:txBody>
          <a:bodyPr spcFirstLastPara="1" wrap="square" lIns="72000"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S" sz="2400" b="1" i="1" u="none" strike="noStrike" cap="none" dirty="0">
                <a:solidFill>
                  <a:schemeClr val="lt1"/>
                </a:solidFill>
                <a:latin typeface="Gotham Rounded" pitchFamily="50" charset="0"/>
                <a:sym typeface="Arial"/>
              </a:rPr>
              <a:t>Cali</a:t>
            </a:r>
            <a:endParaRPr sz="1800" b="0" i="0" u="none" strike="noStrike" cap="none" dirty="0">
              <a:solidFill>
                <a:schemeClr val="lt1"/>
              </a:solidFill>
              <a:latin typeface="Gotham Rounded" pitchFamily="50" charset="0"/>
              <a:ea typeface="Calibri"/>
              <a:cs typeface="Calibri"/>
              <a:sym typeface="Calibri"/>
            </a:endParaRPr>
          </a:p>
        </p:txBody>
      </p:sp>
      <p:sp>
        <p:nvSpPr>
          <p:cNvPr id="328" name="Google Shape;328;p4"/>
          <p:cNvSpPr/>
          <p:nvPr/>
        </p:nvSpPr>
        <p:spPr>
          <a:xfrm>
            <a:off x="9568094" y="4484128"/>
            <a:ext cx="1411505" cy="461665"/>
          </a:xfrm>
          <a:prstGeom prst="rect">
            <a:avLst/>
          </a:prstGeom>
          <a:solidFill>
            <a:srgbClr val="F0804E"/>
          </a:solidFill>
          <a:ln>
            <a:noFill/>
          </a:ln>
        </p:spPr>
        <p:txBody>
          <a:bodyPr spcFirstLastPara="1" wrap="square" lIns="72000"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S" sz="2400" b="1" i="1" u="none" strike="noStrike" cap="none" dirty="0">
                <a:solidFill>
                  <a:schemeClr val="lt1"/>
                </a:solidFill>
                <a:latin typeface="Gotham Rounded" pitchFamily="50" charset="0"/>
                <a:sym typeface="Arial"/>
              </a:rPr>
              <a:t>Bogotá</a:t>
            </a:r>
            <a:endParaRPr sz="1800" b="0" i="0" u="none" strike="noStrike" cap="none" dirty="0">
              <a:solidFill>
                <a:schemeClr val="lt1"/>
              </a:solidFill>
              <a:latin typeface="Gotham Rounded" pitchFamily="50" charset="0"/>
              <a:ea typeface="Calibri"/>
              <a:cs typeface="Calibri"/>
              <a:sym typeface="Calibri"/>
            </a:endParaRPr>
          </a:p>
        </p:txBody>
      </p:sp>
      <p:sp>
        <p:nvSpPr>
          <p:cNvPr id="329" name="Google Shape;329;p4"/>
          <p:cNvSpPr/>
          <p:nvPr/>
        </p:nvSpPr>
        <p:spPr>
          <a:xfrm>
            <a:off x="9568094" y="5071498"/>
            <a:ext cx="2047155" cy="461665"/>
          </a:xfrm>
          <a:prstGeom prst="rect">
            <a:avLst/>
          </a:prstGeom>
          <a:solidFill>
            <a:srgbClr val="F0804E"/>
          </a:solidFill>
          <a:ln>
            <a:noFill/>
          </a:ln>
        </p:spPr>
        <p:txBody>
          <a:bodyPr spcFirstLastPara="1" wrap="square" lIns="72000"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S" sz="2400" b="1" i="1" u="none" strike="noStrike" cap="none" dirty="0">
                <a:solidFill>
                  <a:schemeClr val="lt1"/>
                </a:solidFill>
                <a:latin typeface="Gotham Rounded" pitchFamily="50" charset="0"/>
                <a:sym typeface="Arial"/>
              </a:rPr>
              <a:t>Medellín</a:t>
            </a:r>
            <a:endParaRPr sz="1800" b="0" i="0" u="none" strike="noStrike" cap="none" dirty="0">
              <a:solidFill>
                <a:schemeClr val="lt1"/>
              </a:solidFill>
              <a:latin typeface="Gotham Rounded" pitchFamily="50" charset="0"/>
              <a:ea typeface="Calibri"/>
              <a:cs typeface="Calibri"/>
              <a:sym typeface="Calibri"/>
            </a:endParaRPr>
          </a:p>
        </p:txBody>
      </p:sp>
      <p:sp>
        <p:nvSpPr>
          <p:cNvPr id="330" name="Google Shape;330;p4"/>
          <p:cNvSpPr/>
          <p:nvPr/>
        </p:nvSpPr>
        <p:spPr>
          <a:xfrm>
            <a:off x="9113764" y="3985492"/>
            <a:ext cx="313661" cy="1793796"/>
          </a:xfrm>
          <a:prstGeom prst="leftBrace">
            <a:avLst>
              <a:gd name="adj1" fmla="val 8333"/>
              <a:gd name="adj2" fmla="val 50000"/>
            </a:avLst>
          </a:prstGeom>
          <a:ln w="28575">
            <a:headEnd type="none" w="sm" len="sm"/>
            <a:tailEnd type="none" w="sm" len="sm"/>
          </a:ln>
        </p:spPr>
        <p:style>
          <a:lnRef idx="1">
            <a:schemeClr val="dk1"/>
          </a:lnRef>
          <a:fillRef idx="0">
            <a:schemeClr val="dk1"/>
          </a:fillRef>
          <a:effectRef idx="0">
            <a:schemeClr val="dk1"/>
          </a:effectRef>
          <a:fontRef idx="minor">
            <a:schemeClr val="tx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2" name="Google Shape;330;p4"/>
          <p:cNvSpPr/>
          <p:nvPr/>
        </p:nvSpPr>
        <p:spPr>
          <a:xfrm>
            <a:off x="8734880" y="738697"/>
            <a:ext cx="314764" cy="1007128"/>
          </a:xfrm>
          <a:prstGeom prst="leftBrace">
            <a:avLst>
              <a:gd name="adj1" fmla="val 8333"/>
              <a:gd name="adj2" fmla="val 50000"/>
            </a:avLst>
          </a:prstGeom>
          <a:ln w="28575">
            <a:headEnd type="none" w="sm" len="sm"/>
            <a:tailEnd type="none" w="sm" len="sm"/>
          </a:ln>
        </p:spPr>
        <p:style>
          <a:lnRef idx="1">
            <a:schemeClr val="dk1"/>
          </a:lnRef>
          <a:fillRef idx="0">
            <a:schemeClr val="dk1"/>
          </a:fillRef>
          <a:effectRef idx="0">
            <a:schemeClr val="dk1"/>
          </a:effectRef>
          <a:fontRef idx="minor">
            <a:schemeClr val="tx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3" name="Google Shape;330;p4"/>
          <p:cNvSpPr/>
          <p:nvPr/>
        </p:nvSpPr>
        <p:spPr>
          <a:xfrm>
            <a:off x="8811475" y="2219558"/>
            <a:ext cx="246204" cy="850622"/>
          </a:xfrm>
          <a:prstGeom prst="leftBrace">
            <a:avLst>
              <a:gd name="adj1" fmla="val 8333"/>
              <a:gd name="adj2" fmla="val 50000"/>
            </a:avLst>
          </a:prstGeom>
          <a:ln w="28575">
            <a:headEnd type="none" w="sm" len="sm"/>
            <a:tailEnd type="none" w="sm" len="sm"/>
          </a:ln>
        </p:spPr>
        <p:style>
          <a:lnRef idx="1">
            <a:schemeClr val="dk1"/>
          </a:lnRef>
          <a:fillRef idx="0">
            <a:schemeClr val="dk1"/>
          </a:fillRef>
          <a:effectRef idx="0">
            <a:schemeClr val="dk1"/>
          </a:effectRef>
          <a:fontRef idx="minor">
            <a:schemeClr val="tx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8"/>
                                        </p:tgtEl>
                                        <p:attrNameLst>
                                          <p:attrName>style.visibility</p:attrName>
                                        </p:attrNameLst>
                                      </p:cBhvr>
                                      <p:to>
                                        <p:strVal val="visible"/>
                                      </p:to>
                                    </p:set>
                                    <p:animEffect transition="in" filter="fade">
                                      <p:cBhvr>
                                        <p:cTn id="7" dur="750"/>
                                        <p:tgtEl>
                                          <p:spTgt spid="30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9"/>
                                        </p:tgtEl>
                                        <p:attrNameLst>
                                          <p:attrName>style.visibility</p:attrName>
                                        </p:attrNameLst>
                                      </p:cBhvr>
                                      <p:to>
                                        <p:strVal val="visible"/>
                                      </p:to>
                                    </p:set>
                                    <p:animEffect transition="in" filter="fade">
                                      <p:cBhvr>
                                        <p:cTn id="12" dur="750"/>
                                        <p:tgtEl>
                                          <p:spTgt spid="30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0"/>
                                        </p:tgtEl>
                                        <p:attrNameLst>
                                          <p:attrName>style.visibility</p:attrName>
                                        </p:attrNameLst>
                                      </p:cBhvr>
                                      <p:to>
                                        <p:strVal val="visible"/>
                                      </p:to>
                                    </p:set>
                                    <p:animEffect transition="in" filter="fade">
                                      <p:cBhvr>
                                        <p:cTn id="17" dur="750"/>
                                        <p:tgtEl>
                                          <p:spTgt spid="3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1"/>
                                        </p:tgtEl>
                                        <p:attrNameLst>
                                          <p:attrName>style.visibility</p:attrName>
                                        </p:attrNameLst>
                                      </p:cBhvr>
                                      <p:to>
                                        <p:strVal val="visible"/>
                                      </p:to>
                                    </p:set>
                                    <p:animEffect transition="in" filter="fade">
                                      <p:cBhvr>
                                        <p:cTn id="22" dur="750"/>
                                        <p:tgtEl>
                                          <p:spTgt spid="3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2"/>
                                        </p:tgtEl>
                                        <p:attrNameLst>
                                          <p:attrName>style.visibility</p:attrName>
                                        </p:attrNameLst>
                                      </p:cBhvr>
                                      <p:to>
                                        <p:strVal val="visible"/>
                                      </p:to>
                                    </p:set>
                                    <p:animEffect transition="in" filter="fade">
                                      <p:cBhvr>
                                        <p:cTn id="27" dur="750"/>
                                        <p:tgtEl>
                                          <p:spTgt spid="3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4"/>
                                        </p:tgtEl>
                                        <p:attrNameLst>
                                          <p:attrName>style.visibility</p:attrName>
                                        </p:attrNameLst>
                                      </p:cBhvr>
                                      <p:to>
                                        <p:strVal val="visible"/>
                                      </p:to>
                                    </p:set>
                                    <p:animEffect transition="in" filter="fade">
                                      <p:cBhvr>
                                        <p:cTn id="32" dur="750"/>
                                        <p:tgtEl>
                                          <p:spTgt spid="3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15"/>
                                        </p:tgtEl>
                                        <p:attrNameLst>
                                          <p:attrName>style.visibility</p:attrName>
                                        </p:attrNameLst>
                                      </p:cBhvr>
                                      <p:to>
                                        <p:strVal val="visible"/>
                                      </p:to>
                                    </p:set>
                                    <p:animEffect transition="in" filter="fade">
                                      <p:cBhvr>
                                        <p:cTn id="37" dur="750"/>
                                        <p:tgtEl>
                                          <p:spTgt spid="31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16"/>
                                        </p:tgtEl>
                                        <p:attrNameLst>
                                          <p:attrName>style.visibility</p:attrName>
                                        </p:attrNameLst>
                                      </p:cBhvr>
                                      <p:to>
                                        <p:strVal val="visible"/>
                                      </p:to>
                                    </p:set>
                                    <p:animEffect transition="in" filter="fade">
                                      <p:cBhvr>
                                        <p:cTn id="42" dur="750"/>
                                        <p:tgtEl>
                                          <p:spTgt spid="31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17"/>
                                        </p:tgtEl>
                                        <p:attrNameLst>
                                          <p:attrName>style.visibility</p:attrName>
                                        </p:attrNameLst>
                                      </p:cBhvr>
                                      <p:to>
                                        <p:strVal val="visible"/>
                                      </p:to>
                                    </p:set>
                                    <p:animEffect transition="in" filter="fade">
                                      <p:cBhvr>
                                        <p:cTn id="47" dur="750"/>
                                        <p:tgtEl>
                                          <p:spTgt spid="31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18"/>
                                        </p:tgtEl>
                                        <p:attrNameLst>
                                          <p:attrName>style.visibility</p:attrName>
                                        </p:attrNameLst>
                                      </p:cBhvr>
                                      <p:to>
                                        <p:strVal val="visible"/>
                                      </p:to>
                                    </p:set>
                                    <p:animEffect transition="in" filter="fade">
                                      <p:cBhvr>
                                        <p:cTn id="52" dur="750"/>
                                        <p:tgtEl>
                                          <p:spTgt spid="3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19"/>
                                        </p:tgtEl>
                                        <p:attrNameLst>
                                          <p:attrName>style.visibility</p:attrName>
                                        </p:attrNameLst>
                                      </p:cBhvr>
                                      <p:to>
                                        <p:strVal val="visible"/>
                                      </p:to>
                                    </p:set>
                                    <p:animEffect transition="in" filter="fade">
                                      <p:cBhvr>
                                        <p:cTn id="57" dur="750"/>
                                        <p:tgtEl>
                                          <p:spTgt spid="319"/>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20"/>
                                        </p:tgtEl>
                                        <p:attrNameLst>
                                          <p:attrName>style.visibility</p:attrName>
                                        </p:attrNameLst>
                                      </p:cBhvr>
                                      <p:to>
                                        <p:strVal val="visible"/>
                                      </p:to>
                                    </p:set>
                                    <p:animEffect transition="in" filter="fade">
                                      <p:cBhvr>
                                        <p:cTn id="62" dur="750"/>
                                        <p:tgtEl>
                                          <p:spTgt spid="320"/>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25"/>
                                        </p:tgtEl>
                                        <p:attrNameLst>
                                          <p:attrName>style.visibility</p:attrName>
                                        </p:attrNameLst>
                                      </p:cBhvr>
                                      <p:to>
                                        <p:strVal val="visible"/>
                                      </p:to>
                                    </p:set>
                                    <p:animEffect transition="in" filter="fade">
                                      <p:cBhvr>
                                        <p:cTn id="67" dur="750"/>
                                        <p:tgtEl>
                                          <p:spTgt spid="325"/>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26"/>
                                        </p:tgtEl>
                                        <p:attrNameLst>
                                          <p:attrName>style.visibility</p:attrName>
                                        </p:attrNameLst>
                                      </p:cBhvr>
                                      <p:to>
                                        <p:strVal val="visible"/>
                                      </p:to>
                                    </p:set>
                                    <p:animEffect transition="in" filter="fade">
                                      <p:cBhvr>
                                        <p:cTn id="72" dur="750"/>
                                        <p:tgtEl>
                                          <p:spTgt spid="326"/>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321"/>
                                        </p:tgtEl>
                                        <p:attrNameLst>
                                          <p:attrName>style.visibility</p:attrName>
                                        </p:attrNameLst>
                                      </p:cBhvr>
                                      <p:to>
                                        <p:strVal val="visible"/>
                                      </p:to>
                                    </p:set>
                                    <p:animEffect transition="in" filter="fade">
                                      <p:cBhvr>
                                        <p:cTn id="77" dur="750"/>
                                        <p:tgtEl>
                                          <p:spTgt spid="321"/>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327"/>
                                        </p:tgtEl>
                                        <p:attrNameLst>
                                          <p:attrName>style.visibility</p:attrName>
                                        </p:attrNameLst>
                                      </p:cBhvr>
                                      <p:to>
                                        <p:strVal val="visible"/>
                                      </p:to>
                                    </p:set>
                                    <p:animEffect transition="in" filter="fade">
                                      <p:cBhvr>
                                        <p:cTn id="82" dur="750"/>
                                        <p:tgtEl>
                                          <p:spTgt spid="327"/>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328"/>
                                        </p:tgtEl>
                                        <p:attrNameLst>
                                          <p:attrName>style.visibility</p:attrName>
                                        </p:attrNameLst>
                                      </p:cBhvr>
                                      <p:to>
                                        <p:strVal val="visible"/>
                                      </p:to>
                                    </p:set>
                                    <p:animEffect transition="in" filter="fade">
                                      <p:cBhvr>
                                        <p:cTn id="87" dur="750"/>
                                        <p:tgtEl>
                                          <p:spTgt spid="328"/>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329"/>
                                        </p:tgtEl>
                                        <p:attrNameLst>
                                          <p:attrName>style.visibility</p:attrName>
                                        </p:attrNameLst>
                                      </p:cBhvr>
                                      <p:to>
                                        <p:strVal val="visible"/>
                                      </p:to>
                                    </p:set>
                                    <p:animEffect transition="in" filter="fade">
                                      <p:cBhvr>
                                        <p:cTn id="92" dur="750"/>
                                        <p:tgtEl>
                                          <p:spTgt spid="3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5"/>
          <p:cNvSpPr/>
          <p:nvPr/>
        </p:nvSpPr>
        <p:spPr>
          <a:xfrm>
            <a:off x="0" y="0"/>
            <a:ext cx="4132385" cy="6858000"/>
          </a:xfrm>
          <a:prstGeom prst="rect">
            <a:avLst/>
          </a:prstGeom>
          <a:solidFill>
            <a:srgbClr val="F2F2F2"/>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7" name="Google Shape;337;p5"/>
          <p:cNvSpPr/>
          <p:nvPr/>
        </p:nvSpPr>
        <p:spPr>
          <a:xfrm>
            <a:off x="4367284" y="486328"/>
            <a:ext cx="7313368" cy="5875128"/>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4400"/>
              <a:buFont typeface="Arial"/>
              <a:buNone/>
            </a:pPr>
            <a:r>
              <a:rPr lang="es-ES" sz="4400" b="1" i="0" u="none" strike="noStrike" cap="none" dirty="0">
                <a:solidFill>
                  <a:schemeClr val="tx1"/>
                </a:solidFill>
                <a:latin typeface="Gotham Rounded" pitchFamily="50" charset="0"/>
                <a:sym typeface="Arial"/>
              </a:rPr>
              <a:t>¿Por qué hicimos esto?</a:t>
            </a:r>
            <a:endParaRPr sz="1400" b="0" i="0" u="none" strike="noStrike" cap="none" dirty="0">
              <a:solidFill>
                <a:schemeClr val="tx1"/>
              </a:solidFill>
              <a:latin typeface="Gotham Rounded" pitchFamily="50" charset="0"/>
              <a:sym typeface="Arial"/>
            </a:endParaRPr>
          </a:p>
          <a:p>
            <a:pPr marL="0" marR="0" lvl="0" indent="0" algn="just" rtl="0">
              <a:lnSpc>
                <a:spcPct val="100000"/>
              </a:lnSpc>
              <a:spcBef>
                <a:spcPts val="0"/>
              </a:spcBef>
              <a:spcAft>
                <a:spcPts val="0"/>
              </a:spcAft>
              <a:buClr>
                <a:srgbClr val="000000"/>
              </a:buClr>
              <a:buSzPts val="4800"/>
              <a:buFont typeface="Arial"/>
              <a:buNone/>
            </a:pPr>
            <a:endParaRPr sz="48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4000"/>
              <a:buFont typeface="Arial"/>
              <a:buNone/>
            </a:pPr>
            <a:r>
              <a:rPr lang="es-ES" sz="4000" b="0" i="0" u="none" strike="noStrike" cap="none" dirty="0">
                <a:solidFill>
                  <a:schemeClr val="tx1"/>
                </a:solidFill>
                <a:latin typeface="Gotham Rounded" pitchFamily="50" charset="0"/>
                <a:sym typeface="Arial"/>
              </a:rPr>
              <a:t>El </a:t>
            </a:r>
            <a:r>
              <a:rPr lang="es-ES" sz="4000" b="0" i="1" u="none" strike="noStrike" cap="none" dirty="0">
                <a:solidFill>
                  <a:schemeClr val="tx1"/>
                </a:solidFill>
                <a:latin typeface="Gotham Rounded" pitchFamily="50" charset="0"/>
                <a:sym typeface="Arial"/>
              </a:rPr>
              <a:t>tipo de lógica </a:t>
            </a:r>
            <a:r>
              <a:rPr lang="es-ES" sz="4000" b="0" i="0" u="none" strike="noStrike" cap="none" dirty="0">
                <a:solidFill>
                  <a:schemeClr val="tx1"/>
                </a:solidFill>
                <a:latin typeface="Gotham Rounded" pitchFamily="50" charset="0"/>
                <a:sym typeface="Arial"/>
              </a:rPr>
              <a:t>que aplicamos para adivinar las palabras faltantes es el mismo que se aplica para escribir en lenguaje HTML.</a:t>
            </a:r>
            <a:endParaRPr sz="1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Más adelante retomaremos este ejemplo para entender mejor HTML.</a:t>
            </a:r>
            <a:endParaRPr sz="2400" b="0" i="0" u="none" strike="noStrike" cap="none" dirty="0">
              <a:solidFill>
                <a:schemeClr val="tx1"/>
              </a:solidFill>
              <a:latin typeface="Gotham Rounded" pitchFamily="50" charset="0"/>
              <a:sym typeface="Arial"/>
            </a:endParaRPr>
          </a:p>
        </p:txBody>
      </p:sp>
      <p:pic>
        <p:nvPicPr>
          <p:cNvPr id="338" name="Google Shape;338;p5" descr="Icono&#10;&#10;Descripción generada automáticamente"/>
          <p:cNvPicPr preferRelativeResize="0"/>
          <p:nvPr/>
        </p:nvPicPr>
        <p:blipFill rotWithShape="1">
          <a:blip r:embed="rId3">
            <a:alphaModFix/>
          </a:blip>
          <a:srcRect/>
          <a:stretch/>
        </p:blipFill>
        <p:spPr>
          <a:xfrm>
            <a:off x="11680652" y="184715"/>
            <a:ext cx="301974" cy="301614"/>
          </a:xfrm>
          <a:prstGeom prst="rect">
            <a:avLst/>
          </a:prstGeom>
          <a:noFill/>
          <a:ln>
            <a:noFill/>
          </a:ln>
        </p:spPr>
      </p:pic>
      <p:pic>
        <p:nvPicPr>
          <p:cNvPr id="339" name="Google Shape;339;p5"/>
          <p:cNvPicPr preferRelativeResize="0"/>
          <p:nvPr/>
        </p:nvPicPr>
        <p:blipFill rotWithShape="1">
          <a:blip r:embed="rId4">
            <a:alphaModFix/>
          </a:blip>
          <a:srcRect l="4665" r="71737"/>
          <a:stretch/>
        </p:blipFill>
        <p:spPr>
          <a:xfrm>
            <a:off x="1151376" y="1960538"/>
            <a:ext cx="1829632" cy="2936923"/>
          </a:xfrm>
          <a:prstGeom prst="rect">
            <a:avLst/>
          </a:prstGeom>
          <a:noFill/>
          <a:ln>
            <a:noFill/>
          </a:ln>
        </p:spPr>
      </p:pic>
      <p:pic>
        <p:nvPicPr>
          <p:cNvPr id="7" name="Google Shape;1102;p6"/>
          <p:cNvPicPr preferRelativeResize="0"/>
          <p:nvPr/>
        </p:nvPicPr>
        <p:blipFill rotWithShape="1">
          <a:blip r:embed="rId5">
            <a:alphaModFix/>
          </a:blip>
          <a:srcRect/>
          <a:stretch/>
        </p:blipFill>
        <p:spPr>
          <a:xfrm>
            <a:off x="4132385" y="0"/>
            <a:ext cx="8059616" cy="6858000"/>
          </a:xfrm>
          <a:prstGeom prst="rect">
            <a:avLst/>
          </a:prstGeom>
          <a:noFill/>
          <a:ln>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grpSp>
        <p:nvGrpSpPr>
          <p:cNvPr id="15" name="Google Shape;1105;p6"/>
          <p:cNvGrpSpPr/>
          <p:nvPr/>
        </p:nvGrpSpPr>
        <p:grpSpPr>
          <a:xfrm>
            <a:off x="1" y="140676"/>
            <a:ext cx="12041944" cy="6717323"/>
            <a:chOff x="1596999" y="621652"/>
            <a:chExt cx="15086635" cy="9132427"/>
          </a:xfrm>
        </p:grpSpPr>
        <p:sp>
          <p:nvSpPr>
            <p:cNvPr id="16" name="Google Shape;1106;p6"/>
            <p:cNvSpPr/>
            <p:nvPr/>
          </p:nvSpPr>
          <p:spPr>
            <a:xfrm>
              <a:off x="2176564" y="4591456"/>
              <a:ext cx="267335" cy="2152650"/>
            </a:xfrm>
            <a:custGeom>
              <a:avLst/>
              <a:gdLst/>
              <a:ahLst/>
              <a:cxnLst/>
              <a:rect l="l" t="t" r="r" b="b"/>
              <a:pathLst>
                <a:path w="267335" h="2152650" extrusionOk="0">
                  <a:moveTo>
                    <a:pt x="267068" y="1974723"/>
                  </a:moveTo>
                  <a:lnTo>
                    <a:pt x="0" y="1797342"/>
                  </a:lnTo>
                  <a:lnTo>
                    <a:pt x="0" y="2152091"/>
                  </a:lnTo>
                  <a:lnTo>
                    <a:pt x="267068" y="1974723"/>
                  </a:lnTo>
                  <a:close/>
                </a:path>
                <a:path w="267335" h="2152650" extrusionOk="0">
                  <a:moveTo>
                    <a:pt x="267068" y="177368"/>
                  </a:moveTo>
                  <a:lnTo>
                    <a:pt x="0" y="0"/>
                  </a:lnTo>
                  <a:lnTo>
                    <a:pt x="0" y="354736"/>
                  </a:lnTo>
                  <a:lnTo>
                    <a:pt x="267068" y="177368"/>
                  </a:lnTo>
                  <a:close/>
                </a:path>
              </a:pathLst>
            </a:custGeom>
            <a:solidFill>
              <a:srgbClr val="7C3480">
                <a:alpha val="7960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7" name="Google Shape;1107;p6"/>
            <p:cNvPicPr preferRelativeResize="0"/>
            <p:nvPr/>
          </p:nvPicPr>
          <p:blipFill rotWithShape="1">
            <a:blip r:embed="rId3">
              <a:alphaModFix/>
            </a:blip>
            <a:srcRect/>
            <a:stretch/>
          </p:blipFill>
          <p:spPr>
            <a:xfrm>
              <a:off x="14496300" y="621652"/>
              <a:ext cx="381837" cy="226865"/>
            </a:xfrm>
            <a:prstGeom prst="rect">
              <a:avLst/>
            </a:prstGeom>
            <a:noFill/>
            <a:ln>
              <a:noFill/>
            </a:ln>
          </p:spPr>
        </p:pic>
        <p:sp>
          <p:nvSpPr>
            <p:cNvPr id="18" name="Google Shape;1108;p6"/>
            <p:cNvSpPr/>
            <p:nvPr/>
          </p:nvSpPr>
          <p:spPr>
            <a:xfrm>
              <a:off x="14410029" y="884910"/>
              <a:ext cx="289560" cy="247650"/>
            </a:xfrm>
            <a:custGeom>
              <a:avLst/>
              <a:gdLst/>
              <a:ahLst/>
              <a:cxnLst/>
              <a:rect l="l" t="t" r="r" b="b"/>
              <a:pathLst>
                <a:path w="289559" h="247650" extrusionOk="0">
                  <a:moveTo>
                    <a:pt x="255955" y="0"/>
                  </a:moveTo>
                  <a:lnTo>
                    <a:pt x="240779" y="0"/>
                  </a:lnTo>
                  <a:lnTo>
                    <a:pt x="236550" y="2819"/>
                  </a:lnTo>
                  <a:lnTo>
                    <a:pt x="144741" y="191338"/>
                  </a:lnTo>
                  <a:lnTo>
                    <a:pt x="52603" y="2819"/>
                  </a:lnTo>
                  <a:lnTo>
                    <a:pt x="48386" y="0"/>
                  </a:lnTo>
                  <a:lnTo>
                    <a:pt x="33197" y="0"/>
                  </a:lnTo>
                  <a:lnTo>
                    <a:pt x="28257" y="5994"/>
                  </a:lnTo>
                  <a:lnTo>
                    <a:pt x="0" y="240423"/>
                  </a:lnTo>
                  <a:lnTo>
                    <a:pt x="4229" y="246075"/>
                  </a:lnTo>
                  <a:lnTo>
                    <a:pt x="17297" y="247472"/>
                  </a:lnTo>
                  <a:lnTo>
                    <a:pt x="22593" y="242887"/>
                  </a:lnTo>
                  <a:lnTo>
                    <a:pt x="46964" y="43421"/>
                  </a:lnTo>
                  <a:lnTo>
                    <a:pt x="131686" y="215353"/>
                  </a:lnTo>
                  <a:lnTo>
                    <a:pt x="136296" y="222415"/>
                  </a:lnTo>
                  <a:lnTo>
                    <a:pt x="153225" y="222415"/>
                  </a:lnTo>
                  <a:lnTo>
                    <a:pt x="157822" y="215353"/>
                  </a:lnTo>
                  <a:lnTo>
                    <a:pt x="242176" y="43421"/>
                  </a:lnTo>
                  <a:lnTo>
                    <a:pt x="266534" y="242887"/>
                  </a:lnTo>
                  <a:lnTo>
                    <a:pt x="271843" y="247472"/>
                  </a:lnTo>
                  <a:lnTo>
                    <a:pt x="284911" y="246075"/>
                  </a:lnTo>
                  <a:lnTo>
                    <a:pt x="289128" y="240423"/>
                  </a:lnTo>
                  <a:lnTo>
                    <a:pt x="288442" y="233705"/>
                  </a:lnTo>
                  <a:lnTo>
                    <a:pt x="260896" y="5994"/>
                  </a:lnTo>
                  <a:lnTo>
                    <a:pt x="255955"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9" name="Google Shape;1109;p6"/>
            <p:cNvPicPr preferRelativeResize="0"/>
            <p:nvPr/>
          </p:nvPicPr>
          <p:blipFill rotWithShape="1">
            <a:blip r:embed="rId4">
              <a:alphaModFix/>
            </a:blip>
            <a:srcRect/>
            <a:stretch/>
          </p:blipFill>
          <p:spPr>
            <a:xfrm>
              <a:off x="14755939" y="884923"/>
              <a:ext cx="172275" cy="248526"/>
            </a:xfrm>
            <a:prstGeom prst="rect">
              <a:avLst/>
            </a:prstGeom>
            <a:noFill/>
            <a:ln>
              <a:noFill/>
            </a:ln>
          </p:spPr>
        </p:pic>
        <p:pic>
          <p:nvPicPr>
            <p:cNvPr id="20" name="Google Shape;1110;p6"/>
            <p:cNvPicPr preferRelativeResize="0"/>
            <p:nvPr/>
          </p:nvPicPr>
          <p:blipFill rotWithShape="1">
            <a:blip r:embed="rId5">
              <a:alphaModFix/>
            </a:blip>
            <a:srcRect/>
            <a:stretch/>
          </p:blipFill>
          <p:spPr>
            <a:xfrm>
              <a:off x="14995360" y="884910"/>
              <a:ext cx="296621" cy="246773"/>
            </a:xfrm>
            <a:prstGeom prst="rect">
              <a:avLst/>
            </a:prstGeom>
            <a:noFill/>
            <a:ln>
              <a:noFill/>
            </a:ln>
          </p:spPr>
        </p:pic>
        <p:sp>
          <p:nvSpPr>
            <p:cNvPr id="21" name="Google Shape;1111;p6"/>
            <p:cNvSpPr/>
            <p:nvPr/>
          </p:nvSpPr>
          <p:spPr>
            <a:xfrm>
              <a:off x="15333434" y="884910"/>
              <a:ext cx="23495" cy="247015"/>
            </a:xfrm>
            <a:custGeom>
              <a:avLst/>
              <a:gdLst/>
              <a:ahLst/>
              <a:cxnLst/>
              <a:rect l="l" t="t" r="r" b="b"/>
              <a:pathLst>
                <a:path w="23494" h="247015" extrusionOk="0">
                  <a:moveTo>
                    <a:pt x="18338" y="0"/>
                  </a:moveTo>
                  <a:lnTo>
                    <a:pt x="4953" y="0"/>
                  </a:lnTo>
                  <a:lnTo>
                    <a:pt x="0" y="5295"/>
                  </a:lnTo>
                  <a:lnTo>
                    <a:pt x="0" y="241465"/>
                  </a:lnTo>
                  <a:lnTo>
                    <a:pt x="4953" y="246773"/>
                  </a:lnTo>
                  <a:lnTo>
                    <a:pt x="18338" y="246773"/>
                  </a:lnTo>
                  <a:lnTo>
                    <a:pt x="23279" y="241465"/>
                  </a:lnTo>
                  <a:lnTo>
                    <a:pt x="23279" y="234772"/>
                  </a:lnTo>
                  <a:lnTo>
                    <a:pt x="23279" y="5295"/>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2" name="Google Shape;1112;p6"/>
            <p:cNvPicPr preferRelativeResize="0"/>
            <p:nvPr/>
          </p:nvPicPr>
          <p:blipFill rotWithShape="1">
            <a:blip r:embed="rId6">
              <a:alphaModFix/>
            </a:blip>
            <a:srcRect/>
            <a:stretch/>
          </p:blipFill>
          <p:spPr>
            <a:xfrm>
              <a:off x="15426003" y="886675"/>
              <a:ext cx="163791" cy="245008"/>
            </a:xfrm>
            <a:prstGeom prst="rect">
              <a:avLst/>
            </a:prstGeom>
            <a:noFill/>
            <a:ln>
              <a:noFill/>
            </a:ln>
          </p:spPr>
        </p:pic>
        <p:pic>
          <p:nvPicPr>
            <p:cNvPr id="23" name="Google Shape;1113;p6"/>
            <p:cNvPicPr preferRelativeResize="0"/>
            <p:nvPr/>
          </p:nvPicPr>
          <p:blipFill rotWithShape="1">
            <a:blip r:embed="rId7">
              <a:alphaModFix/>
            </a:blip>
            <a:srcRect/>
            <a:stretch/>
          </p:blipFill>
          <p:spPr>
            <a:xfrm>
              <a:off x="15638221" y="884910"/>
              <a:ext cx="128142" cy="245008"/>
            </a:xfrm>
            <a:prstGeom prst="rect">
              <a:avLst/>
            </a:prstGeom>
            <a:noFill/>
            <a:ln>
              <a:noFill/>
            </a:ln>
          </p:spPr>
        </p:pic>
        <p:sp>
          <p:nvSpPr>
            <p:cNvPr id="24" name="Google Shape;1114;p6"/>
            <p:cNvSpPr/>
            <p:nvPr/>
          </p:nvSpPr>
          <p:spPr>
            <a:xfrm>
              <a:off x="15807524" y="884910"/>
              <a:ext cx="23495" cy="247015"/>
            </a:xfrm>
            <a:custGeom>
              <a:avLst/>
              <a:gdLst/>
              <a:ahLst/>
              <a:cxnLst/>
              <a:rect l="l" t="t" r="r" b="b"/>
              <a:pathLst>
                <a:path w="23494" h="247015" extrusionOk="0">
                  <a:moveTo>
                    <a:pt x="18326" y="0"/>
                  </a:moveTo>
                  <a:lnTo>
                    <a:pt x="4914" y="0"/>
                  </a:lnTo>
                  <a:lnTo>
                    <a:pt x="0" y="5295"/>
                  </a:lnTo>
                  <a:lnTo>
                    <a:pt x="0" y="241465"/>
                  </a:lnTo>
                  <a:lnTo>
                    <a:pt x="4914" y="246773"/>
                  </a:lnTo>
                  <a:lnTo>
                    <a:pt x="18326" y="246773"/>
                  </a:lnTo>
                  <a:lnTo>
                    <a:pt x="23279" y="241465"/>
                  </a:lnTo>
                  <a:lnTo>
                    <a:pt x="23279" y="234772"/>
                  </a:lnTo>
                  <a:lnTo>
                    <a:pt x="23279" y="5295"/>
                  </a:lnTo>
                  <a:lnTo>
                    <a:pt x="18326"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5" name="Google Shape;1115;p6"/>
            <p:cNvPicPr preferRelativeResize="0"/>
            <p:nvPr/>
          </p:nvPicPr>
          <p:blipFill rotWithShape="1">
            <a:blip r:embed="rId8">
              <a:alphaModFix/>
            </a:blip>
            <a:srcRect/>
            <a:stretch/>
          </p:blipFill>
          <p:spPr>
            <a:xfrm>
              <a:off x="15884854" y="883856"/>
              <a:ext cx="424103" cy="249593"/>
            </a:xfrm>
            <a:prstGeom prst="rect">
              <a:avLst/>
            </a:prstGeom>
            <a:noFill/>
            <a:ln>
              <a:noFill/>
            </a:ln>
          </p:spPr>
        </p:pic>
        <p:sp>
          <p:nvSpPr>
            <p:cNvPr id="26" name="Google Shape;1116;p6"/>
            <p:cNvSpPr/>
            <p:nvPr/>
          </p:nvSpPr>
          <p:spPr>
            <a:xfrm>
              <a:off x="15068752" y="1280883"/>
              <a:ext cx="41910" cy="160655"/>
            </a:xfrm>
            <a:custGeom>
              <a:avLst/>
              <a:gdLst/>
              <a:ahLst/>
              <a:cxnLst/>
              <a:rect l="l" t="t" r="r" b="b"/>
              <a:pathLst>
                <a:path w="41909" h="160655" extrusionOk="0">
                  <a:moveTo>
                    <a:pt x="37325" y="0"/>
                  </a:moveTo>
                  <a:lnTo>
                    <a:pt x="27520" y="0"/>
                  </a:lnTo>
                  <a:lnTo>
                    <a:pt x="23482" y="3505"/>
                  </a:lnTo>
                  <a:lnTo>
                    <a:pt x="23482" y="13322"/>
                  </a:lnTo>
                  <a:lnTo>
                    <a:pt x="27520" y="16827"/>
                  </a:lnTo>
                  <a:lnTo>
                    <a:pt x="37325" y="16827"/>
                  </a:lnTo>
                  <a:lnTo>
                    <a:pt x="41376" y="13322"/>
                  </a:lnTo>
                  <a:lnTo>
                    <a:pt x="41376" y="3505"/>
                  </a:lnTo>
                  <a:lnTo>
                    <a:pt x="37325" y="0"/>
                  </a:lnTo>
                  <a:close/>
                </a:path>
                <a:path w="41909" h="160655" extrusionOk="0">
                  <a:moveTo>
                    <a:pt x="35585" y="38023"/>
                  </a:moveTo>
                  <a:lnTo>
                    <a:pt x="28930" y="38023"/>
                  </a:lnTo>
                  <a:lnTo>
                    <a:pt x="26454" y="40652"/>
                  </a:lnTo>
                  <a:lnTo>
                    <a:pt x="26454" y="125488"/>
                  </a:lnTo>
                  <a:lnTo>
                    <a:pt x="26102" y="133764"/>
                  </a:lnTo>
                  <a:lnTo>
                    <a:pt x="23972" y="141384"/>
                  </a:lnTo>
                  <a:lnTo>
                    <a:pt x="18883" y="146968"/>
                  </a:lnTo>
                  <a:lnTo>
                    <a:pt x="9652" y="149136"/>
                  </a:lnTo>
                  <a:lnTo>
                    <a:pt x="2628" y="149136"/>
                  </a:lnTo>
                  <a:lnTo>
                    <a:pt x="0" y="151599"/>
                  </a:lnTo>
                  <a:lnTo>
                    <a:pt x="0" y="157899"/>
                  </a:lnTo>
                  <a:lnTo>
                    <a:pt x="2628" y="160350"/>
                  </a:lnTo>
                  <a:lnTo>
                    <a:pt x="9652" y="160350"/>
                  </a:lnTo>
                  <a:lnTo>
                    <a:pt x="23179" y="157662"/>
                  </a:lnTo>
                  <a:lnTo>
                    <a:pt x="31926" y="150277"/>
                  </a:lnTo>
                  <a:lnTo>
                    <a:pt x="36632" y="139213"/>
                  </a:lnTo>
                  <a:lnTo>
                    <a:pt x="38036" y="125488"/>
                  </a:lnTo>
                  <a:lnTo>
                    <a:pt x="38036"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7" name="Google Shape;1117;p6"/>
            <p:cNvPicPr preferRelativeResize="0"/>
            <p:nvPr/>
          </p:nvPicPr>
          <p:blipFill rotWithShape="1">
            <a:blip r:embed="rId9">
              <a:alphaModFix/>
            </a:blip>
            <a:srcRect/>
            <a:stretch/>
          </p:blipFill>
          <p:spPr>
            <a:xfrm>
              <a:off x="15129421" y="1280883"/>
              <a:ext cx="267157" cy="122504"/>
            </a:xfrm>
            <a:prstGeom prst="rect">
              <a:avLst/>
            </a:prstGeom>
            <a:noFill/>
            <a:ln>
              <a:noFill/>
            </a:ln>
          </p:spPr>
        </p:pic>
        <p:pic>
          <p:nvPicPr>
            <p:cNvPr id="28" name="Google Shape;1118;p6"/>
            <p:cNvPicPr preferRelativeResize="0"/>
            <p:nvPr/>
          </p:nvPicPr>
          <p:blipFill rotWithShape="1">
            <a:blip r:embed="rId10">
              <a:alphaModFix/>
            </a:blip>
            <a:srcRect/>
            <a:stretch/>
          </p:blipFill>
          <p:spPr>
            <a:xfrm>
              <a:off x="15417532" y="1318031"/>
              <a:ext cx="70269" cy="84467"/>
            </a:xfrm>
            <a:prstGeom prst="rect">
              <a:avLst/>
            </a:prstGeom>
            <a:noFill/>
            <a:ln>
              <a:noFill/>
            </a:ln>
          </p:spPr>
        </p:pic>
        <p:pic>
          <p:nvPicPr>
            <p:cNvPr id="29" name="Google Shape;1119;p6"/>
            <p:cNvPicPr preferRelativeResize="0"/>
            <p:nvPr/>
          </p:nvPicPr>
          <p:blipFill rotWithShape="1">
            <a:blip r:embed="rId11">
              <a:alphaModFix/>
            </a:blip>
            <a:srcRect/>
            <a:stretch/>
          </p:blipFill>
          <p:spPr>
            <a:xfrm>
              <a:off x="15509773" y="1318031"/>
              <a:ext cx="154444" cy="85356"/>
            </a:xfrm>
            <a:prstGeom prst="rect">
              <a:avLst/>
            </a:prstGeom>
            <a:noFill/>
            <a:ln>
              <a:noFill/>
            </a:ln>
          </p:spPr>
        </p:pic>
        <p:sp>
          <p:nvSpPr>
            <p:cNvPr id="30" name="Google Shape;1120;p6"/>
            <p:cNvSpPr/>
            <p:nvPr/>
          </p:nvSpPr>
          <p:spPr>
            <a:xfrm>
              <a:off x="15915462" y="1280883"/>
              <a:ext cx="41910" cy="160655"/>
            </a:xfrm>
            <a:custGeom>
              <a:avLst/>
              <a:gdLst/>
              <a:ahLst/>
              <a:cxnLst/>
              <a:rect l="l" t="t" r="r" b="b"/>
              <a:pathLst>
                <a:path w="41909" h="160655" extrusionOk="0">
                  <a:moveTo>
                    <a:pt x="37325" y="0"/>
                  </a:moveTo>
                  <a:lnTo>
                    <a:pt x="27520" y="0"/>
                  </a:lnTo>
                  <a:lnTo>
                    <a:pt x="23482" y="3505"/>
                  </a:lnTo>
                  <a:lnTo>
                    <a:pt x="23482" y="13322"/>
                  </a:lnTo>
                  <a:lnTo>
                    <a:pt x="27520" y="16827"/>
                  </a:lnTo>
                  <a:lnTo>
                    <a:pt x="37325" y="16827"/>
                  </a:lnTo>
                  <a:lnTo>
                    <a:pt x="41376" y="13322"/>
                  </a:lnTo>
                  <a:lnTo>
                    <a:pt x="41376" y="3505"/>
                  </a:lnTo>
                  <a:lnTo>
                    <a:pt x="37325" y="0"/>
                  </a:lnTo>
                  <a:close/>
                </a:path>
                <a:path w="41909" h="160655" extrusionOk="0">
                  <a:moveTo>
                    <a:pt x="35585" y="38023"/>
                  </a:moveTo>
                  <a:lnTo>
                    <a:pt x="28930" y="38023"/>
                  </a:lnTo>
                  <a:lnTo>
                    <a:pt x="26479" y="40652"/>
                  </a:lnTo>
                  <a:lnTo>
                    <a:pt x="26479" y="125488"/>
                  </a:lnTo>
                  <a:lnTo>
                    <a:pt x="26112" y="133764"/>
                  </a:lnTo>
                  <a:lnTo>
                    <a:pt x="23974" y="141384"/>
                  </a:lnTo>
                  <a:lnTo>
                    <a:pt x="18878" y="146968"/>
                  </a:lnTo>
                  <a:lnTo>
                    <a:pt x="9639" y="149136"/>
                  </a:lnTo>
                  <a:lnTo>
                    <a:pt x="2628" y="149136"/>
                  </a:lnTo>
                  <a:lnTo>
                    <a:pt x="0" y="151599"/>
                  </a:lnTo>
                  <a:lnTo>
                    <a:pt x="0" y="157899"/>
                  </a:lnTo>
                  <a:lnTo>
                    <a:pt x="2628" y="160350"/>
                  </a:lnTo>
                  <a:lnTo>
                    <a:pt x="9639" y="160350"/>
                  </a:lnTo>
                  <a:lnTo>
                    <a:pt x="23173" y="157662"/>
                  </a:lnTo>
                  <a:lnTo>
                    <a:pt x="31924" y="150277"/>
                  </a:lnTo>
                  <a:lnTo>
                    <a:pt x="36631" y="139213"/>
                  </a:lnTo>
                  <a:lnTo>
                    <a:pt x="38036" y="125488"/>
                  </a:lnTo>
                  <a:lnTo>
                    <a:pt x="38036"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31" name="Google Shape;1121;p6"/>
            <p:cNvPicPr preferRelativeResize="0"/>
            <p:nvPr/>
          </p:nvPicPr>
          <p:blipFill rotWithShape="1">
            <a:blip r:embed="rId12">
              <a:alphaModFix/>
            </a:blip>
            <a:srcRect/>
            <a:stretch/>
          </p:blipFill>
          <p:spPr>
            <a:xfrm>
              <a:off x="15975990" y="1280883"/>
              <a:ext cx="267169" cy="122504"/>
            </a:xfrm>
            <a:prstGeom prst="rect">
              <a:avLst/>
            </a:prstGeom>
            <a:noFill/>
            <a:ln>
              <a:noFill/>
            </a:ln>
          </p:spPr>
        </p:pic>
        <p:pic>
          <p:nvPicPr>
            <p:cNvPr id="32" name="Google Shape;1122;p6"/>
            <p:cNvPicPr preferRelativeResize="0"/>
            <p:nvPr/>
          </p:nvPicPr>
          <p:blipFill rotWithShape="1">
            <a:blip r:embed="rId13">
              <a:alphaModFix/>
            </a:blip>
            <a:srcRect/>
            <a:stretch/>
          </p:blipFill>
          <p:spPr>
            <a:xfrm>
              <a:off x="16264217" y="1318031"/>
              <a:ext cx="70307" cy="84467"/>
            </a:xfrm>
            <a:prstGeom prst="rect">
              <a:avLst/>
            </a:prstGeom>
            <a:noFill/>
            <a:ln>
              <a:noFill/>
            </a:ln>
          </p:spPr>
        </p:pic>
        <p:pic>
          <p:nvPicPr>
            <p:cNvPr id="33" name="Google Shape;1123;p6"/>
            <p:cNvPicPr preferRelativeResize="0"/>
            <p:nvPr/>
          </p:nvPicPr>
          <p:blipFill rotWithShape="1">
            <a:blip r:embed="rId14">
              <a:alphaModFix/>
            </a:blip>
            <a:srcRect/>
            <a:stretch/>
          </p:blipFill>
          <p:spPr>
            <a:xfrm>
              <a:off x="16356495" y="1318031"/>
              <a:ext cx="154431" cy="85356"/>
            </a:xfrm>
            <a:prstGeom prst="rect">
              <a:avLst/>
            </a:prstGeom>
            <a:noFill/>
            <a:ln>
              <a:noFill/>
            </a:ln>
          </p:spPr>
        </p:pic>
        <p:pic>
          <p:nvPicPr>
            <p:cNvPr id="34" name="Google Shape;1124;p6"/>
            <p:cNvPicPr preferRelativeResize="0"/>
            <p:nvPr/>
          </p:nvPicPr>
          <p:blipFill rotWithShape="1">
            <a:blip r:embed="rId15">
              <a:alphaModFix/>
            </a:blip>
            <a:srcRect/>
            <a:stretch/>
          </p:blipFill>
          <p:spPr>
            <a:xfrm>
              <a:off x="14201775" y="762152"/>
              <a:ext cx="2319019" cy="811453"/>
            </a:xfrm>
            <a:prstGeom prst="rect">
              <a:avLst/>
            </a:prstGeom>
            <a:noFill/>
            <a:ln>
              <a:noFill/>
            </a:ln>
          </p:spPr>
        </p:pic>
        <p:pic>
          <p:nvPicPr>
            <p:cNvPr id="35" name="Google Shape;1125;p6"/>
            <p:cNvPicPr preferRelativeResize="0"/>
            <p:nvPr/>
          </p:nvPicPr>
          <p:blipFill rotWithShape="1">
            <a:blip r:embed="rId16">
              <a:alphaModFix/>
            </a:blip>
            <a:srcRect/>
            <a:stretch/>
          </p:blipFill>
          <p:spPr>
            <a:xfrm>
              <a:off x="15674594" y="1390446"/>
              <a:ext cx="67435" cy="92900"/>
            </a:xfrm>
            <a:prstGeom prst="rect">
              <a:avLst/>
            </a:prstGeom>
            <a:noFill/>
            <a:ln>
              <a:noFill/>
            </a:ln>
          </p:spPr>
        </p:pic>
        <p:pic>
          <p:nvPicPr>
            <p:cNvPr id="36" name="Google Shape;1126;p6"/>
            <p:cNvPicPr preferRelativeResize="0"/>
            <p:nvPr/>
          </p:nvPicPr>
          <p:blipFill rotWithShape="1">
            <a:blip r:embed="rId17">
              <a:alphaModFix/>
            </a:blip>
            <a:srcRect/>
            <a:stretch/>
          </p:blipFill>
          <p:spPr>
            <a:xfrm>
              <a:off x="15628112" y="1489519"/>
              <a:ext cx="21208" cy="25857"/>
            </a:xfrm>
            <a:prstGeom prst="rect">
              <a:avLst/>
            </a:prstGeom>
            <a:noFill/>
            <a:ln>
              <a:noFill/>
            </a:ln>
          </p:spPr>
        </p:pic>
        <p:pic>
          <p:nvPicPr>
            <p:cNvPr id="37" name="Google Shape;1127;p6"/>
            <p:cNvPicPr preferRelativeResize="0"/>
            <p:nvPr/>
          </p:nvPicPr>
          <p:blipFill rotWithShape="1">
            <a:blip r:embed="rId18">
              <a:alphaModFix/>
            </a:blip>
            <a:srcRect/>
            <a:stretch/>
          </p:blipFill>
          <p:spPr>
            <a:xfrm>
              <a:off x="15665068" y="1482025"/>
              <a:ext cx="12572" cy="15214"/>
            </a:xfrm>
            <a:prstGeom prst="rect">
              <a:avLst/>
            </a:prstGeom>
            <a:noFill/>
            <a:ln>
              <a:noFill/>
            </a:ln>
          </p:spPr>
        </p:pic>
        <p:pic>
          <p:nvPicPr>
            <p:cNvPr id="38" name="Google Shape;1128;p6"/>
            <p:cNvPicPr preferRelativeResize="0"/>
            <p:nvPr/>
          </p:nvPicPr>
          <p:blipFill rotWithShape="1">
            <a:blip r:embed="rId18">
              <a:alphaModFix/>
            </a:blip>
            <a:srcRect/>
            <a:stretch/>
          </p:blipFill>
          <p:spPr>
            <a:xfrm>
              <a:off x="15665832" y="1458118"/>
              <a:ext cx="11683" cy="14611"/>
            </a:xfrm>
            <a:prstGeom prst="rect">
              <a:avLst/>
            </a:prstGeom>
            <a:noFill/>
            <a:ln>
              <a:noFill/>
            </a:ln>
          </p:spPr>
        </p:pic>
        <p:pic>
          <p:nvPicPr>
            <p:cNvPr id="39" name="Google Shape;1129;p6"/>
            <p:cNvPicPr preferRelativeResize="0"/>
            <p:nvPr/>
          </p:nvPicPr>
          <p:blipFill rotWithShape="1">
            <a:blip r:embed="rId19">
              <a:alphaModFix/>
            </a:blip>
            <a:srcRect/>
            <a:stretch/>
          </p:blipFill>
          <p:spPr>
            <a:xfrm>
              <a:off x="15624047" y="1433779"/>
              <a:ext cx="77215" cy="82550"/>
            </a:xfrm>
            <a:prstGeom prst="rect">
              <a:avLst/>
            </a:prstGeom>
            <a:noFill/>
            <a:ln>
              <a:noFill/>
            </a:ln>
          </p:spPr>
        </p:pic>
        <p:pic>
          <p:nvPicPr>
            <p:cNvPr id="40" name="Google Shape;1130;p6"/>
            <p:cNvPicPr preferRelativeResize="0"/>
            <p:nvPr/>
          </p:nvPicPr>
          <p:blipFill rotWithShape="1">
            <a:blip r:embed="rId20">
              <a:alphaModFix/>
            </a:blip>
            <a:srcRect/>
            <a:stretch/>
          </p:blipFill>
          <p:spPr>
            <a:xfrm>
              <a:off x="15824835" y="1228953"/>
              <a:ext cx="64007" cy="65823"/>
            </a:xfrm>
            <a:prstGeom prst="rect">
              <a:avLst/>
            </a:prstGeom>
            <a:noFill/>
            <a:ln>
              <a:noFill/>
            </a:ln>
          </p:spPr>
        </p:pic>
        <p:pic>
          <p:nvPicPr>
            <p:cNvPr id="41" name="Google Shape;1131;p6"/>
            <p:cNvPicPr preferRelativeResize="0"/>
            <p:nvPr/>
          </p:nvPicPr>
          <p:blipFill rotWithShape="1">
            <a:blip r:embed="rId21">
              <a:alphaModFix/>
            </a:blip>
            <a:srcRect/>
            <a:stretch/>
          </p:blipFill>
          <p:spPr>
            <a:xfrm>
              <a:off x="15901289" y="1256068"/>
              <a:ext cx="16763" cy="12915"/>
            </a:xfrm>
            <a:prstGeom prst="rect">
              <a:avLst/>
            </a:prstGeom>
            <a:noFill/>
            <a:ln>
              <a:noFill/>
            </a:ln>
          </p:spPr>
        </p:pic>
        <p:pic>
          <p:nvPicPr>
            <p:cNvPr id="42" name="Google Shape;1132;p6"/>
            <p:cNvPicPr preferRelativeResize="0"/>
            <p:nvPr/>
          </p:nvPicPr>
          <p:blipFill rotWithShape="1">
            <a:blip r:embed="rId18">
              <a:alphaModFix/>
            </a:blip>
            <a:srcRect/>
            <a:stretch/>
          </p:blipFill>
          <p:spPr>
            <a:xfrm>
              <a:off x="15680308" y="1443710"/>
              <a:ext cx="12953" cy="15126"/>
            </a:xfrm>
            <a:prstGeom prst="rect">
              <a:avLst/>
            </a:prstGeom>
            <a:noFill/>
            <a:ln>
              <a:noFill/>
            </a:ln>
          </p:spPr>
        </p:pic>
        <p:pic>
          <p:nvPicPr>
            <p:cNvPr id="43" name="Google Shape;1133;p6"/>
            <p:cNvPicPr preferRelativeResize="0"/>
            <p:nvPr/>
          </p:nvPicPr>
          <p:blipFill rotWithShape="1">
            <a:blip r:embed="rId22">
              <a:alphaModFix/>
            </a:blip>
            <a:srcRect/>
            <a:stretch/>
          </p:blipFill>
          <p:spPr>
            <a:xfrm>
              <a:off x="15931515" y="1237424"/>
              <a:ext cx="9779" cy="7441"/>
            </a:xfrm>
            <a:prstGeom prst="rect">
              <a:avLst/>
            </a:prstGeom>
            <a:noFill/>
            <a:ln>
              <a:noFill/>
            </a:ln>
          </p:spPr>
        </p:pic>
        <p:pic>
          <p:nvPicPr>
            <p:cNvPr id="44" name="Google Shape;1134;p6"/>
            <p:cNvPicPr preferRelativeResize="0"/>
            <p:nvPr/>
          </p:nvPicPr>
          <p:blipFill rotWithShape="1">
            <a:blip r:embed="rId23">
              <a:alphaModFix/>
            </a:blip>
            <a:srcRect/>
            <a:stretch/>
          </p:blipFill>
          <p:spPr>
            <a:xfrm>
              <a:off x="15645638" y="1455191"/>
              <a:ext cx="40257" cy="24181"/>
            </a:xfrm>
            <a:prstGeom prst="rect">
              <a:avLst/>
            </a:prstGeom>
            <a:noFill/>
            <a:ln>
              <a:noFill/>
            </a:ln>
          </p:spPr>
        </p:pic>
        <p:pic>
          <p:nvPicPr>
            <p:cNvPr id="45" name="Google Shape;1135;p6"/>
            <p:cNvPicPr preferRelativeResize="0"/>
            <p:nvPr/>
          </p:nvPicPr>
          <p:blipFill rotWithShape="1">
            <a:blip r:embed="rId24">
              <a:alphaModFix/>
            </a:blip>
            <a:srcRect/>
            <a:stretch/>
          </p:blipFill>
          <p:spPr>
            <a:xfrm>
              <a:off x="15934563" y="1189837"/>
              <a:ext cx="38353" cy="32524"/>
            </a:xfrm>
            <a:prstGeom prst="rect">
              <a:avLst/>
            </a:prstGeom>
            <a:noFill/>
            <a:ln>
              <a:noFill/>
            </a:ln>
          </p:spPr>
        </p:pic>
        <p:pic>
          <p:nvPicPr>
            <p:cNvPr id="46" name="Google Shape;1136;p6"/>
            <p:cNvPicPr preferRelativeResize="0"/>
            <p:nvPr/>
          </p:nvPicPr>
          <p:blipFill rotWithShape="1">
            <a:blip r:embed="rId25">
              <a:alphaModFix/>
            </a:blip>
            <a:srcRect/>
            <a:stretch/>
          </p:blipFill>
          <p:spPr>
            <a:xfrm>
              <a:off x="15687294" y="1443481"/>
              <a:ext cx="5969" cy="7048"/>
            </a:xfrm>
            <a:prstGeom prst="rect">
              <a:avLst/>
            </a:prstGeom>
            <a:noFill/>
            <a:ln>
              <a:noFill/>
            </a:ln>
          </p:spPr>
        </p:pic>
        <p:pic>
          <p:nvPicPr>
            <p:cNvPr id="47" name="Google Shape;1137;p6"/>
            <p:cNvPicPr preferRelativeResize="0"/>
            <p:nvPr/>
          </p:nvPicPr>
          <p:blipFill rotWithShape="1">
            <a:blip r:embed="rId26">
              <a:alphaModFix/>
            </a:blip>
            <a:srcRect/>
            <a:stretch/>
          </p:blipFill>
          <p:spPr>
            <a:xfrm>
              <a:off x="15900400" y="1202498"/>
              <a:ext cx="17907" cy="15100"/>
            </a:xfrm>
            <a:prstGeom prst="rect">
              <a:avLst/>
            </a:prstGeom>
            <a:noFill/>
            <a:ln>
              <a:noFill/>
            </a:ln>
          </p:spPr>
        </p:pic>
        <p:pic>
          <p:nvPicPr>
            <p:cNvPr id="48" name="Google Shape;1138;p6"/>
            <p:cNvPicPr preferRelativeResize="0"/>
            <p:nvPr/>
          </p:nvPicPr>
          <p:blipFill rotWithShape="1">
            <a:blip r:embed="rId24">
              <a:alphaModFix/>
            </a:blip>
            <a:srcRect/>
            <a:stretch/>
          </p:blipFill>
          <p:spPr>
            <a:xfrm>
              <a:off x="15697072" y="1384363"/>
              <a:ext cx="36068" cy="32906"/>
            </a:xfrm>
            <a:prstGeom prst="rect">
              <a:avLst/>
            </a:prstGeom>
            <a:noFill/>
            <a:ln>
              <a:noFill/>
            </a:ln>
          </p:spPr>
        </p:pic>
        <p:pic>
          <p:nvPicPr>
            <p:cNvPr id="49" name="Google Shape;1139;p6"/>
            <p:cNvPicPr preferRelativeResize="0"/>
            <p:nvPr/>
          </p:nvPicPr>
          <p:blipFill rotWithShape="1">
            <a:blip r:embed="rId27">
              <a:alphaModFix/>
            </a:blip>
            <a:srcRect/>
            <a:stretch/>
          </p:blipFill>
          <p:spPr>
            <a:xfrm>
              <a:off x="15621382" y="1488414"/>
              <a:ext cx="43306" cy="44843"/>
            </a:xfrm>
            <a:prstGeom prst="rect">
              <a:avLst/>
            </a:prstGeom>
            <a:noFill/>
            <a:ln>
              <a:noFill/>
            </a:ln>
          </p:spPr>
        </p:pic>
        <p:pic>
          <p:nvPicPr>
            <p:cNvPr id="50" name="Google Shape;1140;p6"/>
            <p:cNvPicPr preferRelativeResize="0"/>
            <p:nvPr/>
          </p:nvPicPr>
          <p:blipFill rotWithShape="1">
            <a:blip r:embed="rId28">
              <a:alphaModFix/>
            </a:blip>
            <a:srcRect/>
            <a:stretch/>
          </p:blipFill>
          <p:spPr>
            <a:xfrm>
              <a:off x="15655415" y="1424228"/>
              <a:ext cx="62101" cy="58038"/>
            </a:xfrm>
            <a:prstGeom prst="rect">
              <a:avLst/>
            </a:prstGeom>
            <a:noFill/>
            <a:ln>
              <a:noFill/>
            </a:ln>
          </p:spPr>
        </p:pic>
        <p:pic>
          <p:nvPicPr>
            <p:cNvPr id="51" name="Google Shape;1141;p6"/>
            <p:cNvPicPr preferRelativeResize="0"/>
            <p:nvPr/>
          </p:nvPicPr>
          <p:blipFill rotWithShape="1">
            <a:blip r:embed="rId27">
              <a:alphaModFix/>
            </a:blip>
            <a:srcRect/>
            <a:stretch/>
          </p:blipFill>
          <p:spPr>
            <a:xfrm>
              <a:off x="15735426" y="1384478"/>
              <a:ext cx="41404" cy="44323"/>
            </a:xfrm>
            <a:prstGeom prst="rect">
              <a:avLst/>
            </a:prstGeom>
            <a:noFill/>
            <a:ln>
              <a:noFill/>
            </a:ln>
          </p:spPr>
        </p:pic>
        <p:pic>
          <p:nvPicPr>
            <p:cNvPr id="52" name="Google Shape;1142;p6"/>
            <p:cNvPicPr preferRelativeResize="0"/>
            <p:nvPr/>
          </p:nvPicPr>
          <p:blipFill rotWithShape="1">
            <a:blip r:embed="rId29">
              <a:alphaModFix/>
            </a:blip>
            <a:srcRect/>
            <a:stretch/>
          </p:blipFill>
          <p:spPr>
            <a:xfrm>
              <a:off x="15792069" y="1308544"/>
              <a:ext cx="3683" cy="3086"/>
            </a:xfrm>
            <a:prstGeom prst="rect">
              <a:avLst/>
            </a:prstGeom>
            <a:noFill/>
            <a:ln>
              <a:noFill/>
            </a:ln>
          </p:spPr>
        </p:pic>
        <p:pic>
          <p:nvPicPr>
            <p:cNvPr id="53" name="Google Shape;1143;p6"/>
            <p:cNvPicPr preferRelativeResize="0"/>
            <p:nvPr/>
          </p:nvPicPr>
          <p:blipFill rotWithShape="1">
            <a:blip r:embed="rId30">
              <a:alphaModFix/>
            </a:blip>
            <a:srcRect/>
            <a:stretch/>
          </p:blipFill>
          <p:spPr>
            <a:xfrm>
              <a:off x="15669387" y="1471840"/>
              <a:ext cx="6223" cy="16459"/>
            </a:xfrm>
            <a:prstGeom prst="rect">
              <a:avLst/>
            </a:prstGeom>
            <a:noFill/>
            <a:ln>
              <a:noFill/>
            </a:ln>
          </p:spPr>
        </p:pic>
        <p:pic>
          <p:nvPicPr>
            <p:cNvPr id="54" name="Google Shape;1144;p6"/>
            <p:cNvPicPr preferRelativeResize="0"/>
            <p:nvPr/>
          </p:nvPicPr>
          <p:blipFill rotWithShape="1">
            <a:blip r:embed="rId22">
              <a:alphaModFix/>
            </a:blip>
            <a:srcRect/>
            <a:stretch/>
          </p:blipFill>
          <p:spPr>
            <a:xfrm>
              <a:off x="15855949" y="1307782"/>
              <a:ext cx="7747" cy="7251"/>
            </a:xfrm>
            <a:prstGeom prst="rect">
              <a:avLst/>
            </a:prstGeom>
            <a:noFill/>
            <a:ln>
              <a:noFill/>
            </a:ln>
          </p:spPr>
        </p:pic>
        <p:pic>
          <p:nvPicPr>
            <p:cNvPr id="55" name="Google Shape;1145;p6"/>
            <p:cNvPicPr preferRelativeResize="0"/>
            <p:nvPr/>
          </p:nvPicPr>
          <p:blipFill rotWithShape="1">
            <a:blip r:embed="rId18">
              <a:alphaModFix/>
            </a:blip>
            <a:srcRect/>
            <a:stretch/>
          </p:blipFill>
          <p:spPr>
            <a:xfrm>
              <a:off x="15814928" y="1337019"/>
              <a:ext cx="14478" cy="13536"/>
            </a:xfrm>
            <a:prstGeom prst="rect">
              <a:avLst/>
            </a:prstGeom>
            <a:noFill/>
            <a:ln>
              <a:noFill/>
            </a:ln>
          </p:spPr>
        </p:pic>
        <p:pic>
          <p:nvPicPr>
            <p:cNvPr id="56" name="Google Shape;1146;p6"/>
            <p:cNvPicPr preferRelativeResize="0"/>
            <p:nvPr/>
          </p:nvPicPr>
          <p:blipFill rotWithShape="1">
            <a:blip r:embed="rId31">
              <a:alphaModFix/>
            </a:blip>
            <a:srcRect/>
            <a:stretch/>
          </p:blipFill>
          <p:spPr>
            <a:xfrm>
              <a:off x="15642464" y="1463712"/>
              <a:ext cx="54101" cy="18427"/>
            </a:xfrm>
            <a:prstGeom prst="rect">
              <a:avLst/>
            </a:prstGeom>
            <a:noFill/>
            <a:ln>
              <a:noFill/>
            </a:ln>
          </p:spPr>
        </p:pic>
        <p:pic>
          <p:nvPicPr>
            <p:cNvPr id="57" name="Google Shape;1147;p6"/>
            <p:cNvPicPr preferRelativeResize="0"/>
            <p:nvPr/>
          </p:nvPicPr>
          <p:blipFill rotWithShape="1">
            <a:blip r:embed="rId32">
              <a:alphaModFix/>
            </a:blip>
            <a:srcRect/>
            <a:stretch/>
          </p:blipFill>
          <p:spPr>
            <a:xfrm>
              <a:off x="15736443" y="1349425"/>
              <a:ext cx="19811" cy="21031"/>
            </a:xfrm>
            <a:prstGeom prst="rect">
              <a:avLst/>
            </a:prstGeom>
            <a:noFill/>
            <a:ln>
              <a:noFill/>
            </a:ln>
          </p:spPr>
        </p:pic>
        <p:pic>
          <p:nvPicPr>
            <p:cNvPr id="58" name="Google Shape;1148;p6"/>
            <p:cNvPicPr preferRelativeResize="0"/>
            <p:nvPr/>
          </p:nvPicPr>
          <p:blipFill rotWithShape="1">
            <a:blip r:embed="rId33">
              <a:alphaModFix/>
            </a:blip>
            <a:srcRect/>
            <a:stretch/>
          </p:blipFill>
          <p:spPr>
            <a:xfrm>
              <a:off x="15651227" y="1473301"/>
              <a:ext cx="22858" cy="37363"/>
            </a:xfrm>
            <a:prstGeom prst="rect">
              <a:avLst/>
            </a:prstGeom>
            <a:noFill/>
            <a:ln>
              <a:noFill/>
            </a:ln>
          </p:spPr>
        </p:pic>
        <p:pic>
          <p:nvPicPr>
            <p:cNvPr id="59" name="Google Shape;1149;p6"/>
            <p:cNvPicPr preferRelativeResize="0"/>
            <p:nvPr/>
          </p:nvPicPr>
          <p:blipFill rotWithShape="1">
            <a:blip r:embed="rId25">
              <a:alphaModFix/>
            </a:blip>
            <a:srcRect/>
            <a:stretch/>
          </p:blipFill>
          <p:spPr>
            <a:xfrm>
              <a:off x="15677895" y="1470151"/>
              <a:ext cx="5716" cy="9284"/>
            </a:xfrm>
            <a:prstGeom prst="rect">
              <a:avLst/>
            </a:prstGeom>
            <a:noFill/>
            <a:ln>
              <a:noFill/>
            </a:ln>
          </p:spPr>
        </p:pic>
        <p:pic>
          <p:nvPicPr>
            <p:cNvPr id="60" name="Google Shape;1150;p6"/>
            <p:cNvPicPr preferRelativeResize="0"/>
            <p:nvPr/>
          </p:nvPicPr>
          <p:blipFill rotWithShape="1">
            <a:blip r:embed="rId29">
              <a:alphaModFix/>
            </a:blip>
            <a:srcRect/>
            <a:stretch/>
          </p:blipFill>
          <p:spPr>
            <a:xfrm>
              <a:off x="15670911" y="1472793"/>
              <a:ext cx="2016" cy="2222"/>
            </a:xfrm>
            <a:prstGeom prst="rect">
              <a:avLst/>
            </a:prstGeom>
            <a:noFill/>
            <a:ln>
              <a:noFill/>
            </a:ln>
          </p:spPr>
        </p:pic>
        <p:pic>
          <p:nvPicPr>
            <p:cNvPr id="61" name="Google Shape;1151;p6"/>
            <p:cNvPicPr preferRelativeResize="0"/>
            <p:nvPr/>
          </p:nvPicPr>
          <p:blipFill rotWithShape="1">
            <a:blip r:embed="rId34">
              <a:alphaModFix/>
            </a:blip>
            <a:srcRect/>
            <a:stretch/>
          </p:blipFill>
          <p:spPr>
            <a:xfrm>
              <a:off x="15935325" y="1214271"/>
              <a:ext cx="18032" cy="26936"/>
            </a:xfrm>
            <a:prstGeom prst="rect">
              <a:avLst/>
            </a:prstGeom>
            <a:noFill/>
            <a:ln>
              <a:noFill/>
            </a:ln>
          </p:spPr>
        </p:pic>
        <p:pic>
          <p:nvPicPr>
            <p:cNvPr id="62" name="Google Shape;1152;p6"/>
            <p:cNvPicPr preferRelativeResize="0"/>
            <p:nvPr/>
          </p:nvPicPr>
          <p:blipFill rotWithShape="1">
            <a:blip r:embed="rId35">
              <a:alphaModFix/>
            </a:blip>
            <a:srcRect/>
            <a:stretch/>
          </p:blipFill>
          <p:spPr>
            <a:xfrm>
              <a:off x="15635477" y="1434134"/>
              <a:ext cx="66255" cy="61188"/>
            </a:xfrm>
            <a:prstGeom prst="rect">
              <a:avLst/>
            </a:prstGeom>
            <a:noFill/>
            <a:ln>
              <a:noFill/>
            </a:ln>
          </p:spPr>
        </p:pic>
        <p:pic>
          <p:nvPicPr>
            <p:cNvPr id="63" name="Google Shape;1153;p6"/>
            <p:cNvPicPr preferRelativeResize="0"/>
            <p:nvPr/>
          </p:nvPicPr>
          <p:blipFill rotWithShape="1">
            <a:blip r:embed="rId29">
              <a:alphaModFix/>
            </a:blip>
            <a:srcRect/>
            <a:stretch/>
          </p:blipFill>
          <p:spPr>
            <a:xfrm>
              <a:off x="15682468" y="1428520"/>
              <a:ext cx="1650" cy="1777"/>
            </a:xfrm>
            <a:prstGeom prst="rect">
              <a:avLst/>
            </a:prstGeom>
            <a:noFill/>
            <a:ln>
              <a:noFill/>
            </a:ln>
          </p:spPr>
        </p:pic>
        <p:pic>
          <p:nvPicPr>
            <p:cNvPr id="64" name="Google Shape;1154;p6"/>
            <p:cNvPicPr preferRelativeResize="0"/>
            <p:nvPr/>
          </p:nvPicPr>
          <p:blipFill rotWithShape="1">
            <a:blip r:embed="rId36">
              <a:alphaModFix/>
            </a:blip>
            <a:srcRect/>
            <a:stretch/>
          </p:blipFill>
          <p:spPr>
            <a:xfrm>
              <a:off x="15639413" y="1470418"/>
              <a:ext cx="26036" cy="30924"/>
            </a:xfrm>
            <a:prstGeom prst="rect">
              <a:avLst/>
            </a:prstGeom>
            <a:noFill/>
            <a:ln>
              <a:noFill/>
            </a:ln>
          </p:spPr>
        </p:pic>
        <p:pic>
          <p:nvPicPr>
            <p:cNvPr id="65" name="Google Shape;1155;p6"/>
            <p:cNvPicPr preferRelativeResize="0"/>
            <p:nvPr/>
          </p:nvPicPr>
          <p:blipFill rotWithShape="1">
            <a:blip r:embed="rId37">
              <a:alphaModFix/>
            </a:blip>
            <a:srcRect/>
            <a:stretch/>
          </p:blipFill>
          <p:spPr>
            <a:xfrm>
              <a:off x="15666974" y="1440497"/>
              <a:ext cx="15363" cy="20408"/>
            </a:xfrm>
            <a:prstGeom prst="rect">
              <a:avLst/>
            </a:prstGeom>
            <a:noFill/>
            <a:ln>
              <a:noFill/>
            </a:ln>
          </p:spPr>
        </p:pic>
        <p:pic>
          <p:nvPicPr>
            <p:cNvPr id="66" name="Google Shape;1156;p6"/>
            <p:cNvPicPr preferRelativeResize="0"/>
            <p:nvPr/>
          </p:nvPicPr>
          <p:blipFill rotWithShape="1">
            <a:blip r:embed="rId29">
              <a:alphaModFix/>
            </a:blip>
            <a:srcRect/>
            <a:stretch/>
          </p:blipFill>
          <p:spPr>
            <a:xfrm>
              <a:off x="15953358" y="1215466"/>
              <a:ext cx="2285" cy="1803"/>
            </a:xfrm>
            <a:prstGeom prst="rect">
              <a:avLst/>
            </a:prstGeom>
            <a:noFill/>
            <a:ln>
              <a:noFill/>
            </a:ln>
          </p:spPr>
        </p:pic>
        <p:pic>
          <p:nvPicPr>
            <p:cNvPr id="67" name="Google Shape;1157;p6"/>
            <p:cNvPicPr preferRelativeResize="0"/>
            <p:nvPr/>
          </p:nvPicPr>
          <p:blipFill rotWithShape="1">
            <a:blip r:embed="rId38">
              <a:alphaModFix/>
            </a:blip>
            <a:srcRect/>
            <a:stretch/>
          </p:blipFill>
          <p:spPr>
            <a:xfrm>
              <a:off x="15685896" y="1402969"/>
              <a:ext cx="39878" cy="43675"/>
            </a:xfrm>
            <a:prstGeom prst="rect">
              <a:avLst/>
            </a:prstGeom>
            <a:noFill/>
            <a:ln>
              <a:noFill/>
            </a:ln>
          </p:spPr>
        </p:pic>
        <p:pic>
          <p:nvPicPr>
            <p:cNvPr id="68" name="Google Shape;1158;p6"/>
            <p:cNvPicPr preferRelativeResize="0"/>
            <p:nvPr/>
          </p:nvPicPr>
          <p:blipFill rotWithShape="1">
            <a:blip r:embed="rId39">
              <a:alphaModFix/>
            </a:blip>
            <a:srcRect/>
            <a:stretch/>
          </p:blipFill>
          <p:spPr>
            <a:xfrm>
              <a:off x="15880588" y="1270151"/>
              <a:ext cx="20192" cy="18008"/>
            </a:xfrm>
            <a:prstGeom prst="rect">
              <a:avLst/>
            </a:prstGeom>
            <a:noFill/>
            <a:ln>
              <a:noFill/>
            </a:ln>
          </p:spPr>
        </p:pic>
        <p:pic>
          <p:nvPicPr>
            <p:cNvPr id="69" name="Google Shape;1159;p6"/>
            <p:cNvPicPr preferRelativeResize="0"/>
            <p:nvPr/>
          </p:nvPicPr>
          <p:blipFill rotWithShape="1">
            <a:blip r:embed="rId40">
              <a:alphaModFix/>
            </a:blip>
            <a:srcRect/>
            <a:stretch/>
          </p:blipFill>
          <p:spPr>
            <a:xfrm>
              <a:off x="15668497" y="1475943"/>
              <a:ext cx="10794" cy="10998"/>
            </a:xfrm>
            <a:prstGeom prst="rect">
              <a:avLst/>
            </a:prstGeom>
            <a:noFill/>
            <a:ln>
              <a:noFill/>
            </a:ln>
          </p:spPr>
        </p:pic>
        <p:pic>
          <p:nvPicPr>
            <p:cNvPr id="70" name="Google Shape;1160;p6"/>
            <p:cNvPicPr preferRelativeResize="0"/>
            <p:nvPr/>
          </p:nvPicPr>
          <p:blipFill rotWithShape="1">
            <a:blip r:embed="rId29">
              <a:alphaModFix/>
            </a:blip>
            <a:srcRect/>
            <a:stretch/>
          </p:blipFill>
          <p:spPr>
            <a:xfrm>
              <a:off x="15965170" y="1207667"/>
              <a:ext cx="2031" cy="1511"/>
            </a:xfrm>
            <a:prstGeom prst="rect">
              <a:avLst/>
            </a:prstGeom>
            <a:noFill/>
            <a:ln>
              <a:noFill/>
            </a:ln>
          </p:spPr>
        </p:pic>
        <p:pic>
          <p:nvPicPr>
            <p:cNvPr id="71" name="Google Shape;1161;p6"/>
            <p:cNvPicPr preferRelativeResize="0"/>
            <p:nvPr/>
          </p:nvPicPr>
          <p:blipFill rotWithShape="1">
            <a:blip r:embed="rId29">
              <a:alphaModFix/>
            </a:blip>
            <a:srcRect/>
            <a:stretch/>
          </p:blipFill>
          <p:spPr>
            <a:xfrm>
              <a:off x="15889350" y="1220514"/>
              <a:ext cx="1737" cy="1353"/>
            </a:xfrm>
            <a:prstGeom prst="rect">
              <a:avLst/>
            </a:prstGeom>
            <a:noFill/>
            <a:ln>
              <a:noFill/>
            </a:ln>
          </p:spPr>
        </p:pic>
        <p:pic>
          <p:nvPicPr>
            <p:cNvPr id="72" name="Google Shape;1162;p6"/>
            <p:cNvPicPr preferRelativeResize="0"/>
            <p:nvPr/>
          </p:nvPicPr>
          <p:blipFill rotWithShape="1">
            <a:blip r:embed="rId30">
              <a:alphaModFix/>
            </a:blip>
            <a:srcRect/>
            <a:stretch/>
          </p:blipFill>
          <p:spPr>
            <a:xfrm>
              <a:off x="15948024" y="1190968"/>
              <a:ext cx="2666" cy="11276"/>
            </a:xfrm>
            <a:prstGeom prst="rect">
              <a:avLst/>
            </a:prstGeom>
            <a:noFill/>
            <a:ln>
              <a:noFill/>
            </a:ln>
          </p:spPr>
        </p:pic>
        <p:pic>
          <p:nvPicPr>
            <p:cNvPr id="73" name="Google Shape;1163;p6"/>
            <p:cNvPicPr preferRelativeResize="0"/>
            <p:nvPr/>
          </p:nvPicPr>
          <p:blipFill rotWithShape="1">
            <a:blip r:embed="rId41">
              <a:alphaModFix/>
            </a:blip>
            <a:srcRect/>
            <a:stretch/>
          </p:blipFill>
          <p:spPr>
            <a:xfrm>
              <a:off x="15672053" y="1466291"/>
              <a:ext cx="20955" cy="4953"/>
            </a:xfrm>
            <a:prstGeom prst="rect">
              <a:avLst/>
            </a:prstGeom>
            <a:noFill/>
            <a:ln>
              <a:noFill/>
            </a:ln>
          </p:spPr>
        </p:pic>
        <p:pic>
          <p:nvPicPr>
            <p:cNvPr id="74" name="Google Shape;1164;p6"/>
            <p:cNvPicPr preferRelativeResize="0"/>
            <p:nvPr/>
          </p:nvPicPr>
          <p:blipFill rotWithShape="1">
            <a:blip r:embed="rId40">
              <a:alphaModFix/>
            </a:blip>
            <a:srcRect/>
            <a:stretch/>
          </p:blipFill>
          <p:spPr>
            <a:xfrm>
              <a:off x="15636113" y="1508607"/>
              <a:ext cx="11047" cy="10440"/>
            </a:xfrm>
            <a:prstGeom prst="rect">
              <a:avLst/>
            </a:prstGeom>
            <a:noFill/>
            <a:ln>
              <a:noFill/>
            </a:ln>
          </p:spPr>
        </p:pic>
        <p:pic>
          <p:nvPicPr>
            <p:cNvPr id="75" name="Google Shape;1165;p6"/>
            <p:cNvPicPr preferRelativeResize="0"/>
            <p:nvPr/>
          </p:nvPicPr>
          <p:blipFill rotWithShape="1">
            <a:blip r:embed="rId42">
              <a:alphaModFix/>
            </a:blip>
            <a:srcRect/>
            <a:stretch/>
          </p:blipFill>
          <p:spPr>
            <a:xfrm>
              <a:off x="15891128" y="1207223"/>
              <a:ext cx="68581" cy="70726"/>
            </a:xfrm>
            <a:prstGeom prst="rect">
              <a:avLst/>
            </a:prstGeom>
            <a:noFill/>
            <a:ln>
              <a:noFill/>
            </a:ln>
          </p:spPr>
        </p:pic>
        <p:pic>
          <p:nvPicPr>
            <p:cNvPr id="76" name="Google Shape;1166;p6"/>
            <p:cNvPicPr preferRelativeResize="0"/>
            <p:nvPr/>
          </p:nvPicPr>
          <p:blipFill rotWithShape="1">
            <a:blip r:embed="rId29">
              <a:alphaModFix/>
            </a:blip>
            <a:srcRect/>
            <a:stretch/>
          </p:blipFill>
          <p:spPr>
            <a:xfrm>
              <a:off x="15658338" y="1504264"/>
              <a:ext cx="1142" cy="1396"/>
            </a:xfrm>
            <a:prstGeom prst="rect">
              <a:avLst/>
            </a:prstGeom>
            <a:noFill/>
            <a:ln>
              <a:noFill/>
            </a:ln>
          </p:spPr>
        </p:pic>
        <p:pic>
          <p:nvPicPr>
            <p:cNvPr id="77" name="Google Shape;1167;p6"/>
            <p:cNvPicPr preferRelativeResize="0"/>
            <p:nvPr/>
          </p:nvPicPr>
          <p:blipFill rotWithShape="1">
            <a:blip r:embed="rId26">
              <a:alphaModFix/>
            </a:blip>
            <a:srcRect/>
            <a:stretch/>
          </p:blipFill>
          <p:spPr>
            <a:xfrm>
              <a:off x="15658718" y="1475486"/>
              <a:ext cx="14975" cy="22047"/>
            </a:xfrm>
            <a:prstGeom prst="rect">
              <a:avLst/>
            </a:prstGeom>
            <a:noFill/>
            <a:ln>
              <a:noFill/>
            </a:ln>
          </p:spPr>
        </p:pic>
        <p:pic>
          <p:nvPicPr>
            <p:cNvPr id="78" name="Google Shape;1168;p6"/>
            <p:cNvPicPr preferRelativeResize="0"/>
            <p:nvPr/>
          </p:nvPicPr>
          <p:blipFill rotWithShape="1">
            <a:blip r:embed="rId29">
              <a:alphaModFix/>
            </a:blip>
            <a:srcRect/>
            <a:stretch/>
          </p:blipFill>
          <p:spPr>
            <a:xfrm>
              <a:off x="15635858" y="1500797"/>
              <a:ext cx="1143" cy="1409"/>
            </a:xfrm>
            <a:prstGeom prst="rect">
              <a:avLst/>
            </a:prstGeom>
            <a:noFill/>
            <a:ln>
              <a:noFill/>
            </a:ln>
          </p:spPr>
        </p:pic>
        <p:pic>
          <p:nvPicPr>
            <p:cNvPr id="79" name="Google Shape;1169;p6"/>
            <p:cNvPicPr preferRelativeResize="0"/>
            <p:nvPr/>
          </p:nvPicPr>
          <p:blipFill rotWithShape="1">
            <a:blip r:embed="rId25">
              <a:alphaModFix/>
            </a:blip>
            <a:srcRect/>
            <a:stretch/>
          </p:blipFill>
          <p:spPr>
            <a:xfrm>
              <a:off x="15916403" y="1201216"/>
              <a:ext cx="2412" cy="5473"/>
            </a:xfrm>
            <a:prstGeom prst="rect">
              <a:avLst/>
            </a:prstGeom>
            <a:noFill/>
            <a:ln>
              <a:noFill/>
            </a:ln>
          </p:spPr>
        </p:pic>
        <p:pic>
          <p:nvPicPr>
            <p:cNvPr id="80" name="Google Shape;1170;p6"/>
            <p:cNvPicPr preferRelativeResize="0"/>
            <p:nvPr/>
          </p:nvPicPr>
          <p:blipFill rotWithShape="1">
            <a:blip r:embed="rId29">
              <a:alphaModFix/>
            </a:blip>
            <a:srcRect/>
            <a:stretch/>
          </p:blipFill>
          <p:spPr>
            <a:xfrm>
              <a:off x="15947768" y="1197292"/>
              <a:ext cx="1650" cy="1346"/>
            </a:xfrm>
            <a:prstGeom prst="rect">
              <a:avLst/>
            </a:prstGeom>
            <a:noFill/>
            <a:ln>
              <a:noFill/>
            </a:ln>
          </p:spPr>
        </p:pic>
        <p:pic>
          <p:nvPicPr>
            <p:cNvPr id="81" name="Google Shape;1171;p6"/>
            <p:cNvPicPr preferRelativeResize="0"/>
            <p:nvPr/>
          </p:nvPicPr>
          <p:blipFill rotWithShape="1">
            <a:blip r:embed="rId29">
              <a:alphaModFix/>
            </a:blip>
            <a:srcRect/>
            <a:stretch/>
          </p:blipFill>
          <p:spPr>
            <a:xfrm>
              <a:off x="15933039" y="1198486"/>
              <a:ext cx="1016" cy="901"/>
            </a:xfrm>
            <a:prstGeom prst="rect">
              <a:avLst/>
            </a:prstGeom>
            <a:noFill/>
            <a:ln>
              <a:noFill/>
            </a:ln>
          </p:spPr>
        </p:pic>
        <p:pic>
          <p:nvPicPr>
            <p:cNvPr id="82" name="Google Shape;1172;p6"/>
            <p:cNvPicPr preferRelativeResize="0"/>
            <p:nvPr/>
          </p:nvPicPr>
          <p:blipFill rotWithShape="1">
            <a:blip r:embed="rId40">
              <a:alphaModFix/>
            </a:blip>
            <a:srcRect/>
            <a:stretch/>
          </p:blipFill>
          <p:spPr>
            <a:xfrm>
              <a:off x="15708375" y="1446885"/>
              <a:ext cx="8508" cy="9461"/>
            </a:xfrm>
            <a:prstGeom prst="rect">
              <a:avLst/>
            </a:prstGeom>
            <a:noFill/>
            <a:ln>
              <a:noFill/>
            </a:ln>
          </p:spPr>
        </p:pic>
        <p:pic>
          <p:nvPicPr>
            <p:cNvPr id="83" name="Google Shape;1173;p6"/>
            <p:cNvPicPr preferRelativeResize="0"/>
            <p:nvPr/>
          </p:nvPicPr>
          <p:blipFill rotWithShape="1">
            <a:blip r:embed="rId43">
              <a:alphaModFix/>
            </a:blip>
            <a:srcRect/>
            <a:stretch/>
          </p:blipFill>
          <p:spPr>
            <a:xfrm>
              <a:off x="15635731" y="1459281"/>
              <a:ext cx="44576" cy="50317"/>
            </a:xfrm>
            <a:prstGeom prst="rect">
              <a:avLst/>
            </a:prstGeom>
            <a:noFill/>
            <a:ln>
              <a:noFill/>
            </a:ln>
          </p:spPr>
        </p:pic>
        <p:pic>
          <p:nvPicPr>
            <p:cNvPr id="84" name="Google Shape;1174;p6"/>
            <p:cNvPicPr preferRelativeResize="0"/>
            <p:nvPr/>
          </p:nvPicPr>
          <p:blipFill rotWithShape="1">
            <a:blip r:embed="rId18">
              <a:alphaModFix/>
            </a:blip>
            <a:srcRect/>
            <a:stretch/>
          </p:blipFill>
          <p:spPr>
            <a:xfrm>
              <a:off x="15874619" y="1283156"/>
              <a:ext cx="14985" cy="14605"/>
            </a:xfrm>
            <a:prstGeom prst="rect">
              <a:avLst/>
            </a:prstGeom>
            <a:noFill/>
            <a:ln>
              <a:noFill/>
            </a:ln>
          </p:spPr>
        </p:pic>
        <p:pic>
          <p:nvPicPr>
            <p:cNvPr id="85" name="Google Shape;1175;p6"/>
            <p:cNvPicPr preferRelativeResize="0"/>
            <p:nvPr/>
          </p:nvPicPr>
          <p:blipFill rotWithShape="1">
            <a:blip r:embed="rId25">
              <a:alphaModFix/>
            </a:blip>
            <a:srcRect/>
            <a:stretch/>
          </p:blipFill>
          <p:spPr>
            <a:xfrm>
              <a:off x="15918686" y="1247634"/>
              <a:ext cx="9400" cy="9678"/>
            </a:xfrm>
            <a:prstGeom prst="rect">
              <a:avLst/>
            </a:prstGeom>
            <a:noFill/>
            <a:ln>
              <a:noFill/>
            </a:ln>
          </p:spPr>
        </p:pic>
        <p:pic>
          <p:nvPicPr>
            <p:cNvPr id="86" name="Google Shape;1176;p6"/>
            <p:cNvPicPr preferRelativeResize="0"/>
            <p:nvPr/>
          </p:nvPicPr>
          <p:blipFill rotWithShape="1">
            <a:blip r:embed="rId29">
              <a:alphaModFix/>
            </a:blip>
            <a:srcRect/>
            <a:stretch/>
          </p:blipFill>
          <p:spPr>
            <a:xfrm>
              <a:off x="15679419" y="1471002"/>
              <a:ext cx="761" cy="787"/>
            </a:xfrm>
            <a:prstGeom prst="rect">
              <a:avLst/>
            </a:prstGeom>
            <a:noFill/>
            <a:ln>
              <a:noFill/>
            </a:ln>
          </p:spPr>
        </p:pic>
        <p:pic>
          <p:nvPicPr>
            <p:cNvPr id="87" name="Google Shape;1177;p6"/>
            <p:cNvPicPr preferRelativeResize="0"/>
            <p:nvPr/>
          </p:nvPicPr>
          <p:blipFill rotWithShape="1">
            <a:blip r:embed="rId29">
              <a:alphaModFix/>
            </a:blip>
            <a:srcRect/>
            <a:stretch/>
          </p:blipFill>
          <p:spPr>
            <a:xfrm>
              <a:off x="15943199" y="1229410"/>
              <a:ext cx="1905" cy="1625"/>
            </a:xfrm>
            <a:prstGeom prst="rect">
              <a:avLst/>
            </a:prstGeom>
            <a:noFill/>
            <a:ln>
              <a:noFill/>
            </a:ln>
          </p:spPr>
        </p:pic>
        <p:pic>
          <p:nvPicPr>
            <p:cNvPr id="88" name="Google Shape;1178;p6"/>
            <p:cNvPicPr preferRelativeResize="0"/>
            <p:nvPr/>
          </p:nvPicPr>
          <p:blipFill rotWithShape="1">
            <a:blip r:embed="rId22">
              <a:alphaModFix/>
            </a:blip>
            <a:srcRect/>
            <a:stretch/>
          </p:blipFill>
          <p:spPr>
            <a:xfrm>
              <a:off x="15685389" y="1446009"/>
              <a:ext cx="9270" cy="4195"/>
            </a:xfrm>
            <a:prstGeom prst="rect">
              <a:avLst/>
            </a:prstGeom>
            <a:noFill/>
            <a:ln>
              <a:noFill/>
            </a:ln>
          </p:spPr>
        </p:pic>
        <p:pic>
          <p:nvPicPr>
            <p:cNvPr id="89" name="Google Shape;1179;p6"/>
            <p:cNvPicPr preferRelativeResize="0"/>
            <p:nvPr/>
          </p:nvPicPr>
          <p:blipFill rotWithShape="1">
            <a:blip r:embed="rId22">
              <a:alphaModFix/>
            </a:blip>
            <a:srcRect/>
            <a:stretch/>
          </p:blipFill>
          <p:spPr>
            <a:xfrm>
              <a:off x="15917672" y="1204010"/>
              <a:ext cx="1509" cy="1143"/>
            </a:xfrm>
            <a:prstGeom prst="rect">
              <a:avLst/>
            </a:prstGeom>
            <a:noFill/>
            <a:ln>
              <a:noFill/>
            </a:ln>
          </p:spPr>
        </p:pic>
        <p:pic>
          <p:nvPicPr>
            <p:cNvPr id="90" name="Google Shape;1180;p6"/>
            <p:cNvPicPr preferRelativeResize="0"/>
            <p:nvPr/>
          </p:nvPicPr>
          <p:blipFill rotWithShape="1">
            <a:blip r:embed="rId44">
              <a:alphaModFix/>
            </a:blip>
            <a:srcRect/>
            <a:stretch/>
          </p:blipFill>
          <p:spPr>
            <a:xfrm>
              <a:off x="15655797" y="1465847"/>
              <a:ext cx="29209" cy="40131"/>
            </a:xfrm>
            <a:prstGeom prst="rect">
              <a:avLst/>
            </a:prstGeom>
            <a:noFill/>
            <a:ln>
              <a:noFill/>
            </a:ln>
          </p:spPr>
        </p:pic>
        <p:pic>
          <p:nvPicPr>
            <p:cNvPr id="91" name="Google Shape;1181;p6"/>
            <p:cNvPicPr preferRelativeResize="0"/>
            <p:nvPr/>
          </p:nvPicPr>
          <p:blipFill rotWithShape="1">
            <a:blip r:embed="rId25">
              <a:alphaModFix/>
            </a:blip>
            <a:srcRect/>
            <a:stretch/>
          </p:blipFill>
          <p:spPr>
            <a:xfrm>
              <a:off x="15648431" y="1495513"/>
              <a:ext cx="635" cy="888"/>
            </a:xfrm>
            <a:prstGeom prst="rect">
              <a:avLst/>
            </a:prstGeom>
            <a:noFill/>
            <a:ln>
              <a:noFill/>
            </a:ln>
          </p:spPr>
        </p:pic>
        <p:pic>
          <p:nvPicPr>
            <p:cNvPr id="92" name="Google Shape;1182;p6"/>
            <p:cNvPicPr preferRelativeResize="0"/>
            <p:nvPr/>
          </p:nvPicPr>
          <p:blipFill rotWithShape="1">
            <a:blip r:embed="rId29">
              <a:alphaModFix/>
            </a:blip>
            <a:srcRect/>
            <a:stretch/>
          </p:blipFill>
          <p:spPr>
            <a:xfrm>
              <a:off x="15700882" y="1433945"/>
              <a:ext cx="889" cy="977"/>
            </a:xfrm>
            <a:prstGeom prst="rect">
              <a:avLst/>
            </a:prstGeom>
            <a:noFill/>
            <a:ln>
              <a:noFill/>
            </a:ln>
          </p:spPr>
        </p:pic>
        <p:pic>
          <p:nvPicPr>
            <p:cNvPr id="93" name="Google Shape;1183;p6"/>
            <p:cNvPicPr preferRelativeResize="0"/>
            <p:nvPr/>
          </p:nvPicPr>
          <p:blipFill rotWithShape="1">
            <a:blip r:embed="rId45">
              <a:alphaModFix/>
            </a:blip>
            <a:srcRect/>
            <a:stretch/>
          </p:blipFill>
          <p:spPr>
            <a:xfrm>
              <a:off x="15634335" y="1432801"/>
              <a:ext cx="68198" cy="66675"/>
            </a:xfrm>
            <a:prstGeom prst="rect">
              <a:avLst/>
            </a:prstGeom>
            <a:noFill/>
            <a:ln>
              <a:noFill/>
            </a:ln>
          </p:spPr>
        </p:pic>
        <p:pic>
          <p:nvPicPr>
            <p:cNvPr id="94" name="Google Shape;1184;p6"/>
            <p:cNvPicPr preferRelativeResize="0"/>
            <p:nvPr/>
          </p:nvPicPr>
          <p:blipFill rotWithShape="1">
            <a:blip r:embed="rId46">
              <a:alphaModFix/>
            </a:blip>
            <a:srcRect/>
            <a:stretch/>
          </p:blipFill>
          <p:spPr>
            <a:xfrm>
              <a:off x="15829154" y="1205179"/>
              <a:ext cx="88645" cy="72174"/>
            </a:xfrm>
            <a:prstGeom prst="rect">
              <a:avLst/>
            </a:prstGeom>
            <a:noFill/>
            <a:ln>
              <a:noFill/>
            </a:ln>
          </p:spPr>
        </p:pic>
        <p:pic>
          <p:nvPicPr>
            <p:cNvPr id="95" name="Google Shape;1185;p6"/>
            <p:cNvPicPr preferRelativeResize="0"/>
            <p:nvPr/>
          </p:nvPicPr>
          <p:blipFill rotWithShape="1">
            <a:blip r:embed="rId47">
              <a:alphaModFix/>
            </a:blip>
            <a:srcRect/>
            <a:stretch/>
          </p:blipFill>
          <p:spPr>
            <a:xfrm>
              <a:off x="15914241" y="1200353"/>
              <a:ext cx="12192" cy="4266"/>
            </a:xfrm>
            <a:prstGeom prst="rect">
              <a:avLst/>
            </a:prstGeom>
            <a:noFill/>
            <a:ln>
              <a:noFill/>
            </a:ln>
          </p:spPr>
        </p:pic>
        <p:pic>
          <p:nvPicPr>
            <p:cNvPr id="96" name="Google Shape;1186;p6"/>
            <p:cNvPicPr preferRelativeResize="0"/>
            <p:nvPr/>
          </p:nvPicPr>
          <p:blipFill rotWithShape="1">
            <a:blip r:embed="rId48">
              <a:alphaModFix/>
            </a:blip>
            <a:srcRect/>
            <a:stretch/>
          </p:blipFill>
          <p:spPr>
            <a:xfrm>
              <a:off x="15619221" y="1424419"/>
              <a:ext cx="68835" cy="86803"/>
            </a:xfrm>
            <a:prstGeom prst="rect">
              <a:avLst/>
            </a:prstGeom>
            <a:noFill/>
            <a:ln>
              <a:noFill/>
            </a:ln>
          </p:spPr>
        </p:pic>
        <p:pic>
          <p:nvPicPr>
            <p:cNvPr id="97" name="Google Shape;1187;p6"/>
            <p:cNvPicPr preferRelativeResize="0"/>
            <p:nvPr/>
          </p:nvPicPr>
          <p:blipFill rotWithShape="1">
            <a:blip r:embed="rId29">
              <a:alphaModFix/>
            </a:blip>
            <a:srcRect/>
            <a:stretch/>
          </p:blipFill>
          <p:spPr>
            <a:xfrm>
              <a:off x="15909036" y="1261630"/>
              <a:ext cx="1143" cy="1028"/>
            </a:xfrm>
            <a:prstGeom prst="rect">
              <a:avLst/>
            </a:prstGeom>
            <a:noFill/>
            <a:ln>
              <a:noFill/>
            </a:ln>
          </p:spPr>
        </p:pic>
        <p:pic>
          <p:nvPicPr>
            <p:cNvPr id="98" name="Google Shape;1188;p6"/>
            <p:cNvPicPr preferRelativeResize="0"/>
            <p:nvPr/>
          </p:nvPicPr>
          <p:blipFill rotWithShape="1">
            <a:blip r:embed="rId22">
              <a:alphaModFix/>
            </a:blip>
            <a:srcRect/>
            <a:stretch/>
          </p:blipFill>
          <p:spPr>
            <a:xfrm>
              <a:off x="15915894" y="1250937"/>
              <a:ext cx="9015" cy="7848"/>
            </a:xfrm>
            <a:prstGeom prst="rect">
              <a:avLst/>
            </a:prstGeom>
            <a:noFill/>
            <a:ln>
              <a:noFill/>
            </a:ln>
          </p:spPr>
        </p:pic>
        <p:pic>
          <p:nvPicPr>
            <p:cNvPr id="99" name="Google Shape;1189;p6"/>
            <p:cNvPicPr preferRelativeResize="0"/>
            <p:nvPr/>
          </p:nvPicPr>
          <p:blipFill rotWithShape="1">
            <a:blip r:embed="rId29">
              <a:alphaModFix/>
            </a:blip>
            <a:srcRect/>
            <a:stretch/>
          </p:blipFill>
          <p:spPr>
            <a:xfrm>
              <a:off x="15707866" y="1418919"/>
              <a:ext cx="2158" cy="1435"/>
            </a:xfrm>
            <a:prstGeom prst="rect">
              <a:avLst/>
            </a:prstGeom>
            <a:noFill/>
            <a:ln>
              <a:noFill/>
            </a:ln>
          </p:spPr>
        </p:pic>
        <p:pic>
          <p:nvPicPr>
            <p:cNvPr id="100" name="Google Shape;1190;p6"/>
            <p:cNvPicPr preferRelativeResize="0"/>
            <p:nvPr/>
          </p:nvPicPr>
          <p:blipFill rotWithShape="1">
            <a:blip r:embed="rId21">
              <a:alphaModFix/>
            </a:blip>
            <a:srcRect/>
            <a:stretch/>
          </p:blipFill>
          <p:spPr>
            <a:xfrm>
              <a:off x="15675355" y="1464563"/>
              <a:ext cx="12828" cy="9931"/>
            </a:xfrm>
            <a:prstGeom prst="rect">
              <a:avLst/>
            </a:prstGeom>
            <a:noFill/>
            <a:ln>
              <a:noFill/>
            </a:ln>
          </p:spPr>
        </p:pic>
        <p:pic>
          <p:nvPicPr>
            <p:cNvPr id="101" name="Google Shape;1191;p6"/>
            <p:cNvPicPr preferRelativeResize="0"/>
            <p:nvPr/>
          </p:nvPicPr>
          <p:blipFill rotWithShape="1">
            <a:blip r:embed="rId29">
              <a:alphaModFix/>
            </a:blip>
            <a:srcRect/>
            <a:stretch/>
          </p:blipFill>
          <p:spPr>
            <a:xfrm>
              <a:off x="15673703" y="1459267"/>
              <a:ext cx="634" cy="889"/>
            </a:xfrm>
            <a:prstGeom prst="rect">
              <a:avLst/>
            </a:prstGeom>
            <a:noFill/>
            <a:ln>
              <a:noFill/>
            </a:ln>
          </p:spPr>
        </p:pic>
        <p:pic>
          <p:nvPicPr>
            <p:cNvPr id="102" name="Google Shape;1192;p6"/>
            <p:cNvPicPr preferRelativeResize="0"/>
            <p:nvPr/>
          </p:nvPicPr>
          <p:blipFill rotWithShape="1">
            <a:blip r:embed="rId29">
              <a:alphaModFix/>
            </a:blip>
            <a:srcRect/>
            <a:stretch/>
          </p:blipFill>
          <p:spPr>
            <a:xfrm>
              <a:off x="15725645" y="1400136"/>
              <a:ext cx="1143" cy="1270"/>
            </a:xfrm>
            <a:prstGeom prst="rect">
              <a:avLst/>
            </a:prstGeom>
            <a:noFill/>
            <a:ln>
              <a:noFill/>
            </a:ln>
          </p:spPr>
        </p:pic>
        <p:pic>
          <p:nvPicPr>
            <p:cNvPr id="103" name="Google Shape;1193;p6"/>
            <p:cNvPicPr preferRelativeResize="0"/>
            <p:nvPr/>
          </p:nvPicPr>
          <p:blipFill rotWithShape="1">
            <a:blip r:embed="rId49">
              <a:alphaModFix/>
            </a:blip>
            <a:srcRect/>
            <a:stretch/>
          </p:blipFill>
          <p:spPr>
            <a:xfrm>
              <a:off x="15939136" y="1190789"/>
              <a:ext cx="30605" cy="35103"/>
            </a:xfrm>
            <a:prstGeom prst="rect">
              <a:avLst/>
            </a:prstGeom>
            <a:noFill/>
            <a:ln>
              <a:noFill/>
            </a:ln>
          </p:spPr>
        </p:pic>
        <p:pic>
          <p:nvPicPr>
            <p:cNvPr id="104" name="Google Shape;1194;p6"/>
            <p:cNvPicPr preferRelativeResize="0"/>
            <p:nvPr/>
          </p:nvPicPr>
          <p:blipFill rotWithShape="1">
            <a:blip r:embed="rId29">
              <a:alphaModFix/>
            </a:blip>
            <a:srcRect/>
            <a:stretch/>
          </p:blipFill>
          <p:spPr>
            <a:xfrm>
              <a:off x="15655417" y="1498753"/>
              <a:ext cx="4953" cy="8280"/>
            </a:xfrm>
            <a:prstGeom prst="rect">
              <a:avLst/>
            </a:prstGeom>
            <a:noFill/>
            <a:ln>
              <a:noFill/>
            </a:ln>
          </p:spPr>
        </p:pic>
        <p:pic>
          <p:nvPicPr>
            <p:cNvPr id="105" name="Google Shape;1195;p6"/>
            <p:cNvPicPr preferRelativeResize="0"/>
            <p:nvPr/>
          </p:nvPicPr>
          <p:blipFill rotWithShape="1">
            <a:blip r:embed="rId22">
              <a:alphaModFix/>
            </a:blip>
            <a:srcRect/>
            <a:stretch/>
          </p:blipFill>
          <p:spPr>
            <a:xfrm>
              <a:off x="15684767" y="1425714"/>
              <a:ext cx="5955" cy="2635"/>
            </a:xfrm>
            <a:prstGeom prst="rect">
              <a:avLst/>
            </a:prstGeom>
            <a:noFill/>
            <a:ln>
              <a:noFill/>
            </a:ln>
          </p:spPr>
        </p:pic>
        <p:pic>
          <p:nvPicPr>
            <p:cNvPr id="106" name="Google Shape;1196;p6"/>
            <p:cNvPicPr preferRelativeResize="0"/>
            <p:nvPr/>
          </p:nvPicPr>
          <p:blipFill rotWithShape="1">
            <a:blip r:embed="rId50">
              <a:alphaModFix/>
            </a:blip>
            <a:srcRect/>
            <a:stretch/>
          </p:blipFill>
          <p:spPr>
            <a:xfrm>
              <a:off x="15656434" y="1444103"/>
              <a:ext cx="39496" cy="47854"/>
            </a:xfrm>
            <a:prstGeom prst="rect">
              <a:avLst/>
            </a:prstGeom>
            <a:noFill/>
            <a:ln>
              <a:noFill/>
            </a:ln>
          </p:spPr>
        </p:pic>
        <p:pic>
          <p:nvPicPr>
            <p:cNvPr id="107" name="Google Shape;1197;p6"/>
            <p:cNvPicPr preferRelativeResize="0"/>
            <p:nvPr/>
          </p:nvPicPr>
          <p:blipFill rotWithShape="1">
            <a:blip r:embed="rId51">
              <a:alphaModFix/>
            </a:blip>
            <a:srcRect/>
            <a:stretch/>
          </p:blipFill>
          <p:spPr>
            <a:xfrm>
              <a:off x="15668878" y="1477454"/>
              <a:ext cx="17778" cy="6591"/>
            </a:xfrm>
            <a:prstGeom prst="rect">
              <a:avLst/>
            </a:prstGeom>
            <a:noFill/>
            <a:ln>
              <a:noFill/>
            </a:ln>
          </p:spPr>
        </p:pic>
        <p:pic>
          <p:nvPicPr>
            <p:cNvPr id="108" name="Google Shape;1198;p6"/>
            <p:cNvPicPr preferRelativeResize="0"/>
            <p:nvPr/>
          </p:nvPicPr>
          <p:blipFill rotWithShape="1">
            <a:blip r:embed="rId22">
              <a:alphaModFix/>
            </a:blip>
            <a:srcRect/>
            <a:stretch/>
          </p:blipFill>
          <p:spPr>
            <a:xfrm>
              <a:off x="15680053" y="1459573"/>
              <a:ext cx="8638" cy="4280"/>
            </a:xfrm>
            <a:prstGeom prst="rect">
              <a:avLst/>
            </a:prstGeom>
            <a:noFill/>
            <a:ln>
              <a:noFill/>
            </a:ln>
          </p:spPr>
        </p:pic>
        <p:pic>
          <p:nvPicPr>
            <p:cNvPr id="109" name="Google Shape;1199;p6"/>
            <p:cNvPicPr preferRelativeResize="0"/>
            <p:nvPr/>
          </p:nvPicPr>
          <p:blipFill rotWithShape="1">
            <a:blip r:embed="rId25">
              <a:alphaModFix/>
            </a:blip>
            <a:srcRect/>
            <a:stretch/>
          </p:blipFill>
          <p:spPr>
            <a:xfrm>
              <a:off x="15669387" y="1490953"/>
              <a:ext cx="381" cy="520"/>
            </a:xfrm>
            <a:prstGeom prst="rect">
              <a:avLst/>
            </a:prstGeom>
            <a:noFill/>
            <a:ln>
              <a:noFill/>
            </a:ln>
          </p:spPr>
        </p:pic>
        <p:pic>
          <p:nvPicPr>
            <p:cNvPr id="110" name="Google Shape;1200;p6"/>
            <p:cNvPicPr preferRelativeResize="0"/>
            <p:nvPr/>
          </p:nvPicPr>
          <p:blipFill rotWithShape="1">
            <a:blip r:embed="rId22">
              <a:alphaModFix/>
            </a:blip>
            <a:srcRect/>
            <a:stretch/>
          </p:blipFill>
          <p:spPr>
            <a:xfrm>
              <a:off x="15651606" y="1493113"/>
              <a:ext cx="5715" cy="4977"/>
            </a:xfrm>
            <a:prstGeom prst="rect">
              <a:avLst/>
            </a:prstGeom>
            <a:noFill/>
            <a:ln>
              <a:noFill/>
            </a:ln>
          </p:spPr>
        </p:pic>
        <p:pic>
          <p:nvPicPr>
            <p:cNvPr id="111" name="Google Shape;1201;p6"/>
            <p:cNvPicPr preferRelativeResize="0"/>
            <p:nvPr/>
          </p:nvPicPr>
          <p:blipFill rotWithShape="1">
            <a:blip r:embed="rId22">
              <a:alphaModFix/>
            </a:blip>
            <a:srcRect/>
            <a:stretch/>
          </p:blipFill>
          <p:spPr>
            <a:xfrm>
              <a:off x="15631794" y="1498486"/>
              <a:ext cx="6730" cy="3251"/>
            </a:xfrm>
            <a:prstGeom prst="rect">
              <a:avLst/>
            </a:prstGeom>
            <a:noFill/>
            <a:ln>
              <a:noFill/>
            </a:ln>
          </p:spPr>
        </p:pic>
        <p:pic>
          <p:nvPicPr>
            <p:cNvPr id="112" name="Google Shape;1202;p6"/>
            <p:cNvPicPr preferRelativeResize="0"/>
            <p:nvPr/>
          </p:nvPicPr>
          <p:blipFill rotWithShape="1">
            <a:blip r:embed="rId29">
              <a:alphaModFix/>
            </a:blip>
            <a:srcRect/>
            <a:stretch/>
          </p:blipFill>
          <p:spPr>
            <a:xfrm>
              <a:off x="15664187" y="1472095"/>
              <a:ext cx="1771" cy="2107"/>
            </a:xfrm>
            <a:prstGeom prst="rect">
              <a:avLst/>
            </a:prstGeom>
            <a:noFill/>
            <a:ln>
              <a:noFill/>
            </a:ln>
          </p:spPr>
        </p:pic>
        <p:pic>
          <p:nvPicPr>
            <p:cNvPr id="113" name="Google Shape;1203;p6"/>
            <p:cNvPicPr preferRelativeResize="0"/>
            <p:nvPr/>
          </p:nvPicPr>
          <p:blipFill rotWithShape="1">
            <a:blip r:embed="rId30">
              <a:alphaModFix/>
            </a:blip>
            <a:srcRect/>
            <a:stretch/>
          </p:blipFill>
          <p:spPr>
            <a:xfrm>
              <a:off x="15706091" y="1456893"/>
              <a:ext cx="506" cy="1969"/>
            </a:xfrm>
            <a:prstGeom prst="rect">
              <a:avLst/>
            </a:prstGeom>
            <a:noFill/>
            <a:ln>
              <a:noFill/>
            </a:ln>
          </p:spPr>
        </p:pic>
        <p:pic>
          <p:nvPicPr>
            <p:cNvPr id="114" name="Google Shape;1204;p6"/>
            <p:cNvPicPr preferRelativeResize="0"/>
            <p:nvPr/>
          </p:nvPicPr>
          <p:blipFill rotWithShape="1">
            <a:blip r:embed="rId26">
              <a:alphaModFix/>
            </a:blip>
            <a:srcRect/>
            <a:stretch/>
          </p:blipFill>
          <p:spPr>
            <a:xfrm>
              <a:off x="15656942" y="1470773"/>
              <a:ext cx="17016" cy="21108"/>
            </a:xfrm>
            <a:prstGeom prst="rect">
              <a:avLst/>
            </a:prstGeom>
            <a:noFill/>
            <a:ln>
              <a:noFill/>
            </a:ln>
          </p:spPr>
        </p:pic>
        <p:pic>
          <p:nvPicPr>
            <p:cNvPr id="115" name="Google Shape;1205;p6"/>
            <p:cNvPicPr preferRelativeResize="0"/>
            <p:nvPr/>
          </p:nvPicPr>
          <p:blipFill rotWithShape="1">
            <a:blip r:embed="rId29">
              <a:alphaModFix/>
            </a:blip>
            <a:srcRect/>
            <a:stretch/>
          </p:blipFill>
          <p:spPr>
            <a:xfrm>
              <a:off x="15715488" y="1411998"/>
              <a:ext cx="381" cy="444"/>
            </a:xfrm>
            <a:prstGeom prst="rect">
              <a:avLst/>
            </a:prstGeom>
            <a:noFill/>
            <a:ln>
              <a:noFill/>
            </a:ln>
          </p:spPr>
        </p:pic>
        <p:pic>
          <p:nvPicPr>
            <p:cNvPr id="116" name="Google Shape;1206;p6"/>
            <p:cNvPicPr preferRelativeResize="0"/>
            <p:nvPr/>
          </p:nvPicPr>
          <p:blipFill rotWithShape="1">
            <a:blip r:embed="rId29">
              <a:alphaModFix/>
            </a:blip>
            <a:srcRect/>
            <a:stretch/>
          </p:blipFill>
          <p:spPr>
            <a:xfrm>
              <a:off x="15712057" y="1431912"/>
              <a:ext cx="2412" cy="2946"/>
            </a:xfrm>
            <a:prstGeom prst="rect">
              <a:avLst/>
            </a:prstGeom>
            <a:noFill/>
            <a:ln>
              <a:noFill/>
            </a:ln>
          </p:spPr>
        </p:pic>
        <p:pic>
          <p:nvPicPr>
            <p:cNvPr id="117" name="Google Shape;1207;p6"/>
            <p:cNvPicPr preferRelativeResize="0"/>
            <p:nvPr/>
          </p:nvPicPr>
          <p:blipFill rotWithShape="1">
            <a:blip r:embed="rId29">
              <a:alphaModFix/>
            </a:blip>
            <a:srcRect/>
            <a:stretch/>
          </p:blipFill>
          <p:spPr>
            <a:xfrm>
              <a:off x="15675228" y="1439290"/>
              <a:ext cx="4826" cy="4927"/>
            </a:xfrm>
            <a:prstGeom prst="rect">
              <a:avLst/>
            </a:prstGeom>
            <a:noFill/>
            <a:ln>
              <a:noFill/>
            </a:ln>
          </p:spPr>
        </p:pic>
        <p:pic>
          <p:nvPicPr>
            <p:cNvPr id="118" name="Google Shape;1208;p6"/>
            <p:cNvPicPr preferRelativeResize="0"/>
            <p:nvPr/>
          </p:nvPicPr>
          <p:blipFill rotWithShape="1">
            <a:blip r:embed="rId22">
              <a:alphaModFix/>
            </a:blip>
            <a:srcRect/>
            <a:stretch/>
          </p:blipFill>
          <p:spPr>
            <a:xfrm>
              <a:off x="15727806" y="1371777"/>
              <a:ext cx="6349" cy="6616"/>
            </a:xfrm>
            <a:prstGeom prst="rect">
              <a:avLst/>
            </a:prstGeom>
            <a:noFill/>
            <a:ln>
              <a:noFill/>
            </a:ln>
          </p:spPr>
        </p:pic>
        <p:pic>
          <p:nvPicPr>
            <p:cNvPr id="119" name="Google Shape;1209;p6"/>
            <p:cNvPicPr preferRelativeResize="0"/>
            <p:nvPr/>
          </p:nvPicPr>
          <p:blipFill rotWithShape="1">
            <a:blip r:embed="rId25">
              <a:alphaModFix/>
            </a:blip>
            <a:srcRect/>
            <a:stretch/>
          </p:blipFill>
          <p:spPr>
            <a:xfrm>
              <a:off x="15649828" y="1507413"/>
              <a:ext cx="380" cy="431"/>
            </a:xfrm>
            <a:prstGeom prst="rect">
              <a:avLst/>
            </a:prstGeom>
            <a:noFill/>
            <a:ln>
              <a:noFill/>
            </a:ln>
          </p:spPr>
        </p:pic>
        <p:pic>
          <p:nvPicPr>
            <p:cNvPr id="120" name="Google Shape;1210;p6"/>
            <p:cNvPicPr preferRelativeResize="0"/>
            <p:nvPr/>
          </p:nvPicPr>
          <p:blipFill rotWithShape="1">
            <a:blip r:embed="rId52">
              <a:alphaModFix/>
            </a:blip>
            <a:srcRect/>
            <a:stretch/>
          </p:blipFill>
          <p:spPr>
            <a:xfrm>
              <a:off x="15643097" y="1430021"/>
              <a:ext cx="72643" cy="68173"/>
            </a:xfrm>
            <a:prstGeom prst="rect">
              <a:avLst/>
            </a:prstGeom>
            <a:noFill/>
            <a:ln>
              <a:noFill/>
            </a:ln>
          </p:spPr>
        </p:pic>
        <p:pic>
          <p:nvPicPr>
            <p:cNvPr id="121" name="Google Shape;1211;p6"/>
            <p:cNvPicPr preferRelativeResize="0"/>
            <p:nvPr/>
          </p:nvPicPr>
          <p:blipFill rotWithShape="1">
            <a:blip r:embed="rId53">
              <a:alphaModFix/>
            </a:blip>
            <a:srcRect/>
            <a:stretch/>
          </p:blipFill>
          <p:spPr>
            <a:xfrm>
              <a:off x="15646146" y="1421586"/>
              <a:ext cx="64895" cy="73330"/>
            </a:xfrm>
            <a:prstGeom prst="rect">
              <a:avLst/>
            </a:prstGeom>
            <a:noFill/>
            <a:ln>
              <a:noFill/>
            </a:ln>
          </p:spPr>
        </p:pic>
        <p:pic>
          <p:nvPicPr>
            <p:cNvPr id="122" name="Google Shape;1212;p6"/>
            <p:cNvPicPr preferRelativeResize="0"/>
            <p:nvPr/>
          </p:nvPicPr>
          <p:blipFill rotWithShape="1">
            <a:blip r:embed="rId29">
              <a:alphaModFix/>
            </a:blip>
            <a:srcRect/>
            <a:stretch/>
          </p:blipFill>
          <p:spPr>
            <a:xfrm>
              <a:off x="15847439" y="1259954"/>
              <a:ext cx="507" cy="431"/>
            </a:xfrm>
            <a:prstGeom prst="rect">
              <a:avLst/>
            </a:prstGeom>
            <a:noFill/>
            <a:ln>
              <a:noFill/>
            </a:ln>
          </p:spPr>
        </p:pic>
        <p:pic>
          <p:nvPicPr>
            <p:cNvPr id="123" name="Google Shape;1213;p6"/>
            <p:cNvPicPr preferRelativeResize="0"/>
            <p:nvPr/>
          </p:nvPicPr>
          <p:blipFill rotWithShape="1">
            <a:blip r:embed="rId54">
              <a:alphaModFix/>
            </a:blip>
            <a:srcRect/>
            <a:stretch/>
          </p:blipFill>
          <p:spPr>
            <a:xfrm>
              <a:off x="15867506" y="1222285"/>
              <a:ext cx="21590" cy="22937"/>
            </a:xfrm>
            <a:prstGeom prst="rect">
              <a:avLst/>
            </a:prstGeom>
            <a:noFill/>
            <a:ln>
              <a:noFill/>
            </a:ln>
          </p:spPr>
        </p:pic>
        <p:pic>
          <p:nvPicPr>
            <p:cNvPr id="124" name="Google Shape;1214;p6"/>
            <p:cNvPicPr preferRelativeResize="0"/>
            <p:nvPr/>
          </p:nvPicPr>
          <p:blipFill rotWithShape="1">
            <a:blip r:embed="rId40">
              <a:alphaModFix/>
            </a:blip>
            <a:srcRect/>
            <a:stretch/>
          </p:blipFill>
          <p:spPr>
            <a:xfrm>
              <a:off x="15671038" y="1452854"/>
              <a:ext cx="13716" cy="10451"/>
            </a:xfrm>
            <a:prstGeom prst="rect">
              <a:avLst/>
            </a:prstGeom>
            <a:noFill/>
            <a:ln>
              <a:noFill/>
            </a:ln>
          </p:spPr>
        </p:pic>
        <p:pic>
          <p:nvPicPr>
            <p:cNvPr id="125" name="Google Shape;1215;p6"/>
            <p:cNvPicPr preferRelativeResize="0"/>
            <p:nvPr/>
          </p:nvPicPr>
          <p:blipFill rotWithShape="1">
            <a:blip r:embed="rId29">
              <a:alphaModFix/>
            </a:blip>
            <a:srcRect/>
            <a:stretch/>
          </p:blipFill>
          <p:spPr>
            <a:xfrm>
              <a:off x="15720695" y="1412227"/>
              <a:ext cx="380" cy="406"/>
            </a:xfrm>
            <a:prstGeom prst="rect">
              <a:avLst/>
            </a:prstGeom>
            <a:noFill/>
            <a:ln>
              <a:noFill/>
            </a:ln>
          </p:spPr>
        </p:pic>
        <p:pic>
          <p:nvPicPr>
            <p:cNvPr id="126" name="Google Shape;1216;p6"/>
            <p:cNvPicPr preferRelativeResize="0"/>
            <p:nvPr/>
          </p:nvPicPr>
          <p:blipFill rotWithShape="1">
            <a:blip r:embed="rId40">
              <a:alphaModFix/>
            </a:blip>
            <a:srcRect/>
            <a:stretch/>
          </p:blipFill>
          <p:spPr>
            <a:xfrm>
              <a:off x="15703042" y="1453451"/>
              <a:ext cx="6824" cy="8280"/>
            </a:xfrm>
            <a:prstGeom prst="rect">
              <a:avLst/>
            </a:prstGeom>
            <a:noFill/>
            <a:ln>
              <a:noFill/>
            </a:ln>
          </p:spPr>
        </p:pic>
        <p:pic>
          <p:nvPicPr>
            <p:cNvPr id="127" name="Google Shape;1217;p6"/>
            <p:cNvPicPr preferRelativeResize="0"/>
            <p:nvPr/>
          </p:nvPicPr>
          <p:blipFill rotWithShape="1">
            <a:blip r:embed="rId29">
              <a:alphaModFix/>
            </a:blip>
            <a:srcRect/>
            <a:stretch/>
          </p:blipFill>
          <p:spPr>
            <a:xfrm>
              <a:off x="15743427" y="1388706"/>
              <a:ext cx="1779" cy="1498"/>
            </a:xfrm>
            <a:prstGeom prst="rect">
              <a:avLst/>
            </a:prstGeom>
            <a:noFill/>
            <a:ln>
              <a:noFill/>
            </a:ln>
          </p:spPr>
        </p:pic>
        <p:pic>
          <p:nvPicPr>
            <p:cNvPr id="128" name="Google Shape;1218;p6"/>
            <p:cNvPicPr preferRelativeResize="0"/>
            <p:nvPr/>
          </p:nvPicPr>
          <p:blipFill rotWithShape="1">
            <a:blip r:embed="rId29">
              <a:alphaModFix/>
            </a:blip>
            <a:srcRect/>
            <a:stretch/>
          </p:blipFill>
          <p:spPr>
            <a:xfrm>
              <a:off x="15921353" y="1232217"/>
              <a:ext cx="253" cy="254"/>
            </a:xfrm>
            <a:prstGeom prst="rect">
              <a:avLst/>
            </a:prstGeom>
            <a:noFill/>
            <a:ln>
              <a:noFill/>
            </a:ln>
          </p:spPr>
        </p:pic>
        <p:sp>
          <p:nvSpPr>
            <p:cNvPr id="129" name="Google Shape;1219;p6"/>
            <p:cNvSpPr/>
            <p:nvPr/>
          </p:nvSpPr>
          <p:spPr>
            <a:xfrm>
              <a:off x="7162076" y="957783"/>
              <a:ext cx="2740660" cy="891540"/>
            </a:xfrm>
            <a:custGeom>
              <a:avLst/>
              <a:gdLst/>
              <a:ahLst/>
              <a:cxnLst/>
              <a:rect l="l" t="t" r="r" b="b"/>
              <a:pathLst>
                <a:path w="2740659" h="891539" extrusionOk="0">
                  <a:moveTo>
                    <a:pt x="2740177" y="0"/>
                  </a:moveTo>
                  <a:lnTo>
                    <a:pt x="2283434" y="136270"/>
                  </a:lnTo>
                  <a:lnTo>
                    <a:pt x="1826691" y="0"/>
                  </a:lnTo>
                  <a:lnTo>
                    <a:pt x="1370012" y="136270"/>
                  </a:lnTo>
                  <a:lnTo>
                    <a:pt x="913333" y="0"/>
                  </a:lnTo>
                  <a:lnTo>
                    <a:pt x="456653" y="136270"/>
                  </a:lnTo>
                  <a:lnTo>
                    <a:pt x="0" y="0"/>
                  </a:lnTo>
                  <a:lnTo>
                    <a:pt x="0" y="754811"/>
                  </a:lnTo>
                  <a:lnTo>
                    <a:pt x="456653" y="891070"/>
                  </a:lnTo>
                  <a:lnTo>
                    <a:pt x="913333" y="754811"/>
                  </a:lnTo>
                  <a:lnTo>
                    <a:pt x="1370012" y="891070"/>
                  </a:lnTo>
                  <a:lnTo>
                    <a:pt x="1826691" y="754811"/>
                  </a:lnTo>
                  <a:lnTo>
                    <a:pt x="2283434" y="891070"/>
                  </a:lnTo>
                  <a:lnTo>
                    <a:pt x="2740177" y="754811"/>
                  </a:lnTo>
                  <a:lnTo>
                    <a:pt x="2740177" y="0"/>
                  </a:lnTo>
                  <a:close/>
                </a:path>
              </a:pathLst>
            </a:custGeom>
            <a:solidFill>
              <a:srgbClr val="009733">
                <a:alpha val="33725"/>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30" name="Google Shape;1220;p6"/>
            <p:cNvSpPr/>
            <p:nvPr/>
          </p:nvSpPr>
          <p:spPr>
            <a:xfrm>
              <a:off x="11862388" y="8872313"/>
              <a:ext cx="1170940" cy="881380"/>
            </a:xfrm>
            <a:custGeom>
              <a:avLst/>
              <a:gdLst/>
              <a:ahLst/>
              <a:cxnLst/>
              <a:rect l="l" t="t" r="r" b="b"/>
              <a:pathLst>
                <a:path w="1170940" h="881379" extrusionOk="0">
                  <a:moveTo>
                    <a:pt x="585291" y="0"/>
                  </a:moveTo>
                  <a:lnTo>
                    <a:pt x="0" y="881287"/>
                  </a:lnTo>
                  <a:lnTo>
                    <a:pt x="1170568" y="881287"/>
                  </a:lnTo>
                  <a:lnTo>
                    <a:pt x="585291" y="0"/>
                  </a:lnTo>
                  <a:close/>
                </a:path>
              </a:pathLst>
            </a:custGeom>
            <a:solidFill>
              <a:srgbClr val="ECB31F">
                <a:alpha val="45882"/>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31" name="Google Shape;1221;p6"/>
            <p:cNvSpPr/>
            <p:nvPr/>
          </p:nvSpPr>
          <p:spPr>
            <a:xfrm>
              <a:off x="1596999" y="903820"/>
              <a:ext cx="2660015" cy="1330325"/>
            </a:xfrm>
            <a:custGeom>
              <a:avLst/>
              <a:gdLst/>
              <a:ahLst/>
              <a:cxnLst/>
              <a:rect l="l" t="t" r="r" b="b"/>
              <a:pathLst>
                <a:path w="2660015" h="1330325" extrusionOk="0">
                  <a:moveTo>
                    <a:pt x="1330045" y="0"/>
                  </a:moveTo>
                  <a:lnTo>
                    <a:pt x="1281283" y="877"/>
                  </a:lnTo>
                  <a:lnTo>
                    <a:pt x="1232962" y="3488"/>
                  </a:lnTo>
                  <a:lnTo>
                    <a:pt x="1185115" y="7803"/>
                  </a:lnTo>
                  <a:lnTo>
                    <a:pt x="1137769" y="13793"/>
                  </a:lnTo>
                  <a:lnTo>
                    <a:pt x="1090957" y="21426"/>
                  </a:lnTo>
                  <a:lnTo>
                    <a:pt x="1044706" y="30674"/>
                  </a:lnTo>
                  <a:lnTo>
                    <a:pt x="999049" y="41506"/>
                  </a:lnTo>
                  <a:lnTo>
                    <a:pt x="954014" y="53891"/>
                  </a:lnTo>
                  <a:lnTo>
                    <a:pt x="909632" y="67801"/>
                  </a:lnTo>
                  <a:lnTo>
                    <a:pt x="865932" y="83204"/>
                  </a:lnTo>
                  <a:lnTo>
                    <a:pt x="822945" y="100071"/>
                  </a:lnTo>
                  <a:lnTo>
                    <a:pt x="780701" y="118372"/>
                  </a:lnTo>
                  <a:lnTo>
                    <a:pt x="739230" y="138077"/>
                  </a:lnTo>
                  <a:lnTo>
                    <a:pt x="698562" y="159155"/>
                  </a:lnTo>
                  <a:lnTo>
                    <a:pt x="658727" y="181577"/>
                  </a:lnTo>
                  <a:lnTo>
                    <a:pt x="619755" y="205313"/>
                  </a:lnTo>
                  <a:lnTo>
                    <a:pt x="581675" y="230332"/>
                  </a:lnTo>
                  <a:lnTo>
                    <a:pt x="544519" y="256605"/>
                  </a:lnTo>
                  <a:lnTo>
                    <a:pt x="508316" y="284101"/>
                  </a:lnTo>
                  <a:lnTo>
                    <a:pt x="473096" y="312790"/>
                  </a:lnTo>
                  <a:lnTo>
                    <a:pt x="438890" y="342643"/>
                  </a:lnTo>
                  <a:lnTo>
                    <a:pt x="405726" y="373630"/>
                  </a:lnTo>
                  <a:lnTo>
                    <a:pt x="373636" y="405720"/>
                  </a:lnTo>
                  <a:lnTo>
                    <a:pt x="342649" y="438883"/>
                  </a:lnTo>
                  <a:lnTo>
                    <a:pt x="312796" y="473089"/>
                  </a:lnTo>
                  <a:lnTo>
                    <a:pt x="284106" y="508308"/>
                  </a:lnTo>
                  <a:lnTo>
                    <a:pt x="256609" y="544511"/>
                  </a:lnTo>
                  <a:lnTo>
                    <a:pt x="230336" y="581667"/>
                  </a:lnTo>
                  <a:lnTo>
                    <a:pt x="205316" y="619746"/>
                  </a:lnTo>
                  <a:lnTo>
                    <a:pt x="181580" y="658717"/>
                  </a:lnTo>
                  <a:lnTo>
                    <a:pt x="159158" y="698552"/>
                  </a:lnTo>
                  <a:lnTo>
                    <a:pt x="138079" y="739220"/>
                  </a:lnTo>
                  <a:lnTo>
                    <a:pt x="118374" y="780691"/>
                  </a:lnTo>
                  <a:lnTo>
                    <a:pt x="100073" y="822935"/>
                  </a:lnTo>
                  <a:lnTo>
                    <a:pt x="83206" y="865921"/>
                  </a:lnTo>
                  <a:lnTo>
                    <a:pt x="67802" y="909620"/>
                  </a:lnTo>
                  <a:lnTo>
                    <a:pt x="53892" y="954002"/>
                  </a:lnTo>
                  <a:lnTo>
                    <a:pt x="41507" y="999037"/>
                  </a:lnTo>
                  <a:lnTo>
                    <a:pt x="30675" y="1044694"/>
                  </a:lnTo>
                  <a:lnTo>
                    <a:pt x="21427" y="1090944"/>
                  </a:lnTo>
                  <a:lnTo>
                    <a:pt x="13793" y="1137757"/>
                  </a:lnTo>
                  <a:lnTo>
                    <a:pt x="7804" y="1185102"/>
                  </a:lnTo>
                  <a:lnTo>
                    <a:pt x="3488" y="1232950"/>
                  </a:lnTo>
                  <a:lnTo>
                    <a:pt x="877" y="1281270"/>
                  </a:lnTo>
                  <a:lnTo>
                    <a:pt x="0" y="1330032"/>
                  </a:lnTo>
                  <a:lnTo>
                    <a:pt x="810488" y="1330032"/>
                  </a:lnTo>
                  <a:lnTo>
                    <a:pt x="812611" y="1282743"/>
                  </a:lnTo>
                  <a:lnTo>
                    <a:pt x="818859" y="1236646"/>
                  </a:lnTo>
                  <a:lnTo>
                    <a:pt x="829047" y="1191923"/>
                  </a:lnTo>
                  <a:lnTo>
                    <a:pt x="842993" y="1148758"/>
                  </a:lnTo>
                  <a:lnTo>
                    <a:pt x="860513" y="1107334"/>
                  </a:lnTo>
                  <a:lnTo>
                    <a:pt x="881423" y="1067835"/>
                  </a:lnTo>
                  <a:lnTo>
                    <a:pt x="905540" y="1030443"/>
                  </a:lnTo>
                  <a:lnTo>
                    <a:pt x="932681" y="995341"/>
                  </a:lnTo>
                  <a:lnTo>
                    <a:pt x="962663" y="962713"/>
                  </a:lnTo>
                  <a:lnTo>
                    <a:pt x="995301" y="932743"/>
                  </a:lnTo>
                  <a:lnTo>
                    <a:pt x="1030413" y="905612"/>
                  </a:lnTo>
                  <a:lnTo>
                    <a:pt x="1067815" y="881504"/>
                  </a:lnTo>
                  <a:lnTo>
                    <a:pt x="1107323" y="860603"/>
                  </a:lnTo>
                  <a:lnTo>
                    <a:pt x="1148755" y="843091"/>
                  </a:lnTo>
                  <a:lnTo>
                    <a:pt x="1191926" y="829152"/>
                  </a:lnTo>
                  <a:lnTo>
                    <a:pt x="1236654" y="818969"/>
                  </a:lnTo>
                  <a:lnTo>
                    <a:pt x="1282755" y="812725"/>
                  </a:lnTo>
                  <a:lnTo>
                    <a:pt x="1330045" y="810602"/>
                  </a:lnTo>
                  <a:lnTo>
                    <a:pt x="1377313" y="812725"/>
                  </a:lnTo>
                  <a:lnTo>
                    <a:pt x="1423395" y="818969"/>
                  </a:lnTo>
                  <a:lnTo>
                    <a:pt x="1468105" y="829152"/>
                  </a:lnTo>
                  <a:lnTo>
                    <a:pt x="1511262" y="843091"/>
                  </a:lnTo>
                  <a:lnTo>
                    <a:pt x="1552680" y="860603"/>
                  </a:lnTo>
                  <a:lnTo>
                    <a:pt x="1592177" y="881504"/>
                  </a:lnTo>
                  <a:lnTo>
                    <a:pt x="1629570" y="905612"/>
                  </a:lnTo>
                  <a:lnTo>
                    <a:pt x="1664673" y="932743"/>
                  </a:lnTo>
                  <a:lnTo>
                    <a:pt x="1697305" y="962713"/>
                  </a:lnTo>
                  <a:lnTo>
                    <a:pt x="1727282" y="995341"/>
                  </a:lnTo>
                  <a:lnTo>
                    <a:pt x="1754419" y="1030443"/>
                  </a:lnTo>
                  <a:lnTo>
                    <a:pt x="1778533" y="1067835"/>
                  </a:lnTo>
                  <a:lnTo>
                    <a:pt x="1799441" y="1107334"/>
                  </a:lnTo>
                  <a:lnTo>
                    <a:pt x="1816959" y="1148758"/>
                  </a:lnTo>
                  <a:lnTo>
                    <a:pt x="1830904" y="1191923"/>
                  </a:lnTo>
                  <a:lnTo>
                    <a:pt x="1841092" y="1236646"/>
                  </a:lnTo>
                  <a:lnTo>
                    <a:pt x="1847339" y="1282743"/>
                  </a:lnTo>
                  <a:lnTo>
                    <a:pt x="1849462" y="1330032"/>
                  </a:lnTo>
                  <a:lnTo>
                    <a:pt x="2659951" y="1330032"/>
                  </a:lnTo>
                  <a:lnTo>
                    <a:pt x="2659074" y="1281270"/>
                  </a:lnTo>
                  <a:lnTo>
                    <a:pt x="2656463" y="1232950"/>
                  </a:lnTo>
                  <a:lnTo>
                    <a:pt x="2652147" y="1185102"/>
                  </a:lnTo>
                  <a:lnTo>
                    <a:pt x="2646157" y="1137757"/>
                  </a:lnTo>
                  <a:lnTo>
                    <a:pt x="2638524" y="1090944"/>
                  </a:lnTo>
                  <a:lnTo>
                    <a:pt x="2629276" y="1044694"/>
                  </a:lnTo>
                  <a:lnTo>
                    <a:pt x="2618444" y="999037"/>
                  </a:lnTo>
                  <a:lnTo>
                    <a:pt x="2606059" y="954002"/>
                  </a:lnTo>
                  <a:lnTo>
                    <a:pt x="2592150" y="909620"/>
                  </a:lnTo>
                  <a:lnTo>
                    <a:pt x="2576746" y="865921"/>
                  </a:lnTo>
                  <a:lnTo>
                    <a:pt x="2559879" y="822935"/>
                  </a:lnTo>
                  <a:lnTo>
                    <a:pt x="2541579" y="780691"/>
                  </a:lnTo>
                  <a:lnTo>
                    <a:pt x="2521875" y="739220"/>
                  </a:lnTo>
                  <a:lnTo>
                    <a:pt x="2500797" y="698552"/>
                  </a:lnTo>
                  <a:lnTo>
                    <a:pt x="2478375" y="658717"/>
                  </a:lnTo>
                  <a:lnTo>
                    <a:pt x="2454640" y="619746"/>
                  </a:lnTo>
                  <a:lnTo>
                    <a:pt x="2429622" y="581667"/>
                  </a:lnTo>
                  <a:lnTo>
                    <a:pt x="2403350" y="544511"/>
                  </a:lnTo>
                  <a:lnTo>
                    <a:pt x="2375855" y="508308"/>
                  </a:lnTo>
                  <a:lnTo>
                    <a:pt x="2347167" y="473089"/>
                  </a:lnTo>
                  <a:lnTo>
                    <a:pt x="2317316" y="438883"/>
                  </a:lnTo>
                  <a:lnTo>
                    <a:pt x="2286331" y="405720"/>
                  </a:lnTo>
                  <a:lnTo>
                    <a:pt x="2254243" y="373630"/>
                  </a:lnTo>
                  <a:lnTo>
                    <a:pt x="2221082" y="342643"/>
                  </a:lnTo>
                  <a:lnTo>
                    <a:pt x="2186878" y="312790"/>
                  </a:lnTo>
                  <a:lnTo>
                    <a:pt x="2151661" y="284101"/>
                  </a:lnTo>
                  <a:lnTo>
                    <a:pt x="2115461" y="256605"/>
                  </a:lnTo>
                  <a:lnTo>
                    <a:pt x="2078309" y="230332"/>
                  </a:lnTo>
                  <a:lnTo>
                    <a:pt x="2040233" y="205313"/>
                  </a:lnTo>
                  <a:lnTo>
                    <a:pt x="2001265" y="181577"/>
                  </a:lnTo>
                  <a:lnTo>
                    <a:pt x="1961434" y="159155"/>
                  </a:lnTo>
                  <a:lnTo>
                    <a:pt x="1920770" y="138077"/>
                  </a:lnTo>
                  <a:lnTo>
                    <a:pt x="1879304" y="118372"/>
                  </a:lnTo>
                  <a:lnTo>
                    <a:pt x="1837065" y="100071"/>
                  </a:lnTo>
                  <a:lnTo>
                    <a:pt x="1794084" y="83204"/>
                  </a:lnTo>
                  <a:lnTo>
                    <a:pt x="1750390" y="67801"/>
                  </a:lnTo>
                  <a:lnTo>
                    <a:pt x="1706014" y="53891"/>
                  </a:lnTo>
                  <a:lnTo>
                    <a:pt x="1660986" y="41506"/>
                  </a:lnTo>
                  <a:lnTo>
                    <a:pt x="1615335" y="30674"/>
                  </a:lnTo>
                  <a:lnTo>
                    <a:pt x="1569092" y="21426"/>
                  </a:lnTo>
                  <a:lnTo>
                    <a:pt x="1522287" y="13793"/>
                  </a:lnTo>
                  <a:lnTo>
                    <a:pt x="1474949" y="7803"/>
                  </a:lnTo>
                  <a:lnTo>
                    <a:pt x="1427110" y="3488"/>
                  </a:lnTo>
                  <a:lnTo>
                    <a:pt x="1378799" y="877"/>
                  </a:lnTo>
                  <a:lnTo>
                    <a:pt x="1330045" y="0"/>
                  </a:lnTo>
                  <a:close/>
                </a:path>
              </a:pathLst>
            </a:custGeom>
            <a:solidFill>
              <a:srgbClr val="E3702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32" name="Google Shape;1222;p6"/>
            <p:cNvSpPr/>
            <p:nvPr/>
          </p:nvSpPr>
          <p:spPr>
            <a:xfrm>
              <a:off x="5283504" y="9293704"/>
              <a:ext cx="1797050" cy="460375"/>
            </a:xfrm>
            <a:custGeom>
              <a:avLst/>
              <a:gdLst/>
              <a:ahLst/>
              <a:cxnLst/>
              <a:rect l="l" t="t" r="r" b="b"/>
              <a:pathLst>
                <a:path w="1797050" h="460375" extrusionOk="0">
                  <a:moveTo>
                    <a:pt x="927000" y="0"/>
                  </a:moveTo>
                  <a:lnTo>
                    <a:pt x="869668" y="0"/>
                  </a:lnTo>
                  <a:lnTo>
                    <a:pt x="812440" y="830"/>
                  </a:lnTo>
                  <a:lnTo>
                    <a:pt x="755523" y="2490"/>
                  </a:lnTo>
                  <a:lnTo>
                    <a:pt x="699126" y="4980"/>
                  </a:lnTo>
                  <a:lnTo>
                    <a:pt x="643455" y="8300"/>
                  </a:lnTo>
                  <a:lnTo>
                    <a:pt x="588719" y="12451"/>
                  </a:lnTo>
                  <a:lnTo>
                    <a:pt x="535125" y="17431"/>
                  </a:lnTo>
                  <a:lnTo>
                    <a:pt x="482881" y="23242"/>
                  </a:lnTo>
                  <a:lnTo>
                    <a:pt x="432195" y="29883"/>
                  </a:lnTo>
                  <a:lnTo>
                    <a:pt x="383273" y="37354"/>
                  </a:lnTo>
                  <a:lnTo>
                    <a:pt x="336324" y="45655"/>
                  </a:lnTo>
                  <a:lnTo>
                    <a:pt x="291556" y="54786"/>
                  </a:lnTo>
                  <a:lnTo>
                    <a:pt x="249176" y="64747"/>
                  </a:lnTo>
                  <a:lnTo>
                    <a:pt x="209391" y="75538"/>
                  </a:lnTo>
                  <a:lnTo>
                    <a:pt x="172410" y="87159"/>
                  </a:lnTo>
                  <a:lnTo>
                    <a:pt x="107689" y="112892"/>
                  </a:lnTo>
                  <a:lnTo>
                    <a:pt x="56674" y="141946"/>
                  </a:lnTo>
                  <a:lnTo>
                    <a:pt x="21025" y="174319"/>
                  </a:lnTo>
                  <a:lnTo>
                    <a:pt x="2405" y="210013"/>
                  </a:lnTo>
                  <a:lnTo>
                    <a:pt x="0" y="229104"/>
                  </a:lnTo>
                  <a:lnTo>
                    <a:pt x="0" y="459895"/>
                  </a:lnTo>
                  <a:lnTo>
                    <a:pt x="1796668" y="459895"/>
                  </a:lnTo>
                  <a:lnTo>
                    <a:pt x="1796668" y="229104"/>
                  </a:lnTo>
                  <a:lnTo>
                    <a:pt x="1787185" y="191751"/>
                  </a:lnTo>
                  <a:lnTo>
                    <a:pt x="1759843" y="157717"/>
                  </a:lnTo>
                  <a:lnTo>
                    <a:pt x="1716303" y="127004"/>
                  </a:lnTo>
                  <a:lnTo>
                    <a:pt x="1658227" y="99611"/>
                  </a:lnTo>
                  <a:lnTo>
                    <a:pt x="1587276" y="75538"/>
                  </a:lnTo>
                  <a:lnTo>
                    <a:pt x="1547492" y="64747"/>
                  </a:lnTo>
                  <a:lnTo>
                    <a:pt x="1505112" y="54786"/>
                  </a:lnTo>
                  <a:lnTo>
                    <a:pt x="1460343" y="45655"/>
                  </a:lnTo>
                  <a:lnTo>
                    <a:pt x="1413395" y="37354"/>
                  </a:lnTo>
                  <a:lnTo>
                    <a:pt x="1364473" y="29883"/>
                  </a:lnTo>
                  <a:lnTo>
                    <a:pt x="1313786" y="23242"/>
                  </a:lnTo>
                  <a:lnTo>
                    <a:pt x="1261542" y="17431"/>
                  </a:lnTo>
                  <a:lnTo>
                    <a:pt x="1207948" y="12451"/>
                  </a:lnTo>
                  <a:lnTo>
                    <a:pt x="1153212" y="8300"/>
                  </a:lnTo>
                  <a:lnTo>
                    <a:pt x="1097542" y="4980"/>
                  </a:lnTo>
                  <a:lnTo>
                    <a:pt x="1041144" y="2490"/>
                  </a:lnTo>
                  <a:lnTo>
                    <a:pt x="984228" y="830"/>
                  </a:lnTo>
                  <a:lnTo>
                    <a:pt x="927000" y="0"/>
                  </a:lnTo>
                  <a:close/>
                </a:path>
              </a:pathLst>
            </a:custGeom>
            <a:solidFill>
              <a:srgbClr val="793B88">
                <a:alpha val="13725"/>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33" name="Google Shape;1223;p6"/>
            <p:cNvSpPr/>
            <p:nvPr/>
          </p:nvSpPr>
          <p:spPr>
            <a:xfrm>
              <a:off x="15539999" y="7605077"/>
              <a:ext cx="1143635" cy="1143635"/>
            </a:xfrm>
            <a:custGeom>
              <a:avLst/>
              <a:gdLst/>
              <a:ahLst/>
              <a:cxnLst/>
              <a:rect l="l" t="t" r="r" b="b"/>
              <a:pathLst>
                <a:path w="1143634" h="1143634" extrusionOk="0">
                  <a:moveTo>
                    <a:pt x="571614" y="0"/>
                  </a:moveTo>
                  <a:lnTo>
                    <a:pt x="524732" y="1894"/>
                  </a:lnTo>
                  <a:lnTo>
                    <a:pt x="478894" y="7481"/>
                  </a:lnTo>
                  <a:lnTo>
                    <a:pt x="434247" y="16613"/>
                  </a:lnTo>
                  <a:lnTo>
                    <a:pt x="390938" y="29142"/>
                  </a:lnTo>
                  <a:lnTo>
                    <a:pt x="349115" y="44921"/>
                  </a:lnTo>
                  <a:lnTo>
                    <a:pt x="308923" y="63804"/>
                  </a:lnTo>
                  <a:lnTo>
                    <a:pt x="270511" y="85643"/>
                  </a:lnTo>
                  <a:lnTo>
                    <a:pt x="234025" y="110291"/>
                  </a:lnTo>
                  <a:lnTo>
                    <a:pt x="199612" y="137601"/>
                  </a:lnTo>
                  <a:lnTo>
                    <a:pt x="167420" y="167425"/>
                  </a:lnTo>
                  <a:lnTo>
                    <a:pt x="137596" y="199617"/>
                  </a:lnTo>
                  <a:lnTo>
                    <a:pt x="110287" y="234030"/>
                  </a:lnTo>
                  <a:lnTo>
                    <a:pt x="85640" y="270516"/>
                  </a:lnTo>
                  <a:lnTo>
                    <a:pt x="63802" y="308929"/>
                  </a:lnTo>
                  <a:lnTo>
                    <a:pt x="44919" y="349120"/>
                  </a:lnTo>
                  <a:lnTo>
                    <a:pt x="29141" y="390943"/>
                  </a:lnTo>
                  <a:lnTo>
                    <a:pt x="16612" y="434252"/>
                  </a:lnTo>
                  <a:lnTo>
                    <a:pt x="7481" y="478897"/>
                  </a:lnTo>
                  <a:lnTo>
                    <a:pt x="1894" y="524734"/>
                  </a:lnTo>
                  <a:lnTo>
                    <a:pt x="0" y="571614"/>
                  </a:lnTo>
                  <a:lnTo>
                    <a:pt x="1894" y="618494"/>
                  </a:lnTo>
                  <a:lnTo>
                    <a:pt x="7481" y="664330"/>
                  </a:lnTo>
                  <a:lnTo>
                    <a:pt x="16612" y="708976"/>
                  </a:lnTo>
                  <a:lnTo>
                    <a:pt x="29141" y="752284"/>
                  </a:lnTo>
                  <a:lnTo>
                    <a:pt x="44919" y="794108"/>
                  </a:lnTo>
                  <a:lnTo>
                    <a:pt x="63802" y="834299"/>
                  </a:lnTo>
                  <a:lnTo>
                    <a:pt x="85640" y="872711"/>
                  </a:lnTo>
                  <a:lnTo>
                    <a:pt x="110287" y="909197"/>
                  </a:lnTo>
                  <a:lnTo>
                    <a:pt x="137596" y="943610"/>
                  </a:lnTo>
                  <a:lnTo>
                    <a:pt x="167420" y="975802"/>
                  </a:lnTo>
                  <a:lnTo>
                    <a:pt x="199612" y="1005627"/>
                  </a:lnTo>
                  <a:lnTo>
                    <a:pt x="234025" y="1032937"/>
                  </a:lnTo>
                  <a:lnTo>
                    <a:pt x="270511" y="1057585"/>
                  </a:lnTo>
                  <a:lnTo>
                    <a:pt x="308923" y="1079424"/>
                  </a:lnTo>
                  <a:lnTo>
                    <a:pt x="349115" y="1098306"/>
                  </a:lnTo>
                  <a:lnTo>
                    <a:pt x="390938" y="1114086"/>
                  </a:lnTo>
                  <a:lnTo>
                    <a:pt x="434247" y="1126615"/>
                  </a:lnTo>
                  <a:lnTo>
                    <a:pt x="478894" y="1135746"/>
                  </a:lnTo>
                  <a:lnTo>
                    <a:pt x="524732" y="1141333"/>
                  </a:lnTo>
                  <a:lnTo>
                    <a:pt x="571614" y="1143228"/>
                  </a:lnTo>
                  <a:lnTo>
                    <a:pt x="618495" y="1141333"/>
                  </a:lnTo>
                  <a:lnTo>
                    <a:pt x="664333" y="1135746"/>
                  </a:lnTo>
                  <a:lnTo>
                    <a:pt x="708980" y="1126615"/>
                  </a:lnTo>
                  <a:lnTo>
                    <a:pt x="752289" y="1114086"/>
                  </a:lnTo>
                  <a:lnTo>
                    <a:pt x="794113" y="1098306"/>
                  </a:lnTo>
                  <a:lnTo>
                    <a:pt x="834305" y="1079424"/>
                  </a:lnTo>
                  <a:lnTo>
                    <a:pt x="872717" y="1057585"/>
                  </a:lnTo>
                  <a:lnTo>
                    <a:pt x="909203" y="1032937"/>
                  </a:lnTo>
                  <a:lnTo>
                    <a:pt x="943615" y="1005627"/>
                  </a:lnTo>
                  <a:lnTo>
                    <a:pt x="975807" y="975802"/>
                  </a:lnTo>
                  <a:lnTo>
                    <a:pt x="1005631" y="943610"/>
                  </a:lnTo>
                  <a:lnTo>
                    <a:pt x="1032940" y="909197"/>
                  </a:lnTo>
                  <a:lnTo>
                    <a:pt x="1057588" y="872711"/>
                  </a:lnTo>
                  <a:lnTo>
                    <a:pt x="1079426" y="834299"/>
                  </a:lnTo>
                  <a:lnTo>
                    <a:pt x="1098308" y="794108"/>
                  </a:lnTo>
                  <a:lnTo>
                    <a:pt x="1114087" y="752284"/>
                  </a:lnTo>
                  <a:lnTo>
                    <a:pt x="1126616" y="708976"/>
                  </a:lnTo>
                  <a:lnTo>
                    <a:pt x="1135747" y="664330"/>
                  </a:lnTo>
                  <a:lnTo>
                    <a:pt x="1141333" y="618494"/>
                  </a:lnTo>
                  <a:lnTo>
                    <a:pt x="1143228" y="571614"/>
                  </a:lnTo>
                  <a:lnTo>
                    <a:pt x="1141333" y="524734"/>
                  </a:lnTo>
                  <a:lnTo>
                    <a:pt x="1135747" y="478897"/>
                  </a:lnTo>
                  <a:lnTo>
                    <a:pt x="1126616" y="434252"/>
                  </a:lnTo>
                  <a:lnTo>
                    <a:pt x="1114087" y="390943"/>
                  </a:lnTo>
                  <a:lnTo>
                    <a:pt x="1098308" y="349120"/>
                  </a:lnTo>
                  <a:lnTo>
                    <a:pt x="1079426" y="308929"/>
                  </a:lnTo>
                  <a:lnTo>
                    <a:pt x="1057588" y="270516"/>
                  </a:lnTo>
                  <a:lnTo>
                    <a:pt x="1032940" y="234030"/>
                  </a:lnTo>
                  <a:lnTo>
                    <a:pt x="1005631" y="199617"/>
                  </a:lnTo>
                  <a:lnTo>
                    <a:pt x="975807" y="167425"/>
                  </a:lnTo>
                  <a:lnTo>
                    <a:pt x="943615" y="137601"/>
                  </a:lnTo>
                  <a:lnTo>
                    <a:pt x="909203" y="110291"/>
                  </a:lnTo>
                  <a:lnTo>
                    <a:pt x="872717" y="85643"/>
                  </a:lnTo>
                  <a:lnTo>
                    <a:pt x="834305" y="63804"/>
                  </a:lnTo>
                  <a:lnTo>
                    <a:pt x="794113" y="44921"/>
                  </a:lnTo>
                  <a:lnTo>
                    <a:pt x="752289" y="29142"/>
                  </a:lnTo>
                  <a:lnTo>
                    <a:pt x="708980" y="16613"/>
                  </a:lnTo>
                  <a:lnTo>
                    <a:pt x="664333" y="7481"/>
                  </a:lnTo>
                  <a:lnTo>
                    <a:pt x="618495" y="1894"/>
                  </a:lnTo>
                  <a:lnTo>
                    <a:pt x="571614" y="0"/>
                  </a:lnTo>
                  <a:close/>
                </a:path>
              </a:pathLst>
            </a:custGeom>
            <a:solidFill>
              <a:srgbClr val="315CA4">
                <a:alpha val="23921"/>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grpSp>
      <p:sp>
        <p:nvSpPr>
          <p:cNvPr id="345" name="Google Shape;345;p6"/>
          <p:cNvSpPr/>
          <p:nvPr/>
        </p:nvSpPr>
        <p:spPr>
          <a:xfrm>
            <a:off x="594982" y="2174872"/>
            <a:ext cx="1279383" cy="257736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s-ES" sz="3200" b="1" i="0" u="none" strike="noStrike" cap="none" dirty="0">
                <a:solidFill>
                  <a:schemeClr val="tx1"/>
                </a:solidFill>
                <a:latin typeface="Gotham Rounded" pitchFamily="50" charset="0"/>
                <a:sym typeface="Arial"/>
              </a:rPr>
              <a:t>Sitio</a:t>
            </a:r>
            <a:endParaRPr sz="1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3200"/>
              <a:buFont typeface="Arial"/>
              <a:buNone/>
            </a:pPr>
            <a:r>
              <a:rPr lang="es-ES" sz="3200" b="1" i="0" u="none" strike="noStrike" cap="none" dirty="0">
                <a:solidFill>
                  <a:schemeClr val="tx1"/>
                </a:solidFill>
                <a:latin typeface="Gotham Rounded" pitchFamily="50" charset="0"/>
                <a:sym typeface="Arial"/>
              </a:rPr>
              <a:t>Web</a:t>
            </a:r>
            <a:endParaRPr sz="3200" b="1" i="0" u="none" strike="noStrike" cap="none" dirty="0">
              <a:solidFill>
                <a:schemeClr val="tx1"/>
              </a:solidFill>
              <a:latin typeface="Gotham Rounded" pitchFamily="50" charset="0"/>
              <a:sym typeface="Arial"/>
            </a:endParaRPr>
          </a:p>
        </p:txBody>
      </p:sp>
      <p:sp>
        <p:nvSpPr>
          <p:cNvPr id="346" name="Google Shape;346;p6"/>
          <p:cNvSpPr/>
          <p:nvPr/>
        </p:nvSpPr>
        <p:spPr>
          <a:xfrm>
            <a:off x="2011995" y="1608708"/>
            <a:ext cx="304800" cy="3640585"/>
          </a:xfrm>
          <a:prstGeom prst="leftBrace">
            <a:avLst>
              <a:gd name="adj1" fmla="val 8333"/>
              <a:gd name="adj2" fmla="val 50000"/>
            </a:avLst>
          </a:prstGeom>
          <a:ln w="28575">
            <a:headEnd type="none" w="sm" len="sm"/>
            <a:tailEnd type="none" w="sm" len="sm"/>
          </a:ln>
        </p:spPr>
        <p:style>
          <a:lnRef idx="1">
            <a:schemeClr val="dk1"/>
          </a:lnRef>
          <a:fillRef idx="0">
            <a:schemeClr val="dk1"/>
          </a:fillRef>
          <a:effectRef idx="0">
            <a:schemeClr val="dk1"/>
          </a:effectRef>
          <a:fontRef idx="minor">
            <a:schemeClr val="tx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47" name="Google Shape;347;p6"/>
          <p:cNvSpPr/>
          <p:nvPr/>
        </p:nvSpPr>
        <p:spPr>
          <a:xfrm>
            <a:off x="2618703" y="976606"/>
            <a:ext cx="2011544" cy="503691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dirty="0">
                <a:solidFill>
                  <a:schemeClr val="tx1"/>
                </a:solidFill>
                <a:latin typeface="Gotham Rounded" pitchFamily="50" charset="0"/>
                <a:sym typeface="Arial"/>
              </a:rPr>
              <a:t>Cabeza</a:t>
            </a:r>
            <a:endParaRPr sz="1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s-ES" sz="2800" b="0" i="0" u="none" strike="noStrike" cap="none" dirty="0">
                <a:solidFill>
                  <a:schemeClr val="tx1"/>
                </a:solidFill>
                <a:latin typeface="Gotham Rounded" pitchFamily="50" charset="0"/>
                <a:sym typeface="Arial"/>
              </a:rPr>
              <a:t>Cuerpo</a:t>
            </a:r>
            <a:endParaRPr sz="1400" b="0" i="0" u="none" strike="noStrike" cap="none" dirty="0">
              <a:solidFill>
                <a:schemeClr val="tx1"/>
              </a:solidFill>
              <a:latin typeface="Gotham Rounded" pitchFamily="50" charset="0"/>
              <a:sym typeface="Arial"/>
            </a:endParaRPr>
          </a:p>
        </p:txBody>
      </p:sp>
      <p:sp>
        <p:nvSpPr>
          <p:cNvPr id="348" name="Google Shape;348;p6"/>
          <p:cNvSpPr/>
          <p:nvPr/>
        </p:nvSpPr>
        <p:spPr>
          <a:xfrm>
            <a:off x="4244453" y="1232498"/>
            <a:ext cx="400993" cy="1791894"/>
          </a:xfrm>
          <a:prstGeom prst="leftBrace">
            <a:avLst>
              <a:gd name="adj1" fmla="val 8333"/>
              <a:gd name="adj2" fmla="val 50000"/>
            </a:avLst>
          </a:prstGeom>
          <a:ln w="38100">
            <a:headEnd type="none" w="sm" len="sm"/>
            <a:tailEnd type="none" w="sm" len="sm"/>
          </a:ln>
        </p:spPr>
        <p:style>
          <a:lnRef idx="1">
            <a:schemeClr val="dk1"/>
          </a:lnRef>
          <a:fillRef idx="0">
            <a:schemeClr val="dk1"/>
          </a:fillRef>
          <a:effectRef idx="0">
            <a:schemeClr val="dk1"/>
          </a:effectRef>
          <a:fontRef idx="minor">
            <a:schemeClr val="tx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tx1"/>
              </a:solidFill>
              <a:latin typeface="Calibri"/>
              <a:ea typeface="Calibri"/>
              <a:cs typeface="Calibri"/>
              <a:sym typeface="Calibri"/>
            </a:endParaRPr>
          </a:p>
        </p:txBody>
      </p:sp>
      <p:sp>
        <p:nvSpPr>
          <p:cNvPr id="349" name="Google Shape;349;p6"/>
          <p:cNvSpPr/>
          <p:nvPr/>
        </p:nvSpPr>
        <p:spPr>
          <a:xfrm>
            <a:off x="4812874" y="665019"/>
            <a:ext cx="6416644" cy="261054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Metadatos </a:t>
            </a:r>
            <a:r>
              <a:rPr lang="es-ES" sz="1600" b="0" i="1" u="none" strike="noStrike" cap="none" dirty="0">
                <a:solidFill>
                  <a:schemeClr val="tx1"/>
                </a:solidFill>
                <a:latin typeface="Gotham Rounded" pitchFamily="50" charset="0"/>
                <a:sym typeface="Arial"/>
              </a:rPr>
              <a:t>(son datos del mismo archivo: nombre de autor/a, nombre del sitio, idioma, palabras claves, </a:t>
            </a:r>
            <a:r>
              <a:rPr lang="es-ES" sz="1600" b="0" i="1" u="none" strike="noStrike" cap="none" dirty="0" err="1">
                <a:solidFill>
                  <a:schemeClr val="tx1"/>
                </a:solidFill>
                <a:latin typeface="Gotham Rounded" pitchFamily="50" charset="0"/>
                <a:sym typeface="Arial"/>
              </a:rPr>
              <a:t>etc</a:t>
            </a:r>
            <a:r>
              <a:rPr lang="es-ES" sz="1600" b="0" i="1" u="none" strike="noStrike" cap="none" dirty="0">
                <a:solidFill>
                  <a:schemeClr val="tx1"/>
                </a:solidFill>
                <a:latin typeface="Gotham Rounded" pitchFamily="50" charset="0"/>
                <a:sym typeface="Arial"/>
              </a:rPr>
              <a:t>)</a:t>
            </a:r>
            <a:endParaRPr sz="1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Recursos externos</a:t>
            </a:r>
            <a:endParaRPr sz="1400" b="0" i="0" u="none" strike="noStrike" cap="none" dirty="0">
              <a:solidFill>
                <a:schemeClr val="tx1"/>
              </a:solidFill>
              <a:latin typeface="Gotham Rounded" pitchFamily="50" charset="0"/>
              <a:sym typeface="Arial"/>
            </a:endParaRPr>
          </a:p>
        </p:txBody>
      </p:sp>
      <p:sp>
        <p:nvSpPr>
          <p:cNvPr id="350" name="Google Shape;350;p6"/>
          <p:cNvSpPr/>
          <p:nvPr/>
        </p:nvSpPr>
        <p:spPr>
          <a:xfrm>
            <a:off x="4244453" y="3998795"/>
            <a:ext cx="317109" cy="2224584"/>
          </a:xfrm>
          <a:prstGeom prst="leftBrace">
            <a:avLst>
              <a:gd name="adj1" fmla="val 8333"/>
              <a:gd name="adj2" fmla="val 50000"/>
            </a:avLst>
          </a:prstGeom>
          <a:ln w="38100">
            <a:headEnd type="none" w="sm" len="sm"/>
            <a:tailEnd type="none" w="sm" len="sm"/>
          </a:ln>
        </p:spPr>
        <p:style>
          <a:lnRef idx="1">
            <a:schemeClr val="dk1"/>
          </a:lnRef>
          <a:fillRef idx="0">
            <a:schemeClr val="dk1"/>
          </a:fillRef>
          <a:effectRef idx="0">
            <a:schemeClr val="dk1"/>
          </a:effectRef>
          <a:fontRef idx="minor">
            <a:schemeClr val="tx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51" name="Google Shape;351;p6"/>
          <p:cNvSpPr/>
          <p:nvPr/>
        </p:nvSpPr>
        <p:spPr>
          <a:xfrm>
            <a:off x="4840969" y="3781400"/>
            <a:ext cx="1610551" cy="261054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Menú</a:t>
            </a:r>
            <a:endParaRPr sz="1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principal</a:t>
            </a:r>
            <a:endParaRPr sz="1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Sección de</a:t>
            </a:r>
            <a:endParaRPr sz="1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noticias</a:t>
            </a:r>
            <a:endParaRPr sz="1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err="1">
                <a:solidFill>
                  <a:schemeClr val="tx1"/>
                </a:solidFill>
                <a:latin typeface="Gotham Rounded" pitchFamily="50" charset="0"/>
                <a:sym typeface="Arial"/>
              </a:rPr>
              <a:t>Footer</a:t>
            </a:r>
            <a:endParaRPr sz="2400" b="0" i="0" u="none" strike="noStrike" cap="none" dirty="0">
              <a:solidFill>
                <a:schemeClr val="tx1"/>
              </a:solidFill>
              <a:latin typeface="Gotham Rounded" pitchFamily="50" charset="0"/>
              <a:sym typeface="Arial"/>
            </a:endParaRPr>
          </a:p>
        </p:txBody>
      </p:sp>
      <p:sp>
        <p:nvSpPr>
          <p:cNvPr id="352" name="Google Shape;352;p6"/>
          <p:cNvSpPr/>
          <p:nvPr/>
        </p:nvSpPr>
        <p:spPr>
          <a:xfrm>
            <a:off x="6752656" y="3429000"/>
            <a:ext cx="194094" cy="1115704"/>
          </a:xfrm>
          <a:prstGeom prst="leftBrace">
            <a:avLst>
              <a:gd name="adj1" fmla="val 8333"/>
              <a:gd name="adj2" fmla="val 50000"/>
            </a:avLst>
          </a:prstGeom>
          <a:ln w="28575">
            <a:solidFill>
              <a:schemeClr val="tx1"/>
            </a:solidFill>
            <a:headEnd type="none" w="sm" len="sm"/>
            <a:tailEnd type="none" w="sm" len="sm"/>
          </a:ln>
        </p:spPr>
        <p:style>
          <a:lnRef idx="1">
            <a:schemeClr val="dk1"/>
          </a:lnRef>
          <a:fillRef idx="0">
            <a:schemeClr val="dk1"/>
          </a:fillRef>
          <a:effectRef idx="0">
            <a:schemeClr val="dk1"/>
          </a:effectRef>
          <a:fontRef idx="minor">
            <a:schemeClr val="tx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53" name="Google Shape;353;p6"/>
          <p:cNvSpPr/>
          <p:nvPr/>
        </p:nvSpPr>
        <p:spPr>
          <a:xfrm>
            <a:off x="7142272" y="2922669"/>
            <a:ext cx="1610551" cy="2114243"/>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dirty="0">
                <a:solidFill>
                  <a:schemeClr val="tx1"/>
                </a:solidFill>
                <a:latin typeface="Gotham Rounded" pitchFamily="50" charset="0"/>
                <a:sym typeface="Arial"/>
              </a:rPr>
              <a:t>Botón 1</a:t>
            </a:r>
            <a:endParaRPr sz="1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dirty="0">
                <a:solidFill>
                  <a:schemeClr val="tx1"/>
                </a:solidFill>
                <a:latin typeface="Gotham Rounded" pitchFamily="50" charset="0"/>
                <a:sym typeface="Arial"/>
              </a:rPr>
              <a:t>Botón 2</a:t>
            </a:r>
            <a:endParaRPr sz="1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dirty="0">
                <a:solidFill>
                  <a:schemeClr val="tx1"/>
                </a:solidFill>
                <a:latin typeface="Gotham Rounded" pitchFamily="50" charset="0"/>
                <a:sym typeface="Arial"/>
              </a:rPr>
              <a:t>…</a:t>
            </a:r>
            <a:endParaRPr sz="1400" b="0" i="0" u="none" strike="noStrike" cap="none" dirty="0">
              <a:solidFill>
                <a:schemeClr val="tx1"/>
              </a:solidFill>
              <a:latin typeface="Gotham Rounded" pitchFamily="50" charset="0"/>
              <a:sym typeface="Arial"/>
            </a:endParaRPr>
          </a:p>
        </p:txBody>
      </p:sp>
      <p:sp>
        <p:nvSpPr>
          <p:cNvPr id="354" name="Google Shape;354;p6"/>
          <p:cNvSpPr/>
          <p:nvPr/>
        </p:nvSpPr>
        <p:spPr>
          <a:xfrm>
            <a:off x="6752656" y="4932528"/>
            <a:ext cx="194094" cy="1115704"/>
          </a:xfrm>
          <a:prstGeom prst="leftBrace">
            <a:avLst>
              <a:gd name="adj1" fmla="val 8333"/>
              <a:gd name="adj2" fmla="val 50000"/>
            </a:avLst>
          </a:prstGeom>
          <a:ln w="28575">
            <a:headEnd type="none" w="sm" len="sm"/>
            <a:tailEnd type="none" w="sm" len="sm"/>
          </a:ln>
        </p:spPr>
        <p:style>
          <a:lnRef idx="1">
            <a:schemeClr val="dk1"/>
          </a:lnRef>
          <a:fillRef idx="0">
            <a:schemeClr val="dk1"/>
          </a:fillRef>
          <a:effectRef idx="0">
            <a:schemeClr val="dk1"/>
          </a:effectRef>
          <a:fontRef idx="minor">
            <a:schemeClr val="tx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55" name="Google Shape;355;p6"/>
          <p:cNvSpPr/>
          <p:nvPr/>
        </p:nvSpPr>
        <p:spPr>
          <a:xfrm>
            <a:off x="7142272" y="4426197"/>
            <a:ext cx="1610551" cy="2114243"/>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dirty="0">
                <a:solidFill>
                  <a:schemeClr val="tx1"/>
                </a:solidFill>
                <a:latin typeface="Gotham Rounded" pitchFamily="50" charset="0"/>
                <a:sym typeface="Arial"/>
              </a:rPr>
              <a:t>Artículo 1</a:t>
            </a:r>
            <a:endParaRPr sz="1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Gotham Rounded" pitchFamily="50" charset="0"/>
              <a:sym typeface="Arial"/>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dirty="0">
                <a:solidFill>
                  <a:schemeClr val="tx1"/>
                </a:solidFill>
                <a:latin typeface="Gotham Rounded" pitchFamily="50" charset="0"/>
                <a:sym typeface="Arial"/>
              </a:rPr>
              <a:t>Artículo 2</a:t>
            </a:r>
            <a:endParaRPr sz="1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dirty="0">
                <a:solidFill>
                  <a:schemeClr val="tx1"/>
                </a:solidFill>
                <a:latin typeface="Gotham Rounded" pitchFamily="50" charset="0"/>
                <a:sym typeface="Arial"/>
              </a:rPr>
              <a:t>…</a:t>
            </a:r>
            <a:endParaRPr sz="1400" b="0" i="0" u="none" strike="noStrike" cap="none" dirty="0">
              <a:solidFill>
                <a:schemeClr val="tx1"/>
              </a:solidFill>
              <a:latin typeface="Gotham Rounded" pitchFamily="50" charset="0"/>
              <a:sym typeface="Arial"/>
            </a:endParaRPr>
          </a:p>
        </p:txBody>
      </p:sp>
      <p:sp>
        <p:nvSpPr>
          <p:cNvPr id="356" name="Google Shape;356;p6"/>
          <p:cNvSpPr/>
          <p:nvPr/>
        </p:nvSpPr>
        <p:spPr>
          <a:xfrm>
            <a:off x="8558729" y="4932528"/>
            <a:ext cx="194094" cy="1115704"/>
          </a:xfrm>
          <a:prstGeom prst="leftBrace">
            <a:avLst>
              <a:gd name="adj1" fmla="val 8333"/>
              <a:gd name="adj2" fmla="val 50000"/>
            </a:avLst>
          </a:prstGeom>
          <a:ln w="28575">
            <a:headEnd type="none" w="sm" len="sm"/>
            <a:tailEnd type="none" w="sm" len="sm"/>
          </a:ln>
        </p:spPr>
        <p:style>
          <a:lnRef idx="1">
            <a:schemeClr val="dk1"/>
          </a:lnRef>
          <a:fillRef idx="0">
            <a:schemeClr val="dk1"/>
          </a:fillRef>
          <a:effectRef idx="0">
            <a:schemeClr val="dk1"/>
          </a:effectRef>
          <a:fontRef idx="minor">
            <a:schemeClr val="tx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57" name="Google Shape;357;p6"/>
          <p:cNvSpPr/>
          <p:nvPr/>
        </p:nvSpPr>
        <p:spPr>
          <a:xfrm>
            <a:off x="8948345" y="4426197"/>
            <a:ext cx="2160933" cy="2114243"/>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dirty="0">
                <a:solidFill>
                  <a:schemeClr val="tx1"/>
                </a:solidFill>
                <a:latin typeface="Gotham Rounded Medium" panose="02000000000000000000" pitchFamily="50" charset="0"/>
                <a:sym typeface="Arial"/>
              </a:rPr>
              <a:t>Título del artículo</a:t>
            </a:r>
            <a:endParaRPr sz="1400" b="0" i="0" u="none" strike="noStrike" cap="none" dirty="0">
              <a:solidFill>
                <a:schemeClr val="tx1"/>
              </a:solidFill>
              <a:latin typeface="Gotham Rounded Medium" panose="02000000000000000000" pitchFamily="50" charset="0"/>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tx1"/>
              </a:solidFill>
              <a:latin typeface="Gotham Rounded Medium" panose="02000000000000000000" pitchFamily="50" charset="0"/>
              <a:sym typeface="Arial"/>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dirty="0">
                <a:solidFill>
                  <a:schemeClr val="tx1"/>
                </a:solidFill>
                <a:latin typeface="Gotham Rounded Medium" panose="02000000000000000000" pitchFamily="50" charset="0"/>
                <a:sym typeface="Arial"/>
              </a:rPr>
              <a:t>Imagen del artículo</a:t>
            </a:r>
            <a:endParaRPr sz="1400" b="0" i="0" u="none" strike="noStrike" cap="none" dirty="0">
              <a:solidFill>
                <a:schemeClr val="tx1"/>
              </a:solidFill>
              <a:latin typeface="Gotham Rounded Medium" panose="02000000000000000000" pitchFamily="50" charset="0"/>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tx1"/>
              </a:solidFill>
              <a:latin typeface="Gotham Rounded Medium" panose="02000000000000000000" pitchFamily="50" charset="0"/>
              <a:sym typeface="Arial"/>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dirty="0">
                <a:solidFill>
                  <a:schemeClr val="tx1"/>
                </a:solidFill>
                <a:latin typeface="Gotham Rounded Medium" panose="02000000000000000000" pitchFamily="50" charset="0"/>
                <a:sym typeface="Arial"/>
              </a:rPr>
              <a:t>Texto del artículo</a:t>
            </a:r>
            <a:endParaRPr sz="1400" b="0" i="0" u="none" strike="noStrike" cap="none" dirty="0">
              <a:solidFill>
                <a:schemeClr val="tx1"/>
              </a:solidFill>
              <a:latin typeface="Gotham Rounded Medium" panose="02000000000000000000" pitchFamily="50" charset="0"/>
              <a:sym typeface="Aria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pic>
        <p:nvPicPr>
          <p:cNvPr id="4" name="Google Shape;214;p2"/>
          <p:cNvPicPr preferRelativeResize="0"/>
          <p:nvPr/>
        </p:nvPicPr>
        <p:blipFill rotWithShape="1">
          <a:blip r:embed="rId3">
            <a:alphaModFix/>
          </a:blip>
          <a:srcRect/>
          <a:stretch/>
        </p:blipFill>
        <p:spPr>
          <a:xfrm>
            <a:off x="0" y="1254"/>
            <a:ext cx="12192000" cy="6856745"/>
          </a:xfrm>
          <a:prstGeom prst="rect">
            <a:avLst/>
          </a:prstGeom>
          <a:noFill/>
          <a:ln>
            <a:noFill/>
          </a:ln>
        </p:spPr>
      </p:pic>
      <p:sp>
        <p:nvSpPr>
          <p:cNvPr id="364" name="Google Shape;364;p7"/>
          <p:cNvSpPr/>
          <p:nvPr/>
        </p:nvSpPr>
        <p:spPr>
          <a:xfrm>
            <a:off x="510606" y="48927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Arial"/>
                <a:ea typeface="Arial"/>
                <a:cs typeface="Arial"/>
                <a:sym typeface="Arial"/>
              </a:rPr>
              <a:t>¡Bienvenidos y bienvenidas!</a:t>
            </a:r>
            <a:endParaRPr sz="1400" b="0" i="0" u="none" strike="noStrike" cap="none" dirty="0">
              <a:solidFill>
                <a:schemeClr val="tx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Arial"/>
                <a:ea typeface="Arial"/>
                <a:cs typeface="Arial"/>
                <a:sym typeface="Arial"/>
              </a:rPr>
              <a:t>Habilidades para el</a:t>
            </a:r>
            <a:endParaRPr sz="1400" b="0" i="0" u="none" strike="noStrike" cap="none" dirty="0">
              <a:solidFill>
                <a:schemeClr val="tx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Arial"/>
                <a:ea typeface="Arial"/>
                <a:cs typeface="Arial"/>
                <a:sym typeface="Arial"/>
              </a:rPr>
              <a:t>Futuro</a:t>
            </a:r>
            <a:endParaRPr sz="1400" b="0" i="0" u="none" strike="noStrike" cap="none" dirty="0">
              <a:solidFill>
                <a:schemeClr val="tx1"/>
              </a:solidFill>
              <a:latin typeface="Arial"/>
              <a:ea typeface="Arial"/>
              <a:cs typeface="Arial"/>
              <a:sym typeface="Arial"/>
            </a:endParaRPr>
          </a:p>
        </p:txBody>
      </p:sp>
    </p:spTree>
  </p:cSld>
  <p:clrMapOvr>
    <a:masterClrMapping/>
  </p:clrMapOvr>
  <p:transition spd="slow">
    <p:push/>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pic>
        <p:nvPicPr>
          <p:cNvPr id="4" name="Google Shape;214;p2"/>
          <p:cNvPicPr preferRelativeResize="0"/>
          <p:nvPr/>
        </p:nvPicPr>
        <p:blipFill rotWithShape="1">
          <a:blip r:embed="rId3">
            <a:alphaModFix/>
          </a:blip>
          <a:srcRect/>
          <a:stretch/>
        </p:blipFill>
        <p:spPr>
          <a:xfrm>
            <a:off x="0" y="1254"/>
            <a:ext cx="12192000" cy="6856745"/>
          </a:xfrm>
          <a:prstGeom prst="rect">
            <a:avLst/>
          </a:prstGeom>
          <a:noFill/>
          <a:ln>
            <a:noFill/>
          </a:ln>
        </p:spPr>
      </p:pic>
      <p:sp>
        <p:nvSpPr>
          <p:cNvPr id="370" name="Google Shape;370;p8"/>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Arial"/>
                <a:ea typeface="Arial"/>
                <a:cs typeface="Arial"/>
                <a:sym typeface="Arial"/>
              </a:rPr>
              <a:t>Presentación personal</a:t>
            </a:r>
            <a:endParaRPr sz="1400" b="0" i="0" u="none" strike="noStrike" cap="none" dirty="0">
              <a:solidFill>
                <a:schemeClr val="tx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Arial"/>
                <a:ea typeface="Arial"/>
                <a:cs typeface="Arial"/>
                <a:sym typeface="Arial"/>
              </a:rPr>
              <a:t>Mi nombre es</a:t>
            </a:r>
            <a:endParaRPr sz="1800" b="0" i="0" u="none" strike="noStrike" cap="none" dirty="0">
              <a:solidFill>
                <a:schemeClr val="tx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Arial"/>
                <a:ea typeface="Arial"/>
                <a:cs typeface="Arial"/>
                <a:sym typeface="Arial"/>
              </a:rPr>
              <a:t>&lt;nombre docente&gt;</a:t>
            </a:r>
            <a:endParaRPr sz="1400" b="0" i="0" u="none" strike="noStrike" cap="none" dirty="0">
              <a:solidFill>
                <a:schemeClr val="tx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Arial"/>
                <a:ea typeface="Arial"/>
                <a:cs typeface="Arial"/>
                <a:sym typeface="Arial"/>
              </a:rPr>
              <a:t>y mi primera experiencia con una computadora fue…</a:t>
            </a:r>
            <a:endParaRPr sz="1400" b="0" i="0" u="none" strike="noStrike" cap="none" dirty="0">
              <a:solidFill>
                <a:schemeClr val="tx1"/>
              </a:solidFill>
              <a:latin typeface="Arial"/>
              <a:ea typeface="Arial"/>
              <a:cs typeface="Arial"/>
              <a:sym typeface="Arial"/>
            </a:endParaRPr>
          </a:p>
        </p:txBody>
      </p:sp>
    </p:spTree>
  </p:cSld>
  <p:clrMapOvr>
    <a:masterClrMapping/>
  </p:clrMapOvr>
  <p:transition spd="slow">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pic>
        <p:nvPicPr>
          <p:cNvPr id="4" name="Google Shape;723;p3"/>
          <p:cNvPicPr preferRelativeResize="0"/>
          <p:nvPr/>
        </p:nvPicPr>
        <p:blipFill rotWithShape="1">
          <a:blip r:embed="rId3">
            <a:alphaModFix/>
          </a:blip>
          <a:srcRect/>
          <a:stretch/>
        </p:blipFill>
        <p:spPr>
          <a:xfrm>
            <a:off x="0" y="0"/>
            <a:ext cx="12194874" cy="6853686"/>
          </a:xfrm>
          <a:prstGeom prst="rect">
            <a:avLst/>
          </a:prstGeom>
          <a:noFill/>
          <a:ln>
            <a:noFill/>
          </a:ln>
        </p:spPr>
      </p:pic>
      <p:sp>
        <p:nvSpPr>
          <p:cNvPr id="377" name="Google Shape;377;p9"/>
          <p:cNvSpPr/>
          <p:nvPr/>
        </p:nvSpPr>
        <p:spPr>
          <a:xfrm>
            <a:off x="569154" y="486328"/>
            <a:ext cx="11199362"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Primero lo primero</a:t>
            </a:r>
            <a:endParaRPr sz="1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Gotham Rounded" pitchFamily="50" charset="0"/>
                <a:sym typeface="Arial"/>
              </a:rPr>
              <a:t>¿Qué es el</a:t>
            </a:r>
            <a:endParaRPr sz="1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Gotham Rounded" pitchFamily="50" charset="0"/>
                <a:sym typeface="Arial"/>
              </a:rPr>
              <a:t>Desarrollo web?</a:t>
            </a:r>
            <a:endParaRPr sz="1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Es una especialidad de la informática encargada de construir</a:t>
            </a:r>
            <a:endParaRPr sz="1800" b="0" i="0" u="none" strike="noStrike" cap="none" dirty="0">
              <a:solidFill>
                <a:schemeClr val="tx1"/>
              </a:solidFill>
              <a:latin typeface="Gotham Rounded" pitchFamily="50" charset="0"/>
              <a:ea typeface="Calibri"/>
              <a:cs typeface="Calibri"/>
              <a:sym typeface="Calibri"/>
            </a:endParaRPr>
          </a:p>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y mantener sitios web ;)</a:t>
            </a:r>
            <a:endParaRPr sz="1800" b="0" i="0" u="none" strike="noStrike" cap="none" dirty="0">
              <a:solidFill>
                <a:schemeClr val="tx1"/>
              </a:solidFill>
              <a:latin typeface="Gotham Rounded" pitchFamily="50" charset="0"/>
              <a:ea typeface="Calibri"/>
              <a:cs typeface="Calibri"/>
              <a:sym typeface="Calibri"/>
            </a:endParaRPr>
          </a:p>
        </p:txBody>
      </p:sp>
    </p:spTree>
  </p:cSld>
  <p:clrMapOvr>
    <a:masterClrMapping/>
  </p:clrMapOvr>
  <p:transition spd="slow">
    <p:push/>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4" name="Google Shape;384;p10"/>
          <p:cNvSpPr/>
          <p:nvPr/>
        </p:nvSpPr>
        <p:spPr>
          <a:xfrm>
            <a:off x="5233182" y="184715"/>
            <a:ext cx="6257097" cy="603320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000" b="1" i="0" u="none" strike="noStrike" cap="none" dirty="0">
                <a:solidFill>
                  <a:schemeClr val="tx1"/>
                </a:solidFill>
                <a:latin typeface="Gotham Rounded" pitchFamily="50" charset="0"/>
                <a:sym typeface="Arial"/>
              </a:rPr>
              <a:t>¿Qué es Front-</a:t>
            </a:r>
            <a:r>
              <a:rPr lang="es-ES" sz="2000" b="1" i="0" u="none" strike="noStrike" cap="none" dirty="0" err="1">
                <a:solidFill>
                  <a:schemeClr val="tx1"/>
                </a:solidFill>
                <a:latin typeface="Gotham Rounded" pitchFamily="50" charset="0"/>
                <a:sym typeface="Arial"/>
              </a:rPr>
              <a:t>End</a:t>
            </a:r>
            <a:r>
              <a:rPr lang="es-ES" sz="2000" b="1" i="0" u="none" strike="noStrike" cap="none" dirty="0">
                <a:solidFill>
                  <a:schemeClr val="tx1"/>
                </a:solidFill>
                <a:latin typeface="Gotham Rounded" pitchFamily="50" charset="0"/>
                <a:sym typeface="Arial"/>
              </a:rPr>
              <a:t>?</a:t>
            </a:r>
            <a:endParaRPr sz="12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200"/>
              <a:buFont typeface="Arial"/>
              <a:buNone/>
            </a:pPr>
            <a:endParaRPr sz="28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200"/>
              <a:buFont typeface="Arial"/>
              <a:buNone/>
            </a:pPr>
            <a:r>
              <a:rPr lang="es-ES" sz="2800" b="0" i="0" u="none" strike="noStrike" cap="none" dirty="0">
                <a:solidFill>
                  <a:schemeClr val="tx1"/>
                </a:solidFill>
                <a:latin typeface="Gotham Rounded" pitchFamily="50" charset="0"/>
                <a:sym typeface="Arial"/>
              </a:rPr>
              <a:t>Es la rama que se especializa en la interfaz y será responsable del </a:t>
            </a:r>
            <a:r>
              <a:rPr lang="es-ES" sz="2800" b="0" i="0" u="sng" strike="noStrike" cap="none" dirty="0">
                <a:solidFill>
                  <a:schemeClr val="tx1"/>
                </a:solidFill>
                <a:latin typeface="Gotham Rounded" pitchFamily="50" charset="0"/>
                <a:sym typeface="Arial"/>
              </a:rPr>
              <a:t>aspecto visual</a:t>
            </a:r>
            <a:r>
              <a:rPr lang="es-ES" sz="2800" b="0" i="0" u="none" strike="noStrike" cap="none" dirty="0">
                <a:solidFill>
                  <a:schemeClr val="tx1"/>
                </a:solidFill>
                <a:latin typeface="Gotham Rounded" pitchFamily="50" charset="0"/>
                <a:sym typeface="Arial"/>
              </a:rPr>
              <a:t> que tenga nuestro</a:t>
            </a:r>
            <a:endParaRPr sz="12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200"/>
              <a:buFont typeface="Arial"/>
              <a:buNone/>
            </a:pPr>
            <a:r>
              <a:rPr lang="es-ES" sz="2800" b="0" i="0" u="none" strike="noStrike" cap="none" dirty="0">
                <a:solidFill>
                  <a:schemeClr val="tx1"/>
                </a:solidFill>
                <a:latin typeface="Gotham Rounded" pitchFamily="50" charset="0"/>
                <a:sym typeface="Arial"/>
              </a:rPr>
              <a:t>sitio web en</a:t>
            </a:r>
            <a:endParaRPr sz="2800" b="0" i="0" u="none" strike="noStrike" cap="none" dirty="0">
              <a:solidFill>
                <a:schemeClr val="tx1"/>
              </a:solidFill>
              <a:latin typeface="Gotham Rounded" pitchFamily="50" charset="0"/>
              <a:ea typeface="Calibri"/>
              <a:cs typeface="Calibri"/>
              <a:sym typeface="Calibri"/>
            </a:endParaRPr>
          </a:p>
          <a:p>
            <a:pPr marL="0" marR="0" lvl="0" indent="0" algn="r" rtl="0">
              <a:lnSpc>
                <a:spcPct val="100000"/>
              </a:lnSpc>
              <a:spcBef>
                <a:spcPts val="0"/>
              </a:spcBef>
              <a:spcAft>
                <a:spcPts val="0"/>
              </a:spcAft>
              <a:buClr>
                <a:srgbClr val="000000"/>
              </a:buClr>
              <a:buSzPts val="3200"/>
              <a:buFont typeface="Arial"/>
              <a:buNone/>
            </a:pPr>
            <a:r>
              <a:rPr lang="es-ES" sz="2800" b="0" i="0" u="none" strike="noStrike" cap="none" dirty="0">
                <a:solidFill>
                  <a:schemeClr val="tx1"/>
                </a:solidFill>
                <a:latin typeface="Gotham Rounded" pitchFamily="50" charset="0"/>
                <a:sym typeface="Arial"/>
              </a:rPr>
              <a:t>los distintos dispositivos</a:t>
            </a:r>
            <a:endParaRPr sz="2800" b="0" i="0" u="none" strike="noStrike" cap="none" dirty="0">
              <a:solidFill>
                <a:schemeClr val="tx1"/>
              </a:solidFill>
              <a:latin typeface="Gotham Rounded" pitchFamily="50" charset="0"/>
              <a:ea typeface="Calibri"/>
              <a:cs typeface="Calibri"/>
              <a:sym typeface="Calibri"/>
            </a:endParaRPr>
          </a:p>
          <a:p>
            <a:pPr marL="0" marR="0" lvl="0" indent="0" algn="r" rtl="0">
              <a:lnSpc>
                <a:spcPct val="100000"/>
              </a:lnSpc>
              <a:spcBef>
                <a:spcPts val="0"/>
              </a:spcBef>
              <a:spcAft>
                <a:spcPts val="0"/>
              </a:spcAft>
              <a:buClr>
                <a:srgbClr val="000000"/>
              </a:buClr>
              <a:buSzPts val="3200"/>
              <a:buFont typeface="Arial"/>
              <a:buNone/>
            </a:pPr>
            <a:r>
              <a:rPr lang="es-ES" sz="2800" b="0" i="0" u="none" strike="noStrike" cap="none" dirty="0">
                <a:solidFill>
                  <a:schemeClr val="tx1"/>
                </a:solidFill>
                <a:latin typeface="Gotham Rounded" pitchFamily="50" charset="0"/>
                <a:sym typeface="Arial"/>
              </a:rPr>
              <a:t>(</a:t>
            </a:r>
            <a:r>
              <a:rPr lang="es-ES" sz="2800" b="0" i="0" u="none" strike="noStrike" cap="none" dirty="0" err="1">
                <a:solidFill>
                  <a:schemeClr val="tx1"/>
                </a:solidFill>
                <a:latin typeface="Gotham Rounded" pitchFamily="50" charset="0"/>
                <a:sym typeface="Arial"/>
              </a:rPr>
              <a:t>tablets</a:t>
            </a:r>
            <a:r>
              <a:rPr lang="es-ES" sz="2800" b="0" i="0" u="none" strike="noStrike" cap="none" dirty="0">
                <a:solidFill>
                  <a:schemeClr val="tx1"/>
                </a:solidFill>
                <a:latin typeface="Gotham Rounded" pitchFamily="50" charset="0"/>
                <a:sym typeface="Arial"/>
              </a:rPr>
              <a:t>, notebooks, </a:t>
            </a:r>
            <a:r>
              <a:rPr lang="es-ES" sz="2800" b="0" i="0" u="none" strike="noStrike" cap="none" dirty="0" err="1">
                <a:solidFill>
                  <a:schemeClr val="tx1"/>
                </a:solidFill>
                <a:latin typeface="Gotham Rounded" pitchFamily="50" charset="0"/>
                <a:sym typeface="Arial"/>
              </a:rPr>
              <a:t>smartphone</a:t>
            </a:r>
            <a:r>
              <a:rPr lang="es-ES" sz="2800" b="0" i="0" u="none" strike="noStrike" cap="none" dirty="0">
                <a:solidFill>
                  <a:schemeClr val="tx1"/>
                </a:solidFill>
                <a:latin typeface="Gotham Rounded" pitchFamily="50" charset="0"/>
                <a:sym typeface="Arial"/>
              </a:rPr>
              <a:t>, </a:t>
            </a:r>
            <a:r>
              <a:rPr lang="es-ES" sz="2800" b="0" i="0" u="none" strike="noStrike" cap="none" dirty="0" err="1">
                <a:solidFill>
                  <a:schemeClr val="tx1"/>
                </a:solidFill>
                <a:latin typeface="Gotham Rounded" pitchFamily="50" charset="0"/>
                <a:sym typeface="Arial"/>
              </a:rPr>
              <a:t>etc</a:t>
            </a:r>
            <a:r>
              <a:rPr lang="es-ES" sz="2800" b="0" i="0" u="none" strike="noStrike" cap="none" dirty="0">
                <a:solidFill>
                  <a:schemeClr val="tx1"/>
                </a:solidFill>
                <a:latin typeface="Gotham Rounded" pitchFamily="50" charset="0"/>
                <a:sym typeface="Arial"/>
              </a:rPr>
              <a:t>)</a:t>
            </a:r>
            <a:r>
              <a:rPr lang="es-ES" sz="3200" b="0" i="0" u="none" strike="noStrike" cap="none" dirty="0">
                <a:solidFill>
                  <a:schemeClr val="tx1"/>
                </a:solidFill>
                <a:latin typeface="Gotham Rounded" pitchFamily="50" charset="0"/>
                <a:sym typeface="Arial"/>
              </a:rPr>
              <a:t>.</a:t>
            </a:r>
            <a:endParaRPr sz="3200" b="0" i="0" u="none" strike="noStrike" cap="none" dirty="0">
              <a:solidFill>
                <a:schemeClr val="tx1"/>
              </a:solidFill>
              <a:latin typeface="Gotham Rounded" pitchFamily="50" charset="0"/>
              <a:ea typeface="Calibri"/>
              <a:cs typeface="Calibri"/>
              <a:sym typeface="Calibri"/>
            </a:endParaRPr>
          </a:p>
          <a:p>
            <a:pPr marL="0" marR="0" lvl="0" indent="0" algn="r" rtl="0">
              <a:lnSpc>
                <a:spcPct val="100000"/>
              </a:lnSpc>
              <a:spcBef>
                <a:spcPts val="0"/>
              </a:spcBef>
              <a:spcAft>
                <a:spcPts val="0"/>
              </a:spcAft>
              <a:buClr>
                <a:srgbClr val="000000"/>
              </a:buClr>
              <a:buSzPts val="3600"/>
              <a:buFont typeface="Arial"/>
              <a:buNone/>
            </a:pPr>
            <a:endParaRPr sz="32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r>
              <a:rPr lang="es-ES" sz="2000" b="0" i="0" u="none" strike="noStrike" cap="none" dirty="0">
                <a:solidFill>
                  <a:schemeClr val="tx1"/>
                </a:solidFill>
                <a:latin typeface="Gotham Rounded" pitchFamily="50" charset="0"/>
                <a:sym typeface="Arial"/>
              </a:rPr>
              <a:t>En la clase de hoy vamos a ver HTML y CSS, que son los dos lenguajes esenciales para crear la interfaz de un sitio web.</a:t>
            </a:r>
            <a:endParaRPr sz="1200" b="0" i="0" u="none" strike="noStrike" cap="none" dirty="0">
              <a:solidFill>
                <a:schemeClr val="tx1"/>
              </a:solidFill>
              <a:latin typeface="Gotham Rounded" pitchFamily="50" charset="0"/>
              <a:sym typeface="Arial"/>
            </a:endParaRPr>
          </a:p>
        </p:txBody>
      </p:sp>
      <p:pic>
        <p:nvPicPr>
          <p:cNvPr id="386" name="Google Shape;386;p10" descr="Icono&#10;&#10;Descripción generada automáticamente"/>
          <p:cNvPicPr preferRelativeResize="0"/>
          <p:nvPr/>
        </p:nvPicPr>
        <p:blipFill rotWithShape="1">
          <a:blip r:embed="rId3">
            <a:alphaModFix/>
          </a:blip>
          <a:srcRect/>
          <a:stretch/>
        </p:blipFill>
        <p:spPr>
          <a:xfrm>
            <a:off x="11680652" y="184715"/>
            <a:ext cx="301974" cy="301614"/>
          </a:xfrm>
          <a:prstGeom prst="rect">
            <a:avLst/>
          </a:prstGeom>
          <a:noFill/>
          <a:ln>
            <a:noFill/>
          </a:ln>
        </p:spPr>
      </p:pic>
      <p:pic>
        <p:nvPicPr>
          <p:cNvPr id="7" name="Google Shape;1102;p6"/>
          <p:cNvPicPr preferRelativeResize="0"/>
          <p:nvPr/>
        </p:nvPicPr>
        <p:blipFill rotWithShape="1">
          <a:blip r:embed="rId4">
            <a:alphaModFix/>
          </a:blip>
          <a:srcRect/>
          <a:stretch/>
        </p:blipFill>
        <p:spPr>
          <a:xfrm>
            <a:off x="4614203" y="0"/>
            <a:ext cx="7577797" cy="6858000"/>
          </a:xfrm>
          <a:prstGeom prst="rect">
            <a:avLst/>
          </a:prstGeom>
          <a:noFill/>
          <a:ln>
            <a:noFill/>
          </a:ln>
        </p:spPr>
      </p:pic>
      <p:pic>
        <p:nvPicPr>
          <p:cNvPr id="3" name="Imagen 2"/>
          <p:cNvPicPr>
            <a:picLocks noChangeAspect="1"/>
          </p:cNvPicPr>
          <p:nvPr/>
        </p:nvPicPr>
        <p:blipFill rotWithShape="1">
          <a:blip r:embed="rId5">
            <a:extLst>
              <a:ext uri="{28A0092B-C50C-407E-A947-70E740481C1C}">
                <a14:useLocalDpi xmlns:a14="http://schemas.microsoft.com/office/drawing/2010/main" val="0"/>
              </a:ext>
            </a:extLst>
          </a:blip>
          <a:srcRect l="22035" t="4272" r="21881" b="1963"/>
          <a:stretch/>
        </p:blipFill>
        <p:spPr>
          <a:xfrm>
            <a:off x="604427" y="1645920"/>
            <a:ext cx="3819403" cy="3971799"/>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3" name="Google Shape;393;p11"/>
          <p:cNvSpPr/>
          <p:nvPr/>
        </p:nvSpPr>
        <p:spPr>
          <a:xfrm>
            <a:off x="4734314" y="-3357"/>
            <a:ext cx="6670940" cy="6865611"/>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a:solidFill>
                  <a:schemeClr val="lt1"/>
                </a:solidFill>
                <a:latin typeface="Arial"/>
                <a:ea typeface="Arial"/>
                <a:cs typeface="Arial"/>
                <a:sym typeface="Arial"/>
              </a:rPr>
              <a:t>¿Qué es </a:t>
            </a:r>
            <a:r>
              <a:rPr lang="es-ES" sz="2400" b="1" i="0" u="none" strike="noStrike" cap="none" dirty="0">
                <a:solidFill>
                  <a:schemeClr val="tx1"/>
                </a:solidFill>
                <a:latin typeface="Gotham Rounded" pitchFamily="50" charset="0"/>
                <a:sym typeface="Arial"/>
              </a:rPr>
              <a:t>Back-</a:t>
            </a:r>
            <a:r>
              <a:rPr lang="es-ES" sz="2400" b="1" i="0" u="none" strike="noStrike" cap="none" dirty="0" err="1">
                <a:solidFill>
                  <a:schemeClr val="tx1"/>
                </a:solidFill>
                <a:latin typeface="Gotham Rounded" pitchFamily="50" charset="0"/>
                <a:sym typeface="Arial"/>
              </a:rPr>
              <a:t>End</a:t>
            </a:r>
            <a:r>
              <a:rPr lang="es-ES" sz="2400" b="1" i="0" u="none" strike="noStrike" cap="none" dirty="0">
                <a:solidFill>
                  <a:schemeClr val="tx1"/>
                </a:solidFill>
                <a:latin typeface="Gotham Rounded" pitchFamily="50" charset="0"/>
                <a:sym typeface="Arial"/>
              </a:rPr>
              <a:t>?</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200"/>
              <a:buFont typeface="Arial"/>
              <a:buNone/>
            </a:pPr>
            <a:r>
              <a:rPr lang="es-ES" sz="3200" b="0" i="0" u="none" strike="noStrike" cap="none" dirty="0">
                <a:solidFill>
                  <a:schemeClr val="tx1"/>
                </a:solidFill>
                <a:latin typeface="Gotham Rounded" pitchFamily="50" charset="0"/>
                <a:sym typeface="Arial"/>
              </a:rPr>
              <a:t>Es la rama que se especializa en la </a:t>
            </a:r>
            <a:r>
              <a:rPr lang="es-ES" sz="3200" b="0" i="0" u="sng" strike="noStrike" cap="none" dirty="0">
                <a:solidFill>
                  <a:schemeClr val="tx1"/>
                </a:solidFill>
                <a:latin typeface="Gotham Rounded" pitchFamily="50" charset="0"/>
                <a:sym typeface="Arial"/>
              </a:rPr>
              <a:t>parte lógica</a:t>
            </a:r>
            <a:r>
              <a:rPr lang="es-ES" sz="3200" b="0" i="0" u="none" strike="noStrike" cap="none" dirty="0">
                <a:solidFill>
                  <a:schemeClr val="tx1"/>
                </a:solidFill>
                <a:latin typeface="Gotham Rounded" pitchFamily="50" charset="0"/>
                <a:sym typeface="Arial"/>
              </a:rPr>
              <a:t> del sitio web. Se encarga de programar los algoritmos, manipular las bases de datos y hacer que la web funcione de forma óptima y segura, entre otras tantas tareas.</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200"/>
              <a:buFont typeface="Arial"/>
              <a:buNone/>
            </a:pPr>
            <a:endParaRPr sz="32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En esta unidad no abordaremos este área</a:t>
            </a:r>
            <a:endParaRPr sz="1400" b="0" i="0" u="none" strike="noStrike" cap="none" dirty="0">
              <a:solidFill>
                <a:schemeClr val="tx1"/>
              </a:solidFill>
              <a:latin typeface="Gotham Rounded" pitchFamily="50" charset="0"/>
              <a:sym typeface="Arial"/>
            </a:endParaRPr>
          </a:p>
        </p:txBody>
      </p:sp>
      <p:pic>
        <p:nvPicPr>
          <p:cNvPr id="395" name="Google Shape;395;p11" descr="Icono&#10;&#10;Descripción generada automáticamente"/>
          <p:cNvPicPr preferRelativeResize="0"/>
          <p:nvPr/>
        </p:nvPicPr>
        <p:blipFill rotWithShape="1">
          <a:blip r:embed="rId3">
            <a:alphaModFix/>
          </a:blip>
          <a:srcRect/>
          <a:stretch/>
        </p:blipFill>
        <p:spPr>
          <a:xfrm>
            <a:off x="11680652" y="184715"/>
            <a:ext cx="301974" cy="301614"/>
          </a:xfrm>
          <a:prstGeom prst="rect">
            <a:avLst/>
          </a:prstGeom>
          <a:noFill/>
          <a:ln>
            <a:noFill/>
          </a:ln>
        </p:spPr>
      </p:pic>
      <p:pic>
        <p:nvPicPr>
          <p:cNvPr id="6" name="Google Shape;1102;p6"/>
          <p:cNvPicPr preferRelativeResize="0"/>
          <p:nvPr/>
        </p:nvPicPr>
        <p:blipFill rotWithShape="1">
          <a:blip r:embed="rId4">
            <a:alphaModFix/>
          </a:blip>
          <a:srcRect/>
          <a:stretch/>
        </p:blipFill>
        <p:spPr>
          <a:xfrm>
            <a:off x="4614203" y="0"/>
            <a:ext cx="7577797" cy="6858000"/>
          </a:xfrm>
          <a:prstGeom prst="rect">
            <a:avLst/>
          </a:prstGeom>
          <a:noFill/>
          <a:ln>
            <a:noFill/>
          </a:ln>
        </p:spPr>
      </p:pic>
      <p:pic>
        <p:nvPicPr>
          <p:cNvPr id="3" name="Imagen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9735" y="1895127"/>
            <a:ext cx="3177833" cy="3345087"/>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2" name="Google Shape;402;p12"/>
          <p:cNvSpPr/>
          <p:nvPr/>
        </p:nvSpPr>
        <p:spPr>
          <a:xfrm>
            <a:off x="4763069" y="-3357"/>
            <a:ext cx="6670940" cy="6865611"/>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a:solidFill>
                  <a:schemeClr val="tx1"/>
                </a:solidFill>
                <a:latin typeface="Arial"/>
                <a:ea typeface="Arial"/>
                <a:cs typeface="Arial"/>
                <a:sym typeface="Arial"/>
              </a:rPr>
              <a:t>¿</a:t>
            </a:r>
            <a:r>
              <a:rPr lang="es-ES" sz="2400" b="1" i="0" u="none" strike="noStrike" cap="none" dirty="0">
                <a:solidFill>
                  <a:schemeClr val="tx1"/>
                </a:solidFill>
                <a:latin typeface="Gotham Rounded" pitchFamily="50" charset="0"/>
                <a:sym typeface="Arial"/>
              </a:rPr>
              <a:t>Qué es Full-</a:t>
            </a:r>
            <a:r>
              <a:rPr lang="es-ES" sz="2400" b="1" i="0" u="none" strike="noStrike" cap="none" dirty="0" err="1">
                <a:solidFill>
                  <a:schemeClr val="tx1"/>
                </a:solidFill>
                <a:latin typeface="Gotham Rounded" pitchFamily="50" charset="0"/>
                <a:sym typeface="Arial"/>
              </a:rPr>
              <a:t>Stack</a:t>
            </a:r>
            <a:r>
              <a:rPr lang="es-ES" sz="2400" b="1" i="0" u="none" strike="noStrike" cap="none" dirty="0">
                <a:solidFill>
                  <a:schemeClr val="tx1"/>
                </a:solidFill>
                <a:latin typeface="Gotham Rounded" pitchFamily="50" charset="0"/>
                <a:sym typeface="Arial"/>
              </a:rPr>
              <a:t>?</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200"/>
              <a:buFont typeface="Arial"/>
              <a:buNone/>
            </a:pPr>
            <a:r>
              <a:rPr lang="es-ES" sz="3200" b="0" i="0" u="none" strike="noStrike" cap="none" dirty="0">
                <a:solidFill>
                  <a:schemeClr val="tx1"/>
                </a:solidFill>
                <a:latin typeface="Gotham Rounded" pitchFamily="50" charset="0"/>
                <a:sym typeface="Arial"/>
              </a:rPr>
              <a:t>Es la rama que surge como </a:t>
            </a:r>
            <a:r>
              <a:rPr lang="es-ES" sz="3200" b="0" i="0" u="sng" strike="noStrike" cap="none" dirty="0">
                <a:solidFill>
                  <a:schemeClr val="tx1"/>
                </a:solidFill>
                <a:latin typeface="Gotham Rounded" pitchFamily="50" charset="0"/>
                <a:sym typeface="Arial"/>
              </a:rPr>
              <a:t>combinación del Front-</a:t>
            </a:r>
            <a:r>
              <a:rPr lang="es-ES" sz="3200" b="0" i="0" u="sng" strike="noStrike" cap="none" dirty="0" err="1">
                <a:solidFill>
                  <a:schemeClr val="tx1"/>
                </a:solidFill>
                <a:latin typeface="Gotham Rounded" pitchFamily="50" charset="0"/>
                <a:sym typeface="Arial"/>
              </a:rPr>
              <a:t>End</a:t>
            </a:r>
            <a:r>
              <a:rPr lang="es-ES" sz="3200" b="0" i="0" u="sng" strike="noStrike" cap="none" dirty="0">
                <a:solidFill>
                  <a:schemeClr val="tx1"/>
                </a:solidFill>
                <a:latin typeface="Gotham Rounded" pitchFamily="50" charset="0"/>
                <a:sym typeface="Arial"/>
              </a:rPr>
              <a:t> y el Back-</a:t>
            </a:r>
            <a:r>
              <a:rPr lang="es-ES" sz="3200" b="0" i="0" u="sng" strike="noStrike" cap="none" dirty="0" err="1">
                <a:solidFill>
                  <a:schemeClr val="tx1"/>
                </a:solidFill>
                <a:latin typeface="Gotham Rounded" pitchFamily="50" charset="0"/>
                <a:sym typeface="Arial"/>
              </a:rPr>
              <a:t>End</a:t>
            </a:r>
            <a:r>
              <a:rPr lang="es-ES" sz="3200" b="0" i="0" u="none" strike="noStrike" cap="none" dirty="0">
                <a:solidFill>
                  <a:schemeClr val="tx1"/>
                </a:solidFill>
                <a:latin typeface="Gotham Rounded" pitchFamily="50" charset="0"/>
                <a:sym typeface="Arial"/>
              </a:rPr>
              <a:t>. Hoy en día la mayor demanda de perfiles apunta a desarrolladores Full-</a:t>
            </a:r>
            <a:r>
              <a:rPr lang="es-ES" sz="3200" b="0" i="0" u="none" strike="noStrike" cap="none" dirty="0" err="1">
                <a:solidFill>
                  <a:schemeClr val="tx1"/>
                </a:solidFill>
                <a:latin typeface="Gotham Rounded" pitchFamily="50" charset="0"/>
                <a:sym typeface="Arial"/>
              </a:rPr>
              <a:t>Stack</a:t>
            </a:r>
            <a:r>
              <a:rPr lang="es-ES" sz="3200" b="0" i="0" u="none" strike="noStrike" cap="none" dirty="0">
                <a:solidFill>
                  <a:schemeClr val="tx1"/>
                </a:solidFill>
                <a:latin typeface="Gotham Rounded" pitchFamily="50" charset="0"/>
                <a:sym typeface="Arial"/>
              </a:rPr>
              <a:t>, ya que tienen la capacidad de dominar ciertos lenguajes de ambas áreas</a:t>
            </a:r>
            <a:r>
              <a:rPr lang="es-ES" sz="3200" b="0" i="0" u="none" strike="noStrike" cap="none" dirty="0">
                <a:solidFill>
                  <a:schemeClr val="lt1"/>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p:txBody>
      </p:sp>
      <p:pic>
        <p:nvPicPr>
          <p:cNvPr id="403" name="Google Shape;403;p12" descr="Icono&#10;&#10;Descripción generada automáticamente"/>
          <p:cNvPicPr preferRelativeResize="0"/>
          <p:nvPr/>
        </p:nvPicPr>
        <p:blipFill rotWithShape="1">
          <a:blip r:embed="rId3">
            <a:alphaModFix/>
          </a:blip>
          <a:srcRect/>
          <a:stretch/>
        </p:blipFill>
        <p:spPr>
          <a:xfrm>
            <a:off x="11680652" y="184715"/>
            <a:ext cx="301974" cy="301614"/>
          </a:xfrm>
          <a:prstGeom prst="rect">
            <a:avLst/>
          </a:prstGeom>
          <a:noFill/>
          <a:ln>
            <a:noFill/>
          </a:ln>
        </p:spPr>
      </p:pic>
      <p:pic>
        <p:nvPicPr>
          <p:cNvPr id="7" name="Google Shape;1102;p6"/>
          <p:cNvPicPr preferRelativeResize="0"/>
          <p:nvPr/>
        </p:nvPicPr>
        <p:blipFill rotWithShape="1">
          <a:blip r:embed="rId4">
            <a:alphaModFix/>
          </a:blip>
          <a:srcRect/>
          <a:stretch/>
        </p:blipFill>
        <p:spPr>
          <a:xfrm>
            <a:off x="4614203" y="4254"/>
            <a:ext cx="7577797" cy="6858000"/>
          </a:xfrm>
          <a:prstGeom prst="rect">
            <a:avLst/>
          </a:prstGeom>
          <a:noFill/>
          <a:ln>
            <a:noFill/>
          </a:ln>
        </p:spPr>
      </p:pic>
      <p:pic>
        <p:nvPicPr>
          <p:cNvPr id="2" name="Imagen 1"/>
          <p:cNvPicPr>
            <a:picLocks noChangeAspect="1"/>
          </p:cNvPicPr>
          <p:nvPr/>
        </p:nvPicPr>
        <p:blipFill rotWithShape="1">
          <a:blip r:embed="rId5">
            <a:extLst>
              <a:ext uri="{28A0092B-C50C-407E-A947-70E740481C1C}">
                <a14:useLocalDpi xmlns:a14="http://schemas.microsoft.com/office/drawing/2010/main" val="0"/>
              </a:ext>
            </a:extLst>
          </a:blip>
          <a:srcRect l="7600" t="5210" r="7616" b="4486"/>
          <a:stretch/>
        </p:blipFill>
        <p:spPr>
          <a:xfrm>
            <a:off x="304387" y="1730327"/>
            <a:ext cx="4063173" cy="378421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pic>
        <p:nvPicPr>
          <p:cNvPr id="4" name="Google Shape;214;p2"/>
          <p:cNvPicPr preferRelativeResize="0"/>
          <p:nvPr/>
        </p:nvPicPr>
        <p:blipFill rotWithShape="1">
          <a:blip r:embed="rId3">
            <a:alphaModFix/>
          </a:blip>
          <a:srcRect/>
          <a:stretch/>
        </p:blipFill>
        <p:spPr>
          <a:xfrm>
            <a:off x="0" y="1254"/>
            <a:ext cx="12192000" cy="6856745"/>
          </a:xfrm>
          <a:prstGeom prst="rect">
            <a:avLst/>
          </a:prstGeom>
          <a:noFill/>
          <a:ln>
            <a:noFill/>
          </a:ln>
        </p:spPr>
      </p:pic>
      <p:sp>
        <p:nvSpPr>
          <p:cNvPr id="428" name="Google Shape;428;p14"/>
          <p:cNvSpPr/>
          <p:nvPr/>
        </p:nvSpPr>
        <p:spPr>
          <a:xfrm>
            <a:off x="569154" y="486328"/>
            <a:ext cx="11199362"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Pero antes de seguir con desarrollo web...</a:t>
            </a:r>
            <a:endParaRPr sz="1800" b="0" i="0" u="none" strike="noStrike" cap="none" dirty="0">
              <a:solidFill>
                <a:schemeClr val="tx1"/>
              </a:solidFill>
              <a:latin typeface="Gotham Rounded" pitchFamily="50" charset="0"/>
              <a:ea typeface="Calibri"/>
              <a:cs typeface="Calibri"/>
              <a:sym typeface="Calibri"/>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1" i="0" u="none" strike="noStrike" cap="none" dirty="0">
                <a:solidFill>
                  <a:schemeClr val="tx1"/>
                </a:solidFill>
                <a:latin typeface="Gotham Rounded" pitchFamily="50" charset="0"/>
                <a:sym typeface="Arial"/>
              </a:rPr>
              <a:t>Internet</a:t>
            </a:r>
            <a:endParaRPr sz="1800" b="1" i="0" u="none" strike="noStrike" cap="none" dirty="0">
              <a:solidFill>
                <a:schemeClr val="tx1"/>
              </a:solidFill>
              <a:latin typeface="Gotham Rounded" pitchFamily="50" charset="0"/>
              <a:ea typeface="Calibri"/>
              <a:cs typeface="Calibri"/>
              <a:sym typeface="Calibri"/>
            </a:endParaRPr>
          </a:p>
        </p:txBody>
      </p:sp>
    </p:spTree>
  </p:cSld>
  <p:clrMapOvr>
    <a:masterClrMapping/>
  </p:clrMapOvr>
  <p:transition spd="slow">
    <p:pu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5" name="Google Shape;435;p15"/>
          <p:cNvSpPr/>
          <p:nvPr/>
        </p:nvSpPr>
        <p:spPr>
          <a:xfrm>
            <a:off x="3936619" y="1387293"/>
            <a:ext cx="7497390" cy="407478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a:solidFill>
                  <a:schemeClr val="lt1"/>
                </a:solidFill>
                <a:latin typeface="Arial"/>
                <a:ea typeface="Arial"/>
                <a:cs typeface="Arial"/>
                <a:sym typeface="Arial"/>
              </a:rPr>
              <a:t>¿Verdadero (V) o Falso (F)?</a:t>
            </a:r>
            <a:endParaRPr sz="1400" b="0" i="0" u="none" strike="noStrike" cap="none" dirty="0">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4800"/>
              <a:buFont typeface="Arial"/>
              <a:buNone/>
            </a:pPr>
            <a:r>
              <a:rPr lang="es-ES" sz="4800" b="0" i="0" u="none" strike="noStrike" cap="none" dirty="0">
                <a:solidFill>
                  <a:schemeClr val="tx1"/>
                </a:solidFill>
                <a:latin typeface="Gotham Rounded" pitchFamily="50" charset="0"/>
                <a:sym typeface="Arial"/>
              </a:rPr>
              <a:t>Si le mando un email a alguien en Europa la señal de Internet cruza el océano</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4800"/>
              <a:buFont typeface="Arial"/>
              <a:buNone/>
            </a:pPr>
            <a:r>
              <a:rPr lang="es-ES" sz="4800" b="0" i="0" u="none" strike="noStrike" cap="none" dirty="0">
                <a:solidFill>
                  <a:schemeClr val="tx1"/>
                </a:solidFill>
                <a:latin typeface="Gotham Rounded" pitchFamily="50" charset="0"/>
                <a:sym typeface="Arial"/>
              </a:rPr>
              <a:t>por el aire</a:t>
            </a:r>
            <a:r>
              <a:rPr lang="es-ES" sz="4800" b="0" i="0" u="none" strike="noStrike" cap="none" dirty="0">
                <a:solidFill>
                  <a:schemeClr val="lt1"/>
                </a:solidFill>
                <a:latin typeface="Arial"/>
                <a:ea typeface="Arial"/>
                <a:cs typeface="Arial"/>
                <a:sym typeface="Arial"/>
              </a:rPr>
              <a:t>.</a:t>
            </a:r>
            <a:endParaRPr sz="4800" b="0" i="0" u="none" strike="noStrike" cap="none" dirty="0">
              <a:solidFill>
                <a:schemeClr val="lt1"/>
              </a:solidFill>
              <a:latin typeface="Arial"/>
              <a:ea typeface="Arial"/>
              <a:cs typeface="Arial"/>
              <a:sym typeface="Arial"/>
            </a:endParaRPr>
          </a:p>
        </p:txBody>
      </p:sp>
      <p:pic>
        <p:nvPicPr>
          <p:cNvPr id="436" name="Google Shape;436;p15" descr="Help"/>
          <p:cNvPicPr preferRelativeResize="0"/>
          <p:nvPr/>
        </p:nvPicPr>
        <p:blipFill rotWithShape="1">
          <a:blip r:embed="rId3">
            <a:alphaModFix/>
          </a:blip>
          <a:srcRect/>
          <a:stretch/>
        </p:blipFill>
        <p:spPr>
          <a:xfrm>
            <a:off x="757991" y="2123842"/>
            <a:ext cx="2601687" cy="2601687"/>
          </a:xfrm>
          <a:prstGeom prst="rect">
            <a:avLst/>
          </a:prstGeom>
          <a:noFill/>
          <a:ln>
            <a:noFill/>
          </a:ln>
        </p:spPr>
      </p:pic>
      <p:sp>
        <p:nvSpPr>
          <p:cNvPr id="437" name="Google Shape;437;p15"/>
          <p:cNvSpPr/>
          <p:nvPr/>
        </p:nvSpPr>
        <p:spPr>
          <a:xfrm>
            <a:off x="1177041" y="2743302"/>
            <a:ext cx="2252545" cy="2243252"/>
          </a:xfrm>
          <a:prstGeom prst="ellipse">
            <a:avLst/>
          </a:prstGeom>
          <a:solidFill>
            <a:schemeClr val="lt1"/>
          </a:solidFill>
          <a:ln w="762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600"/>
              <a:buFont typeface="Arial"/>
              <a:buNone/>
            </a:pPr>
            <a:r>
              <a:rPr lang="es-ES" sz="9600" b="1" i="0" u="none" strike="noStrike" cap="none" dirty="0">
                <a:solidFill>
                  <a:srgbClr val="7030A0"/>
                </a:solidFill>
                <a:latin typeface="Gotham Rounded Medium" panose="02000000000000000000" pitchFamily="50" charset="0"/>
                <a:ea typeface="Calibri"/>
                <a:cs typeface="Calibri"/>
                <a:sym typeface="Calibri"/>
              </a:rPr>
              <a:t>F</a:t>
            </a:r>
            <a:endParaRPr sz="1400" b="0" i="0" u="none" strike="noStrike" cap="none" dirty="0">
              <a:solidFill>
                <a:srgbClr val="7030A0"/>
              </a:solidFill>
              <a:latin typeface="Gotham Rounded Medium" panose="02000000000000000000" pitchFamily="50" charset="0"/>
              <a:sym typeface="Arial"/>
            </a:endParaRPr>
          </a:p>
        </p:txBody>
      </p:sp>
      <p:grpSp>
        <p:nvGrpSpPr>
          <p:cNvPr id="6" name="Google Shape;1105;p6"/>
          <p:cNvGrpSpPr/>
          <p:nvPr/>
        </p:nvGrpSpPr>
        <p:grpSpPr>
          <a:xfrm>
            <a:off x="126609" y="168812"/>
            <a:ext cx="11915336" cy="6689188"/>
            <a:chOff x="1596999" y="621652"/>
            <a:chExt cx="15086635" cy="9132427"/>
          </a:xfrm>
        </p:grpSpPr>
        <p:sp>
          <p:nvSpPr>
            <p:cNvPr id="7" name="Google Shape;1106;p6"/>
            <p:cNvSpPr/>
            <p:nvPr/>
          </p:nvSpPr>
          <p:spPr>
            <a:xfrm>
              <a:off x="2176564" y="4591456"/>
              <a:ext cx="267335" cy="2152650"/>
            </a:xfrm>
            <a:custGeom>
              <a:avLst/>
              <a:gdLst/>
              <a:ahLst/>
              <a:cxnLst/>
              <a:rect l="l" t="t" r="r" b="b"/>
              <a:pathLst>
                <a:path w="267335" h="2152650" extrusionOk="0">
                  <a:moveTo>
                    <a:pt x="267068" y="1974723"/>
                  </a:moveTo>
                  <a:lnTo>
                    <a:pt x="0" y="1797342"/>
                  </a:lnTo>
                  <a:lnTo>
                    <a:pt x="0" y="2152091"/>
                  </a:lnTo>
                  <a:lnTo>
                    <a:pt x="267068" y="1974723"/>
                  </a:lnTo>
                  <a:close/>
                </a:path>
                <a:path w="267335" h="2152650" extrusionOk="0">
                  <a:moveTo>
                    <a:pt x="267068" y="177368"/>
                  </a:moveTo>
                  <a:lnTo>
                    <a:pt x="0" y="0"/>
                  </a:lnTo>
                  <a:lnTo>
                    <a:pt x="0" y="354736"/>
                  </a:lnTo>
                  <a:lnTo>
                    <a:pt x="267068" y="177368"/>
                  </a:lnTo>
                  <a:close/>
                </a:path>
              </a:pathLst>
            </a:custGeom>
            <a:solidFill>
              <a:srgbClr val="7C3480">
                <a:alpha val="7960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8" name="Google Shape;1107;p6"/>
            <p:cNvPicPr preferRelativeResize="0"/>
            <p:nvPr/>
          </p:nvPicPr>
          <p:blipFill rotWithShape="1">
            <a:blip r:embed="rId4">
              <a:alphaModFix/>
            </a:blip>
            <a:srcRect/>
            <a:stretch/>
          </p:blipFill>
          <p:spPr>
            <a:xfrm>
              <a:off x="14496300" y="621652"/>
              <a:ext cx="381837" cy="226865"/>
            </a:xfrm>
            <a:prstGeom prst="rect">
              <a:avLst/>
            </a:prstGeom>
            <a:noFill/>
            <a:ln>
              <a:noFill/>
            </a:ln>
          </p:spPr>
        </p:pic>
        <p:sp>
          <p:nvSpPr>
            <p:cNvPr id="9" name="Google Shape;1108;p6"/>
            <p:cNvSpPr/>
            <p:nvPr/>
          </p:nvSpPr>
          <p:spPr>
            <a:xfrm>
              <a:off x="14410029" y="884910"/>
              <a:ext cx="289560" cy="247650"/>
            </a:xfrm>
            <a:custGeom>
              <a:avLst/>
              <a:gdLst/>
              <a:ahLst/>
              <a:cxnLst/>
              <a:rect l="l" t="t" r="r" b="b"/>
              <a:pathLst>
                <a:path w="289559" h="247650" extrusionOk="0">
                  <a:moveTo>
                    <a:pt x="255955" y="0"/>
                  </a:moveTo>
                  <a:lnTo>
                    <a:pt x="240779" y="0"/>
                  </a:lnTo>
                  <a:lnTo>
                    <a:pt x="236550" y="2819"/>
                  </a:lnTo>
                  <a:lnTo>
                    <a:pt x="144741" y="191338"/>
                  </a:lnTo>
                  <a:lnTo>
                    <a:pt x="52603" y="2819"/>
                  </a:lnTo>
                  <a:lnTo>
                    <a:pt x="48386" y="0"/>
                  </a:lnTo>
                  <a:lnTo>
                    <a:pt x="33197" y="0"/>
                  </a:lnTo>
                  <a:lnTo>
                    <a:pt x="28257" y="5994"/>
                  </a:lnTo>
                  <a:lnTo>
                    <a:pt x="0" y="240423"/>
                  </a:lnTo>
                  <a:lnTo>
                    <a:pt x="4229" y="246075"/>
                  </a:lnTo>
                  <a:lnTo>
                    <a:pt x="17297" y="247472"/>
                  </a:lnTo>
                  <a:lnTo>
                    <a:pt x="22593" y="242887"/>
                  </a:lnTo>
                  <a:lnTo>
                    <a:pt x="46964" y="43421"/>
                  </a:lnTo>
                  <a:lnTo>
                    <a:pt x="131686" y="215353"/>
                  </a:lnTo>
                  <a:lnTo>
                    <a:pt x="136296" y="222415"/>
                  </a:lnTo>
                  <a:lnTo>
                    <a:pt x="153225" y="222415"/>
                  </a:lnTo>
                  <a:lnTo>
                    <a:pt x="157822" y="215353"/>
                  </a:lnTo>
                  <a:lnTo>
                    <a:pt x="242176" y="43421"/>
                  </a:lnTo>
                  <a:lnTo>
                    <a:pt x="266534" y="242887"/>
                  </a:lnTo>
                  <a:lnTo>
                    <a:pt x="271843" y="247472"/>
                  </a:lnTo>
                  <a:lnTo>
                    <a:pt x="284911" y="246075"/>
                  </a:lnTo>
                  <a:lnTo>
                    <a:pt x="289128" y="240423"/>
                  </a:lnTo>
                  <a:lnTo>
                    <a:pt x="288442" y="233705"/>
                  </a:lnTo>
                  <a:lnTo>
                    <a:pt x="260896" y="5994"/>
                  </a:lnTo>
                  <a:lnTo>
                    <a:pt x="255955"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0" name="Google Shape;1109;p6"/>
            <p:cNvPicPr preferRelativeResize="0"/>
            <p:nvPr/>
          </p:nvPicPr>
          <p:blipFill rotWithShape="1">
            <a:blip r:embed="rId5">
              <a:alphaModFix/>
            </a:blip>
            <a:srcRect/>
            <a:stretch/>
          </p:blipFill>
          <p:spPr>
            <a:xfrm>
              <a:off x="14755939" y="884923"/>
              <a:ext cx="172275" cy="248526"/>
            </a:xfrm>
            <a:prstGeom prst="rect">
              <a:avLst/>
            </a:prstGeom>
            <a:noFill/>
            <a:ln>
              <a:noFill/>
            </a:ln>
          </p:spPr>
        </p:pic>
        <p:pic>
          <p:nvPicPr>
            <p:cNvPr id="11" name="Google Shape;1110;p6"/>
            <p:cNvPicPr preferRelativeResize="0"/>
            <p:nvPr/>
          </p:nvPicPr>
          <p:blipFill rotWithShape="1">
            <a:blip r:embed="rId6">
              <a:alphaModFix/>
            </a:blip>
            <a:srcRect/>
            <a:stretch/>
          </p:blipFill>
          <p:spPr>
            <a:xfrm>
              <a:off x="14995360" y="884910"/>
              <a:ext cx="296621" cy="246773"/>
            </a:xfrm>
            <a:prstGeom prst="rect">
              <a:avLst/>
            </a:prstGeom>
            <a:noFill/>
            <a:ln>
              <a:noFill/>
            </a:ln>
          </p:spPr>
        </p:pic>
        <p:sp>
          <p:nvSpPr>
            <p:cNvPr id="12" name="Google Shape;1111;p6"/>
            <p:cNvSpPr/>
            <p:nvPr/>
          </p:nvSpPr>
          <p:spPr>
            <a:xfrm>
              <a:off x="15333434" y="884910"/>
              <a:ext cx="23495" cy="247015"/>
            </a:xfrm>
            <a:custGeom>
              <a:avLst/>
              <a:gdLst/>
              <a:ahLst/>
              <a:cxnLst/>
              <a:rect l="l" t="t" r="r" b="b"/>
              <a:pathLst>
                <a:path w="23494" h="247015" extrusionOk="0">
                  <a:moveTo>
                    <a:pt x="18338" y="0"/>
                  </a:moveTo>
                  <a:lnTo>
                    <a:pt x="4953" y="0"/>
                  </a:lnTo>
                  <a:lnTo>
                    <a:pt x="0" y="5295"/>
                  </a:lnTo>
                  <a:lnTo>
                    <a:pt x="0" y="241465"/>
                  </a:lnTo>
                  <a:lnTo>
                    <a:pt x="4953" y="246773"/>
                  </a:lnTo>
                  <a:lnTo>
                    <a:pt x="18338" y="246773"/>
                  </a:lnTo>
                  <a:lnTo>
                    <a:pt x="23279" y="241465"/>
                  </a:lnTo>
                  <a:lnTo>
                    <a:pt x="23279" y="234772"/>
                  </a:lnTo>
                  <a:lnTo>
                    <a:pt x="23279" y="5295"/>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3" name="Google Shape;1112;p6"/>
            <p:cNvPicPr preferRelativeResize="0"/>
            <p:nvPr/>
          </p:nvPicPr>
          <p:blipFill rotWithShape="1">
            <a:blip r:embed="rId7">
              <a:alphaModFix/>
            </a:blip>
            <a:srcRect/>
            <a:stretch/>
          </p:blipFill>
          <p:spPr>
            <a:xfrm>
              <a:off x="15426003" y="886675"/>
              <a:ext cx="163791" cy="245008"/>
            </a:xfrm>
            <a:prstGeom prst="rect">
              <a:avLst/>
            </a:prstGeom>
            <a:noFill/>
            <a:ln>
              <a:noFill/>
            </a:ln>
          </p:spPr>
        </p:pic>
        <p:pic>
          <p:nvPicPr>
            <p:cNvPr id="14" name="Google Shape;1113;p6"/>
            <p:cNvPicPr preferRelativeResize="0"/>
            <p:nvPr/>
          </p:nvPicPr>
          <p:blipFill rotWithShape="1">
            <a:blip r:embed="rId8">
              <a:alphaModFix/>
            </a:blip>
            <a:srcRect/>
            <a:stretch/>
          </p:blipFill>
          <p:spPr>
            <a:xfrm>
              <a:off x="15638221" y="884910"/>
              <a:ext cx="128142" cy="245008"/>
            </a:xfrm>
            <a:prstGeom prst="rect">
              <a:avLst/>
            </a:prstGeom>
            <a:noFill/>
            <a:ln>
              <a:noFill/>
            </a:ln>
          </p:spPr>
        </p:pic>
        <p:sp>
          <p:nvSpPr>
            <p:cNvPr id="15" name="Google Shape;1114;p6"/>
            <p:cNvSpPr/>
            <p:nvPr/>
          </p:nvSpPr>
          <p:spPr>
            <a:xfrm>
              <a:off x="15807524" y="884910"/>
              <a:ext cx="23495" cy="247015"/>
            </a:xfrm>
            <a:custGeom>
              <a:avLst/>
              <a:gdLst/>
              <a:ahLst/>
              <a:cxnLst/>
              <a:rect l="l" t="t" r="r" b="b"/>
              <a:pathLst>
                <a:path w="23494" h="247015" extrusionOk="0">
                  <a:moveTo>
                    <a:pt x="18326" y="0"/>
                  </a:moveTo>
                  <a:lnTo>
                    <a:pt x="4914" y="0"/>
                  </a:lnTo>
                  <a:lnTo>
                    <a:pt x="0" y="5295"/>
                  </a:lnTo>
                  <a:lnTo>
                    <a:pt x="0" y="241465"/>
                  </a:lnTo>
                  <a:lnTo>
                    <a:pt x="4914" y="246773"/>
                  </a:lnTo>
                  <a:lnTo>
                    <a:pt x="18326" y="246773"/>
                  </a:lnTo>
                  <a:lnTo>
                    <a:pt x="23279" y="241465"/>
                  </a:lnTo>
                  <a:lnTo>
                    <a:pt x="23279" y="234772"/>
                  </a:lnTo>
                  <a:lnTo>
                    <a:pt x="23279" y="5295"/>
                  </a:lnTo>
                  <a:lnTo>
                    <a:pt x="18326"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6" name="Google Shape;1115;p6"/>
            <p:cNvPicPr preferRelativeResize="0"/>
            <p:nvPr/>
          </p:nvPicPr>
          <p:blipFill rotWithShape="1">
            <a:blip r:embed="rId9">
              <a:alphaModFix/>
            </a:blip>
            <a:srcRect/>
            <a:stretch/>
          </p:blipFill>
          <p:spPr>
            <a:xfrm>
              <a:off x="15884854" y="883856"/>
              <a:ext cx="424103" cy="249593"/>
            </a:xfrm>
            <a:prstGeom prst="rect">
              <a:avLst/>
            </a:prstGeom>
            <a:noFill/>
            <a:ln>
              <a:noFill/>
            </a:ln>
          </p:spPr>
        </p:pic>
        <p:sp>
          <p:nvSpPr>
            <p:cNvPr id="17" name="Google Shape;1116;p6"/>
            <p:cNvSpPr/>
            <p:nvPr/>
          </p:nvSpPr>
          <p:spPr>
            <a:xfrm>
              <a:off x="15068752" y="1280883"/>
              <a:ext cx="41910" cy="160655"/>
            </a:xfrm>
            <a:custGeom>
              <a:avLst/>
              <a:gdLst/>
              <a:ahLst/>
              <a:cxnLst/>
              <a:rect l="l" t="t" r="r" b="b"/>
              <a:pathLst>
                <a:path w="41909" h="160655" extrusionOk="0">
                  <a:moveTo>
                    <a:pt x="37325" y="0"/>
                  </a:moveTo>
                  <a:lnTo>
                    <a:pt x="27520" y="0"/>
                  </a:lnTo>
                  <a:lnTo>
                    <a:pt x="23482" y="3505"/>
                  </a:lnTo>
                  <a:lnTo>
                    <a:pt x="23482" y="13322"/>
                  </a:lnTo>
                  <a:lnTo>
                    <a:pt x="27520" y="16827"/>
                  </a:lnTo>
                  <a:lnTo>
                    <a:pt x="37325" y="16827"/>
                  </a:lnTo>
                  <a:lnTo>
                    <a:pt x="41376" y="13322"/>
                  </a:lnTo>
                  <a:lnTo>
                    <a:pt x="41376" y="3505"/>
                  </a:lnTo>
                  <a:lnTo>
                    <a:pt x="37325" y="0"/>
                  </a:lnTo>
                  <a:close/>
                </a:path>
                <a:path w="41909" h="160655" extrusionOk="0">
                  <a:moveTo>
                    <a:pt x="35585" y="38023"/>
                  </a:moveTo>
                  <a:lnTo>
                    <a:pt x="28930" y="38023"/>
                  </a:lnTo>
                  <a:lnTo>
                    <a:pt x="26454" y="40652"/>
                  </a:lnTo>
                  <a:lnTo>
                    <a:pt x="26454" y="125488"/>
                  </a:lnTo>
                  <a:lnTo>
                    <a:pt x="26102" y="133764"/>
                  </a:lnTo>
                  <a:lnTo>
                    <a:pt x="23972" y="141384"/>
                  </a:lnTo>
                  <a:lnTo>
                    <a:pt x="18883" y="146968"/>
                  </a:lnTo>
                  <a:lnTo>
                    <a:pt x="9652" y="149136"/>
                  </a:lnTo>
                  <a:lnTo>
                    <a:pt x="2628" y="149136"/>
                  </a:lnTo>
                  <a:lnTo>
                    <a:pt x="0" y="151599"/>
                  </a:lnTo>
                  <a:lnTo>
                    <a:pt x="0" y="157899"/>
                  </a:lnTo>
                  <a:lnTo>
                    <a:pt x="2628" y="160350"/>
                  </a:lnTo>
                  <a:lnTo>
                    <a:pt x="9652" y="160350"/>
                  </a:lnTo>
                  <a:lnTo>
                    <a:pt x="23179" y="157662"/>
                  </a:lnTo>
                  <a:lnTo>
                    <a:pt x="31926" y="150277"/>
                  </a:lnTo>
                  <a:lnTo>
                    <a:pt x="36632" y="139213"/>
                  </a:lnTo>
                  <a:lnTo>
                    <a:pt x="38036" y="125488"/>
                  </a:lnTo>
                  <a:lnTo>
                    <a:pt x="38036"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8" name="Google Shape;1117;p6"/>
            <p:cNvPicPr preferRelativeResize="0"/>
            <p:nvPr/>
          </p:nvPicPr>
          <p:blipFill rotWithShape="1">
            <a:blip r:embed="rId10">
              <a:alphaModFix/>
            </a:blip>
            <a:srcRect/>
            <a:stretch/>
          </p:blipFill>
          <p:spPr>
            <a:xfrm>
              <a:off x="15129421" y="1280883"/>
              <a:ext cx="267157" cy="122504"/>
            </a:xfrm>
            <a:prstGeom prst="rect">
              <a:avLst/>
            </a:prstGeom>
            <a:noFill/>
            <a:ln>
              <a:noFill/>
            </a:ln>
          </p:spPr>
        </p:pic>
        <p:pic>
          <p:nvPicPr>
            <p:cNvPr id="19" name="Google Shape;1118;p6"/>
            <p:cNvPicPr preferRelativeResize="0"/>
            <p:nvPr/>
          </p:nvPicPr>
          <p:blipFill rotWithShape="1">
            <a:blip r:embed="rId11">
              <a:alphaModFix/>
            </a:blip>
            <a:srcRect/>
            <a:stretch/>
          </p:blipFill>
          <p:spPr>
            <a:xfrm>
              <a:off x="15417532" y="1318031"/>
              <a:ext cx="70269" cy="84467"/>
            </a:xfrm>
            <a:prstGeom prst="rect">
              <a:avLst/>
            </a:prstGeom>
            <a:noFill/>
            <a:ln>
              <a:noFill/>
            </a:ln>
          </p:spPr>
        </p:pic>
        <p:pic>
          <p:nvPicPr>
            <p:cNvPr id="20" name="Google Shape;1119;p6"/>
            <p:cNvPicPr preferRelativeResize="0"/>
            <p:nvPr/>
          </p:nvPicPr>
          <p:blipFill rotWithShape="1">
            <a:blip r:embed="rId12">
              <a:alphaModFix/>
            </a:blip>
            <a:srcRect/>
            <a:stretch/>
          </p:blipFill>
          <p:spPr>
            <a:xfrm>
              <a:off x="15509773" y="1318031"/>
              <a:ext cx="154444" cy="85356"/>
            </a:xfrm>
            <a:prstGeom prst="rect">
              <a:avLst/>
            </a:prstGeom>
            <a:noFill/>
            <a:ln>
              <a:noFill/>
            </a:ln>
          </p:spPr>
        </p:pic>
        <p:sp>
          <p:nvSpPr>
            <p:cNvPr id="21" name="Google Shape;1120;p6"/>
            <p:cNvSpPr/>
            <p:nvPr/>
          </p:nvSpPr>
          <p:spPr>
            <a:xfrm>
              <a:off x="15915462" y="1280883"/>
              <a:ext cx="41910" cy="160655"/>
            </a:xfrm>
            <a:custGeom>
              <a:avLst/>
              <a:gdLst/>
              <a:ahLst/>
              <a:cxnLst/>
              <a:rect l="l" t="t" r="r" b="b"/>
              <a:pathLst>
                <a:path w="41909" h="160655" extrusionOk="0">
                  <a:moveTo>
                    <a:pt x="37325" y="0"/>
                  </a:moveTo>
                  <a:lnTo>
                    <a:pt x="27520" y="0"/>
                  </a:lnTo>
                  <a:lnTo>
                    <a:pt x="23482" y="3505"/>
                  </a:lnTo>
                  <a:lnTo>
                    <a:pt x="23482" y="13322"/>
                  </a:lnTo>
                  <a:lnTo>
                    <a:pt x="27520" y="16827"/>
                  </a:lnTo>
                  <a:lnTo>
                    <a:pt x="37325" y="16827"/>
                  </a:lnTo>
                  <a:lnTo>
                    <a:pt x="41376" y="13322"/>
                  </a:lnTo>
                  <a:lnTo>
                    <a:pt x="41376" y="3505"/>
                  </a:lnTo>
                  <a:lnTo>
                    <a:pt x="37325" y="0"/>
                  </a:lnTo>
                  <a:close/>
                </a:path>
                <a:path w="41909" h="160655" extrusionOk="0">
                  <a:moveTo>
                    <a:pt x="35585" y="38023"/>
                  </a:moveTo>
                  <a:lnTo>
                    <a:pt x="28930" y="38023"/>
                  </a:lnTo>
                  <a:lnTo>
                    <a:pt x="26479" y="40652"/>
                  </a:lnTo>
                  <a:lnTo>
                    <a:pt x="26479" y="125488"/>
                  </a:lnTo>
                  <a:lnTo>
                    <a:pt x="26112" y="133764"/>
                  </a:lnTo>
                  <a:lnTo>
                    <a:pt x="23974" y="141384"/>
                  </a:lnTo>
                  <a:lnTo>
                    <a:pt x="18878" y="146968"/>
                  </a:lnTo>
                  <a:lnTo>
                    <a:pt x="9639" y="149136"/>
                  </a:lnTo>
                  <a:lnTo>
                    <a:pt x="2628" y="149136"/>
                  </a:lnTo>
                  <a:lnTo>
                    <a:pt x="0" y="151599"/>
                  </a:lnTo>
                  <a:lnTo>
                    <a:pt x="0" y="157899"/>
                  </a:lnTo>
                  <a:lnTo>
                    <a:pt x="2628" y="160350"/>
                  </a:lnTo>
                  <a:lnTo>
                    <a:pt x="9639" y="160350"/>
                  </a:lnTo>
                  <a:lnTo>
                    <a:pt x="23173" y="157662"/>
                  </a:lnTo>
                  <a:lnTo>
                    <a:pt x="31924" y="150277"/>
                  </a:lnTo>
                  <a:lnTo>
                    <a:pt x="36631" y="139213"/>
                  </a:lnTo>
                  <a:lnTo>
                    <a:pt x="38036" y="125488"/>
                  </a:lnTo>
                  <a:lnTo>
                    <a:pt x="38036"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2" name="Google Shape;1121;p6"/>
            <p:cNvPicPr preferRelativeResize="0"/>
            <p:nvPr/>
          </p:nvPicPr>
          <p:blipFill rotWithShape="1">
            <a:blip r:embed="rId13">
              <a:alphaModFix/>
            </a:blip>
            <a:srcRect/>
            <a:stretch/>
          </p:blipFill>
          <p:spPr>
            <a:xfrm>
              <a:off x="15975990" y="1280883"/>
              <a:ext cx="267169" cy="122504"/>
            </a:xfrm>
            <a:prstGeom prst="rect">
              <a:avLst/>
            </a:prstGeom>
            <a:noFill/>
            <a:ln>
              <a:noFill/>
            </a:ln>
          </p:spPr>
        </p:pic>
        <p:pic>
          <p:nvPicPr>
            <p:cNvPr id="23" name="Google Shape;1122;p6"/>
            <p:cNvPicPr preferRelativeResize="0"/>
            <p:nvPr/>
          </p:nvPicPr>
          <p:blipFill rotWithShape="1">
            <a:blip r:embed="rId14">
              <a:alphaModFix/>
            </a:blip>
            <a:srcRect/>
            <a:stretch/>
          </p:blipFill>
          <p:spPr>
            <a:xfrm>
              <a:off x="16264217" y="1318031"/>
              <a:ext cx="70307" cy="84467"/>
            </a:xfrm>
            <a:prstGeom prst="rect">
              <a:avLst/>
            </a:prstGeom>
            <a:noFill/>
            <a:ln>
              <a:noFill/>
            </a:ln>
          </p:spPr>
        </p:pic>
        <p:pic>
          <p:nvPicPr>
            <p:cNvPr id="24" name="Google Shape;1123;p6"/>
            <p:cNvPicPr preferRelativeResize="0"/>
            <p:nvPr/>
          </p:nvPicPr>
          <p:blipFill rotWithShape="1">
            <a:blip r:embed="rId15">
              <a:alphaModFix/>
            </a:blip>
            <a:srcRect/>
            <a:stretch/>
          </p:blipFill>
          <p:spPr>
            <a:xfrm>
              <a:off x="16356495" y="1318031"/>
              <a:ext cx="154431" cy="85356"/>
            </a:xfrm>
            <a:prstGeom prst="rect">
              <a:avLst/>
            </a:prstGeom>
            <a:noFill/>
            <a:ln>
              <a:noFill/>
            </a:ln>
          </p:spPr>
        </p:pic>
        <p:pic>
          <p:nvPicPr>
            <p:cNvPr id="25" name="Google Shape;1124;p6"/>
            <p:cNvPicPr preferRelativeResize="0"/>
            <p:nvPr/>
          </p:nvPicPr>
          <p:blipFill rotWithShape="1">
            <a:blip r:embed="rId16">
              <a:alphaModFix/>
            </a:blip>
            <a:srcRect/>
            <a:stretch/>
          </p:blipFill>
          <p:spPr>
            <a:xfrm>
              <a:off x="14201775" y="762152"/>
              <a:ext cx="2319019" cy="811453"/>
            </a:xfrm>
            <a:prstGeom prst="rect">
              <a:avLst/>
            </a:prstGeom>
            <a:noFill/>
            <a:ln>
              <a:noFill/>
            </a:ln>
          </p:spPr>
        </p:pic>
        <p:pic>
          <p:nvPicPr>
            <p:cNvPr id="26" name="Google Shape;1125;p6"/>
            <p:cNvPicPr preferRelativeResize="0"/>
            <p:nvPr/>
          </p:nvPicPr>
          <p:blipFill rotWithShape="1">
            <a:blip r:embed="rId17">
              <a:alphaModFix/>
            </a:blip>
            <a:srcRect/>
            <a:stretch/>
          </p:blipFill>
          <p:spPr>
            <a:xfrm>
              <a:off x="15674594" y="1390446"/>
              <a:ext cx="67435" cy="92900"/>
            </a:xfrm>
            <a:prstGeom prst="rect">
              <a:avLst/>
            </a:prstGeom>
            <a:noFill/>
            <a:ln>
              <a:noFill/>
            </a:ln>
          </p:spPr>
        </p:pic>
        <p:pic>
          <p:nvPicPr>
            <p:cNvPr id="27" name="Google Shape;1126;p6"/>
            <p:cNvPicPr preferRelativeResize="0"/>
            <p:nvPr/>
          </p:nvPicPr>
          <p:blipFill rotWithShape="1">
            <a:blip r:embed="rId18">
              <a:alphaModFix/>
            </a:blip>
            <a:srcRect/>
            <a:stretch/>
          </p:blipFill>
          <p:spPr>
            <a:xfrm>
              <a:off x="15628112" y="1489519"/>
              <a:ext cx="21208" cy="25857"/>
            </a:xfrm>
            <a:prstGeom prst="rect">
              <a:avLst/>
            </a:prstGeom>
            <a:noFill/>
            <a:ln>
              <a:noFill/>
            </a:ln>
          </p:spPr>
        </p:pic>
        <p:pic>
          <p:nvPicPr>
            <p:cNvPr id="28" name="Google Shape;1127;p6"/>
            <p:cNvPicPr preferRelativeResize="0"/>
            <p:nvPr/>
          </p:nvPicPr>
          <p:blipFill rotWithShape="1">
            <a:blip r:embed="rId19">
              <a:alphaModFix/>
            </a:blip>
            <a:srcRect/>
            <a:stretch/>
          </p:blipFill>
          <p:spPr>
            <a:xfrm>
              <a:off x="15665068" y="1482025"/>
              <a:ext cx="12572" cy="15214"/>
            </a:xfrm>
            <a:prstGeom prst="rect">
              <a:avLst/>
            </a:prstGeom>
            <a:noFill/>
            <a:ln>
              <a:noFill/>
            </a:ln>
          </p:spPr>
        </p:pic>
        <p:pic>
          <p:nvPicPr>
            <p:cNvPr id="29" name="Google Shape;1128;p6"/>
            <p:cNvPicPr preferRelativeResize="0"/>
            <p:nvPr/>
          </p:nvPicPr>
          <p:blipFill rotWithShape="1">
            <a:blip r:embed="rId19">
              <a:alphaModFix/>
            </a:blip>
            <a:srcRect/>
            <a:stretch/>
          </p:blipFill>
          <p:spPr>
            <a:xfrm>
              <a:off x="15665832" y="1458118"/>
              <a:ext cx="11683" cy="14611"/>
            </a:xfrm>
            <a:prstGeom prst="rect">
              <a:avLst/>
            </a:prstGeom>
            <a:noFill/>
            <a:ln>
              <a:noFill/>
            </a:ln>
          </p:spPr>
        </p:pic>
        <p:pic>
          <p:nvPicPr>
            <p:cNvPr id="30" name="Google Shape;1129;p6"/>
            <p:cNvPicPr preferRelativeResize="0"/>
            <p:nvPr/>
          </p:nvPicPr>
          <p:blipFill rotWithShape="1">
            <a:blip r:embed="rId20">
              <a:alphaModFix/>
            </a:blip>
            <a:srcRect/>
            <a:stretch/>
          </p:blipFill>
          <p:spPr>
            <a:xfrm>
              <a:off x="15624047" y="1433779"/>
              <a:ext cx="77215" cy="82550"/>
            </a:xfrm>
            <a:prstGeom prst="rect">
              <a:avLst/>
            </a:prstGeom>
            <a:noFill/>
            <a:ln>
              <a:noFill/>
            </a:ln>
          </p:spPr>
        </p:pic>
        <p:pic>
          <p:nvPicPr>
            <p:cNvPr id="31" name="Google Shape;1130;p6"/>
            <p:cNvPicPr preferRelativeResize="0"/>
            <p:nvPr/>
          </p:nvPicPr>
          <p:blipFill rotWithShape="1">
            <a:blip r:embed="rId21">
              <a:alphaModFix/>
            </a:blip>
            <a:srcRect/>
            <a:stretch/>
          </p:blipFill>
          <p:spPr>
            <a:xfrm>
              <a:off x="15824835" y="1228953"/>
              <a:ext cx="64007" cy="65823"/>
            </a:xfrm>
            <a:prstGeom prst="rect">
              <a:avLst/>
            </a:prstGeom>
            <a:noFill/>
            <a:ln>
              <a:noFill/>
            </a:ln>
          </p:spPr>
        </p:pic>
        <p:pic>
          <p:nvPicPr>
            <p:cNvPr id="32" name="Google Shape;1131;p6"/>
            <p:cNvPicPr preferRelativeResize="0"/>
            <p:nvPr/>
          </p:nvPicPr>
          <p:blipFill rotWithShape="1">
            <a:blip r:embed="rId22">
              <a:alphaModFix/>
            </a:blip>
            <a:srcRect/>
            <a:stretch/>
          </p:blipFill>
          <p:spPr>
            <a:xfrm>
              <a:off x="15901289" y="1256068"/>
              <a:ext cx="16763" cy="12915"/>
            </a:xfrm>
            <a:prstGeom prst="rect">
              <a:avLst/>
            </a:prstGeom>
            <a:noFill/>
            <a:ln>
              <a:noFill/>
            </a:ln>
          </p:spPr>
        </p:pic>
        <p:pic>
          <p:nvPicPr>
            <p:cNvPr id="33" name="Google Shape;1132;p6"/>
            <p:cNvPicPr preferRelativeResize="0"/>
            <p:nvPr/>
          </p:nvPicPr>
          <p:blipFill rotWithShape="1">
            <a:blip r:embed="rId19">
              <a:alphaModFix/>
            </a:blip>
            <a:srcRect/>
            <a:stretch/>
          </p:blipFill>
          <p:spPr>
            <a:xfrm>
              <a:off x="15680308" y="1443710"/>
              <a:ext cx="12953" cy="15126"/>
            </a:xfrm>
            <a:prstGeom prst="rect">
              <a:avLst/>
            </a:prstGeom>
            <a:noFill/>
            <a:ln>
              <a:noFill/>
            </a:ln>
          </p:spPr>
        </p:pic>
        <p:pic>
          <p:nvPicPr>
            <p:cNvPr id="34" name="Google Shape;1133;p6"/>
            <p:cNvPicPr preferRelativeResize="0"/>
            <p:nvPr/>
          </p:nvPicPr>
          <p:blipFill rotWithShape="1">
            <a:blip r:embed="rId23">
              <a:alphaModFix/>
            </a:blip>
            <a:srcRect/>
            <a:stretch/>
          </p:blipFill>
          <p:spPr>
            <a:xfrm>
              <a:off x="15931515" y="1237424"/>
              <a:ext cx="9779" cy="7441"/>
            </a:xfrm>
            <a:prstGeom prst="rect">
              <a:avLst/>
            </a:prstGeom>
            <a:noFill/>
            <a:ln>
              <a:noFill/>
            </a:ln>
          </p:spPr>
        </p:pic>
        <p:pic>
          <p:nvPicPr>
            <p:cNvPr id="35" name="Google Shape;1134;p6"/>
            <p:cNvPicPr preferRelativeResize="0"/>
            <p:nvPr/>
          </p:nvPicPr>
          <p:blipFill rotWithShape="1">
            <a:blip r:embed="rId24">
              <a:alphaModFix/>
            </a:blip>
            <a:srcRect/>
            <a:stretch/>
          </p:blipFill>
          <p:spPr>
            <a:xfrm>
              <a:off x="15645638" y="1455191"/>
              <a:ext cx="40257" cy="24181"/>
            </a:xfrm>
            <a:prstGeom prst="rect">
              <a:avLst/>
            </a:prstGeom>
            <a:noFill/>
            <a:ln>
              <a:noFill/>
            </a:ln>
          </p:spPr>
        </p:pic>
        <p:pic>
          <p:nvPicPr>
            <p:cNvPr id="36" name="Google Shape;1135;p6"/>
            <p:cNvPicPr preferRelativeResize="0"/>
            <p:nvPr/>
          </p:nvPicPr>
          <p:blipFill rotWithShape="1">
            <a:blip r:embed="rId25">
              <a:alphaModFix/>
            </a:blip>
            <a:srcRect/>
            <a:stretch/>
          </p:blipFill>
          <p:spPr>
            <a:xfrm>
              <a:off x="15934563" y="1189837"/>
              <a:ext cx="38353" cy="32524"/>
            </a:xfrm>
            <a:prstGeom prst="rect">
              <a:avLst/>
            </a:prstGeom>
            <a:noFill/>
            <a:ln>
              <a:noFill/>
            </a:ln>
          </p:spPr>
        </p:pic>
        <p:pic>
          <p:nvPicPr>
            <p:cNvPr id="37" name="Google Shape;1136;p6"/>
            <p:cNvPicPr preferRelativeResize="0"/>
            <p:nvPr/>
          </p:nvPicPr>
          <p:blipFill rotWithShape="1">
            <a:blip r:embed="rId26">
              <a:alphaModFix/>
            </a:blip>
            <a:srcRect/>
            <a:stretch/>
          </p:blipFill>
          <p:spPr>
            <a:xfrm>
              <a:off x="15687294" y="1443481"/>
              <a:ext cx="5969" cy="7048"/>
            </a:xfrm>
            <a:prstGeom prst="rect">
              <a:avLst/>
            </a:prstGeom>
            <a:noFill/>
            <a:ln>
              <a:noFill/>
            </a:ln>
          </p:spPr>
        </p:pic>
        <p:pic>
          <p:nvPicPr>
            <p:cNvPr id="38" name="Google Shape;1137;p6"/>
            <p:cNvPicPr preferRelativeResize="0"/>
            <p:nvPr/>
          </p:nvPicPr>
          <p:blipFill rotWithShape="1">
            <a:blip r:embed="rId27">
              <a:alphaModFix/>
            </a:blip>
            <a:srcRect/>
            <a:stretch/>
          </p:blipFill>
          <p:spPr>
            <a:xfrm>
              <a:off x="15900400" y="1202498"/>
              <a:ext cx="17907" cy="15100"/>
            </a:xfrm>
            <a:prstGeom prst="rect">
              <a:avLst/>
            </a:prstGeom>
            <a:noFill/>
            <a:ln>
              <a:noFill/>
            </a:ln>
          </p:spPr>
        </p:pic>
        <p:pic>
          <p:nvPicPr>
            <p:cNvPr id="39" name="Google Shape;1138;p6"/>
            <p:cNvPicPr preferRelativeResize="0"/>
            <p:nvPr/>
          </p:nvPicPr>
          <p:blipFill rotWithShape="1">
            <a:blip r:embed="rId25">
              <a:alphaModFix/>
            </a:blip>
            <a:srcRect/>
            <a:stretch/>
          </p:blipFill>
          <p:spPr>
            <a:xfrm>
              <a:off x="15697072" y="1384363"/>
              <a:ext cx="36068" cy="32906"/>
            </a:xfrm>
            <a:prstGeom prst="rect">
              <a:avLst/>
            </a:prstGeom>
            <a:noFill/>
            <a:ln>
              <a:noFill/>
            </a:ln>
          </p:spPr>
        </p:pic>
        <p:pic>
          <p:nvPicPr>
            <p:cNvPr id="40" name="Google Shape;1139;p6"/>
            <p:cNvPicPr preferRelativeResize="0"/>
            <p:nvPr/>
          </p:nvPicPr>
          <p:blipFill rotWithShape="1">
            <a:blip r:embed="rId28">
              <a:alphaModFix/>
            </a:blip>
            <a:srcRect/>
            <a:stretch/>
          </p:blipFill>
          <p:spPr>
            <a:xfrm>
              <a:off x="15621382" y="1488414"/>
              <a:ext cx="43306" cy="44843"/>
            </a:xfrm>
            <a:prstGeom prst="rect">
              <a:avLst/>
            </a:prstGeom>
            <a:noFill/>
            <a:ln>
              <a:noFill/>
            </a:ln>
          </p:spPr>
        </p:pic>
        <p:pic>
          <p:nvPicPr>
            <p:cNvPr id="41" name="Google Shape;1140;p6"/>
            <p:cNvPicPr preferRelativeResize="0"/>
            <p:nvPr/>
          </p:nvPicPr>
          <p:blipFill rotWithShape="1">
            <a:blip r:embed="rId29">
              <a:alphaModFix/>
            </a:blip>
            <a:srcRect/>
            <a:stretch/>
          </p:blipFill>
          <p:spPr>
            <a:xfrm>
              <a:off x="15655415" y="1424228"/>
              <a:ext cx="62101" cy="58038"/>
            </a:xfrm>
            <a:prstGeom prst="rect">
              <a:avLst/>
            </a:prstGeom>
            <a:noFill/>
            <a:ln>
              <a:noFill/>
            </a:ln>
          </p:spPr>
        </p:pic>
        <p:pic>
          <p:nvPicPr>
            <p:cNvPr id="42" name="Google Shape;1141;p6"/>
            <p:cNvPicPr preferRelativeResize="0"/>
            <p:nvPr/>
          </p:nvPicPr>
          <p:blipFill rotWithShape="1">
            <a:blip r:embed="rId28">
              <a:alphaModFix/>
            </a:blip>
            <a:srcRect/>
            <a:stretch/>
          </p:blipFill>
          <p:spPr>
            <a:xfrm>
              <a:off x="15735426" y="1384478"/>
              <a:ext cx="41404" cy="44323"/>
            </a:xfrm>
            <a:prstGeom prst="rect">
              <a:avLst/>
            </a:prstGeom>
            <a:noFill/>
            <a:ln>
              <a:noFill/>
            </a:ln>
          </p:spPr>
        </p:pic>
        <p:pic>
          <p:nvPicPr>
            <p:cNvPr id="43" name="Google Shape;1142;p6"/>
            <p:cNvPicPr preferRelativeResize="0"/>
            <p:nvPr/>
          </p:nvPicPr>
          <p:blipFill rotWithShape="1">
            <a:blip r:embed="rId30">
              <a:alphaModFix/>
            </a:blip>
            <a:srcRect/>
            <a:stretch/>
          </p:blipFill>
          <p:spPr>
            <a:xfrm>
              <a:off x="15792069" y="1308544"/>
              <a:ext cx="3683" cy="3086"/>
            </a:xfrm>
            <a:prstGeom prst="rect">
              <a:avLst/>
            </a:prstGeom>
            <a:noFill/>
            <a:ln>
              <a:noFill/>
            </a:ln>
          </p:spPr>
        </p:pic>
        <p:pic>
          <p:nvPicPr>
            <p:cNvPr id="44" name="Google Shape;1143;p6"/>
            <p:cNvPicPr preferRelativeResize="0"/>
            <p:nvPr/>
          </p:nvPicPr>
          <p:blipFill rotWithShape="1">
            <a:blip r:embed="rId31">
              <a:alphaModFix/>
            </a:blip>
            <a:srcRect/>
            <a:stretch/>
          </p:blipFill>
          <p:spPr>
            <a:xfrm>
              <a:off x="15669387" y="1471840"/>
              <a:ext cx="6223" cy="16459"/>
            </a:xfrm>
            <a:prstGeom prst="rect">
              <a:avLst/>
            </a:prstGeom>
            <a:noFill/>
            <a:ln>
              <a:noFill/>
            </a:ln>
          </p:spPr>
        </p:pic>
        <p:pic>
          <p:nvPicPr>
            <p:cNvPr id="45" name="Google Shape;1144;p6"/>
            <p:cNvPicPr preferRelativeResize="0"/>
            <p:nvPr/>
          </p:nvPicPr>
          <p:blipFill rotWithShape="1">
            <a:blip r:embed="rId23">
              <a:alphaModFix/>
            </a:blip>
            <a:srcRect/>
            <a:stretch/>
          </p:blipFill>
          <p:spPr>
            <a:xfrm>
              <a:off x="15855949" y="1307782"/>
              <a:ext cx="7747" cy="7251"/>
            </a:xfrm>
            <a:prstGeom prst="rect">
              <a:avLst/>
            </a:prstGeom>
            <a:noFill/>
            <a:ln>
              <a:noFill/>
            </a:ln>
          </p:spPr>
        </p:pic>
        <p:pic>
          <p:nvPicPr>
            <p:cNvPr id="46" name="Google Shape;1145;p6"/>
            <p:cNvPicPr preferRelativeResize="0"/>
            <p:nvPr/>
          </p:nvPicPr>
          <p:blipFill rotWithShape="1">
            <a:blip r:embed="rId19">
              <a:alphaModFix/>
            </a:blip>
            <a:srcRect/>
            <a:stretch/>
          </p:blipFill>
          <p:spPr>
            <a:xfrm>
              <a:off x="15814928" y="1337019"/>
              <a:ext cx="14478" cy="13536"/>
            </a:xfrm>
            <a:prstGeom prst="rect">
              <a:avLst/>
            </a:prstGeom>
            <a:noFill/>
            <a:ln>
              <a:noFill/>
            </a:ln>
          </p:spPr>
        </p:pic>
        <p:pic>
          <p:nvPicPr>
            <p:cNvPr id="47" name="Google Shape;1146;p6"/>
            <p:cNvPicPr preferRelativeResize="0"/>
            <p:nvPr/>
          </p:nvPicPr>
          <p:blipFill rotWithShape="1">
            <a:blip r:embed="rId32">
              <a:alphaModFix/>
            </a:blip>
            <a:srcRect/>
            <a:stretch/>
          </p:blipFill>
          <p:spPr>
            <a:xfrm>
              <a:off x="15642464" y="1463712"/>
              <a:ext cx="54101" cy="18427"/>
            </a:xfrm>
            <a:prstGeom prst="rect">
              <a:avLst/>
            </a:prstGeom>
            <a:noFill/>
            <a:ln>
              <a:noFill/>
            </a:ln>
          </p:spPr>
        </p:pic>
        <p:pic>
          <p:nvPicPr>
            <p:cNvPr id="48" name="Google Shape;1147;p6"/>
            <p:cNvPicPr preferRelativeResize="0"/>
            <p:nvPr/>
          </p:nvPicPr>
          <p:blipFill rotWithShape="1">
            <a:blip r:embed="rId33">
              <a:alphaModFix/>
            </a:blip>
            <a:srcRect/>
            <a:stretch/>
          </p:blipFill>
          <p:spPr>
            <a:xfrm>
              <a:off x="15736443" y="1349425"/>
              <a:ext cx="19811" cy="21031"/>
            </a:xfrm>
            <a:prstGeom prst="rect">
              <a:avLst/>
            </a:prstGeom>
            <a:noFill/>
            <a:ln>
              <a:noFill/>
            </a:ln>
          </p:spPr>
        </p:pic>
        <p:pic>
          <p:nvPicPr>
            <p:cNvPr id="49" name="Google Shape;1148;p6"/>
            <p:cNvPicPr preferRelativeResize="0"/>
            <p:nvPr/>
          </p:nvPicPr>
          <p:blipFill rotWithShape="1">
            <a:blip r:embed="rId34">
              <a:alphaModFix/>
            </a:blip>
            <a:srcRect/>
            <a:stretch/>
          </p:blipFill>
          <p:spPr>
            <a:xfrm>
              <a:off x="15651227" y="1473301"/>
              <a:ext cx="22858" cy="37363"/>
            </a:xfrm>
            <a:prstGeom prst="rect">
              <a:avLst/>
            </a:prstGeom>
            <a:noFill/>
            <a:ln>
              <a:noFill/>
            </a:ln>
          </p:spPr>
        </p:pic>
        <p:pic>
          <p:nvPicPr>
            <p:cNvPr id="50" name="Google Shape;1149;p6"/>
            <p:cNvPicPr preferRelativeResize="0"/>
            <p:nvPr/>
          </p:nvPicPr>
          <p:blipFill rotWithShape="1">
            <a:blip r:embed="rId26">
              <a:alphaModFix/>
            </a:blip>
            <a:srcRect/>
            <a:stretch/>
          </p:blipFill>
          <p:spPr>
            <a:xfrm>
              <a:off x="15677895" y="1470151"/>
              <a:ext cx="5716" cy="9284"/>
            </a:xfrm>
            <a:prstGeom prst="rect">
              <a:avLst/>
            </a:prstGeom>
            <a:noFill/>
            <a:ln>
              <a:noFill/>
            </a:ln>
          </p:spPr>
        </p:pic>
        <p:pic>
          <p:nvPicPr>
            <p:cNvPr id="51" name="Google Shape;1150;p6"/>
            <p:cNvPicPr preferRelativeResize="0"/>
            <p:nvPr/>
          </p:nvPicPr>
          <p:blipFill rotWithShape="1">
            <a:blip r:embed="rId30">
              <a:alphaModFix/>
            </a:blip>
            <a:srcRect/>
            <a:stretch/>
          </p:blipFill>
          <p:spPr>
            <a:xfrm>
              <a:off x="15670911" y="1472793"/>
              <a:ext cx="2016" cy="2222"/>
            </a:xfrm>
            <a:prstGeom prst="rect">
              <a:avLst/>
            </a:prstGeom>
            <a:noFill/>
            <a:ln>
              <a:noFill/>
            </a:ln>
          </p:spPr>
        </p:pic>
        <p:pic>
          <p:nvPicPr>
            <p:cNvPr id="52" name="Google Shape;1151;p6"/>
            <p:cNvPicPr preferRelativeResize="0"/>
            <p:nvPr/>
          </p:nvPicPr>
          <p:blipFill rotWithShape="1">
            <a:blip r:embed="rId35">
              <a:alphaModFix/>
            </a:blip>
            <a:srcRect/>
            <a:stretch/>
          </p:blipFill>
          <p:spPr>
            <a:xfrm>
              <a:off x="15935325" y="1214271"/>
              <a:ext cx="18032" cy="26936"/>
            </a:xfrm>
            <a:prstGeom prst="rect">
              <a:avLst/>
            </a:prstGeom>
            <a:noFill/>
            <a:ln>
              <a:noFill/>
            </a:ln>
          </p:spPr>
        </p:pic>
        <p:pic>
          <p:nvPicPr>
            <p:cNvPr id="53" name="Google Shape;1152;p6"/>
            <p:cNvPicPr preferRelativeResize="0"/>
            <p:nvPr/>
          </p:nvPicPr>
          <p:blipFill rotWithShape="1">
            <a:blip r:embed="rId36">
              <a:alphaModFix/>
            </a:blip>
            <a:srcRect/>
            <a:stretch/>
          </p:blipFill>
          <p:spPr>
            <a:xfrm>
              <a:off x="15635477" y="1434134"/>
              <a:ext cx="66255" cy="61188"/>
            </a:xfrm>
            <a:prstGeom prst="rect">
              <a:avLst/>
            </a:prstGeom>
            <a:noFill/>
            <a:ln>
              <a:noFill/>
            </a:ln>
          </p:spPr>
        </p:pic>
        <p:pic>
          <p:nvPicPr>
            <p:cNvPr id="54" name="Google Shape;1153;p6"/>
            <p:cNvPicPr preferRelativeResize="0"/>
            <p:nvPr/>
          </p:nvPicPr>
          <p:blipFill rotWithShape="1">
            <a:blip r:embed="rId30">
              <a:alphaModFix/>
            </a:blip>
            <a:srcRect/>
            <a:stretch/>
          </p:blipFill>
          <p:spPr>
            <a:xfrm>
              <a:off x="15682468" y="1428520"/>
              <a:ext cx="1650" cy="1777"/>
            </a:xfrm>
            <a:prstGeom prst="rect">
              <a:avLst/>
            </a:prstGeom>
            <a:noFill/>
            <a:ln>
              <a:noFill/>
            </a:ln>
          </p:spPr>
        </p:pic>
        <p:pic>
          <p:nvPicPr>
            <p:cNvPr id="55" name="Google Shape;1154;p6"/>
            <p:cNvPicPr preferRelativeResize="0"/>
            <p:nvPr/>
          </p:nvPicPr>
          <p:blipFill rotWithShape="1">
            <a:blip r:embed="rId37">
              <a:alphaModFix/>
            </a:blip>
            <a:srcRect/>
            <a:stretch/>
          </p:blipFill>
          <p:spPr>
            <a:xfrm>
              <a:off x="15639413" y="1470418"/>
              <a:ext cx="26036" cy="30924"/>
            </a:xfrm>
            <a:prstGeom prst="rect">
              <a:avLst/>
            </a:prstGeom>
            <a:noFill/>
            <a:ln>
              <a:noFill/>
            </a:ln>
          </p:spPr>
        </p:pic>
        <p:pic>
          <p:nvPicPr>
            <p:cNvPr id="56" name="Google Shape;1155;p6"/>
            <p:cNvPicPr preferRelativeResize="0"/>
            <p:nvPr/>
          </p:nvPicPr>
          <p:blipFill rotWithShape="1">
            <a:blip r:embed="rId38">
              <a:alphaModFix/>
            </a:blip>
            <a:srcRect/>
            <a:stretch/>
          </p:blipFill>
          <p:spPr>
            <a:xfrm>
              <a:off x="15666974" y="1440497"/>
              <a:ext cx="15363" cy="20408"/>
            </a:xfrm>
            <a:prstGeom prst="rect">
              <a:avLst/>
            </a:prstGeom>
            <a:noFill/>
            <a:ln>
              <a:noFill/>
            </a:ln>
          </p:spPr>
        </p:pic>
        <p:pic>
          <p:nvPicPr>
            <p:cNvPr id="57" name="Google Shape;1156;p6"/>
            <p:cNvPicPr preferRelativeResize="0"/>
            <p:nvPr/>
          </p:nvPicPr>
          <p:blipFill rotWithShape="1">
            <a:blip r:embed="rId30">
              <a:alphaModFix/>
            </a:blip>
            <a:srcRect/>
            <a:stretch/>
          </p:blipFill>
          <p:spPr>
            <a:xfrm>
              <a:off x="15953358" y="1215466"/>
              <a:ext cx="2285" cy="1803"/>
            </a:xfrm>
            <a:prstGeom prst="rect">
              <a:avLst/>
            </a:prstGeom>
            <a:noFill/>
            <a:ln>
              <a:noFill/>
            </a:ln>
          </p:spPr>
        </p:pic>
        <p:pic>
          <p:nvPicPr>
            <p:cNvPr id="58" name="Google Shape;1157;p6"/>
            <p:cNvPicPr preferRelativeResize="0"/>
            <p:nvPr/>
          </p:nvPicPr>
          <p:blipFill rotWithShape="1">
            <a:blip r:embed="rId39">
              <a:alphaModFix/>
            </a:blip>
            <a:srcRect/>
            <a:stretch/>
          </p:blipFill>
          <p:spPr>
            <a:xfrm>
              <a:off x="15685896" y="1402969"/>
              <a:ext cx="39878" cy="43675"/>
            </a:xfrm>
            <a:prstGeom prst="rect">
              <a:avLst/>
            </a:prstGeom>
            <a:noFill/>
            <a:ln>
              <a:noFill/>
            </a:ln>
          </p:spPr>
        </p:pic>
        <p:pic>
          <p:nvPicPr>
            <p:cNvPr id="59" name="Google Shape;1158;p6"/>
            <p:cNvPicPr preferRelativeResize="0"/>
            <p:nvPr/>
          </p:nvPicPr>
          <p:blipFill rotWithShape="1">
            <a:blip r:embed="rId40">
              <a:alphaModFix/>
            </a:blip>
            <a:srcRect/>
            <a:stretch/>
          </p:blipFill>
          <p:spPr>
            <a:xfrm>
              <a:off x="15880588" y="1270151"/>
              <a:ext cx="20192" cy="18008"/>
            </a:xfrm>
            <a:prstGeom prst="rect">
              <a:avLst/>
            </a:prstGeom>
            <a:noFill/>
            <a:ln>
              <a:noFill/>
            </a:ln>
          </p:spPr>
        </p:pic>
        <p:pic>
          <p:nvPicPr>
            <p:cNvPr id="60" name="Google Shape;1159;p6"/>
            <p:cNvPicPr preferRelativeResize="0"/>
            <p:nvPr/>
          </p:nvPicPr>
          <p:blipFill rotWithShape="1">
            <a:blip r:embed="rId41">
              <a:alphaModFix/>
            </a:blip>
            <a:srcRect/>
            <a:stretch/>
          </p:blipFill>
          <p:spPr>
            <a:xfrm>
              <a:off x="15668497" y="1475943"/>
              <a:ext cx="10794" cy="10998"/>
            </a:xfrm>
            <a:prstGeom prst="rect">
              <a:avLst/>
            </a:prstGeom>
            <a:noFill/>
            <a:ln>
              <a:noFill/>
            </a:ln>
          </p:spPr>
        </p:pic>
        <p:pic>
          <p:nvPicPr>
            <p:cNvPr id="61" name="Google Shape;1160;p6"/>
            <p:cNvPicPr preferRelativeResize="0"/>
            <p:nvPr/>
          </p:nvPicPr>
          <p:blipFill rotWithShape="1">
            <a:blip r:embed="rId30">
              <a:alphaModFix/>
            </a:blip>
            <a:srcRect/>
            <a:stretch/>
          </p:blipFill>
          <p:spPr>
            <a:xfrm>
              <a:off x="15965170" y="1207667"/>
              <a:ext cx="2031" cy="1511"/>
            </a:xfrm>
            <a:prstGeom prst="rect">
              <a:avLst/>
            </a:prstGeom>
            <a:noFill/>
            <a:ln>
              <a:noFill/>
            </a:ln>
          </p:spPr>
        </p:pic>
        <p:pic>
          <p:nvPicPr>
            <p:cNvPr id="62" name="Google Shape;1161;p6"/>
            <p:cNvPicPr preferRelativeResize="0"/>
            <p:nvPr/>
          </p:nvPicPr>
          <p:blipFill rotWithShape="1">
            <a:blip r:embed="rId30">
              <a:alphaModFix/>
            </a:blip>
            <a:srcRect/>
            <a:stretch/>
          </p:blipFill>
          <p:spPr>
            <a:xfrm>
              <a:off x="15889350" y="1220514"/>
              <a:ext cx="1737" cy="1353"/>
            </a:xfrm>
            <a:prstGeom prst="rect">
              <a:avLst/>
            </a:prstGeom>
            <a:noFill/>
            <a:ln>
              <a:noFill/>
            </a:ln>
          </p:spPr>
        </p:pic>
        <p:pic>
          <p:nvPicPr>
            <p:cNvPr id="63" name="Google Shape;1162;p6"/>
            <p:cNvPicPr preferRelativeResize="0"/>
            <p:nvPr/>
          </p:nvPicPr>
          <p:blipFill rotWithShape="1">
            <a:blip r:embed="rId31">
              <a:alphaModFix/>
            </a:blip>
            <a:srcRect/>
            <a:stretch/>
          </p:blipFill>
          <p:spPr>
            <a:xfrm>
              <a:off x="15948024" y="1190968"/>
              <a:ext cx="2666" cy="11276"/>
            </a:xfrm>
            <a:prstGeom prst="rect">
              <a:avLst/>
            </a:prstGeom>
            <a:noFill/>
            <a:ln>
              <a:noFill/>
            </a:ln>
          </p:spPr>
        </p:pic>
        <p:pic>
          <p:nvPicPr>
            <p:cNvPr id="64" name="Google Shape;1163;p6"/>
            <p:cNvPicPr preferRelativeResize="0"/>
            <p:nvPr/>
          </p:nvPicPr>
          <p:blipFill rotWithShape="1">
            <a:blip r:embed="rId42">
              <a:alphaModFix/>
            </a:blip>
            <a:srcRect/>
            <a:stretch/>
          </p:blipFill>
          <p:spPr>
            <a:xfrm>
              <a:off x="15672053" y="1466291"/>
              <a:ext cx="20955" cy="4953"/>
            </a:xfrm>
            <a:prstGeom prst="rect">
              <a:avLst/>
            </a:prstGeom>
            <a:noFill/>
            <a:ln>
              <a:noFill/>
            </a:ln>
          </p:spPr>
        </p:pic>
        <p:pic>
          <p:nvPicPr>
            <p:cNvPr id="65" name="Google Shape;1164;p6"/>
            <p:cNvPicPr preferRelativeResize="0"/>
            <p:nvPr/>
          </p:nvPicPr>
          <p:blipFill rotWithShape="1">
            <a:blip r:embed="rId41">
              <a:alphaModFix/>
            </a:blip>
            <a:srcRect/>
            <a:stretch/>
          </p:blipFill>
          <p:spPr>
            <a:xfrm>
              <a:off x="15636113" y="1508607"/>
              <a:ext cx="11047" cy="10440"/>
            </a:xfrm>
            <a:prstGeom prst="rect">
              <a:avLst/>
            </a:prstGeom>
            <a:noFill/>
            <a:ln>
              <a:noFill/>
            </a:ln>
          </p:spPr>
        </p:pic>
        <p:pic>
          <p:nvPicPr>
            <p:cNvPr id="66" name="Google Shape;1165;p6"/>
            <p:cNvPicPr preferRelativeResize="0"/>
            <p:nvPr/>
          </p:nvPicPr>
          <p:blipFill rotWithShape="1">
            <a:blip r:embed="rId43">
              <a:alphaModFix/>
            </a:blip>
            <a:srcRect/>
            <a:stretch/>
          </p:blipFill>
          <p:spPr>
            <a:xfrm>
              <a:off x="15891128" y="1207223"/>
              <a:ext cx="68581" cy="70726"/>
            </a:xfrm>
            <a:prstGeom prst="rect">
              <a:avLst/>
            </a:prstGeom>
            <a:noFill/>
            <a:ln>
              <a:noFill/>
            </a:ln>
          </p:spPr>
        </p:pic>
        <p:pic>
          <p:nvPicPr>
            <p:cNvPr id="67" name="Google Shape;1166;p6"/>
            <p:cNvPicPr preferRelativeResize="0"/>
            <p:nvPr/>
          </p:nvPicPr>
          <p:blipFill rotWithShape="1">
            <a:blip r:embed="rId30">
              <a:alphaModFix/>
            </a:blip>
            <a:srcRect/>
            <a:stretch/>
          </p:blipFill>
          <p:spPr>
            <a:xfrm>
              <a:off x="15658338" y="1504264"/>
              <a:ext cx="1142" cy="1396"/>
            </a:xfrm>
            <a:prstGeom prst="rect">
              <a:avLst/>
            </a:prstGeom>
            <a:noFill/>
            <a:ln>
              <a:noFill/>
            </a:ln>
          </p:spPr>
        </p:pic>
        <p:pic>
          <p:nvPicPr>
            <p:cNvPr id="68" name="Google Shape;1167;p6"/>
            <p:cNvPicPr preferRelativeResize="0"/>
            <p:nvPr/>
          </p:nvPicPr>
          <p:blipFill rotWithShape="1">
            <a:blip r:embed="rId27">
              <a:alphaModFix/>
            </a:blip>
            <a:srcRect/>
            <a:stretch/>
          </p:blipFill>
          <p:spPr>
            <a:xfrm>
              <a:off x="15658718" y="1475486"/>
              <a:ext cx="14975" cy="22047"/>
            </a:xfrm>
            <a:prstGeom prst="rect">
              <a:avLst/>
            </a:prstGeom>
            <a:noFill/>
            <a:ln>
              <a:noFill/>
            </a:ln>
          </p:spPr>
        </p:pic>
        <p:pic>
          <p:nvPicPr>
            <p:cNvPr id="69" name="Google Shape;1168;p6"/>
            <p:cNvPicPr preferRelativeResize="0"/>
            <p:nvPr/>
          </p:nvPicPr>
          <p:blipFill rotWithShape="1">
            <a:blip r:embed="rId30">
              <a:alphaModFix/>
            </a:blip>
            <a:srcRect/>
            <a:stretch/>
          </p:blipFill>
          <p:spPr>
            <a:xfrm>
              <a:off x="15635858" y="1500797"/>
              <a:ext cx="1143" cy="1409"/>
            </a:xfrm>
            <a:prstGeom prst="rect">
              <a:avLst/>
            </a:prstGeom>
            <a:noFill/>
            <a:ln>
              <a:noFill/>
            </a:ln>
          </p:spPr>
        </p:pic>
        <p:pic>
          <p:nvPicPr>
            <p:cNvPr id="70" name="Google Shape;1169;p6"/>
            <p:cNvPicPr preferRelativeResize="0"/>
            <p:nvPr/>
          </p:nvPicPr>
          <p:blipFill rotWithShape="1">
            <a:blip r:embed="rId26">
              <a:alphaModFix/>
            </a:blip>
            <a:srcRect/>
            <a:stretch/>
          </p:blipFill>
          <p:spPr>
            <a:xfrm>
              <a:off x="15916403" y="1201216"/>
              <a:ext cx="2412" cy="5473"/>
            </a:xfrm>
            <a:prstGeom prst="rect">
              <a:avLst/>
            </a:prstGeom>
            <a:noFill/>
            <a:ln>
              <a:noFill/>
            </a:ln>
          </p:spPr>
        </p:pic>
        <p:pic>
          <p:nvPicPr>
            <p:cNvPr id="71" name="Google Shape;1170;p6"/>
            <p:cNvPicPr preferRelativeResize="0"/>
            <p:nvPr/>
          </p:nvPicPr>
          <p:blipFill rotWithShape="1">
            <a:blip r:embed="rId30">
              <a:alphaModFix/>
            </a:blip>
            <a:srcRect/>
            <a:stretch/>
          </p:blipFill>
          <p:spPr>
            <a:xfrm>
              <a:off x="15947768" y="1197292"/>
              <a:ext cx="1650" cy="1346"/>
            </a:xfrm>
            <a:prstGeom prst="rect">
              <a:avLst/>
            </a:prstGeom>
            <a:noFill/>
            <a:ln>
              <a:noFill/>
            </a:ln>
          </p:spPr>
        </p:pic>
        <p:pic>
          <p:nvPicPr>
            <p:cNvPr id="72" name="Google Shape;1171;p6"/>
            <p:cNvPicPr preferRelativeResize="0"/>
            <p:nvPr/>
          </p:nvPicPr>
          <p:blipFill rotWithShape="1">
            <a:blip r:embed="rId30">
              <a:alphaModFix/>
            </a:blip>
            <a:srcRect/>
            <a:stretch/>
          </p:blipFill>
          <p:spPr>
            <a:xfrm>
              <a:off x="15933039" y="1198486"/>
              <a:ext cx="1016" cy="901"/>
            </a:xfrm>
            <a:prstGeom prst="rect">
              <a:avLst/>
            </a:prstGeom>
            <a:noFill/>
            <a:ln>
              <a:noFill/>
            </a:ln>
          </p:spPr>
        </p:pic>
        <p:pic>
          <p:nvPicPr>
            <p:cNvPr id="73" name="Google Shape;1172;p6"/>
            <p:cNvPicPr preferRelativeResize="0"/>
            <p:nvPr/>
          </p:nvPicPr>
          <p:blipFill rotWithShape="1">
            <a:blip r:embed="rId41">
              <a:alphaModFix/>
            </a:blip>
            <a:srcRect/>
            <a:stretch/>
          </p:blipFill>
          <p:spPr>
            <a:xfrm>
              <a:off x="15708375" y="1446885"/>
              <a:ext cx="8508" cy="9461"/>
            </a:xfrm>
            <a:prstGeom prst="rect">
              <a:avLst/>
            </a:prstGeom>
            <a:noFill/>
            <a:ln>
              <a:noFill/>
            </a:ln>
          </p:spPr>
        </p:pic>
        <p:pic>
          <p:nvPicPr>
            <p:cNvPr id="74" name="Google Shape;1173;p6"/>
            <p:cNvPicPr preferRelativeResize="0"/>
            <p:nvPr/>
          </p:nvPicPr>
          <p:blipFill rotWithShape="1">
            <a:blip r:embed="rId44">
              <a:alphaModFix/>
            </a:blip>
            <a:srcRect/>
            <a:stretch/>
          </p:blipFill>
          <p:spPr>
            <a:xfrm>
              <a:off x="15635731" y="1459281"/>
              <a:ext cx="44576" cy="50317"/>
            </a:xfrm>
            <a:prstGeom prst="rect">
              <a:avLst/>
            </a:prstGeom>
            <a:noFill/>
            <a:ln>
              <a:noFill/>
            </a:ln>
          </p:spPr>
        </p:pic>
        <p:pic>
          <p:nvPicPr>
            <p:cNvPr id="75" name="Google Shape;1174;p6"/>
            <p:cNvPicPr preferRelativeResize="0"/>
            <p:nvPr/>
          </p:nvPicPr>
          <p:blipFill rotWithShape="1">
            <a:blip r:embed="rId19">
              <a:alphaModFix/>
            </a:blip>
            <a:srcRect/>
            <a:stretch/>
          </p:blipFill>
          <p:spPr>
            <a:xfrm>
              <a:off x="15874619" y="1283156"/>
              <a:ext cx="14985" cy="14605"/>
            </a:xfrm>
            <a:prstGeom prst="rect">
              <a:avLst/>
            </a:prstGeom>
            <a:noFill/>
            <a:ln>
              <a:noFill/>
            </a:ln>
          </p:spPr>
        </p:pic>
        <p:pic>
          <p:nvPicPr>
            <p:cNvPr id="76" name="Google Shape;1175;p6"/>
            <p:cNvPicPr preferRelativeResize="0"/>
            <p:nvPr/>
          </p:nvPicPr>
          <p:blipFill rotWithShape="1">
            <a:blip r:embed="rId26">
              <a:alphaModFix/>
            </a:blip>
            <a:srcRect/>
            <a:stretch/>
          </p:blipFill>
          <p:spPr>
            <a:xfrm>
              <a:off x="15918686" y="1247634"/>
              <a:ext cx="9400" cy="9678"/>
            </a:xfrm>
            <a:prstGeom prst="rect">
              <a:avLst/>
            </a:prstGeom>
            <a:noFill/>
            <a:ln>
              <a:noFill/>
            </a:ln>
          </p:spPr>
        </p:pic>
        <p:pic>
          <p:nvPicPr>
            <p:cNvPr id="77" name="Google Shape;1176;p6"/>
            <p:cNvPicPr preferRelativeResize="0"/>
            <p:nvPr/>
          </p:nvPicPr>
          <p:blipFill rotWithShape="1">
            <a:blip r:embed="rId30">
              <a:alphaModFix/>
            </a:blip>
            <a:srcRect/>
            <a:stretch/>
          </p:blipFill>
          <p:spPr>
            <a:xfrm>
              <a:off x="15679419" y="1471002"/>
              <a:ext cx="761" cy="787"/>
            </a:xfrm>
            <a:prstGeom prst="rect">
              <a:avLst/>
            </a:prstGeom>
            <a:noFill/>
            <a:ln>
              <a:noFill/>
            </a:ln>
          </p:spPr>
        </p:pic>
        <p:pic>
          <p:nvPicPr>
            <p:cNvPr id="78" name="Google Shape;1177;p6"/>
            <p:cNvPicPr preferRelativeResize="0"/>
            <p:nvPr/>
          </p:nvPicPr>
          <p:blipFill rotWithShape="1">
            <a:blip r:embed="rId30">
              <a:alphaModFix/>
            </a:blip>
            <a:srcRect/>
            <a:stretch/>
          </p:blipFill>
          <p:spPr>
            <a:xfrm>
              <a:off x="15943199" y="1229410"/>
              <a:ext cx="1905" cy="1625"/>
            </a:xfrm>
            <a:prstGeom prst="rect">
              <a:avLst/>
            </a:prstGeom>
            <a:noFill/>
            <a:ln>
              <a:noFill/>
            </a:ln>
          </p:spPr>
        </p:pic>
        <p:pic>
          <p:nvPicPr>
            <p:cNvPr id="79" name="Google Shape;1178;p6"/>
            <p:cNvPicPr preferRelativeResize="0"/>
            <p:nvPr/>
          </p:nvPicPr>
          <p:blipFill rotWithShape="1">
            <a:blip r:embed="rId23">
              <a:alphaModFix/>
            </a:blip>
            <a:srcRect/>
            <a:stretch/>
          </p:blipFill>
          <p:spPr>
            <a:xfrm>
              <a:off x="15685389" y="1446009"/>
              <a:ext cx="9270" cy="4195"/>
            </a:xfrm>
            <a:prstGeom prst="rect">
              <a:avLst/>
            </a:prstGeom>
            <a:noFill/>
            <a:ln>
              <a:noFill/>
            </a:ln>
          </p:spPr>
        </p:pic>
        <p:pic>
          <p:nvPicPr>
            <p:cNvPr id="80" name="Google Shape;1179;p6"/>
            <p:cNvPicPr preferRelativeResize="0"/>
            <p:nvPr/>
          </p:nvPicPr>
          <p:blipFill rotWithShape="1">
            <a:blip r:embed="rId23">
              <a:alphaModFix/>
            </a:blip>
            <a:srcRect/>
            <a:stretch/>
          </p:blipFill>
          <p:spPr>
            <a:xfrm>
              <a:off x="15917672" y="1204010"/>
              <a:ext cx="1509" cy="1143"/>
            </a:xfrm>
            <a:prstGeom prst="rect">
              <a:avLst/>
            </a:prstGeom>
            <a:noFill/>
            <a:ln>
              <a:noFill/>
            </a:ln>
          </p:spPr>
        </p:pic>
        <p:pic>
          <p:nvPicPr>
            <p:cNvPr id="81" name="Google Shape;1180;p6"/>
            <p:cNvPicPr preferRelativeResize="0"/>
            <p:nvPr/>
          </p:nvPicPr>
          <p:blipFill rotWithShape="1">
            <a:blip r:embed="rId45">
              <a:alphaModFix/>
            </a:blip>
            <a:srcRect/>
            <a:stretch/>
          </p:blipFill>
          <p:spPr>
            <a:xfrm>
              <a:off x="15655797" y="1465847"/>
              <a:ext cx="29209" cy="40131"/>
            </a:xfrm>
            <a:prstGeom prst="rect">
              <a:avLst/>
            </a:prstGeom>
            <a:noFill/>
            <a:ln>
              <a:noFill/>
            </a:ln>
          </p:spPr>
        </p:pic>
        <p:pic>
          <p:nvPicPr>
            <p:cNvPr id="82" name="Google Shape;1181;p6"/>
            <p:cNvPicPr preferRelativeResize="0"/>
            <p:nvPr/>
          </p:nvPicPr>
          <p:blipFill rotWithShape="1">
            <a:blip r:embed="rId26">
              <a:alphaModFix/>
            </a:blip>
            <a:srcRect/>
            <a:stretch/>
          </p:blipFill>
          <p:spPr>
            <a:xfrm>
              <a:off x="15648431" y="1495513"/>
              <a:ext cx="635" cy="888"/>
            </a:xfrm>
            <a:prstGeom prst="rect">
              <a:avLst/>
            </a:prstGeom>
            <a:noFill/>
            <a:ln>
              <a:noFill/>
            </a:ln>
          </p:spPr>
        </p:pic>
        <p:pic>
          <p:nvPicPr>
            <p:cNvPr id="83" name="Google Shape;1182;p6"/>
            <p:cNvPicPr preferRelativeResize="0"/>
            <p:nvPr/>
          </p:nvPicPr>
          <p:blipFill rotWithShape="1">
            <a:blip r:embed="rId30">
              <a:alphaModFix/>
            </a:blip>
            <a:srcRect/>
            <a:stretch/>
          </p:blipFill>
          <p:spPr>
            <a:xfrm>
              <a:off x="15700882" y="1433945"/>
              <a:ext cx="889" cy="977"/>
            </a:xfrm>
            <a:prstGeom prst="rect">
              <a:avLst/>
            </a:prstGeom>
            <a:noFill/>
            <a:ln>
              <a:noFill/>
            </a:ln>
          </p:spPr>
        </p:pic>
        <p:pic>
          <p:nvPicPr>
            <p:cNvPr id="84" name="Google Shape;1183;p6"/>
            <p:cNvPicPr preferRelativeResize="0"/>
            <p:nvPr/>
          </p:nvPicPr>
          <p:blipFill rotWithShape="1">
            <a:blip r:embed="rId46">
              <a:alphaModFix/>
            </a:blip>
            <a:srcRect/>
            <a:stretch/>
          </p:blipFill>
          <p:spPr>
            <a:xfrm>
              <a:off x="15634335" y="1432801"/>
              <a:ext cx="68198" cy="66675"/>
            </a:xfrm>
            <a:prstGeom prst="rect">
              <a:avLst/>
            </a:prstGeom>
            <a:noFill/>
            <a:ln>
              <a:noFill/>
            </a:ln>
          </p:spPr>
        </p:pic>
        <p:pic>
          <p:nvPicPr>
            <p:cNvPr id="85" name="Google Shape;1184;p6"/>
            <p:cNvPicPr preferRelativeResize="0"/>
            <p:nvPr/>
          </p:nvPicPr>
          <p:blipFill rotWithShape="1">
            <a:blip r:embed="rId47">
              <a:alphaModFix/>
            </a:blip>
            <a:srcRect/>
            <a:stretch/>
          </p:blipFill>
          <p:spPr>
            <a:xfrm>
              <a:off x="15829154" y="1205179"/>
              <a:ext cx="88645" cy="72174"/>
            </a:xfrm>
            <a:prstGeom prst="rect">
              <a:avLst/>
            </a:prstGeom>
            <a:noFill/>
            <a:ln>
              <a:noFill/>
            </a:ln>
          </p:spPr>
        </p:pic>
        <p:pic>
          <p:nvPicPr>
            <p:cNvPr id="86" name="Google Shape;1185;p6"/>
            <p:cNvPicPr preferRelativeResize="0"/>
            <p:nvPr/>
          </p:nvPicPr>
          <p:blipFill rotWithShape="1">
            <a:blip r:embed="rId48">
              <a:alphaModFix/>
            </a:blip>
            <a:srcRect/>
            <a:stretch/>
          </p:blipFill>
          <p:spPr>
            <a:xfrm>
              <a:off x="15914241" y="1200353"/>
              <a:ext cx="12192" cy="4266"/>
            </a:xfrm>
            <a:prstGeom prst="rect">
              <a:avLst/>
            </a:prstGeom>
            <a:noFill/>
            <a:ln>
              <a:noFill/>
            </a:ln>
          </p:spPr>
        </p:pic>
        <p:pic>
          <p:nvPicPr>
            <p:cNvPr id="87" name="Google Shape;1186;p6"/>
            <p:cNvPicPr preferRelativeResize="0"/>
            <p:nvPr/>
          </p:nvPicPr>
          <p:blipFill rotWithShape="1">
            <a:blip r:embed="rId49">
              <a:alphaModFix/>
            </a:blip>
            <a:srcRect/>
            <a:stretch/>
          </p:blipFill>
          <p:spPr>
            <a:xfrm>
              <a:off x="15619221" y="1424419"/>
              <a:ext cx="68835" cy="86803"/>
            </a:xfrm>
            <a:prstGeom prst="rect">
              <a:avLst/>
            </a:prstGeom>
            <a:noFill/>
            <a:ln>
              <a:noFill/>
            </a:ln>
          </p:spPr>
        </p:pic>
        <p:pic>
          <p:nvPicPr>
            <p:cNvPr id="88" name="Google Shape;1187;p6"/>
            <p:cNvPicPr preferRelativeResize="0"/>
            <p:nvPr/>
          </p:nvPicPr>
          <p:blipFill rotWithShape="1">
            <a:blip r:embed="rId30">
              <a:alphaModFix/>
            </a:blip>
            <a:srcRect/>
            <a:stretch/>
          </p:blipFill>
          <p:spPr>
            <a:xfrm>
              <a:off x="15909036" y="1261630"/>
              <a:ext cx="1143" cy="1028"/>
            </a:xfrm>
            <a:prstGeom prst="rect">
              <a:avLst/>
            </a:prstGeom>
            <a:noFill/>
            <a:ln>
              <a:noFill/>
            </a:ln>
          </p:spPr>
        </p:pic>
        <p:pic>
          <p:nvPicPr>
            <p:cNvPr id="89" name="Google Shape;1188;p6"/>
            <p:cNvPicPr preferRelativeResize="0"/>
            <p:nvPr/>
          </p:nvPicPr>
          <p:blipFill rotWithShape="1">
            <a:blip r:embed="rId23">
              <a:alphaModFix/>
            </a:blip>
            <a:srcRect/>
            <a:stretch/>
          </p:blipFill>
          <p:spPr>
            <a:xfrm>
              <a:off x="15915894" y="1250937"/>
              <a:ext cx="9015" cy="7848"/>
            </a:xfrm>
            <a:prstGeom prst="rect">
              <a:avLst/>
            </a:prstGeom>
            <a:noFill/>
            <a:ln>
              <a:noFill/>
            </a:ln>
          </p:spPr>
        </p:pic>
        <p:pic>
          <p:nvPicPr>
            <p:cNvPr id="90" name="Google Shape;1189;p6"/>
            <p:cNvPicPr preferRelativeResize="0"/>
            <p:nvPr/>
          </p:nvPicPr>
          <p:blipFill rotWithShape="1">
            <a:blip r:embed="rId30">
              <a:alphaModFix/>
            </a:blip>
            <a:srcRect/>
            <a:stretch/>
          </p:blipFill>
          <p:spPr>
            <a:xfrm>
              <a:off x="15707866" y="1418919"/>
              <a:ext cx="2158" cy="1435"/>
            </a:xfrm>
            <a:prstGeom prst="rect">
              <a:avLst/>
            </a:prstGeom>
            <a:noFill/>
            <a:ln>
              <a:noFill/>
            </a:ln>
          </p:spPr>
        </p:pic>
        <p:pic>
          <p:nvPicPr>
            <p:cNvPr id="91" name="Google Shape;1190;p6"/>
            <p:cNvPicPr preferRelativeResize="0"/>
            <p:nvPr/>
          </p:nvPicPr>
          <p:blipFill rotWithShape="1">
            <a:blip r:embed="rId22">
              <a:alphaModFix/>
            </a:blip>
            <a:srcRect/>
            <a:stretch/>
          </p:blipFill>
          <p:spPr>
            <a:xfrm>
              <a:off x="15675355" y="1464563"/>
              <a:ext cx="12828" cy="9931"/>
            </a:xfrm>
            <a:prstGeom prst="rect">
              <a:avLst/>
            </a:prstGeom>
            <a:noFill/>
            <a:ln>
              <a:noFill/>
            </a:ln>
          </p:spPr>
        </p:pic>
        <p:pic>
          <p:nvPicPr>
            <p:cNvPr id="92" name="Google Shape;1191;p6"/>
            <p:cNvPicPr preferRelativeResize="0"/>
            <p:nvPr/>
          </p:nvPicPr>
          <p:blipFill rotWithShape="1">
            <a:blip r:embed="rId30">
              <a:alphaModFix/>
            </a:blip>
            <a:srcRect/>
            <a:stretch/>
          </p:blipFill>
          <p:spPr>
            <a:xfrm>
              <a:off x="15673703" y="1459267"/>
              <a:ext cx="634" cy="889"/>
            </a:xfrm>
            <a:prstGeom prst="rect">
              <a:avLst/>
            </a:prstGeom>
            <a:noFill/>
            <a:ln>
              <a:noFill/>
            </a:ln>
          </p:spPr>
        </p:pic>
        <p:pic>
          <p:nvPicPr>
            <p:cNvPr id="93" name="Google Shape;1192;p6"/>
            <p:cNvPicPr preferRelativeResize="0"/>
            <p:nvPr/>
          </p:nvPicPr>
          <p:blipFill rotWithShape="1">
            <a:blip r:embed="rId30">
              <a:alphaModFix/>
            </a:blip>
            <a:srcRect/>
            <a:stretch/>
          </p:blipFill>
          <p:spPr>
            <a:xfrm>
              <a:off x="15725645" y="1400136"/>
              <a:ext cx="1143" cy="1270"/>
            </a:xfrm>
            <a:prstGeom prst="rect">
              <a:avLst/>
            </a:prstGeom>
            <a:noFill/>
            <a:ln>
              <a:noFill/>
            </a:ln>
          </p:spPr>
        </p:pic>
        <p:pic>
          <p:nvPicPr>
            <p:cNvPr id="94" name="Google Shape;1193;p6"/>
            <p:cNvPicPr preferRelativeResize="0"/>
            <p:nvPr/>
          </p:nvPicPr>
          <p:blipFill rotWithShape="1">
            <a:blip r:embed="rId50">
              <a:alphaModFix/>
            </a:blip>
            <a:srcRect/>
            <a:stretch/>
          </p:blipFill>
          <p:spPr>
            <a:xfrm>
              <a:off x="15939136" y="1190789"/>
              <a:ext cx="30605" cy="35103"/>
            </a:xfrm>
            <a:prstGeom prst="rect">
              <a:avLst/>
            </a:prstGeom>
            <a:noFill/>
            <a:ln>
              <a:noFill/>
            </a:ln>
          </p:spPr>
        </p:pic>
        <p:pic>
          <p:nvPicPr>
            <p:cNvPr id="95" name="Google Shape;1194;p6"/>
            <p:cNvPicPr preferRelativeResize="0"/>
            <p:nvPr/>
          </p:nvPicPr>
          <p:blipFill rotWithShape="1">
            <a:blip r:embed="rId30">
              <a:alphaModFix/>
            </a:blip>
            <a:srcRect/>
            <a:stretch/>
          </p:blipFill>
          <p:spPr>
            <a:xfrm>
              <a:off x="15655417" y="1498753"/>
              <a:ext cx="4953" cy="8280"/>
            </a:xfrm>
            <a:prstGeom prst="rect">
              <a:avLst/>
            </a:prstGeom>
            <a:noFill/>
            <a:ln>
              <a:noFill/>
            </a:ln>
          </p:spPr>
        </p:pic>
        <p:pic>
          <p:nvPicPr>
            <p:cNvPr id="96" name="Google Shape;1195;p6"/>
            <p:cNvPicPr preferRelativeResize="0"/>
            <p:nvPr/>
          </p:nvPicPr>
          <p:blipFill rotWithShape="1">
            <a:blip r:embed="rId23">
              <a:alphaModFix/>
            </a:blip>
            <a:srcRect/>
            <a:stretch/>
          </p:blipFill>
          <p:spPr>
            <a:xfrm>
              <a:off x="15684767" y="1425714"/>
              <a:ext cx="5955" cy="2635"/>
            </a:xfrm>
            <a:prstGeom prst="rect">
              <a:avLst/>
            </a:prstGeom>
            <a:noFill/>
            <a:ln>
              <a:noFill/>
            </a:ln>
          </p:spPr>
        </p:pic>
        <p:pic>
          <p:nvPicPr>
            <p:cNvPr id="97" name="Google Shape;1196;p6"/>
            <p:cNvPicPr preferRelativeResize="0"/>
            <p:nvPr/>
          </p:nvPicPr>
          <p:blipFill rotWithShape="1">
            <a:blip r:embed="rId51">
              <a:alphaModFix/>
            </a:blip>
            <a:srcRect/>
            <a:stretch/>
          </p:blipFill>
          <p:spPr>
            <a:xfrm>
              <a:off x="15656434" y="1444103"/>
              <a:ext cx="39496" cy="47854"/>
            </a:xfrm>
            <a:prstGeom prst="rect">
              <a:avLst/>
            </a:prstGeom>
            <a:noFill/>
            <a:ln>
              <a:noFill/>
            </a:ln>
          </p:spPr>
        </p:pic>
        <p:pic>
          <p:nvPicPr>
            <p:cNvPr id="98" name="Google Shape;1197;p6"/>
            <p:cNvPicPr preferRelativeResize="0"/>
            <p:nvPr/>
          </p:nvPicPr>
          <p:blipFill rotWithShape="1">
            <a:blip r:embed="rId52">
              <a:alphaModFix/>
            </a:blip>
            <a:srcRect/>
            <a:stretch/>
          </p:blipFill>
          <p:spPr>
            <a:xfrm>
              <a:off x="15668878" y="1477454"/>
              <a:ext cx="17778" cy="6591"/>
            </a:xfrm>
            <a:prstGeom prst="rect">
              <a:avLst/>
            </a:prstGeom>
            <a:noFill/>
            <a:ln>
              <a:noFill/>
            </a:ln>
          </p:spPr>
        </p:pic>
        <p:pic>
          <p:nvPicPr>
            <p:cNvPr id="99" name="Google Shape;1198;p6"/>
            <p:cNvPicPr preferRelativeResize="0"/>
            <p:nvPr/>
          </p:nvPicPr>
          <p:blipFill rotWithShape="1">
            <a:blip r:embed="rId23">
              <a:alphaModFix/>
            </a:blip>
            <a:srcRect/>
            <a:stretch/>
          </p:blipFill>
          <p:spPr>
            <a:xfrm>
              <a:off x="15680053" y="1459573"/>
              <a:ext cx="8638" cy="4280"/>
            </a:xfrm>
            <a:prstGeom prst="rect">
              <a:avLst/>
            </a:prstGeom>
            <a:noFill/>
            <a:ln>
              <a:noFill/>
            </a:ln>
          </p:spPr>
        </p:pic>
        <p:pic>
          <p:nvPicPr>
            <p:cNvPr id="100" name="Google Shape;1199;p6"/>
            <p:cNvPicPr preferRelativeResize="0"/>
            <p:nvPr/>
          </p:nvPicPr>
          <p:blipFill rotWithShape="1">
            <a:blip r:embed="rId26">
              <a:alphaModFix/>
            </a:blip>
            <a:srcRect/>
            <a:stretch/>
          </p:blipFill>
          <p:spPr>
            <a:xfrm>
              <a:off x="15669387" y="1490953"/>
              <a:ext cx="381" cy="520"/>
            </a:xfrm>
            <a:prstGeom prst="rect">
              <a:avLst/>
            </a:prstGeom>
            <a:noFill/>
            <a:ln>
              <a:noFill/>
            </a:ln>
          </p:spPr>
        </p:pic>
        <p:pic>
          <p:nvPicPr>
            <p:cNvPr id="101" name="Google Shape;1200;p6"/>
            <p:cNvPicPr preferRelativeResize="0"/>
            <p:nvPr/>
          </p:nvPicPr>
          <p:blipFill rotWithShape="1">
            <a:blip r:embed="rId23">
              <a:alphaModFix/>
            </a:blip>
            <a:srcRect/>
            <a:stretch/>
          </p:blipFill>
          <p:spPr>
            <a:xfrm>
              <a:off x="15651606" y="1493113"/>
              <a:ext cx="5715" cy="4977"/>
            </a:xfrm>
            <a:prstGeom prst="rect">
              <a:avLst/>
            </a:prstGeom>
            <a:noFill/>
            <a:ln>
              <a:noFill/>
            </a:ln>
          </p:spPr>
        </p:pic>
        <p:pic>
          <p:nvPicPr>
            <p:cNvPr id="102" name="Google Shape;1201;p6"/>
            <p:cNvPicPr preferRelativeResize="0"/>
            <p:nvPr/>
          </p:nvPicPr>
          <p:blipFill rotWithShape="1">
            <a:blip r:embed="rId23">
              <a:alphaModFix/>
            </a:blip>
            <a:srcRect/>
            <a:stretch/>
          </p:blipFill>
          <p:spPr>
            <a:xfrm>
              <a:off x="15631794" y="1498486"/>
              <a:ext cx="6730" cy="3251"/>
            </a:xfrm>
            <a:prstGeom prst="rect">
              <a:avLst/>
            </a:prstGeom>
            <a:noFill/>
            <a:ln>
              <a:noFill/>
            </a:ln>
          </p:spPr>
        </p:pic>
        <p:pic>
          <p:nvPicPr>
            <p:cNvPr id="103" name="Google Shape;1202;p6"/>
            <p:cNvPicPr preferRelativeResize="0"/>
            <p:nvPr/>
          </p:nvPicPr>
          <p:blipFill rotWithShape="1">
            <a:blip r:embed="rId30">
              <a:alphaModFix/>
            </a:blip>
            <a:srcRect/>
            <a:stretch/>
          </p:blipFill>
          <p:spPr>
            <a:xfrm>
              <a:off x="15664187" y="1472095"/>
              <a:ext cx="1771" cy="2107"/>
            </a:xfrm>
            <a:prstGeom prst="rect">
              <a:avLst/>
            </a:prstGeom>
            <a:noFill/>
            <a:ln>
              <a:noFill/>
            </a:ln>
          </p:spPr>
        </p:pic>
        <p:pic>
          <p:nvPicPr>
            <p:cNvPr id="104" name="Google Shape;1203;p6"/>
            <p:cNvPicPr preferRelativeResize="0"/>
            <p:nvPr/>
          </p:nvPicPr>
          <p:blipFill rotWithShape="1">
            <a:blip r:embed="rId31">
              <a:alphaModFix/>
            </a:blip>
            <a:srcRect/>
            <a:stretch/>
          </p:blipFill>
          <p:spPr>
            <a:xfrm>
              <a:off x="15706091" y="1456893"/>
              <a:ext cx="506" cy="1969"/>
            </a:xfrm>
            <a:prstGeom prst="rect">
              <a:avLst/>
            </a:prstGeom>
            <a:noFill/>
            <a:ln>
              <a:noFill/>
            </a:ln>
          </p:spPr>
        </p:pic>
        <p:pic>
          <p:nvPicPr>
            <p:cNvPr id="105" name="Google Shape;1204;p6"/>
            <p:cNvPicPr preferRelativeResize="0"/>
            <p:nvPr/>
          </p:nvPicPr>
          <p:blipFill rotWithShape="1">
            <a:blip r:embed="rId27">
              <a:alphaModFix/>
            </a:blip>
            <a:srcRect/>
            <a:stretch/>
          </p:blipFill>
          <p:spPr>
            <a:xfrm>
              <a:off x="15656942" y="1470773"/>
              <a:ext cx="17016" cy="21108"/>
            </a:xfrm>
            <a:prstGeom prst="rect">
              <a:avLst/>
            </a:prstGeom>
            <a:noFill/>
            <a:ln>
              <a:noFill/>
            </a:ln>
          </p:spPr>
        </p:pic>
        <p:pic>
          <p:nvPicPr>
            <p:cNvPr id="106" name="Google Shape;1205;p6"/>
            <p:cNvPicPr preferRelativeResize="0"/>
            <p:nvPr/>
          </p:nvPicPr>
          <p:blipFill rotWithShape="1">
            <a:blip r:embed="rId30">
              <a:alphaModFix/>
            </a:blip>
            <a:srcRect/>
            <a:stretch/>
          </p:blipFill>
          <p:spPr>
            <a:xfrm>
              <a:off x="15715488" y="1411998"/>
              <a:ext cx="381" cy="444"/>
            </a:xfrm>
            <a:prstGeom prst="rect">
              <a:avLst/>
            </a:prstGeom>
            <a:noFill/>
            <a:ln>
              <a:noFill/>
            </a:ln>
          </p:spPr>
        </p:pic>
        <p:pic>
          <p:nvPicPr>
            <p:cNvPr id="107" name="Google Shape;1206;p6"/>
            <p:cNvPicPr preferRelativeResize="0"/>
            <p:nvPr/>
          </p:nvPicPr>
          <p:blipFill rotWithShape="1">
            <a:blip r:embed="rId30">
              <a:alphaModFix/>
            </a:blip>
            <a:srcRect/>
            <a:stretch/>
          </p:blipFill>
          <p:spPr>
            <a:xfrm>
              <a:off x="15712057" y="1431912"/>
              <a:ext cx="2412" cy="2946"/>
            </a:xfrm>
            <a:prstGeom prst="rect">
              <a:avLst/>
            </a:prstGeom>
            <a:noFill/>
            <a:ln>
              <a:noFill/>
            </a:ln>
          </p:spPr>
        </p:pic>
        <p:pic>
          <p:nvPicPr>
            <p:cNvPr id="108" name="Google Shape;1207;p6"/>
            <p:cNvPicPr preferRelativeResize="0"/>
            <p:nvPr/>
          </p:nvPicPr>
          <p:blipFill rotWithShape="1">
            <a:blip r:embed="rId30">
              <a:alphaModFix/>
            </a:blip>
            <a:srcRect/>
            <a:stretch/>
          </p:blipFill>
          <p:spPr>
            <a:xfrm>
              <a:off x="15675228" y="1439290"/>
              <a:ext cx="4826" cy="4927"/>
            </a:xfrm>
            <a:prstGeom prst="rect">
              <a:avLst/>
            </a:prstGeom>
            <a:noFill/>
            <a:ln>
              <a:noFill/>
            </a:ln>
          </p:spPr>
        </p:pic>
        <p:pic>
          <p:nvPicPr>
            <p:cNvPr id="109" name="Google Shape;1208;p6"/>
            <p:cNvPicPr preferRelativeResize="0"/>
            <p:nvPr/>
          </p:nvPicPr>
          <p:blipFill rotWithShape="1">
            <a:blip r:embed="rId23">
              <a:alphaModFix/>
            </a:blip>
            <a:srcRect/>
            <a:stretch/>
          </p:blipFill>
          <p:spPr>
            <a:xfrm>
              <a:off x="15727806" y="1371777"/>
              <a:ext cx="6349" cy="6616"/>
            </a:xfrm>
            <a:prstGeom prst="rect">
              <a:avLst/>
            </a:prstGeom>
            <a:noFill/>
            <a:ln>
              <a:noFill/>
            </a:ln>
          </p:spPr>
        </p:pic>
        <p:pic>
          <p:nvPicPr>
            <p:cNvPr id="110" name="Google Shape;1209;p6"/>
            <p:cNvPicPr preferRelativeResize="0"/>
            <p:nvPr/>
          </p:nvPicPr>
          <p:blipFill rotWithShape="1">
            <a:blip r:embed="rId26">
              <a:alphaModFix/>
            </a:blip>
            <a:srcRect/>
            <a:stretch/>
          </p:blipFill>
          <p:spPr>
            <a:xfrm>
              <a:off x="15649828" y="1507413"/>
              <a:ext cx="380" cy="431"/>
            </a:xfrm>
            <a:prstGeom prst="rect">
              <a:avLst/>
            </a:prstGeom>
            <a:noFill/>
            <a:ln>
              <a:noFill/>
            </a:ln>
          </p:spPr>
        </p:pic>
        <p:pic>
          <p:nvPicPr>
            <p:cNvPr id="111" name="Google Shape;1210;p6"/>
            <p:cNvPicPr preferRelativeResize="0"/>
            <p:nvPr/>
          </p:nvPicPr>
          <p:blipFill rotWithShape="1">
            <a:blip r:embed="rId53">
              <a:alphaModFix/>
            </a:blip>
            <a:srcRect/>
            <a:stretch/>
          </p:blipFill>
          <p:spPr>
            <a:xfrm>
              <a:off x="15643097" y="1430021"/>
              <a:ext cx="72643" cy="68173"/>
            </a:xfrm>
            <a:prstGeom prst="rect">
              <a:avLst/>
            </a:prstGeom>
            <a:noFill/>
            <a:ln>
              <a:noFill/>
            </a:ln>
          </p:spPr>
        </p:pic>
        <p:pic>
          <p:nvPicPr>
            <p:cNvPr id="112" name="Google Shape;1211;p6"/>
            <p:cNvPicPr preferRelativeResize="0"/>
            <p:nvPr/>
          </p:nvPicPr>
          <p:blipFill rotWithShape="1">
            <a:blip r:embed="rId54">
              <a:alphaModFix/>
            </a:blip>
            <a:srcRect/>
            <a:stretch/>
          </p:blipFill>
          <p:spPr>
            <a:xfrm>
              <a:off x="15646146" y="1421586"/>
              <a:ext cx="64895" cy="73330"/>
            </a:xfrm>
            <a:prstGeom prst="rect">
              <a:avLst/>
            </a:prstGeom>
            <a:noFill/>
            <a:ln>
              <a:noFill/>
            </a:ln>
          </p:spPr>
        </p:pic>
        <p:pic>
          <p:nvPicPr>
            <p:cNvPr id="113" name="Google Shape;1212;p6"/>
            <p:cNvPicPr preferRelativeResize="0"/>
            <p:nvPr/>
          </p:nvPicPr>
          <p:blipFill rotWithShape="1">
            <a:blip r:embed="rId30">
              <a:alphaModFix/>
            </a:blip>
            <a:srcRect/>
            <a:stretch/>
          </p:blipFill>
          <p:spPr>
            <a:xfrm>
              <a:off x="15847439" y="1259954"/>
              <a:ext cx="507" cy="431"/>
            </a:xfrm>
            <a:prstGeom prst="rect">
              <a:avLst/>
            </a:prstGeom>
            <a:noFill/>
            <a:ln>
              <a:noFill/>
            </a:ln>
          </p:spPr>
        </p:pic>
        <p:pic>
          <p:nvPicPr>
            <p:cNvPr id="114" name="Google Shape;1213;p6"/>
            <p:cNvPicPr preferRelativeResize="0"/>
            <p:nvPr/>
          </p:nvPicPr>
          <p:blipFill rotWithShape="1">
            <a:blip r:embed="rId55">
              <a:alphaModFix/>
            </a:blip>
            <a:srcRect/>
            <a:stretch/>
          </p:blipFill>
          <p:spPr>
            <a:xfrm>
              <a:off x="15867506" y="1222285"/>
              <a:ext cx="21590" cy="22937"/>
            </a:xfrm>
            <a:prstGeom prst="rect">
              <a:avLst/>
            </a:prstGeom>
            <a:noFill/>
            <a:ln>
              <a:noFill/>
            </a:ln>
          </p:spPr>
        </p:pic>
        <p:pic>
          <p:nvPicPr>
            <p:cNvPr id="115" name="Google Shape;1214;p6"/>
            <p:cNvPicPr preferRelativeResize="0"/>
            <p:nvPr/>
          </p:nvPicPr>
          <p:blipFill rotWithShape="1">
            <a:blip r:embed="rId41">
              <a:alphaModFix/>
            </a:blip>
            <a:srcRect/>
            <a:stretch/>
          </p:blipFill>
          <p:spPr>
            <a:xfrm>
              <a:off x="15671038" y="1452854"/>
              <a:ext cx="13716" cy="10451"/>
            </a:xfrm>
            <a:prstGeom prst="rect">
              <a:avLst/>
            </a:prstGeom>
            <a:noFill/>
            <a:ln>
              <a:noFill/>
            </a:ln>
          </p:spPr>
        </p:pic>
        <p:pic>
          <p:nvPicPr>
            <p:cNvPr id="116" name="Google Shape;1215;p6"/>
            <p:cNvPicPr preferRelativeResize="0"/>
            <p:nvPr/>
          </p:nvPicPr>
          <p:blipFill rotWithShape="1">
            <a:blip r:embed="rId30">
              <a:alphaModFix/>
            </a:blip>
            <a:srcRect/>
            <a:stretch/>
          </p:blipFill>
          <p:spPr>
            <a:xfrm>
              <a:off x="15720695" y="1412227"/>
              <a:ext cx="380" cy="406"/>
            </a:xfrm>
            <a:prstGeom prst="rect">
              <a:avLst/>
            </a:prstGeom>
            <a:noFill/>
            <a:ln>
              <a:noFill/>
            </a:ln>
          </p:spPr>
        </p:pic>
        <p:pic>
          <p:nvPicPr>
            <p:cNvPr id="117" name="Google Shape;1216;p6"/>
            <p:cNvPicPr preferRelativeResize="0"/>
            <p:nvPr/>
          </p:nvPicPr>
          <p:blipFill rotWithShape="1">
            <a:blip r:embed="rId41">
              <a:alphaModFix/>
            </a:blip>
            <a:srcRect/>
            <a:stretch/>
          </p:blipFill>
          <p:spPr>
            <a:xfrm>
              <a:off x="15703042" y="1453451"/>
              <a:ext cx="6824" cy="8280"/>
            </a:xfrm>
            <a:prstGeom prst="rect">
              <a:avLst/>
            </a:prstGeom>
            <a:noFill/>
            <a:ln>
              <a:noFill/>
            </a:ln>
          </p:spPr>
        </p:pic>
        <p:pic>
          <p:nvPicPr>
            <p:cNvPr id="118" name="Google Shape;1217;p6"/>
            <p:cNvPicPr preferRelativeResize="0"/>
            <p:nvPr/>
          </p:nvPicPr>
          <p:blipFill rotWithShape="1">
            <a:blip r:embed="rId30">
              <a:alphaModFix/>
            </a:blip>
            <a:srcRect/>
            <a:stretch/>
          </p:blipFill>
          <p:spPr>
            <a:xfrm>
              <a:off x="15743427" y="1388706"/>
              <a:ext cx="1779" cy="1498"/>
            </a:xfrm>
            <a:prstGeom prst="rect">
              <a:avLst/>
            </a:prstGeom>
            <a:noFill/>
            <a:ln>
              <a:noFill/>
            </a:ln>
          </p:spPr>
        </p:pic>
        <p:pic>
          <p:nvPicPr>
            <p:cNvPr id="119" name="Google Shape;1218;p6"/>
            <p:cNvPicPr preferRelativeResize="0"/>
            <p:nvPr/>
          </p:nvPicPr>
          <p:blipFill rotWithShape="1">
            <a:blip r:embed="rId30">
              <a:alphaModFix/>
            </a:blip>
            <a:srcRect/>
            <a:stretch/>
          </p:blipFill>
          <p:spPr>
            <a:xfrm>
              <a:off x="15921353" y="1232217"/>
              <a:ext cx="253" cy="254"/>
            </a:xfrm>
            <a:prstGeom prst="rect">
              <a:avLst/>
            </a:prstGeom>
            <a:noFill/>
            <a:ln>
              <a:noFill/>
            </a:ln>
          </p:spPr>
        </p:pic>
        <p:sp>
          <p:nvSpPr>
            <p:cNvPr id="120" name="Google Shape;1219;p6"/>
            <p:cNvSpPr/>
            <p:nvPr/>
          </p:nvSpPr>
          <p:spPr>
            <a:xfrm>
              <a:off x="7162076" y="957783"/>
              <a:ext cx="2740660" cy="891540"/>
            </a:xfrm>
            <a:custGeom>
              <a:avLst/>
              <a:gdLst/>
              <a:ahLst/>
              <a:cxnLst/>
              <a:rect l="l" t="t" r="r" b="b"/>
              <a:pathLst>
                <a:path w="2740659" h="891539" extrusionOk="0">
                  <a:moveTo>
                    <a:pt x="2740177" y="0"/>
                  </a:moveTo>
                  <a:lnTo>
                    <a:pt x="2283434" y="136270"/>
                  </a:lnTo>
                  <a:lnTo>
                    <a:pt x="1826691" y="0"/>
                  </a:lnTo>
                  <a:lnTo>
                    <a:pt x="1370012" y="136270"/>
                  </a:lnTo>
                  <a:lnTo>
                    <a:pt x="913333" y="0"/>
                  </a:lnTo>
                  <a:lnTo>
                    <a:pt x="456653" y="136270"/>
                  </a:lnTo>
                  <a:lnTo>
                    <a:pt x="0" y="0"/>
                  </a:lnTo>
                  <a:lnTo>
                    <a:pt x="0" y="754811"/>
                  </a:lnTo>
                  <a:lnTo>
                    <a:pt x="456653" y="891070"/>
                  </a:lnTo>
                  <a:lnTo>
                    <a:pt x="913333" y="754811"/>
                  </a:lnTo>
                  <a:lnTo>
                    <a:pt x="1370012" y="891070"/>
                  </a:lnTo>
                  <a:lnTo>
                    <a:pt x="1826691" y="754811"/>
                  </a:lnTo>
                  <a:lnTo>
                    <a:pt x="2283434" y="891070"/>
                  </a:lnTo>
                  <a:lnTo>
                    <a:pt x="2740177" y="754811"/>
                  </a:lnTo>
                  <a:lnTo>
                    <a:pt x="2740177" y="0"/>
                  </a:lnTo>
                  <a:close/>
                </a:path>
              </a:pathLst>
            </a:custGeom>
            <a:solidFill>
              <a:srgbClr val="009733">
                <a:alpha val="33725"/>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21" name="Google Shape;1220;p6"/>
            <p:cNvSpPr/>
            <p:nvPr/>
          </p:nvSpPr>
          <p:spPr>
            <a:xfrm>
              <a:off x="11862388" y="8872313"/>
              <a:ext cx="1170940" cy="881380"/>
            </a:xfrm>
            <a:custGeom>
              <a:avLst/>
              <a:gdLst/>
              <a:ahLst/>
              <a:cxnLst/>
              <a:rect l="l" t="t" r="r" b="b"/>
              <a:pathLst>
                <a:path w="1170940" h="881379" extrusionOk="0">
                  <a:moveTo>
                    <a:pt x="585291" y="0"/>
                  </a:moveTo>
                  <a:lnTo>
                    <a:pt x="0" y="881287"/>
                  </a:lnTo>
                  <a:lnTo>
                    <a:pt x="1170568" y="881287"/>
                  </a:lnTo>
                  <a:lnTo>
                    <a:pt x="585291" y="0"/>
                  </a:lnTo>
                  <a:close/>
                </a:path>
              </a:pathLst>
            </a:custGeom>
            <a:solidFill>
              <a:srgbClr val="ECB31F">
                <a:alpha val="45882"/>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22" name="Google Shape;1221;p6"/>
            <p:cNvSpPr/>
            <p:nvPr/>
          </p:nvSpPr>
          <p:spPr>
            <a:xfrm>
              <a:off x="1596999" y="903820"/>
              <a:ext cx="2660015" cy="1330325"/>
            </a:xfrm>
            <a:custGeom>
              <a:avLst/>
              <a:gdLst/>
              <a:ahLst/>
              <a:cxnLst/>
              <a:rect l="l" t="t" r="r" b="b"/>
              <a:pathLst>
                <a:path w="2660015" h="1330325" extrusionOk="0">
                  <a:moveTo>
                    <a:pt x="1330045" y="0"/>
                  </a:moveTo>
                  <a:lnTo>
                    <a:pt x="1281283" y="877"/>
                  </a:lnTo>
                  <a:lnTo>
                    <a:pt x="1232962" y="3488"/>
                  </a:lnTo>
                  <a:lnTo>
                    <a:pt x="1185115" y="7803"/>
                  </a:lnTo>
                  <a:lnTo>
                    <a:pt x="1137769" y="13793"/>
                  </a:lnTo>
                  <a:lnTo>
                    <a:pt x="1090957" y="21426"/>
                  </a:lnTo>
                  <a:lnTo>
                    <a:pt x="1044706" y="30674"/>
                  </a:lnTo>
                  <a:lnTo>
                    <a:pt x="999049" y="41506"/>
                  </a:lnTo>
                  <a:lnTo>
                    <a:pt x="954014" y="53891"/>
                  </a:lnTo>
                  <a:lnTo>
                    <a:pt x="909632" y="67801"/>
                  </a:lnTo>
                  <a:lnTo>
                    <a:pt x="865932" y="83204"/>
                  </a:lnTo>
                  <a:lnTo>
                    <a:pt x="822945" y="100071"/>
                  </a:lnTo>
                  <a:lnTo>
                    <a:pt x="780701" y="118372"/>
                  </a:lnTo>
                  <a:lnTo>
                    <a:pt x="739230" y="138077"/>
                  </a:lnTo>
                  <a:lnTo>
                    <a:pt x="698562" y="159155"/>
                  </a:lnTo>
                  <a:lnTo>
                    <a:pt x="658727" y="181577"/>
                  </a:lnTo>
                  <a:lnTo>
                    <a:pt x="619755" y="205313"/>
                  </a:lnTo>
                  <a:lnTo>
                    <a:pt x="581675" y="230332"/>
                  </a:lnTo>
                  <a:lnTo>
                    <a:pt x="544519" y="256605"/>
                  </a:lnTo>
                  <a:lnTo>
                    <a:pt x="508316" y="284101"/>
                  </a:lnTo>
                  <a:lnTo>
                    <a:pt x="473096" y="312790"/>
                  </a:lnTo>
                  <a:lnTo>
                    <a:pt x="438890" y="342643"/>
                  </a:lnTo>
                  <a:lnTo>
                    <a:pt x="405726" y="373630"/>
                  </a:lnTo>
                  <a:lnTo>
                    <a:pt x="373636" y="405720"/>
                  </a:lnTo>
                  <a:lnTo>
                    <a:pt x="342649" y="438883"/>
                  </a:lnTo>
                  <a:lnTo>
                    <a:pt x="312796" y="473089"/>
                  </a:lnTo>
                  <a:lnTo>
                    <a:pt x="284106" y="508308"/>
                  </a:lnTo>
                  <a:lnTo>
                    <a:pt x="256609" y="544511"/>
                  </a:lnTo>
                  <a:lnTo>
                    <a:pt x="230336" y="581667"/>
                  </a:lnTo>
                  <a:lnTo>
                    <a:pt x="205316" y="619746"/>
                  </a:lnTo>
                  <a:lnTo>
                    <a:pt x="181580" y="658717"/>
                  </a:lnTo>
                  <a:lnTo>
                    <a:pt x="159158" y="698552"/>
                  </a:lnTo>
                  <a:lnTo>
                    <a:pt x="138079" y="739220"/>
                  </a:lnTo>
                  <a:lnTo>
                    <a:pt x="118374" y="780691"/>
                  </a:lnTo>
                  <a:lnTo>
                    <a:pt x="100073" y="822935"/>
                  </a:lnTo>
                  <a:lnTo>
                    <a:pt x="83206" y="865921"/>
                  </a:lnTo>
                  <a:lnTo>
                    <a:pt x="67802" y="909620"/>
                  </a:lnTo>
                  <a:lnTo>
                    <a:pt x="53892" y="954002"/>
                  </a:lnTo>
                  <a:lnTo>
                    <a:pt x="41507" y="999037"/>
                  </a:lnTo>
                  <a:lnTo>
                    <a:pt x="30675" y="1044694"/>
                  </a:lnTo>
                  <a:lnTo>
                    <a:pt x="21427" y="1090944"/>
                  </a:lnTo>
                  <a:lnTo>
                    <a:pt x="13793" y="1137757"/>
                  </a:lnTo>
                  <a:lnTo>
                    <a:pt x="7804" y="1185102"/>
                  </a:lnTo>
                  <a:lnTo>
                    <a:pt x="3488" y="1232950"/>
                  </a:lnTo>
                  <a:lnTo>
                    <a:pt x="877" y="1281270"/>
                  </a:lnTo>
                  <a:lnTo>
                    <a:pt x="0" y="1330032"/>
                  </a:lnTo>
                  <a:lnTo>
                    <a:pt x="810488" y="1330032"/>
                  </a:lnTo>
                  <a:lnTo>
                    <a:pt x="812611" y="1282743"/>
                  </a:lnTo>
                  <a:lnTo>
                    <a:pt x="818859" y="1236646"/>
                  </a:lnTo>
                  <a:lnTo>
                    <a:pt x="829047" y="1191923"/>
                  </a:lnTo>
                  <a:lnTo>
                    <a:pt x="842993" y="1148758"/>
                  </a:lnTo>
                  <a:lnTo>
                    <a:pt x="860513" y="1107334"/>
                  </a:lnTo>
                  <a:lnTo>
                    <a:pt x="881423" y="1067835"/>
                  </a:lnTo>
                  <a:lnTo>
                    <a:pt x="905540" y="1030443"/>
                  </a:lnTo>
                  <a:lnTo>
                    <a:pt x="932681" y="995341"/>
                  </a:lnTo>
                  <a:lnTo>
                    <a:pt x="962663" y="962713"/>
                  </a:lnTo>
                  <a:lnTo>
                    <a:pt x="995301" y="932743"/>
                  </a:lnTo>
                  <a:lnTo>
                    <a:pt x="1030413" y="905612"/>
                  </a:lnTo>
                  <a:lnTo>
                    <a:pt x="1067815" y="881504"/>
                  </a:lnTo>
                  <a:lnTo>
                    <a:pt x="1107323" y="860603"/>
                  </a:lnTo>
                  <a:lnTo>
                    <a:pt x="1148755" y="843091"/>
                  </a:lnTo>
                  <a:lnTo>
                    <a:pt x="1191926" y="829152"/>
                  </a:lnTo>
                  <a:lnTo>
                    <a:pt x="1236654" y="818969"/>
                  </a:lnTo>
                  <a:lnTo>
                    <a:pt x="1282755" y="812725"/>
                  </a:lnTo>
                  <a:lnTo>
                    <a:pt x="1330045" y="810602"/>
                  </a:lnTo>
                  <a:lnTo>
                    <a:pt x="1377313" y="812725"/>
                  </a:lnTo>
                  <a:lnTo>
                    <a:pt x="1423395" y="818969"/>
                  </a:lnTo>
                  <a:lnTo>
                    <a:pt x="1468105" y="829152"/>
                  </a:lnTo>
                  <a:lnTo>
                    <a:pt x="1511262" y="843091"/>
                  </a:lnTo>
                  <a:lnTo>
                    <a:pt x="1552680" y="860603"/>
                  </a:lnTo>
                  <a:lnTo>
                    <a:pt x="1592177" y="881504"/>
                  </a:lnTo>
                  <a:lnTo>
                    <a:pt x="1629570" y="905612"/>
                  </a:lnTo>
                  <a:lnTo>
                    <a:pt x="1664673" y="932743"/>
                  </a:lnTo>
                  <a:lnTo>
                    <a:pt x="1697305" y="962713"/>
                  </a:lnTo>
                  <a:lnTo>
                    <a:pt x="1727282" y="995341"/>
                  </a:lnTo>
                  <a:lnTo>
                    <a:pt x="1754419" y="1030443"/>
                  </a:lnTo>
                  <a:lnTo>
                    <a:pt x="1778533" y="1067835"/>
                  </a:lnTo>
                  <a:lnTo>
                    <a:pt x="1799441" y="1107334"/>
                  </a:lnTo>
                  <a:lnTo>
                    <a:pt x="1816959" y="1148758"/>
                  </a:lnTo>
                  <a:lnTo>
                    <a:pt x="1830904" y="1191923"/>
                  </a:lnTo>
                  <a:lnTo>
                    <a:pt x="1841092" y="1236646"/>
                  </a:lnTo>
                  <a:lnTo>
                    <a:pt x="1847339" y="1282743"/>
                  </a:lnTo>
                  <a:lnTo>
                    <a:pt x="1849462" y="1330032"/>
                  </a:lnTo>
                  <a:lnTo>
                    <a:pt x="2659951" y="1330032"/>
                  </a:lnTo>
                  <a:lnTo>
                    <a:pt x="2659074" y="1281270"/>
                  </a:lnTo>
                  <a:lnTo>
                    <a:pt x="2656463" y="1232950"/>
                  </a:lnTo>
                  <a:lnTo>
                    <a:pt x="2652147" y="1185102"/>
                  </a:lnTo>
                  <a:lnTo>
                    <a:pt x="2646157" y="1137757"/>
                  </a:lnTo>
                  <a:lnTo>
                    <a:pt x="2638524" y="1090944"/>
                  </a:lnTo>
                  <a:lnTo>
                    <a:pt x="2629276" y="1044694"/>
                  </a:lnTo>
                  <a:lnTo>
                    <a:pt x="2618444" y="999037"/>
                  </a:lnTo>
                  <a:lnTo>
                    <a:pt x="2606059" y="954002"/>
                  </a:lnTo>
                  <a:lnTo>
                    <a:pt x="2592150" y="909620"/>
                  </a:lnTo>
                  <a:lnTo>
                    <a:pt x="2576746" y="865921"/>
                  </a:lnTo>
                  <a:lnTo>
                    <a:pt x="2559879" y="822935"/>
                  </a:lnTo>
                  <a:lnTo>
                    <a:pt x="2541579" y="780691"/>
                  </a:lnTo>
                  <a:lnTo>
                    <a:pt x="2521875" y="739220"/>
                  </a:lnTo>
                  <a:lnTo>
                    <a:pt x="2500797" y="698552"/>
                  </a:lnTo>
                  <a:lnTo>
                    <a:pt x="2478375" y="658717"/>
                  </a:lnTo>
                  <a:lnTo>
                    <a:pt x="2454640" y="619746"/>
                  </a:lnTo>
                  <a:lnTo>
                    <a:pt x="2429622" y="581667"/>
                  </a:lnTo>
                  <a:lnTo>
                    <a:pt x="2403350" y="544511"/>
                  </a:lnTo>
                  <a:lnTo>
                    <a:pt x="2375855" y="508308"/>
                  </a:lnTo>
                  <a:lnTo>
                    <a:pt x="2347167" y="473089"/>
                  </a:lnTo>
                  <a:lnTo>
                    <a:pt x="2317316" y="438883"/>
                  </a:lnTo>
                  <a:lnTo>
                    <a:pt x="2286331" y="405720"/>
                  </a:lnTo>
                  <a:lnTo>
                    <a:pt x="2254243" y="373630"/>
                  </a:lnTo>
                  <a:lnTo>
                    <a:pt x="2221082" y="342643"/>
                  </a:lnTo>
                  <a:lnTo>
                    <a:pt x="2186878" y="312790"/>
                  </a:lnTo>
                  <a:lnTo>
                    <a:pt x="2151661" y="284101"/>
                  </a:lnTo>
                  <a:lnTo>
                    <a:pt x="2115461" y="256605"/>
                  </a:lnTo>
                  <a:lnTo>
                    <a:pt x="2078309" y="230332"/>
                  </a:lnTo>
                  <a:lnTo>
                    <a:pt x="2040233" y="205313"/>
                  </a:lnTo>
                  <a:lnTo>
                    <a:pt x="2001265" y="181577"/>
                  </a:lnTo>
                  <a:lnTo>
                    <a:pt x="1961434" y="159155"/>
                  </a:lnTo>
                  <a:lnTo>
                    <a:pt x="1920770" y="138077"/>
                  </a:lnTo>
                  <a:lnTo>
                    <a:pt x="1879304" y="118372"/>
                  </a:lnTo>
                  <a:lnTo>
                    <a:pt x="1837065" y="100071"/>
                  </a:lnTo>
                  <a:lnTo>
                    <a:pt x="1794084" y="83204"/>
                  </a:lnTo>
                  <a:lnTo>
                    <a:pt x="1750390" y="67801"/>
                  </a:lnTo>
                  <a:lnTo>
                    <a:pt x="1706014" y="53891"/>
                  </a:lnTo>
                  <a:lnTo>
                    <a:pt x="1660986" y="41506"/>
                  </a:lnTo>
                  <a:lnTo>
                    <a:pt x="1615335" y="30674"/>
                  </a:lnTo>
                  <a:lnTo>
                    <a:pt x="1569092" y="21426"/>
                  </a:lnTo>
                  <a:lnTo>
                    <a:pt x="1522287" y="13793"/>
                  </a:lnTo>
                  <a:lnTo>
                    <a:pt x="1474949" y="7803"/>
                  </a:lnTo>
                  <a:lnTo>
                    <a:pt x="1427110" y="3488"/>
                  </a:lnTo>
                  <a:lnTo>
                    <a:pt x="1378799" y="877"/>
                  </a:lnTo>
                  <a:lnTo>
                    <a:pt x="1330045" y="0"/>
                  </a:lnTo>
                  <a:close/>
                </a:path>
              </a:pathLst>
            </a:custGeom>
            <a:solidFill>
              <a:srgbClr val="E3702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23" name="Google Shape;1222;p6"/>
            <p:cNvSpPr/>
            <p:nvPr/>
          </p:nvSpPr>
          <p:spPr>
            <a:xfrm>
              <a:off x="5283504" y="9293704"/>
              <a:ext cx="1797050" cy="460375"/>
            </a:xfrm>
            <a:custGeom>
              <a:avLst/>
              <a:gdLst/>
              <a:ahLst/>
              <a:cxnLst/>
              <a:rect l="l" t="t" r="r" b="b"/>
              <a:pathLst>
                <a:path w="1797050" h="460375" extrusionOk="0">
                  <a:moveTo>
                    <a:pt x="927000" y="0"/>
                  </a:moveTo>
                  <a:lnTo>
                    <a:pt x="869668" y="0"/>
                  </a:lnTo>
                  <a:lnTo>
                    <a:pt x="812440" y="830"/>
                  </a:lnTo>
                  <a:lnTo>
                    <a:pt x="755523" y="2490"/>
                  </a:lnTo>
                  <a:lnTo>
                    <a:pt x="699126" y="4980"/>
                  </a:lnTo>
                  <a:lnTo>
                    <a:pt x="643455" y="8300"/>
                  </a:lnTo>
                  <a:lnTo>
                    <a:pt x="588719" y="12451"/>
                  </a:lnTo>
                  <a:lnTo>
                    <a:pt x="535125" y="17431"/>
                  </a:lnTo>
                  <a:lnTo>
                    <a:pt x="482881" y="23242"/>
                  </a:lnTo>
                  <a:lnTo>
                    <a:pt x="432195" y="29883"/>
                  </a:lnTo>
                  <a:lnTo>
                    <a:pt x="383273" y="37354"/>
                  </a:lnTo>
                  <a:lnTo>
                    <a:pt x="336324" y="45655"/>
                  </a:lnTo>
                  <a:lnTo>
                    <a:pt x="291556" y="54786"/>
                  </a:lnTo>
                  <a:lnTo>
                    <a:pt x="249176" y="64747"/>
                  </a:lnTo>
                  <a:lnTo>
                    <a:pt x="209391" y="75538"/>
                  </a:lnTo>
                  <a:lnTo>
                    <a:pt x="172410" y="87159"/>
                  </a:lnTo>
                  <a:lnTo>
                    <a:pt x="107689" y="112892"/>
                  </a:lnTo>
                  <a:lnTo>
                    <a:pt x="56674" y="141946"/>
                  </a:lnTo>
                  <a:lnTo>
                    <a:pt x="21025" y="174319"/>
                  </a:lnTo>
                  <a:lnTo>
                    <a:pt x="2405" y="210013"/>
                  </a:lnTo>
                  <a:lnTo>
                    <a:pt x="0" y="229104"/>
                  </a:lnTo>
                  <a:lnTo>
                    <a:pt x="0" y="459895"/>
                  </a:lnTo>
                  <a:lnTo>
                    <a:pt x="1796668" y="459895"/>
                  </a:lnTo>
                  <a:lnTo>
                    <a:pt x="1796668" y="229104"/>
                  </a:lnTo>
                  <a:lnTo>
                    <a:pt x="1787185" y="191751"/>
                  </a:lnTo>
                  <a:lnTo>
                    <a:pt x="1759843" y="157717"/>
                  </a:lnTo>
                  <a:lnTo>
                    <a:pt x="1716303" y="127004"/>
                  </a:lnTo>
                  <a:lnTo>
                    <a:pt x="1658227" y="99611"/>
                  </a:lnTo>
                  <a:lnTo>
                    <a:pt x="1587276" y="75538"/>
                  </a:lnTo>
                  <a:lnTo>
                    <a:pt x="1547492" y="64747"/>
                  </a:lnTo>
                  <a:lnTo>
                    <a:pt x="1505112" y="54786"/>
                  </a:lnTo>
                  <a:lnTo>
                    <a:pt x="1460343" y="45655"/>
                  </a:lnTo>
                  <a:lnTo>
                    <a:pt x="1413395" y="37354"/>
                  </a:lnTo>
                  <a:lnTo>
                    <a:pt x="1364473" y="29883"/>
                  </a:lnTo>
                  <a:lnTo>
                    <a:pt x="1313786" y="23242"/>
                  </a:lnTo>
                  <a:lnTo>
                    <a:pt x="1261542" y="17431"/>
                  </a:lnTo>
                  <a:lnTo>
                    <a:pt x="1207948" y="12451"/>
                  </a:lnTo>
                  <a:lnTo>
                    <a:pt x="1153212" y="8300"/>
                  </a:lnTo>
                  <a:lnTo>
                    <a:pt x="1097542" y="4980"/>
                  </a:lnTo>
                  <a:lnTo>
                    <a:pt x="1041144" y="2490"/>
                  </a:lnTo>
                  <a:lnTo>
                    <a:pt x="984228" y="830"/>
                  </a:lnTo>
                  <a:lnTo>
                    <a:pt x="927000" y="0"/>
                  </a:lnTo>
                  <a:close/>
                </a:path>
              </a:pathLst>
            </a:custGeom>
            <a:solidFill>
              <a:srgbClr val="793B88">
                <a:alpha val="13725"/>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24" name="Google Shape;1223;p6"/>
            <p:cNvSpPr/>
            <p:nvPr/>
          </p:nvSpPr>
          <p:spPr>
            <a:xfrm>
              <a:off x="15539999" y="7605077"/>
              <a:ext cx="1143635" cy="1143635"/>
            </a:xfrm>
            <a:custGeom>
              <a:avLst/>
              <a:gdLst/>
              <a:ahLst/>
              <a:cxnLst/>
              <a:rect l="l" t="t" r="r" b="b"/>
              <a:pathLst>
                <a:path w="1143634" h="1143634" extrusionOk="0">
                  <a:moveTo>
                    <a:pt x="571614" y="0"/>
                  </a:moveTo>
                  <a:lnTo>
                    <a:pt x="524732" y="1894"/>
                  </a:lnTo>
                  <a:lnTo>
                    <a:pt x="478894" y="7481"/>
                  </a:lnTo>
                  <a:lnTo>
                    <a:pt x="434247" y="16613"/>
                  </a:lnTo>
                  <a:lnTo>
                    <a:pt x="390938" y="29142"/>
                  </a:lnTo>
                  <a:lnTo>
                    <a:pt x="349115" y="44921"/>
                  </a:lnTo>
                  <a:lnTo>
                    <a:pt x="308923" y="63804"/>
                  </a:lnTo>
                  <a:lnTo>
                    <a:pt x="270511" y="85643"/>
                  </a:lnTo>
                  <a:lnTo>
                    <a:pt x="234025" y="110291"/>
                  </a:lnTo>
                  <a:lnTo>
                    <a:pt x="199612" y="137601"/>
                  </a:lnTo>
                  <a:lnTo>
                    <a:pt x="167420" y="167425"/>
                  </a:lnTo>
                  <a:lnTo>
                    <a:pt x="137596" y="199617"/>
                  </a:lnTo>
                  <a:lnTo>
                    <a:pt x="110287" y="234030"/>
                  </a:lnTo>
                  <a:lnTo>
                    <a:pt x="85640" y="270516"/>
                  </a:lnTo>
                  <a:lnTo>
                    <a:pt x="63802" y="308929"/>
                  </a:lnTo>
                  <a:lnTo>
                    <a:pt x="44919" y="349120"/>
                  </a:lnTo>
                  <a:lnTo>
                    <a:pt x="29141" y="390943"/>
                  </a:lnTo>
                  <a:lnTo>
                    <a:pt x="16612" y="434252"/>
                  </a:lnTo>
                  <a:lnTo>
                    <a:pt x="7481" y="478897"/>
                  </a:lnTo>
                  <a:lnTo>
                    <a:pt x="1894" y="524734"/>
                  </a:lnTo>
                  <a:lnTo>
                    <a:pt x="0" y="571614"/>
                  </a:lnTo>
                  <a:lnTo>
                    <a:pt x="1894" y="618494"/>
                  </a:lnTo>
                  <a:lnTo>
                    <a:pt x="7481" y="664330"/>
                  </a:lnTo>
                  <a:lnTo>
                    <a:pt x="16612" y="708976"/>
                  </a:lnTo>
                  <a:lnTo>
                    <a:pt x="29141" y="752284"/>
                  </a:lnTo>
                  <a:lnTo>
                    <a:pt x="44919" y="794108"/>
                  </a:lnTo>
                  <a:lnTo>
                    <a:pt x="63802" y="834299"/>
                  </a:lnTo>
                  <a:lnTo>
                    <a:pt x="85640" y="872711"/>
                  </a:lnTo>
                  <a:lnTo>
                    <a:pt x="110287" y="909197"/>
                  </a:lnTo>
                  <a:lnTo>
                    <a:pt x="137596" y="943610"/>
                  </a:lnTo>
                  <a:lnTo>
                    <a:pt x="167420" y="975802"/>
                  </a:lnTo>
                  <a:lnTo>
                    <a:pt x="199612" y="1005627"/>
                  </a:lnTo>
                  <a:lnTo>
                    <a:pt x="234025" y="1032937"/>
                  </a:lnTo>
                  <a:lnTo>
                    <a:pt x="270511" y="1057585"/>
                  </a:lnTo>
                  <a:lnTo>
                    <a:pt x="308923" y="1079424"/>
                  </a:lnTo>
                  <a:lnTo>
                    <a:pt x="349115" y="1098306"/>
                  </a:lnTo>
                  <a:lnTo>
                    <a:pt x="390938" y="1114086"/>
                  </a:lnTo>
                  <a:lnTo>
                    <a:pt x="434247" y="1126615"/>
                  </a:lnTo>
                  <a:lnTo>
                    <a:pt x="478894" y="1135746"/>
                  </a:lnTo>
                  <a:lnTo>
                    <a:pt x="524732" y="1141333"/>
                  </a:lnTo>
                  <a:lnTo>
                    <a:pt x="571614" y="1143228"/>
                  </a:lnTo>
                  <a:lnTo>
                    <a:pt x="618495" y="1141333"/>
                  </a:lnTo>
                  <a:lnTo>
                    <a:pt x="664333" y="1135746"/>
                  </a:lnTo>
                  <a:lnTo>
                    <a:pt x="708980" y="1126615"/>
                  </a:lnTo>
                  <a:lnTo>
                    <a:pt x="752289" y="1114086"/>
                  </a:lnTo>
                  <a:lnTo>
                    <a:pt x="794113" y="1098306"/>
                  </a:lnTo>
                  <a:lnTo>
                    <a:pt x="834305" y="1079424"/>
                  </a:lnTo>
                  <a:lnTo>
                    <a:pt x="872717" y="1057585"/>
                  </a:lnTo>
                  <a:lnTo>
                    <a:pt x="909203" y="1032937"/>
                  </a:lnTo>
                  <a:lnTo>
                    <a:pt x="943615" y="1005627"/>
                  </a:lnTo>
                  <a:lnTo>
                    <a:pt x="975807" y="975802"/>
                  </a:lnTo>
                  <a:lnTo>
                    <a:pt x="1005631" y="943610"/>
                  </a:lnTo>
                  <a:lnTo>
                    <a:pt x="1032940" y="909197"/>
                  </a:lnTo>
                  <a:lnTo>
                    <a:pt x="1057588" y="872711"/>
                  </a:lnTo>
                  <a:lnTo>
                    <a:pt x="1079426" y="834299"/>
                  </a:lnTo>
                  <a:lnTo>
                    <a:pt x="1098308" y="794108"/>
                  </a:lnTo>
                  <a:lnTo>
                    <a:pt x="1114087" y="752284"/>
                  </a:lnTo>
                  <a:lnTo>
                    <a:pt x="1126616" y="708976"/>
                  </a:lnTo>
                  <a:lnTo>
                    <a:pt x="1135747" y="664330"/>
                  </a:lnTo>
                  <a:lnTo>
                    <a:pt x="1141333" y="618494"/>
                  </a:lnTo>
                  <a:lnTo>
                    <a:pt x="1143228" y="571614"/>
                  </a:lnTo>
                  <a:lnTo>
                    <a:pt x="1141333" y="524734"/>
                  </a:lnTo>
                  <a:lnTo>
                    <a:pt x="1135747" y="478897"/>
                  </a:lnTo>
                  <a:lnTo>
                    <a:pt x="1126616" y="434252"/>
                  </a:lnTo>
                  <a:lnTo>
                    <a:pt x="1114087" y="390943"/>
                  </a:lnTo>
                  <a:lnTo>
                    <a:pt x="1098308" y="349120"/>
                  </a:lnTo>
                  <a:lnTo>
                    <a:pt x="1079426" y="308929"/>
                  </a:lnTo>
                  <a:lnTo>
                    <a:pt x="1057588" y="270516"/>
                  </a:lnTo>
                  <a:lnTo>
                    <a:pt x="1032940" y="234030"/>
                  </a:lnTo>
                  <a:lnTo>
                    <a:pt x="1005631" y="199617"/>
                  </a:lnTo>
                  <a:lnTo>
                    <a:pt x="975807" y="167425"/>
                  </a:lnTo>
                  <a:lnTo>
                    <a:pt x="943615" y="137601"/>
                  </a:lnTo>
                  <a:lnTo>
                    <a:pt x="909203" y="110291"/>
                  </a:lnTo>
                  <a:lnTo>
                    <a:pt x="872717" y="85643"/>
                  </a:lnTo>
                  <a:lnTo>
                    <a:pt x="834305" y="63804"/>
                  </a:lnTo>
                  <a:lnTo>
                    <a:pt x="794113" y="44921"/>
                  </a:lnTo>
                  <a:lnTo>
                    <a:pt x="752289" y="29142"/>
                  </a:lnTo>
                  <a:lnTo>
                    <a:pt x="708980" y="16613"/>
                  </a:lnTo>
                  <a:lnTo>
                    <a:pt x="664333" y="7481"/>
                  </a:lnTo>
                  <a:lnTo>
                    <a:pt x="618495" y="1894"/>
                  </a:lnTo>
                  <a:lnTo>
                    <a:pt x="571614" y="0"/>
                  </a:lnTo>
                  <a:close/>
                </a:path>
              </a:pathLst>
            </a:custGeom>
            <a:solidFill>
              <a:srgbClr val="315CA4">
                <a:alpha val="23921"/>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gr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7"/>
                                        </p:tgtEl>
                                        <p:attrNameLst>
                                          <p:attrName>style.visibility</p:attrName>
                                        </p:attrNameLst>
                                      </p:cBhvr>
                                      <p:to>
                                        <p:strVal val="visible"/>
                                      </p:to>
                                    </p:set>
                                    <p:anim calcmode="lin" valueType="num">
                                      <p:cBhvr additive="base">
                                        <p:cTn id="7" dur="500"/>
                                        <p:tgtEl>
                                          <p:spTgt spid="4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16"/>
          <p:cNvSpPr/>
          <p:nvPr/>
        </p:nvSpPr>
        <p:spPr>
          <a:xfrm>
            <a:off x="0" y="0"/>
            <a:ext cx="12192000" cy="6858000"/>
          </a:xfrm>
          <a:prstGeom prst="rect">
            <a:avLst/>
          </a:prstGeom>
          <a:solidFill>
            <a:srgbClr val="4B5C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3" name="Google Shape;443;p16"/>
          <p:cNvSpPr/>
          <p:nvPr/>
        </p:nvSpPr>
        <p:spPr>
          <a:xfrm>
            <a:off x="477012" y="480060"/>
            <a:ext cx="11237976" cy="589788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444" name="Google Shape;444;p16" descr="Imagen que contiene texto, mapa&#10;&#10;Descripción generada automáticamente"/>
          <p:cNvPicPr preferRelativeResize="0"/>
          <p:nvPr/>
        </p:nvPicPr>
        <p:blipFill rotWithShape="1">
          <a:blip r:embed="rId3">
            <a:alphaModFix/>
          </a:blip>
          <a:srcRect/>
          <a:stretch/>
        </p:blipFill>
        <p:spPr>
          <a:xfrm>
            <a:off x="799579" y="667279"/>
            <a:ext cx="10592843" cy="5533881"/>
          </a:xfrm>
          <a:prstGeom prst="rect">
            <a:avLst/>
          </a:prstGeom>
          <a:noFill/>
          <a:ln>
            <a:noFill/>
          </a:ln>
        </p:spPr>
      </p:pic>
    </p:spTree>
  </p:cSld>
  <p:clrMapOvr>
    <a:masterClrMapping/>
  </p:clrMapOvr>
  <p:transition spd="slow">
    <p:push/>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10" name="Google Shape;2039;p15"/>
          <p:cNvSpPr/>
          <p:nvPr/>
        </p:nvSpPr>
        <p:spPr>
          <a:xfrm>
            <a:off x="0" y="-26848"/>
            <a:ext cx="12192000" cy="6884848"/>
          </a:xfrm>
          <a:custGeom>
            <a:avLst/>
            <a:gdLst/>
            <a:ahLst/>
            <a:cxnLst/>
            <a:rect l="l" t="t" r="r" b="b"/>
            <a:pathLst>
              <a:path w="17348200" h="9753600" extrusionOk="0">
                <a:moveTo>
                  <a:pt x="17348200" y="0"/>
                </a:moveTo>
                <a:lnTo>
                  <a:pt x="0" y="0"/>
                </a:lnTo>
                <a:lnTo>
                  <a:pt x="0" y="9753600"/>
                </a:lnTo>
                <a:lnTo>
                  <a:pt x="17348200" y="9753600"/>
                </a:lnTo>
                <a:lnTo>
                  <a:pt x="17348200" y="0"/>
                </a:lnTo>
                <a:close/>
              </a:path>
            </a:pathLst>
          </a:custGeom>
          <a:solidFill>
            <a:srgbClr val="EEEEE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451" name="Google Shape;451;p17"/>
          <p:cNvSpPr/>
          <p:nvPr/>
        </p:nvSpPr>
        <p:spPr>
          <a:xfrm>
            <a:off x="3827549" y="1387293"/>
            <a:ext cx="7497390" cy="407478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a:solidFill>
                  <a:srgbClr val="00B0F0"/>
                </a:solidFill>
                <a:latin typeface="Gotham Rounded" pitchFamily="50" charset="0"/>
                <a:sym typeface="Arial"/>
              </a:rPr>
              <a:t>¿Qué es Internet?</a:t>
            </a:r>
            <a:endParaRPr sz="1400" b="0" i="0" u="none" strike="noStrike" cap="none" dirty="0">
              <a:solidFill>
                <a:srgbClr val="00B0F0"/>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600"/>
              <a:buFont typeface="Arial"/>
              <a:buNone/>
            </a:pPr>
            <a:r>
              <a:rPr lang="es-ES" sz="3600" b="0" i="0" u="none" strike="noStrike" cap="none" dirty="0">
                <a:solidFill>
                  <a:schemeClr val="tx1"/>
                </a:solidFill>
                <a:latin typeface="Gotham Rounded" pitchFamily="50" charset="0"/>
                <a:sym typeface="Arial"/>
              </a:rPr>
              <a:t>Internet es una </a:t>
            </a:r>
            <a:r>
              <a:rPr lang="es-ES" sz="3600" b="1" i="0" u="sng" strike="noStrike" cap="none" dirty="0">
                <a:solidFill>
                  <a:srgbClr val="00B0F0"/>
                </a:solidFill>
                <a:latin typeface="Gotham Rounded" pitchFamily="50" charset="0"/>
                <a:sym typeface="Arial"/>
              </a:rPr>
              <a:t>red de redes</a:t>
            </a:r>
            <a:r>
              <a:rPr lang="es-ES" sz="3600" b="0" i="0" u="none" strike="noStrike" cap="none" dirty="0">
                <a:solidFill>
                  <a:schemeClr val="tx1"/>
                </a:solidFill>
                <a:latin typeface="Gotham Rounded" pitchFamily="50" charset="0"/>
                <a:sym typeface="Arial"/>
              </a:rPr>
              <a:t>, posee conexiones materiales, fuentes de información/almacenamiento y diversos nodos con distintas jerarquías</a:t>
            </a:r>
            <a:r>
              <a:rPr lang="es-ES" sz="3600" b="0" i="0" u="none" strike="noStrike" cap="none" dirty="0">
                <a:solidFill>
                  <a:schemeClr val="lt1"/>
                </a:solidFill>
                <a:latin typeface="Gotham Rounded" pitchFamily="50" charset="0"/>
                <a:sym typeface="Arial"/>
              </a:rPr>
              <a:t>.</a:t>
            </a:r>
            <a:endParaRPr sz="3600" b="0" i="0" u="none" strike="noStrike" cap="none" dirty="0">
              <a:solidFill>
                <a:schemeClr val="lt1"/>
              </a:solidFill>
              <a:latin typeface="Gotham Rounded" pitchFamily="50" charset="0"/>
              <a:sym typeface="Arial"/>
            </a:endParaRPr>
          </a:p>
        </p:txBody>
      </p:sp>
      <p:grpSp>
        <p:nvGrpSpPr>
          <p:cNvPr id="452" name="Google Shape;452;p17"/>
          <p:cNvGrpSpPr/>
          <p:nvPr/>
        </p:nvGrpSpPr>
        <p:grpSpPr>
          <a:xfrm>
            <a:off x="786127" y="1204105"/>
            <a:ext cx="3041422" cy="4441162"/>
            <a:chOff x="213406" y="464118"/>
            <a:chExt cx="4068307" cy="5940650"/>
          </a:xfrm>
        </p:grpSpPr>
        <p:pic>
          <p:nvPicPr>
            <p:cNvPr id="453" name="Google Shape;453;p17" descr="Social network"/>
            <p:cNvPicPr preferRelativeResize="0"/>
            <p:nvPr/>
          </p:nvPicPr>
          <p:blipFill rotWithShape="1">
            <a:blip r:embed="rId3">
              <a:alphaModFix/>
              <a:duotone>
                <a:prstClr val="black"/>
                <a:schemeClr val="accent1">
                  <a:tint val="45000"/>
                  <a:satMod val="400000"/>
                </a:schemeClr>
              </a:duotone>
            </a:blip>
            <a:srcRect/>
            <a:stretch/>
          </p:blipFill>
          <p:spPr>
            <a:xfrm>
              <a:off x="877435" y="2053432"/>
              <a:ext cx="2751136" cy="2751136"/>
            </a:xfrm>
            <a:prstGeom prst="rect">
              <a:avLst/>
            </a:prstGeom>
            <a:noFill/>
            <a:ln>
              <a:noFill/>
            </a:ln>
          </p:spPr>
        </p:pic>
        <p:pic>
          <p:nvPicPr>
            <p:cNvPr id="454" name="Google Shape;454;p17" descr="Social network"/>
            <p:cNvPicPr preferRelativeResize="0"/>
            <p:nvPr/>
          </p:nvPicPr>
          <p:blipFill rotWithShape="1">
            <a:blip r:embed="rId3">
              <a:alphaModFix/>
              <a:duotone>
                <a:prstClr val="black"/>
                <a:schemeClr val="accent1">
                  <a:tint val="45000"/>
                  <a:satMod val="400000"/>
                </a:schemeClr>
              </a:duotone>
            </a:blip>
            <a:srcRect/>
            <a:stretch/>
          </p:blipFill>
          <p:spPr>
            <a:xfrm>
              <a:off x="1530577" y="464118"/>
              <a:ext cx="2751136" cy="2751136"/>
            </a:xfrm>
            <a:prstGeom prst="rect">
              <a:avLst/>
            </a:prstGeom>
            <a:noFill/>
            <a:ln>
              <a:noFill/>
            </a:ln>
          </p:spPr>
        </p:pic>
        <p:pic>
          <p:nvPicPr>
            <p:cNvPr id="455" name="Google Shape;455;p17" descr="Social network"/>
            <p:cNvPicPr preferRelativeResize="0"/>
            <p:nvPr/>
          </p:nvPicPr>
          <p:blipFill rotWithShape="1">
            <a:blip r:embed="rId3">
              <a:alphaModFix/>
              <a:duotone>
                <a:prstClr val="black"/>
                <a:schemeClr val="accent1">
                  <a:tint val="45000"/>
                  <a:satMod val="400000"/>
                </a:schemeClr>
              </a:duotone>
            </a:blip>
            <a:srcRect/>
            <a:stretch/>
          </p:blipFill>
          <p:spPr>
            <a:xfrm>
              <a:off x="213406" y="3653632"/>
              <a:ext cx="2751136" cy="2751136"/>
            </a:xfrm>
            <a:prstGeom prst="rect">
              <a:avLst/>
            </a:prstGeom>
            <a:noFill/>
            <a:ln>
              <a:noFill/>
            </a:ln>
          </p:spPr>
        </p:pic>
      </p:grpSp>
    </p:spTree>
  </p:cSld>
  <p:clrMapOvr>
    <a:masterClrMapping/>
  </p:clrMapOvr>
  <p:transition spd="slow">
    <p:push/>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2" name="Google Shape;462;p18"/>
          <p:cNvSpPr/>
          <p:nvPr/>
        </p:nvSpPr>
        <p:spPr>
          <a:xfrm>
            <a:off x="4288311" y="1391606"/>
            <a:ext cx="7497390" cy="407478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3600" b="1" i="0" u="none" strike="noStrike" cap="none" dirty="0">
                <a:solidFill>
                  <a:schemeClr val="tx1"/>
                </a:solidFill>
                <a:latin typeface="Gotham Rounded" pitchFamily="50" charset="0"/>
                <a:sym typeface="Arial"/>
              </a:rPr>
              <a:t>¿Qué es un servidor?</a:t>
            </a:r>
            <a:endParaRPr sz="20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just" rtl="0">
              <a:lnSpc>
                <a:spcPct val="100000"/>
              </a:lnSpc>
              <a:spcBef>
                <a:spcPts val="0"/>
              </a:spcBef>
              <a:spcAft>
                <a:spcPts val="0"/>
              </a:spcAft>
              <a:buClr>
                <a:srgbClr val="000000"/>
              </a:buClr>
              <a:buSzPts val="3600"/>
              <a:buFont typeface="Arial"/>
              <a:buNone/>
            </a:pPr>
            <a:r>
              <a:rPr lang="es-ES" sz="3600" b="0" i="0" u="none" strike="noStrike" cap="none" dirty="0">
                <a:solidFill>
                  <a:schemeClr val="tx1"/>
                </a:solidFill>
                <a:latin typeface="Gotham Rounded" pitchFamily="50" charset="0"/>
                <a:sym typeface="Arial"/>
              </a:rPr>
              <a:t>Es una computadora que presta servicios e información a partir de un determinado software y funciona como fuente para ser utilizada por distintos usuarios</a:t>
            </a:r>
            <a:r>
              <a:rPr lang="es-ES" sz="3600" b="0" i="0" u="none" strike="noStrike" cap="none" dirty="0">
                <a:solidFill>
                  <a:schemeClr val="lt1"/>
                </a:solidFill>
                <a:latin typeface="Gotham Rounded" pitchFamily="50" charset="0"/>
                <a:sym typeface="Arial"/>
              </a:rPr>
              <a:t>.</a:t>
            </a:r>
            <a:endParaRPr sz="3600" b="0" i="0" u="none" strike="noStrike" cap="none" dirty="0">
              <a:solidFill>
                <a:schemeClr val="lt1"/>
              </a:solidFill>
              <a:latin typeface="Gotham Rounded" pitchFamily="50" charset="0"/>
              <a:sym typeface="Arial"/>
            </a:endParaRPr>
          </a:p>
        </p:txBody>
      </p:sp>
      <p:pic>
        <p:nvPicPr>
          <p:cNvPr id="5" name="Google Shape;1102;p6"/>
          <p:cNvPicPr preferRelativeResize="0"/>
          <p:nvPr/>
        </p:nvPicPr>
        <p:blipFill rotWithShape="1">
          <a:blip r:embed="rId3">
            <a:alphaModFix/>
          </a:blip>
          <a:srcRect/>
          <a:stretch/>
        </p:blipFill>
        <p:spPr>
          <a:xfrm>
            <a:off x="4147635" y="0"/>
            <a:ext cx="8044365" cy="6858000"/>
          </a:xfrm>
          <a:prstGeom prst="rect">
            <a:avLst/>
          </a:prstGeom>
          <a:noFill/>
          <a:ln>
            <a:noFill/>
          </a:ln>
        </p:spPr>
      </p:pic>
      <p:pic>
        <p:nvPicPr>
          <p:cNvPr id="2" name="Imagen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0623" y="2278966"/>
            <a:ext cx="3180713" cy="3017520"/>
          </a:xfrm>
          <a:prstGeom prst="rect">
            <a:avLst/>
          </a:prstGeom>
        </p:spPr>
      </p:pic>
    </p:spTree>
  </p:cSld>
  <p:clrMapOvr>
    <a:masterClrMapping/>
  </p:clrMapOvr>
  <p:transition spd="slow">
    <p:push/>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70" name="Google Shape;470;p19"/>
          <p:cNvSpPr/>
          <p:nvPr/>
        </p:nvSpPr>
        <p:spPr>
          <a:xfrm>
            <a:off x="4288311" y="274918"/>
            <a:ext cx="7497390" cy="6097747"/>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a:solidFill>
                  <a:schemeClr val="tx1"/>
                </a:solidFill>
                <a:latin typeface="Gotham Rounded" pitchFamily="50" charset="0"/>
                <a:sym typeface="Arial"/>
              </a:rPr>
              <a:t>¿Qué es TCP/IP?</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600"/>
              <a:buFont typeface="Arial"/>
              <a:buNone/>
            </a:pPr>
            <a:r>
              <a:rPr lang="es-ES" sz="3600" b="0" i="0" u="none" strike="noStrike" cap="none" dirty="0">
                <a:solidFill>
                  <a:schemeClr val="tx1"/>
                </a:solidFill>
                <a:latin typeface="Gotham Rounded" pitchFamily="50" charset="0"/>
                <a:sym typeface="Arial"/>
              </a:rPr>
              <a:t>Son dos protocolos de Internet que determinan cómo se realiza la transmisión de datos.</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600"/>
              <a:buFont typeface="Arial"/>
              <a:buNone/>
            </a:pPr>
            <a:endParaRPr sz="36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Estos dos protocolos trabajan en conjunto y se encargan de identificar y establecer la mejor ruta entre la dirección de origen (Cliente) y el destino (Servidor). A su vez, proporcionan seguridad porque envían la información de forma fragmentada </a:t>
            </a:r>
            <a:r>
              <a:rPr lang="es-ES" sz="2400" b="0" i="0" u="sng" strike="noStrike" cap="none" dirty="0">
                <a:solidFill>
                  <a:schemeClr val="tx1"/>
                </a:solidFill>
                <a:latin typeface="Gotham Rounded" pitchFamily="50" charset="0"/>
                <a:sym typeface="Arial"/>
              </a:rPr>
              <a:t>(paquetes de datos)</a:t>
            </a:r>
            <a:r>
              <a:rPr lang="es-ES" sz="2400" b="0" i="0" u="none" strike="noStrike" cap="none" dirty="0">
                <a:solidFill>
                  <a:schemeClr val="tx1"/>
                </a:solidFill>
                <a:latin typeface="Gotham Rounded" pitchFamily="50" charset="0"/>
                <a:sym typeface="Arial"/>
              </a:rPr>
              <a:t> y la unifican en </a:t>
            </a:r>
            <a:r>
              <a:rPr lang="es-ES" sz="2400" b="0" i="0" u="none" strike="noStrike" cap="none" dirty="0">
                <a:solidFill>
                  <a:schemeClr val="tx1"/>
                </a:solidFill>
                <a:latin typeface="Arial"/>
                <a:ea typeface="Arial"/>
                <a:cs typeface="Arial"/>
                <a:sym typeface="Arial"/>
              </a:rPr>
              <a:t>destino</a:t>
            </a:r>
            <a:r>
              <a:rPr lang="es-ES" sz="2400" b="0" i="0" u="none" strike="noStrike" cap="none" dirty="0">
                <a:solidFill>
                  <a:schemeClr val="lt1"/>
                </a:solidFill>
                <a:latin typeface="Arial"/>
                <a:ea typeface="Arial"/>
                <a:cs typeface="Arial"/>
                <a:sym typeface="Arial"/>
              </a:rPr>
              <a:t>. </a:t>
            </a:r>
            <a:endParaRPr sz="2400" b="0" i="0" u="none" strike="noStrike" cap="none" dirty="0">
              <a:solidFill>
                <a:schemeClr val="lt1"/>
              </a:solidFill>
              <a:latin typeface="Arial"/>
              <a:ea typeface="Arial"/>
              <a:cs typeface="Arial"/>
              <a:sym typeface="Arial"/>
            </a:endParaRPr>
          </a:p>
        </p:txBody>
      </p:sp>
      <p:pic>
        <p:nvPicPr>
          <p:cNvPr id="10" name="Google Shape;1102;p6"/>
          <p:cNvPicPr preferRelativeResize="0"/>
          <p:nvPr/>
        </p:nvPicPr>
        <p:blipFill rotWithShape="1">
          <a:blip r:embed="rId3">
            <a:alphaModFix/>
          </a:blip>
          <a:srcRect/>
          <a:stretch/>
        </p:blipFill>
        <p:spPr>
          <a:xfrm>
            <a:off x="4147635" y="0"/>
            <a:ext cx="8044365" cy="6858000"/>
          </a:xfrm>
          <a:prstGeom prst="rect">
            <a:avLst/>
          </a:prstGeom>
          <a:noFill/>
          <a:ln>
            <a:noFill/>
          </a:ln>
        </p:spPr>
      </p:pic>
      <p:pic>
        <p:nvPicPr>
          <p:cNvPr id="2" name="Imagen 1"/>
          <p:cNvPicPr>
            <a:picLocks noChangeAspect="1"/>
          </p:cNvPicPr>
          <p:nvPr/>
        </p:nvPicPr>
        <p:blipFill rotWithShape="1">
          <a:blip r:embed="rId4">
            <a:extLst>
              <a:ext uri="{28A0092B-C50C-407E-A947-70E740481C1C}">
                <a14:useLocalDpi xmlns:a14="http://schemas.microsoft.com/office/drawing/2010/main" val="0"/>
              </a:ext>
            </a:extLst>
          </a:blip>
          <a:srcRect l="8799" t="11584" r="8970" b="10464"/>
          <a:stretch/>
        </p:blipFill>
        <p:spPr>
          <a:xfrm>
            <a:off x="199364" y="1761979"/>
            <a:ext cx="4018609" cy="3597812"/>
          </a:xfrm>
          <a:prstGeom prst="rect">
            <a:avLst/>
          </a:prstGeom>
        </p:spPr>
      </p:pic>
    </p:spTree>
  </p:cSld>
  <p:clrMapOvr>
    <a:masterClrMapping/>
  </p:clrMapOvr>
  <p:transition spd="slow">
    <p:push/>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3" name="Google Shape;483;p20"/>
          <p:cNvSpPr/>
          <p:nvPr/>
        </p:nvSpPr>
        <p:spPr>
          <a:xfrm>
            <a:off x="4260176" y="742223"/>
            <a:ext cx="7497390" cy="5196113"/>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a:solidFill>
                  <a:schemeClr val="tx1"/>
                </a:solidFill>
                <a:latin typeface="Gotham Rounded" pitchFamily="50" charset="0"/>
                <a:sym typeface="Arial"/>
              </a:rPr>
              <a:t>Dirección IP pública</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200"/>
              <a:buFont typeface="Arial"/>
              <a:buNone/>
            </a:pPr>
            <a:r>
              <a:rPr lang="es-ES" sz="3200" b="0" i="0" u="none" strike="noStrike" cap="none" dirty="0">
                <a:solidFill>
                  <a:schemeClr val="tx1"/>
                </a:solidFill>
                <a:latin typeface="Gotham Rounded" pitchFamily="50" charset="0"/>
                <a:sym typeface="Arial"/>
              </a:rPr>
              <a:t>Cada dispositivo que se conecta a Internet debe tener sí o sí una IP única que lo identifique; ésta es la IP pública.</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200"/>
              <a:buFont typeface="Arial"/>
              <a:buNone/>
            </a:pPr>
            <a:endParaRPr sz="32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200"/>
              <a:buFont typeface="Arial"/>
              <a:buNone/>
            </a:pPr>
            <a:r>
              <a:rPr lang="es-ES" sz="3200" b="0" i="0" u="none" strike="noStrike" cap="none" dirty="0">
                <a:solidFill>
                  <a:schemeClr val="tx1"/>
                </a:solidFill>
                <a:latin typeface="Gotham Rounded" pitchFamily="50" charset="0"/>
                <a:sym typeface="Arial"/>
              </a:rPr>
              <a:t>Por ejemplo, los servidores que alojan sitios webs o </a:t>
            </a:r>
            <a:r>
              <a:rPr lang="es-ES" sz="3200" b="0" i="0" u="sng" strike="noStrike" cap="none" dirty="0">
                <a:solidFill>
                  <a:schemeClr val="tx1"/>
                </a:solidFill>
                <a:latin typeface="Gotham Rounded" pitchFamily="50" charset="0"/>
                <a:sym typeface="Arial"/>
              </a:rPr>
              <a:t>los </a:t>
            </a:r>
            <a:r>
              <a:rPr lang="es-ES" sz="3200" b="0" i="0" u="sng" strike="noStrike" cap="none" dirty="0" err="1">
                <a:solidFill>
                  <a:schemeClr val="tx1"/>
                </a:solidFill>
                <a:latin typeface="Gotham Rounded" pitchFamily="50" charset="0"/>
                <a:sym typeface="Arial"/>
              </a:rPr>
              <a:t>router</a:t>
            </a:r>
            <a:r>
              <a:rPr lang="es-ES" sz="3200" b="0" i="0" u="sng" strike="noStrike" cap="none" dirty="0">
                <a:solidFill>
                  <a:schemeClr val="tx1"/>
                </a:solidFill>
                <a:latin typeface="Gotham Rounded" pitchFamily="50" charset="0"/>
                <a:sym typeface="Arial"/>
              </a:rPr>
              <a:t> y </a:t>
            </a:r>
            <a:r>
              <a:rPr lang="es-ES" sz="3200" b="0" i="0" u="sng" strike="noStrike" cap="none" dirty="0" err="1">
                <a:solidFill>
                  <a:schemeClr val="tx1"/>
                </a:solidFill>
                <a:latin typeface="Gotham Rounded" pitchFamily="50" charset="0"/>
                <a:sym typeface="Arial"/>
              </a:rPr>
              <a:t>modems</a:t>
            </a:r>
            <a:r>
              <a:rPr lang="es-ES" sz="3200" b="0" i="0" u="sng" strike="noStrike" cap="none" dirty="0">
                <a:solidFill>
                  <a:schemeClr val="tx1"/>
                </a:solidFill>
                <a:latin typeface="Gotham Rounded" pitchFamily="50" charset="0"/>
                <a:sym typeface="Arial"/>
              </a:rPr>
              <a:t> </a:t>
            </a:r>
            <a:r>
              <a:rPr lang="es-ES" sz="3200" b="0" i="0" u="none" strike="noStrike" cap="none" dirty="0">
                <a:solidFill>
                  <a:schemeClr val="tx1"/>
                </a:solidFill>
                <a:latin typeface="Gotham Rounded" pitchFamily="50" charset="0"/>
                <a:sym typeface="Arial"/>
              </a:rPr>
              <a:t>que dan acceso a Internet tienen una IP pública</a:t>
            </a:r>
            <a:r>
              <a:rPr lang="es-ES" sz="3200" b="0" i="0" u="none" strike="noStrike" cap="none" dirty="0">
                <a:solidFill>
                  <a:schemeClr val="lt1"/>
                </a:solidFill>
                <a:latin typeface="Arial"/>
                <a:ea typeface="Arial"/>
                <a:cs typeface="Arial"/>
                <a:sym typeface="Arial"/>
              </a:rPr>
              <a:t>.</a:t>
            </a:r>
            <a:endParaRPr sz="3200" b="0" i="0" u="none" strike="noStrike" cap="none" dirty="0">
              <a:solidFill>
                <a:schemeClr val="lt1"/>
              </a:solidFill>
              <a:latin typeface="Arial"/>
              <a:ea typeface="Arial"/>
              <a:cs typeface="Arial"/>
              <a:sym typeface="Arial"/>
            </a:endParaRPr>
          </a:p>
        </p:txBody>
      </p:sp>
      <p:pic>
        <p:nvPicPr>
          <p:cNvPr id="484" name="Google Shape;484;p20" descr="Server"/>
          <p:cNvPicPr preferRelativeResize="0"/>
          <p:nvPr/>
        </p:nvPicPr>
        <p:blipFill rotWithShape="1">
          <a:blip r:embed="rId3">
            <a:alphaModFix/>
            <a:duotone>
              <a:prstClr val="black"/>
              <a:schemeClr val="accent2">
                <a:tint val="45000"/>
                <a:satMod val="400000"/>
              </a:schemeClr>
            </a:duotone>
          </a:blip>
          <a:srcRect/>
          <a:stretch/>
        </p:blipFill>
        <p:spPr>
          <a:xfrm>
            <a:off x="872197" y="3460968"/>
            <a:ext cx="2363372" cy="1969161"/>
          </a:xfrm>
          <a:prstGeom prst="rect">
            <a:avLst/>
          </a:prstGeom>
          <a:noFill/>
          <a:ln>
            <a:noFill/>
          </a:ln>
        </p:spPr>
      </p:pic>
      <p:pic>
        <p:nvPicPr>
          <p:cNvPr id="485" name="Google Shape;485;p20" descr="Wireless router"/>
          <p:cNvPicPr preferRelativeResize="0"/>
          <p:nvPr/>
        </p:nvPicPr>
        <p:blipFill rotWithShape="1">
          <a:blip r:embed="rId4">
            <a:alphaModFix/>
            <a:duotone>
              <a:prstClr val="black"/>
              <a:schemeClr val="accent2">
                <a:tint val="45000"/>
                <a:satMod val="400000"/>
              </a:schemeClr>
            </a:duotone>
          </a:blip>
          <a:srcRect/>
          <a:stretch/>
        </p:blipFill>
        <p:spPr>
          <a:xfrm>
            <a:off x="994469" y="1392701"/>
            <a:ext cx="2044151" cy="1821973"/>
          </a:xfrm>
          <a:prstGeom prst="rect">
            <a:avLst/>
          </a:prstGeom>
          <a:noFill/>
          <a:ln>
            <a:noFill/>
          </a:ln>
        </p:spPr>
      </p:pic>
      <p:pic>
        <p:nvPicPr>
          <p:cNvPr id="6" name="Google Shape;1102;p6"/>
          <p:cNvPicPr preferRelativeResize="0"/>
          <p:nvPr/>
        </p:nvPicPr>
        <p:blipFill rotWithShape="1">
          <a:blip r:embed="rId5">
            <a:alphaModFix/>
          </a:blip>
          <a:srcRect/>
          <a:stretch/>
        </p:blipFill>
        <p:spPr>
          <a:xfrm>
            <a:off x="4459458" y="0"/>
            <a:ext cx="7732542" cy="6858000"/>
          </a:xfrm>
          <a:prstGeom prst="rect">
            <a:avLst/>
          </a:prstGeom>
          <a:noFill/>
          <a:ln>
            <a:noFill/>
          </a:ln>
        </p:spPr>
      </p:pic>
    </p:spTree>
  </p:cSld>
  <p:clrMapOvr>
    <a:masterClrMapping/>
  </p:clrMapOvr>
  <p:transition spd="slow">
    <p:push/>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2" name="Google Shape;492;p21"/>
          <p:cNvSpPr/>
          <p:nvPr/>
        </p:nvSpPr>
        <p:spPr>
          <a:xfrm>
            <a:off x="4206239" y="309490"/>
            <a:ext cx="7495055" cy="6259514"/>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a:solidFill>
                  <a:schemeClr val="tx1"/>
                </a:solidFill>
                <a:latin typeface="Gotham Rounded" pitchFamily="50" charset="0"/>
                <a:sym typeface="Arial"/>
              </a:rPr>
              <a:t>Dirección IP privada</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200"/>
              <a:buFont typeface="Arial"/>
              <a:buNone/>
            </a:pPr>
            <a:r>
              <a:rPr lang="es-ES" sz="2800" b="0" i="0" u="none" strike="noStrike" cap="none" dirty="0">
                <a:solidFill>
                  <a:schemeClr val="tx1"/>
                </a:solidFill>
                <a:latin typeface="Gotham Rounded" pitchFamily="50" charset="0"/>
                <a:sym typeface="Arial"/>
              </a:rPr>
              <a:t>Se utiliza para identificar equipos o dispositivos dentro de una red doméstica o privada. En general, en redes que no sean la propia Internet. </a:t>
            </a:r>
            <a:endParaRPr lang="es-ES" sz="2800" b="0" i="0" u="none" strike="noStrike" cap="none" dirty="0" smtClean="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200"/>
              <a:buFont typeface="Arial"/>
              <a:buNone/>
            </a:pPr>
            <a:endParaRPr lang="es-ES" sz="2800" dirty="0">
              <a:solidFill>
                <a:schemeClr val="tx1"/>
              </a:solidFill>
              <a:latin typeface="Gotham Rounded" pitchFamily="50" charset="0"/>
            </a:endParaRPr>
          </a:p>
          <a:p>
            <a:pPr marL="0" marR="0" lvl="0" indent="0" algn="r" rtl="0">
              <a:lnSpc>
                <a:spcPct val="100000"/>
              </a:lnSpc>
              <a:spcBef>
                <a:spcPts val="0"/>
              </a:spcBef>
              <a:spcAft>
                <a:spcPts val="0"/>
              </a:spcAft>
              <a:buClr>
                <a:srgbClr val="000000"/>
              </a:buClr>
              <a:buSzPts val="3200"/>
              <a:buFont typeface="Arial"/>
              <a:buNone/>
            </a:pPr>
            <a:r>
              <a:rPr lang="es-ES" sz="2800" b="0" i="0" u="none" strike="noStrike" cap="none" dirty="0" smtClean="0">
                <a:solidFill>
                  <a:schemeClr val="tx1"/>
                </a:solidFill>
                <a:latin typeface="Gotham Rounded" pitchFamily="50" charset="0"/>
                <a:sym typeface="Arial"/>
              </a:rPr>
              <a:t>Las </a:t>
            </a:r>
            <a:r>
              <a:rPr lang="es-ES" sz="2800" b="0" i="0" u="none" strike="noStrike" cap="none" dirty="0">
                <a:solidFill>
                  <a:schemeClr val="tx1"/>
                </a:solidFill>
                <a:latin typeface="Gotham Rounded" pitchFamily="50" charset="0"/>
                <a:sym typeface="Arial"/>
              </a:rPr>
              <a:t>IP privadas están, de algún modo, aisladas de las públicas. Se reservan para ellas determinados rangos de direcciones y éstas sí se pueden repetir entre diferentes redes domésticas o empresariales</a:t>
            </a:r>
            <a:r>
              <a:rPr lang="es-ES" sz="2800" b="0" i="0" u="none" strike="noStrike" cap="none" dirty="0">
                <a:solidFill>
                  <a:schemeClr val="lt1"/>
                </a:solidFill>
                <a:latin typeface="Gotham Rounded" pitchFamily="50" charset="0"/>
                <a:sym typeface="Arial"/>
              </a:rPr>
              <a:t>.</a:t>
            </a:r>
            <a:endParaRPr sz="2800" b="0" i="0" u="none" strike="noStrike" cap="none" dirty="0">
              <a:solidFill>
                <a:schemeClr val="lt1"/>
              </a:solidFill>
              <a:latin typeface="Gotham Rounded" pitchFamily="50" charset="0"/>
              <a:sym typeface="Arial"/>
            </a:endParaRPr>
          </a:p>
        </p:txBody>
      </p:sp>
      <p:grpSp>
        <p:nvGrpSpPr>
          <p:cNvPr id="493" name="Google Shape;493;p21"/>
          <p:cNvGrpSpPr/>
          <p:nvPr/>
        </p:nvGrpSpPr>
        <p:grpSpPr>
          <a:xfrm>
            <a:off x="607947" y="2341847"/>
            <a:ext cx="3107586" cy="2595913"/>
            <a:chOff x="901706" y="2339742"/>
            <a:chExt cx="2366287" cy="2118035"/>
          </a:xfrm>
        </p:grpSpPr>
        <p:pic>
          <p:nvPicPr>
            <p:cNvPr id="494" name="Google Shape;494;p21" descr="Laptop"/>
            <p:cNvPicPr preferRelativeResize="0"/>
            <p:nvPr/>
          </p:nvPicPr>
          <p:blipFill rotWithShape="1">
            <a:blip r:embed="rId3">
              <a:alphaModFix/>
              <a:duotone>
                <a:prstClr val="black"/>
                <a:schemeClr val="accent2">
                  <a:tint val="45000"/>
                  <a:satMod val="400000"/>
                </a:schemeClr>
              </a:duotone>
            </a:blip>
            <a:srcRect/>
            <a:stretch/>
          </p:blipFill>
          <p:spPr>
            <a:xfrm>
              <a:off x="2318013" y="2339742"/>
              <a:ext cx="914400" cy="914400"/>
            </a:xfrm>
            <a:prstGeom prst="rect">
              <a:avLst/>
            </a:prstGeom>
            <a:noFill/>
            <a:ln>
              <a:noFill/>
            </a:ln>
          </p:spPr>
        </p:pic>
        <p:pic>
          <p:nvPicPr>
            <p:cNvPr id="495" name="Google Shape;495;p21" descr="Smart Phone"/>
            <p:cNvPicPr preferRelativeResize="0"/>
            <p:nvPr/>
          </p:nvPicPr>
          <p:blipFill rotWithShape="1">
            <a:blip r:embed="rId4">
              <a:alphaModFix/>
              <a:duotone>
                <a:prstClr val="black"/>
                <a:schemeClr val="accent2">
                  <a:tint val="45000"/>
                  <a:satMod val="400000"/>
                </a:schemeClr>
              </a:duotone>
            </a:blip>
            <a:srcRect/>
            <a:stretch/>
          </p:blipFill>
          <p:spPr>
            <a:xfrm>
              <a:off x="901706" y="3543377"/>
              <a:ext cx="914400" cy="914400"/>
            </a:xfrm>
            <a:prstGeom prst="rect">
              <a:avLst/>
            </a:prstGeom>
            <a:noFill/>
            <a:ln>
              <a:noFill/>
            </a:ln>
          </p:spPr>
        </p:pic>
        <p:pic>
          <p:nvPicPr>
            <p:cNvPr id="496" name="Google Shape;496;p21" descr="Printer"/>
            <p:cNvPicPr preferRelativeResize="0"/>
            <p:nvPr/>
          </p:nvPicPr>
          <p:blipFill rotWithShape="1">
            <a:blip r:embed="rId5">
              <a:alphaModFix/>
              <a:duotone>
                <a:prstClr val="black"/>
                <a:schemeClr val="accent2">
                  <a:tint val="45000"/>
                  <a:satMod val="400000"/>
                </a:schemeClr>
              </a:duotone>
            </a:blip>
            <a:srcRect/>
            <a:stretch/>
          </p:blipFill>
          <p:spPr>
            <a:xfrm>
              <a:off x="2353593" y="3501413"/>
              <a:ext cx="914400" cy="914400"/>
            </a:xfrm>
            <a:prstGeom prst="rect">
              <a:avLst/>
            </a:prstGeom>
            <a:noFill/>
            <a:ln>
              <a:noFill/>
            </a:ln>
          </p:spPr>
        </p:pic>
        <p:pic>
          <p:nvPicPr>
            <p:cNvPr id="497" name="Google Shape;497;p21" descr="Television"/>
            <p:cNvPicPr preferRelativeResize="0"/>
            <p:nvPr/>
          </p:nvPicPr>
          <p:blipFill rotWithShape="1">
            <a:blip r:embed="rId6">
              <a:alphaModFix/>
              <a:duotone>
                <a:prstClr val="black"/>
                <a:schemeClr val="accent2">
                  <a:tint val="45000"/>
                  <a:satMod val="400000"/>
                </a:schemeClr>
              </a:duotone>
            </a:blip>
            <a:srcRect/>
            <a:stretch/>
          </p:blipFill>
          <p:spPr>
            <a:xfrm>
              <a:off x="901706" y="2339742"/>
              <a:ext cx="914400" cy="914400"/>
            </a:xfrm>
            <a:prstGeom prst="rect">
              <a:avLst/>
            </a:prstGeom>
            <a:noFill/>
            <a:ln>
              <a:noFill/>
            </a:ln>
          </p:spPr>
        </p:pic>
      </p:grpSp>
      <p:pic>
        <p:nvPicPr>
          <p:cNvPr id="9" name="Google Shape;1102;p6"/>
          <p:cNvPicPr preferRelativeResize="0"/>
          <p:nvPr/>
        </p:nvPicPr>
        <p:blipFill rotWithShape="1">
          <a:blip r:embed="rId7">
            <a:alphaModFix/>
          </a:blip>
          <a:srcRect/>
          <a:stretch/>
        </p:blipFill>
        <p:spPr>
          <a:xfrm>
            <a:off x="4147635" y="0"/>
            <a:ext cx="8044365" cy="6858000"/>
          </a:xfrm>
          <a:prstGeom prst="rect">
            <a:avLst/>
          </a:prstGeom>
          <a:noFill/>
          <a:ln>
            <a:noFill/>
          </a:ln>
        </p:spPr>
      </p:pic>
    </p:spTree>
  </p:cSld>
  <p:clrMapOvr>
    <a:masterClrMapping/>
  </p:clrMapOvr>
  <p:transition spd="slow">
    <p:push/>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22"/>
          <p:cNvSpPr/>
          <p:nvPr/>
        </p:nvSpPr>
        <p:spPr>
          <a:xfrm>
            <a:off x="0" y="-4313"/>
            <a:ext cx="6098874" cy="6857998"/>
          </a:xfrm>
          <a:prstGeom prst="rect">
            <a:avLst/>
          </a:prstGeom>
          <a:solidFill>
            <a:srgbClr val="F0904E"/>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4" name="Google Shape;504;p22"/>
          <p:cNvSpPr/>
          <p:nvPr/>
        </p:nvSpPr>
        <p:spPr>
          <a:xfrm>
            <a:off x="6096000" y="-4313"/>
            <a:ext cx="6098874" cy="6857998"/>
          </a:xfrm>
          <a:prstGeom prst="rect">
            <a:avLst/>
          </a:prstGeom>
          <a:solidFill>
            <a:srgbClr val="00206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505" name="Google Shape;505;p22"/>
          <p:cNvGrpSpPr/>
          <p:nvPr/>
        </p:nvGrpSpPr>
        <p:grpSpPr>
          <a:xfrm>
            <a:off x="1217391" y="2369983"/>
            <a:ext cx="2330707" cy="2118035"/>
            <a:chOff x="901706" y="2339742"/>
            <a:chExt cx="2330707" cy="2118035"/>
          </a:xfrm>
        </p:grpSpPr>
        <p:pic>
          <p:nvPicPr>
            <p:cNvPr id="506" name="Google Shape;506;p22" descr="Laptop"/>
            <p:cNvPicPr preferRelativeResize="0"/>
            <p:nvPr/>
          </p:nvPicPr>
          <p:blipFill rotWithShape="1">
            <a:blip r:embed="rId3">
              <a:alphaModFix/>
            </a:blip>
            <a:srcRect/>
            <a:stretch/>
          </p:blipFill>
          <p:spPr>
            <a:xfrm>
              <a:off x="2318013" y="2339742"/>
              <a:ext cx="914400" cy="914400"/>
            </a:xfrm>
            <a:prstGeom prst="rect">
              <a:avLst/>
            </a:prstGeom>
            <a:noFill/>
            <a:ln>
              <a:noFill/>
            </a:ln>
          </p:spPr>
        </p:pic>
        <p:pic>
          <p:nvPicPr>
            <p:cNvPr id="507" name="Google Shape;507;p22" descr="Smart Phone"/>
            <p:cNvPicPr preferRelativeResize="0"/>
            <p:nvPr/>
          </p:nvPicPr>
          <p:blipFill rotWithShape="1">
            <a:blip r:embed="rId4">
              <a:alphaModFix/>
            </a:blip>
            <a:srcRect/>
            <a:stretch/>
          </p:blipFill>
          <p:spPr>
            <a:xfrm>
              <a:off x="901706" y="3543377"/>
              <a:ext cx="914400" cy="914400"/>
            </a:xfrm>
            <a:prstGeom prst="rect">
              <a:avLst/>
            </a:prstGeom>
            <a:noFill/>
            <a:ln>
              <a:noFill/>
            </a:ln>
          </p:spPr>
        </p:pic>
        <p:pic>
          <p:nvPicPr>
            <p:cNvPr id="508" name="Google Shape;508;p22" descr="Printer"/>
            <p:cNvPicPr preferRelativeResize="0"/>
            <p:nvPr/>
          </p:nvPicPr>
          <p:blipFill rotWithShape="1">
            <a:blip r:embed="rId5">
              <a:alphaModFix/>
            </a:blip>
            <a:srcRect/>
            <a:stretch/>
          </p:blipFill>
          <p:spPr>
            <a:xfrm>
              <a:off x="2318013" y="3529549"/>
              <a:ext cx="914400" cy="914400"/>
            </a:xfrm>
            <a:prstGeom prst="rect">
              <a:avLst/>
            </a:prstGeom>
            <a:noFill/>
            <a:ln>
              <a:noFill/>
            </a:ln>
          </p:spPr>
        </p:pic>
        <p:pic>
          <p:nvPicPr>
            <p:cNvPr id="509" name="Google Shape;509;p22" descr="Television"/>
            <p:cNvPicPr preferRelativeResize="0"/>
            <p:nvPr/>
          </p:nvPicPr>
          <p:blipFill rotWithShape="1">
            <a:blip r:embed="rId6">
              <a:alphaModFix/>
            </a:blip>
            <a:srcRect/>
            <a:stretch/>
          </p:blipFill>
          <p:spPr>
            <a:xfrm>
              <a:off x="901706" y="2339742"/>
              <a:ext cx="914400" cy="914400"/>
            </a:xfrm>
            <a:prstGeom prst="rect">
              <a:avLst/>
            </a:prstGeom>
            <a:noFill/>
            <a:ln>
              <a:noFill/>
            </a:ln>
          </p:spPr>
        </p:pic>
      </p:grpSp>
      <p:pic>
        <p:nvPicPr>
          <p:cNvPr id="510" name="Google Shape;510;p22" descr="Server"/>
          <p:cNvPicPr preferRelativeResize="0"/>
          <p:nvPr/>
        </p:nvPicPr>
        <p:blipFill rotWithShape="1">
          <a:blip r:embed="rId7">
            <a:alphaModFix/>
          </a:blip>
          <a:srcRect/>
          <a:stretch/>
        </p:blipFill>
        <p:spPr>
          <a:xfrm>
            <a:off x="8864707" y="2652485"/>
            <a:ext cx="1553030" cy="1553030"/>
          </a:xfrm>
          <a:prstGeom prst="rect">
            <a:avLst/>
          </a:prstGeom>
          <a:noFill/>
          <a:ln>
            <a:noFill/>
          </a:ln>
        </p:spPr>
      </p:pic>
      <p:pic>
        <p:nvPicPr>
          <p:cNvPr id="511" name="Google Shape;511;p22" descr="Wireless router"/>
          <p:cNvPicPr preferRelativeResize="0"/>
          <p:nvPr/>
        </p:nvPicPr>
        <p:blipFill rotWithShape="1">
          <a:blip r:embed="rId8">
            <a:alphaModFix/>
          </a:blip>
          <a:srcRect/>
          <a:stretch/>
        </p:blipFill>
        <p:spPr>
          <a:xfrm>
            <a:off x="5319485" y="2652485"/>
            <a:ext cx="1553030" cy="1553030"/>
          </a:xfrm>
          <a:prstGeom prst="rect">
            <a:avLst/>
          </a:prstGeom>
          <a:noFill/>
          <a:ln>
            <a:noFill/>
          </a:ln>
        </p:spPr>
      </p:pic>
      <p:sp>
        <p:nvSpPr>
          <p:cNvPr id="512" name="Google Shape;512;p22"/>
          <p:cNvSpPr/>
          <p:nvPr/>
        </p:nvSpPr>
        <p:spPr>
          <a:xfrm>
            <a:off x="5469065" y="2000651"/>
            <a:ext cx="1253869" cy="64629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800"/>
              <a:buFont typeface="Arial"/>
              <a:buNone/>
            </a:pPr>
            <a:r>
              <a:rPr lang="es-ES" sz="1800" b="1" i="0" u="none" strike="noStrike" cap="none" dirty="0">
                <a:solidFill>
                  <a:schemeClr val="lt1"/>
                </a:solidFill>
                <a:latin typeface="Gotham Rounded" pitchFamily="50" charset="0"/>
                <a:sym typeface="Arial"/>
              </a:rPr>
              <a:t>IP pública</a:t>
            </a:r>
            <a:endParaRPr sz="1400" b="0" i="0" u="none" strike="noStrike" cap="none" dirty="0">
              <a:solidFill>
                <a:srgbClr val="000000"/>
              </a:solidFill>
              <a:latin typeface="Gotham Rounded" pitchFamily="50" charset="0"/>
              <a:sym typeface="Arial"/>
            </a:endParaRPr>
          </a:p>
        </p:txBody>
      </p:sp>
      <p:sp>
        <p:nvSpPr>
          <p:cNvPr id="513" name="Google Shape;513;p22"/>
          <p:cNvSpPr/>
          <p:nvPr/>
        </p:nvSpPr>
        <p:spPr>
          <a:xfrm>
            <a:off x="9014288" y="2000651"/>
            <a:ext cx="1253868" cy="64629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800"/>
              <a:buFont typeface="Arial"/>
              <a:buNone/>
            </a:pPr>
            <a:r>
              <a:rPr lang="es-ES" sz="1800" b="1" i="0" u="none" strike="noStrike" cap="none" dirty="0">
                <a:solidFill>
                  <a:schemeClr val="lt1"/>
                </a:solidFill>
                <a:latin typeface="Gotham Rounded" pitchFamily="50" charset="0"/>
                <a:sym typeface="Arial"/>
              </a:rPr>
              <a:t>IP</a:t>
            </a:r>
            <a:r>
              <a:rPr lang="es-ES" sz="1800" b="1" i="0" u="none" strike="noStrike" cap="none" dirty="0">
                <a:solidFill>
                  <a:schemeClr val="lt1"/>
                </a:solidFill>
                <a:latin typeface="Arial"/>
                <a:ea typeface="Arial"/>
                <a:cs typeface="Arial"/>
                <a:sym typeface="Arial"/>
              </a:rPr>
              <a:t> </a:t>
            </a:r>
            <a:r>
              <a:rPr lang="es-ES" sz="1800" b="1" i="0" u="none" strike="noStrike" cap="none" dirty="0">
                <a:solidFill>
                  <a:schemeClr val="lt1"/>
                </a:solidFill>
                <a:latin typeface="Gotham Rounded" pitchFamily="50" charset="0"/>
                <a:sym typeface="Arial"/>
              </a:rPr>
              <a:t>pública</a:t>
            </a:r>
            <a:endParaRPr sz="1400" b="0" i="0" u="none" strike="noStrike" cap="none" dirty="0">
              <a:solidFill>
                <a:srgbClr val="000000"/>
              </a:solidFill>
              <a:latin typeface="Gotham Rounded" pitchFamily="50" charset="0"/>
              <a:sym typeface="Arial"/>
            </a:endParaRPr>
          </a:p>
        </p:txBody>
      </p:sp>
      <p:sp>
        <p:nvSpPr>
          <p:cNvPr id="514" name="Google Shape;514;p22"/>
          <p:cNvSpPr/>
          <p:nvPr/>
        </p:nvSpPr>
        <p:spPr>
          <a:xfrm>
            <a:off x="1732072" y="1543452"/>
            <a:ext cx="1378904" cy="64629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800"/>
              <a:buFont typeface="Arial"/>
              <a:buNone/>
            </a:pPr>
            <a:r>
              <a:rPr lang="es-ES" sz="1800" b="1" i="0" u="none" strike="noStrike" cap="none" dirty="0">
                <a:solidFill>
                  <a:schemeClr val="lt1"/>
                </a:solidFill>
                <a:latin typeface="Gotham Rounded" pitchFamily="50" charset="0"/>
                <a:sym typeface="Arial"/>
              </a:rPr>
              <a:t>IP privadas</a:t>
            </a:r>
            <a:endParaRPr sz="1400" b="0" i="0" u="none" strike="noStrike" cap="none" dirty="0">
              <a:solidFill>
                <a:srgbClr val="000000"/>
              </a:solidFill>
              <a:latin typeface="Gotham Rounded" pitchFamily="50" charset="0"/>
              <a:sym typeface="Arial"/>
            </a:endParaRPr>
          </a:p>
        </p:txBody>
      </p:sp>
      <p:sp>
        <p:nvSpPr>
          <p:cNvPr id="515" name="Google Shape;515;p22"/>
          <p:cNvSpPr/>
          <p:nvPr/>
        </p:nvSpPr>
        <p:spPr>
          <a:xfrm>
            <a:off x="1501681" y="5070687"/>
            <a:ext cx="1839686" cy="14772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sym typeface="Arial"/>
              </a:rPr>
              <a:t>192.168.1.101</a:t>
            </a:r>
            <a:endParaRPr sz="1400" b="0" i="0" u="none" strike="noStrike" cap="none" dirty="0">
              <a:solidFill>
                <a:srgbClr val="000000"/>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sym typeface="Arial"/>
              </a:rPr>
              <a:t>192.168.1.102</a:t>
            </a:r>
            <a:endParaRPr sz="1800" b="0" i="0" u="none" strike="noStrike" cap="none" dirty="0">
              <a:solidFill>
                <a:schemeClr val="lt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sym typeface="Arial"/>
              </a:rPr>
              <a:t>192.168.1.103</a:t>
            </a:r>
            <a:endParaRPr sz="1800" b="0" i="0" u="none" strike="noStrike" cap="none" dirty="0">
              <a:solidFill>
                <a:schemeClr val="lt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sym typeface="Arial"/>
              </a:rPr>
              <a:t>192.168.255.255</a:t>
            </a:r>
            <a:endParaRPr sz="1800" b="0" i="0" u="none" strike="noStrike" cap="none" dirty="0">
              <a:solidFill>
                <a:schemeClr val="lt1"/>
              </a:solidFill>
              <a:latin typeface="Gotham Rounded" pitchFamily="50" charset="0"/>
              <a:sym typeface="Arial"/>
            </a:endParaRPr>
          </a:p>
        </p:txBody>
      </p:sp>
      <p:sp>
        <p:nvSpPr>
          <p:cNvPr id="516" name="Google Shape;516;p22"/>
          <p:cNvSpPr/>
          <p:nvPr/>
        </p:nvSpPr>
        <p:spPr>
          <a:xfrm>
            <a:off x="4613499" y="4793688"/>
            <a:ext cx="2965000" cy="147732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sym typeface="Arial"/>
              </a:rPr>
              <a:t>190.189.90.32</a:t>
            </a:r>
            <a:endParaRPr sz="1400" b="0" i="0" u="none" strike="noStrike" cap="none" dirty="0">
              <a:solidFill>
                <a:srgbClr val="000000"/>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sym typeface="Arial"/>
              </a:rPr>
              <a:t>(El </a:t>
            </a:r>
            <a:r>
              <a:rPr lang="es-ES" sz="1800" b="0" i="0" u="none" strike="noStrike" cap="none" dirty="0" err="1">
                <a:solidFill>
                  <a:schemeClr val="lt1"/>
                </a:solidFill>
                <a:latin typeface="Gotham Rounded Medium" panose="02000000000000000000" pitchFamily="50" charset="0"/>
                <a:sym typeface="Arial"/>
              </a:rPr>
              <a:t>router</a:t>
            </a:r>
            <a:r>
              <a:rPr lang="es-ES" sz="1800" b="0" i="0" u="none" strike="noStrike" cap="none" dirty="0">
                <a:solidFill>
                  <a:schemeClr val="lt1"/>
                </a:solidFill>
                <a:latin typeface="Gotham Rounded Medium" panose="02000000000000000000" pitchFamily="50" charset="0"/>
                <a:sym typeface="Arial"/>
              </a:rPr>
              <a:t> permite conectar una red privada con Internet)</a:t>
            </a:r>
            <a:endParaRPr sz="1400" b="0" i="0" u="none" strike="noStrike" cap="none" dirty="0">
              <a:solidFill>
                <a:srgbClr val="000000"/>
              </a:solidFill>
              <a:latin typeface="Gotham Rounded Medium" panose="02000000000000000000" pitchFamily="50" charset="0"/>
              <a:sym typeface="Arial"/>
            </a:endParaRPr>
          </a:p>
        </p:txBody>
      </p:sp>
      <p:sp>
        <p:nvSpPr>
          <p:cNvPr id="517" name="Google Shape;517;p22"/>
          <p:cNvSpPr/>
          <p:nvPr/>
        </p:nvSpPr>
        <p:spPr>
          <a:xfrm>
            <a:off x="8786661" y="5070687"/>
            <a:ext cx="1925712" cy="369291"/>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sym typeface="Arial"/>
              </a:rPr>
              <a:t>190.189.90.172</a:t>
            </a:r>
            <a:endParaRPr sz="1400" b="0" i="0" u="none" strike="noStrike" cap="none" dirty="0">
              <a:solidFill>
                <a:srgbClr val="000000"/>
              </a:solidFill>
              <a:latin typeface="Gotham Rounded Medium" panose="02000000000000000000" pitchFamily="50" charset="0"/>
              <a:sym typeface="Arial"/>
            </a:endParaRPr>
          </a:p>
        </p:txBody>
      </p:sp>
      <p:cxnSp>
        <p:nvCxnSpPr>
          <p:cNvPr id="518" name="Google Shape;518;p22"/>
          <p:cNvCxnSpPr>
            <a:stCxn id="511" idx="3"/>
            <a:endCxn id="510" idx="1"/>
          </p:cNvCxnSpPr>
          <p:nvPr/>
        </p:nvCxnSpPr>
        <p:spPr>
          <a:xfrm>
            <a:off x="6872515" y="3429000"/>
            <a:ext cx="1992300" cy="0"/>
          </a:xfrm>
          <a:prstGeom prst="straightConnector1">
            <a:avLst/>
          </a:prstGeom>
          <a:noFill/>
          <a:ln w="38100" cap="flat" cmpd="sng">
            <a:solidFill>
              <a:schemeClr val="lt1"/>
            </a:solidFill>
            <a:prstDash val="solid"/>
            <a:miter lim="800000"/>
            <a:headEnd type="none" w="sm" len="sm"/>
            <a:tailEnd type="none" w="sm" len="sm"/>
          </a:ln>
        </p:spPr>
      </p:cxnSp>
      <p:cxnSp>
        <p:nvCxnSpPr>
          <p:cNvPr id="519" name="Google Shape;519;p22"/>
          <p:cNvCxnSpPr/>
          <p:nvPr/>
        </p:nvCxnSpPr>
        <p:spPr>
          <a:xfrm>
            <a:off x="3788229" y="2652485"/>
            <a:ext cx="1531256" cy="776515"/>
          </a:xfrm>
          <a:prstGeom prst="straightConnector1">
            <a:avLst/>
          </a:prstGeom>
          <a:noFill/>
          <a:ln w="38100" cap="flat" cmpd="sng">
            <a:solidFill>
              <a:schemeClr val="lt1"/>
            </a:solidFill>
            <a:prstDash val="solid"/>
            <a:miter lim="800000"/>
            <a:headEnd type="none" w="sm" len="sm"/>
            <a:tailEnd type="none" w="sm" len="sm"/>
          </a:ln>
        </p:spPr>
      </p:cxnSp>
      <p:cxnSp>
        <p:nvCxnSpPr>
          <p:cNvPr id="520" name="Google Shape;520;p22"/>
          <p:cNvCxnSpPr>
            <a:endCxn id="511" idx="1"/>
          </p:cNvCxnSpPr>
          <p:nvPr/>
        </p:nvCxnSpPr>
        <p:spPr>
          <a:xfrm rot="10800000" flipH="1">
            <a:off x="3788285" y="3429000"/>
            <a:ext cx="1531200" cy="588000"/>
          </a:xfrm>
          <a:prstGeom prst="straightConnector1">
            <a:avLst/>
          </a:prstGeom>
          <a:noFill/>
          <a:ln w="38100" cap="flat" cmpd="sng">
            <a:solidFill>
              <a:schemeClr val="lt1"/>
            </a:solidFill>
            <a:prstDash val="solid"/>
            <a:miter lim="800000"/>
            <a:headEnd type="none" w="sm" len="sm"/>
            <a:tailEnd type="none" w="sm" len="sm"/>
          </a:ln>
        </p:spPr>
      </p:cxnSp>
    </p:spTree>
  </p:cSld>
  <p:clrMapOvr>
    <a:masterClrMapping/>
  </p:clrMapOvr>
  <p:transition spd="slow">
    <p:push/>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7" name="Google Shape;527;p23"/>
          <p:cNvSpPr/>
          <p:nvPr/>
        </p:nvSpPr>
        <p:spPr>
          <a:xfrm>
            <a:off x="3936619" y="471865"/>
            <a:ext cx="7497390" cy="5905641"/>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a:solidFill>
                  <a:schemeClr val="tx1"/>
                </a:solidFill>
                <a:latin typeface="Gotham Rounded" pitchFamily="50" charset="0"/>
                <a:sym typeface="Arial"/>
              </a:rPr>
              <a:t>¿Qué son los Servidores DNS?</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600"/>
              <a:buFont typeface="Arial"/>
              <a:buNone/>
            </a:pPr>
            <a:r>
              <a:rPr lang="es-ES" sz="3600" b="0" i="0" u="none" strike="noStrike" cap="none" dirty="0">
                <a:solidFill>
                  <a:schemeClr val="tx1"/>
                </a:solidFill>
                <a:latin typeface="Gotham Rounded" pitchFamily="50" charset="0"/>
                <a:sym typeface="Arial"/>
              </a:rPr>
              <a:t>Estos servidores poseen una base de datos de direcciones IP y nombres de dominio de Internet.</a:t>
            </a:r>
            <a:endParaRPr sz="1800" b="0" i="0" u="none" strike="noStrike" cap="none" dirty="0">
              <a:solidFill>
                <a:schemeClr val="tx1"/>
              </a:solidFill>
              <a:latin typeface="Gotham Rounded" pitchFamily="50" charset="0"/>
              <a:ea typeface="Calibri"/>
              <a:cs typeface="Calibri"/>
              <a:sym typeface="Calibri"/>
            </a:endParaRPr>
          </a:p>
          <a:p>
            <a:pPr marL="0" marR="0" lvl="0" indent="0" algn="r" rtl="0">
              <a:lnSpc>
                <a:spcPct val="100000"/>
              </a:lnSpc>
              <a:spcBef>
                <a:spcPts val="0"/>
              </a:spcBef>
              <a:spcAft>
                <a:spcPts val="0"/>
              </a:spcAft>
              <a:buClr>
                <a:srgbClr val="000000"/>
              </a:buClr>
              <a:buSzPts val="3600"/>
              <a:buFont typeface="Arial"/>
              <a:buNone/>
            </a:pPr>
            <a:endParaRPr sz="36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Nos permiten que, al escribir en nuestro navegador </a:t>
            </a:r>
            <a:r>
              <a:rPr lang="es-ES" sz="2400" b="0" i="1" u="none" strike="noStrike" cap="none" dirty="0">
                <a:solidFill>
                  <a:schemeClr val="tx1"/>
                </a:solidFill>
                <a:latin typeface="Gotham Rounded" pitchFamily="50" charset="0"/>
                <a:sym typeface="Arial"/>
              </a:rPr>
              <a:t>www.microsoft.com (nombre de dominio),</a:t>
            </a:r>
            <a:r>
              <a:rPr lang="es-ES" sz="2400" b="0" i="0" u="none" strike="noStrike" cap="none" dirty="0">
                <a:solidFill>
                  <a:schemeClr val="tx1"/>
                </a:solidFill>
                <a:latin typeface="Gotham Rounded" pitchFamily="50" charset="0"/>
                <a:sym typeface="Arial"/>
              </a:rPr>
              <a:t> podamos obtener la dirección IP y pedir la información al servidor correcto</a:t>
            </a:r>
            <a:r>
              <a:rPr lang="es-ES" sz="2400" b="0" i="0" u="none" strike="noStrike" cap="none" dirty="0">
                <a:solidFill>
                  <a:schemeClr val="lt1"/>
                </a:solidFill>
                <a:latin typeface="Arial"/>
                <a:ea typeface="Arial"/>
                <a:cs typeface="Arial"/>
                <a:sym typeface="Arial"/>
              </a:rPr>
              <a:t>. </a:t>
            </a:r>
            <a:endParaRPr sz="2400" b="0" i="0" u="none" strike="noStrike" cap="none" dirty="0">
              <a:solidFill>
                <a:schemeClr val="lt1"/>
              </a:solidFill>
              <a:latin typeface="Arial"/>
              <a:ea typeface="Arial"/>
              <a:cs typeface="Arial"/>
              <a:sym typeface="Arial"/>
            </a:endParaRPr>
          </a:p>
        </p:txBody>
      </p:sp>
      <p:sp>
        <p:nvSpPr>
          <p:cNvPr id="529" name="Google Shape;529;p23"/>
          <p:cNvSpPr txBox="1"/>
          <p:nvPr/>
        </p:nvSpPr>
        <p:spPr>
          <a:xfrm>
            <a:off x="1611351" y="2280424"/>
            <a:ext cx="72668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1" i="0" u="none" strike="noStrike" cap="none">
                <a:solidFill>
                  <a:srgbClr val="FFFFFF"/>
                </a:solidFill>
                <a:latin typeface="Arial"/>
                <a:ea typeface="Arial"/>
                <a:cs typeface="Arial"/>
                <a:sym typeface="Arial"/>
              </a:rPr>
              <a:t>DNS</a:t>
            </a:r>
            <a:endParaRPr sz="1800" b="0" i="0" u="none" strike="noStrike" cap="none">
              <a:solidFill>
                <a:schemeClr val="dk1"/>
              </a:solidFill>
              <a:latin typeface="Calibri"/>
              <a:ea typeface="Calibri"/>
              <a:cs typeface="Calibri"/>
              <a:sym typeface="Calibri"/>
            </a:endParaRPr>
          </a:p>
        </p:txBody>
      </p:sp>
      <p:pic>
        <p:nvPicPr>
          <p:cNvPr id="6" name="Google Shape;1102;p6"/>
          <p:cNvPicPr preferRelativeResize="0"/>
          <p:nvPr/>
        </p:nvPicPr>
        <p:blipFill rotWithShape="1">
          <a:blip r:embed="rId3">
            <a:alphaModFix/>
          </a:blip>
          <a:srcRect/>
          <a:stretch/>
        </p:blipFill>
        <p:spPr>
          <a:xfrm>
            <a:off x="4147635" y="0"/>
            <a:ext cx="8044365" cy="6858000"/>
          </a:xfrm>
          <a:prstGeom prst="rect">
            <a:avLst/>
          </a:prstGeom>
          <a:noFill/>
          <a:ln>
            <a:noFill/>
          </a:ln>
        </p:spPr>
      </p:pic>
      <p:pic>
        <p:nvPicPr>
          <p:cNvPr id="2" name="Imagen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0154" y="2110154"/>
            <a:ext cx="3276673" cy="3276673"/>
          </a:xfrm>
          <a:prstGeom prst="rect">
            <a:avLst/>
          </a:prstGeom>
        </p:spPr>
      </p:pic>
    </p:spTree>
  </p:cSld>
  <p:clrMapOvr>
    <a:masterClrMapping/>
  </p:clrMapOvr>
  <p:transition spd="slow">
    <p:push/>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pic>
        <p:nvPicPr>
          <p:cNvPr id="535" name="Google Shape;535;p24"/>
          <p:cNvPicPr preferRelativeResize="0"/>
          <p:nvPr/>
        </p:nvPicPr>
        <p:blipFill rotWithShape="1">
          <a:blip r:embed="rId3">
            <a:alphaModFix/>
          </a:blip>
          <a:srcRect t="1742" b="6794"/>
          <a:stretch/>
        </p:blipFill>
        <p:spPr>
          <a:xfrm>
            <a:off x="0" y="0"/>
            <a:ext cx="12192000" cy="6858000"/>
          </a:xfrm>
          <a:prstGeom prst="rect">
            <a:avLst/>
          </a:prstGeom>
          <a:noFill/>
          <a:ln>
            <a:noFill/>
          </a:ln>
        </p:spPr>
      </p:pic>
    </p:spTree>
  </p:cSld>
  <p:clrMapOvr>
    <a:masterClrMapping/>
  </p:clrMapOvr>
  <p:transition spd="slow">
    <p:push/>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2" name="Google Shape;542;p25"/>
          <p:cNvSpPr/>
          <p:nvPr/>
        </p:nvSpPr>
        <p:spPr>
          <a:xfrm>
            <a:off x="3936619" y="1387293"/>
            <a:ext cx="7497390" cy="407478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a:solidFill>
                  <a:schemeClr val="tx1"/>
                </a:solidFill>
                <a:latin typeface="Gotham Rounded" pitchFamily="50" charset="0"/>
                <a:sym typeface="Arial"/>
              </a:rPr>
              <a:t>¿Verdadero (V) o Falso (F)?</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4800"/>
              <a:buFont typeface="Arial"/>
              <a:buNone/>
            </a:pPr>
            <a:r>
              <a:rPr lang="es-ES" sz="4800" b="0" i="0" u="none" strike="noStrike" cap="none" dirty="0">
                <a:solidFill>
                  <a:schemeClr val="tx1"/>
                </a:solidFill>
                <a:latin typeface="Gotham Rounded" pitchFamily="50" charset="0"/>
                <a:sym typeface="Arial"/>
              </a:rPr>
              <a:t>Si mando un mensaje de </a:t>
            </a:r>
            <a:r>
              <a:rPr lang="es-ES" sz="4800" b="0" i="0" u="none" strike="noStrike" cap="none" dirty="0" err="1">
                <a:solidFill>
                  <a:schemeClr val="tx1"/>
                </a:solidFill>
                <a:latin typeface="Gotham Rounded" pitchFamily="50" charset="0"/>
                <a:sym typeface="Arial"/>
              </a:rPr>
              <a:t>Whatsapp</a:t>
            </a:r>
            <a:r>
              <a:rPr lang="es-ES" sz="4800" b="0" i="0" u="none" strike="noStrike" cap="none" dirty="0">
                <a:solidFill>
                  <a:schemeClr val="tx1"/>
                </a:solidFill>
                <a:latin typeface="Gotham Rounded" pitchFamily="50" charset="0"/>
                <a:sym typeface="Arial"/>
              </a:rPr>
              <a:t> a un amigo, este es fragmentado en paquetes de datos</a:t>
            </a:r>
            <a:r>
              <a:rPr lang="es-ES" sz="4800" b="0" i="0" u="none" strike="noStrike" cap="none" dirty="0">
                <a:solidFill>
                  <a:schemeClr val="lt1"/>
                </a:solidFill>
                <a:latin typeface="Arial"/>
                <a:ea typeface="Arial"/>
                <a:cs typeface="Arial"/>
                <a:sym typeface="Arial"/>
              </a:rPr>
              <a:t>.</a:t>
            </a:r>
            <a:endParaRPr sz="4800" b="0" i="0" u="none" strike="noStrike" cap="none" dirty="0">
              <a:solidFill>
                <a:schemeClr val="lt1"/>
              </a:solidFill>
              <a:latin typeface="Arial"/>
              <a:ea typeface="Arial"/>
              <a:cs typeface="Arial"/>
              <a:sym typeface="Arial"/>
            </a:endParaRPr>
          </a:p>
        </p:txBody>
      </p:sp>
      <p:pic>
        <p:nvPicPr>
          <p:cNvPr id="543" name="Google Shape;543;p25" descr="Help"/>
          <p:cNvPicPr preferRelativeResize="0"/>
          <p:nvPr/>
        </p:nvPicPr>
        <p:blipFill rotWithShape="1">
          <a:blip r:embed="rId3">
            <a:alphaModFix/>
          </a:blip>
          <a:srcRect/>
          <a:stretch/>
        </p:blipFill>
        <p:spPr>
          <a:xfrm>
            <a:off x="757991" y="2123842"/>
            <a:ext cx="2601687" cy="2601687"/>
          </a:xfrm>
          <a:prstGeom prst="rect">
            <a:avLst/>
          </a:prstGeom>
          <a:noFill/>
          <a:ln>
            <a:noFill/>
          </a:ln>
        </p:spPr>
      </p:pic>
      <p:grpSp>
        <p:nvGrpSpPr>
          <p:cNvPr id="6" name="Google Shape;1105;p6"/>
          <p:cNvGrpSpPr/>
          <p:nvPr/>
        </p:nvGrpSpPr>
        <p:grpSpPr>
          <a:xfrm>
            <a:off x="126609" y="168812"/>
            <a:ext cx="11915336" cy="6689188"/>
            <a:chOff x="1596999" y="621652"/>
            <a:chExt cx="15086635" cy="9132427"/>
          </a:xfrm>
        </p:grpSpPr>
        <p:sp>
          <p:nvSpPr>
            <p:cNvPr id="7" name="Google Shape;1106;p6"/>
            <p:cNvSpPr/>
            <p:nvPr/>
          </p:nvSpPr>
          <p:spPr>
            <a:xfrm>
              <a:off x="2176564" y="4591456"/>
              <a:ext cx="267335" cy="2152650"/>
            </a:xfrm>
            <a:custGeom>
              <a:avLst/>
              <a:gdLst/>
              <a:ahLst/>
              <a:cxnLst/>
              <a:rect l="l" t="t" r="r" b="b"/>
              <a:pathLst>
                <a:path w="267335" h="2152650" extrusionOk="0">
                  <a:moveTo>
                    <a:pt x="267068" y="1974723"/>
                  </a:moveTo>
                  <a:lnTo>
                    <a:pt x="0" y="1797342"/>
                  </a:lnTo>
                  <a:lnTo>
                    <a:pt x="0" y="2152091"/>
                  </a:lnTo>
                  <a:lnTo>
                    <a:pt x="267068" y="1974723"/>
                  </a:lnTo>
                  <a:close/>
                </a:path>
                <a:path w="267335" h="2152650" extrusionOk="0">
                  <a:moveTo>
                    <a:pt x="267068" y="177368"/>
                  </a:moveTo>
                  <a:lnTo>
                    <a:pt x="0" y="0"/>
                  </a:lnTo>
                  <a:lnTo>
                    <a:pt x="0" y="354736"/>
                  </a:lnTo>
                  <a:lnTo>
                    <a:pt x="267068" y="177368"/>
                  </a:lnTo>
                  <a:close/>
                </a:path>
              </a:pathLst>
            </a:custGeom>
            <a:solidFill>
              <a:srgbClr val="7C3480">
                <a:alpha val="7960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8" name="Google Shape;1107;p6"/>
            <p:cNvPicPr preferRelativeResize="0"/>
            <p:nvPr/>
          </p:nvPicPr>
          <p:blipFill rotWithShape="1">
            <a:blip r:embed="rId4">
              <a:alphaModFix/>
            </a:blip>
            <a:srcRect/>
            <a:stretch/>
          </p:blipFill>
          <p:spPr>
            <a:xfrm>
              <a:off x="14496300" y="621652"/>
              <a:ext cx="381837" cy="226865"/>
            </a:xfrm>
            <a:prstGeom prst="rect">
              <a:avLst/>
            </a:prstGeom>
            <a:noFill/>
            <a:ln>
              <a:noFill/>
            </a:ln>
          </p:spPr>
        </p:pic>
        <p:sp>
          <p:nvSpPr>
            <p:cNvPr id="9" name="Google Shape;1108;p6"/>
            <p:cNvSpPr/>
            <p:nvPr/>
          </p:nvSpPr>
          <p:spPr>
            <a:xfrm>
              <a:off x="14410029" y="884910"/>
              <a:ext cx="289560" cy="247650"/>
            </a:xfrm>
            <a:custGeom>
              <a:avLst/>
              <a:gdLst/>
              <a:ahLst/>
              <a:cxnLst/>
              <a:rect l="l" t="t" r="r" b="b"/>
              <a:pathLst>
                <a:path w="289559" h="247650" extrusionOk="0">
                  <a:moveTo>
                    <a:pt x="255955" y="0"/>
                  </a:moveTo>
                  <a:lnTo>
                    <a:pt x="240779" y="0"/>
                  </a:lnTo>
                  <a:lnTo>
                    <a:pt x="236550" y="2819"/>
                  </a:lnTo>
                  <a:lnTo>
                    <a:pt x="144741" y="191338"/>
                  </a:lnTo>
                  <a:lnTo>
                    <a:pt x="52603" y="2819"/>
                  </a:lnTo>
                  <a:lnTo>
                    <a:pt x="48386" y="0"/>
                  </a:lnTo>
                  <a:lnTo>
                    <a:pt x="33197" y="0"/>
                  </a:lnTo>
                  <a:lnTo>
                    <a:pt x="28257" y="5994"/>
                  </a:lnTo>
                  <a:lnTo>
                    <a:pt x="0" y="240423"/>
                  </a:lnTo>
                  <a:lnTo>
                    <a:pt x="4229" y="246075"/>
                  </a:lnTo>
                  <a:lnTo>
                    <a:pt x="17297" y="247472"/>
                  </a:lnTo>
                  <a:lnTo>
                    <a:pt x="22593" y="242887"/>
                  </a:lnTo>
                  <a:lnTo>
                    <a:pt x="46964" y="43421"/>
                  </a:lnTo>
                  <a:lnTo>
                    <a:pt x="131686" y="215353"/>
                  </a:lnTo>
                  <a:lnTo>
                    <a:pt x="136296" y="222415"/>
                  </a:lnTo>
                  <a:lnTo>
                    <a:pt x="153225" y="222415"/>
                  </a:lnTo>
                  <a:lnTo>
                    <a:pt x="157822" y="215353"/>
                  </a:lnTo>
                  <a:lnTo>
                    <a:pt x="242176" y="43421"/>
                  </a:lnTo>
                  <a:lnTo>
                    <a:pt x="266534" y="242887"/>
                  </a:lnTo>
                  <a:lnTo>
                    <a:pt x="271843" y="247472"/>
                  </a:lnTo>
                  <a:lnTo>
                    <a:pt x="284911" y="246075"/>
                  </a:lnTo>
                  <a:lnTo>
                    <a:pt x="289128" y="240423"/>
                  </a:lnTo>
                  <a:lnTo>
                    <a:pt x="288442" y="233705"/>
                  </a:lnTo>
                  <a:lnTo>
                    <a:pt x="260896" y="5994"/>
                  </a:lnTo>
                  <a:lnTo>
                    <a:pt x="255955"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0" name="Google Shape;1109;p6"/>
            <p:cNvPicPr preferRelativeResize="0"/>
            <p:nvPr/>
          </p:nvPicPr>
          <p:blipFill rotWithShape="1">
            <a:blip r:embed="rId5">
              <a:alphaModFix/>
            </a:blip>
            <a:srcRect/>
            <a:stretch/>
          </p:blipFill>
          <p:spPr>
            <a:xfrm>
              <a:off x="14755939" y="884923"/>
              <a:ext cx="172275" cy="248526"/>
            </a:xfrm>
            <a:prstGeom prst="rect">
              <a:avLst/>
            </a:prstGeom>
            <a:noFill/>
            <a:ln>
              <a:noFill/>
            </a:ln>
          </p:spPr>
        </p:pic>
        <p:pic>
          <p:nvPicPr>
            <p:cNvPr id="11" name="Google Shape;1110;p6"/>
            <p:cNvPicPr preferRelativeResize="0"/>
            <p:nvPr/>
          </p:nvPicPr>
          <p:blipFill rotWithShape="1">
            <a:blip r:embed="rId6">
              <a:alphaModFix/>
            </a:blip>
            <a:srcRect/>
            <a:stretch/>
          </p:blipFill>
          <p:spPr>
            <a:xfrm>
              <a:off x="14995360" y="884910"/>
              <a:ext cx="296621" cy="246773"/>
            </a:xfrm>
            <a:prstGeom prst="rect">
              <a:avLst/>
            </a:prstGeom>
            <a:noFill/>
            <a:ln>
              <a:noFill/>
            </a:ln>
          </p:spPr>
        </p:pic>
        <p:sp>
          <p:nvSpPr>
            <p:cNvPr id="12" name="Google Shape;1111;p6"/>
            <p:cNvSpPr/>
            <p:nvPr/>
          </p:nvSpPr>
          <p:spPr>
            <a:xfrm>
              <a:off x="15333434" y="884910"/>
              <a:ext cx="23495" cy="247015"/>
            </a:xfrm>
            <a:custGeom>
              <a:avLst/>
              <a:gdLst/>
              <a:ahLst/>
              <a:cxnLst/>
              <a:rect l="l" t="t" r="r" b="b"/>
              <a:pathLst>
                <a:path w="23494" h="247015" extrusionOk="0">
                  <a:moveTo>
                    <a:pt x="18338" y="0"/>
                  </a:moveTo>
                  <a:lnTo>
                    <a:pt x="4953" y="0"/>
                  </a:lnTo>
                  <a:lnTo>
                    <a:pt x="0" y="5295"/>
                  </a:lnTo>
                  <a:lnTo>
                    <a:pt x="0" y="241465"/>
                  </a:lnTo>
                  <a:lnTo>
                    <a:pt x="4953" y="246773"/>
                  </a:lnTo>
                  <a:lnTo>
                    <a:pt x="18338" y="246773"/>
                  </a:lnTo>
                  <a:lnTo>
                    <a:pt x="23279" y="241465"/>
                  </a:lnTo>
                  <a:lnTo>
                    <a:pt x="23279" y="234772"/>
                  </a:lnTo>
                  <a:lnTo>
                    <a:pt x="23279" y="5295"/>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3" name="Google Shape;1112;p6"/>
            <p:cNvPicPr preferRelativeResize="0"/>
            <p:nvPr/>
          </p:nvPicPr>
          <p:blipFill rotWithShape="1">
            <a:blip r:embed="rId7">
              <a:alphaModFix/>
            </a:blip>
            <a:srcRect/>
            <a:stretch/>
          </p:blipFill>
          <p:spPr>
            <a:xfrm>
              <a:off x="15426003" y="886675"/>
              <a:ext cx="163791" cy="245008"/>
            </a:xfrm>
            <a:prstGeom prst="rect">
              <a:avLst/>
            </a:prstGeom>
            <a:noFill/>
            <a:ln>
              <a:noFill/>
            </a:ln>
          </p:spPr>
        </p:pic>
        <p:pic>
          <p:nvPicPr>
            <p:cNvPr id="14" name="Google Shape;1113;p6"/>
            <p:cNvPicPr preferRelativeResize="0"/>
            <p:nvPr/>
          </p:nvPicPr>
          <p:blipFill rotWithShape="1">
            <a:blip r:embed="rId8">
              <a:alphaModFix/>
            </a:blip>
            <a:srcRect/>
            <a:stretch/>
          </p:blipFill>
          <p:spPr>
            <a:xfrm>
              <a:off x="15638221" y="884910"/>
              <a:ext cx="128142" cy="245008"/>
            </a:xfrm>
            <a:prstGeom prst="rect">
              <a:avLst/>
            </a:prstGeom>
            <a:noFill/>
            <a:ln>
              <a:noFill/>
            </a:ln>
          </p:spPr>
        </p:pic>
        <p:sp>
          <p:nvSpPr>
            <p:cNvPr id="15" name="Google Shape;1114;p6"/>
            <p:cNvSpPr/>
            <p:nvPr/>
          </p:nvSpPr>
          <p:spPr>
            <a:xfrm>
              <a:off x="15807524" y="884910"/>
              <a:ext cx="23495" cy="247015"/>
            </a:xfrm>
            <a:custGeom>
              <a:avLst/>
              <a:gdLst/>
              <a:ahLst/>
              <a:cxnLst/>
              <a:rect l="l" t="t" r="r" b="b"/>
              <a:pathLst>
                <a:path w="23494" h="247015" extrusionOk="0">
                  <a:moveTo>
                    <a:pt x="18326" y="0"/>
                  </a:moveTo>
                  <a:lnTo>
                    <a:pt x="4914" y="0"/>
                  </a:lnTo>
                  <a:lnTo>
                    <a:pt x="0" y="5295"/>
                  </a:lnTo>
                  <a:lnTo>
                    <a:pt x="0" y="241465"/>
                  </a:lnTo>
                  <a:lnTo>
                    <a:pt x="4914" y="246773"/>
                  </a:lnTo>
                  <a:lnTo>
                    <a:pt x="18326" y="246773"/>
                  </a:lnTo>
                  <a:lnTo>
                    <a:pt x="23279" y="241465"/>
                  </a:lnTo>
                  <a:lnTo>
                    <a:pt x="23279" y="234772"/>
                  </a:lnTo>
                  <a:lnTo>
                    <a:pt x="23279" y="5295"/>
                  </a:lnTo>
                  <a:lnTo>
                    <a:pt x="18326"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6" name="Google Shape;1115;p6"/>
            <p:cNvPicPr preferRelativeResize="0"/>
            <p:nvPr/>
          </p:nvPicPr>
          <p:blipFill rotWithShape="1">
            <a:blip r:embed="rId9">
              <a:alphaModFix/>
            </a:blip>
            <a:srcRect/>
            <a:stretch/>
          </p:blipFill>
          <p:spPr>
            <a:xfrm>
              <a:off x="15884854" y="883856"/>
              <a:ext cx="424103" cy="249593"/>
            </a:xfrm>
            <a:prstGeom prst="rect">
              <a:avLst/>
            </a:prstGeom>
            <a:noFill/>
            <a:ln>
              <a:noFill/>
            </a:ln>
          </p:spPr>
        </p:pic>
        <p:sp>
          <p:nvSpPr>
            <p:cNvPr id="17" name="Google Shape;1116;p6"/>
            <p:cNvSpPr/>
            <p:nvPr/>
          </p:nvSpPr>
          <p:spPr>
            <a:xfrm>
              <a:off x="15068752" y="1280883"/>
              <a:ext cx="41910" cy="160655"/>
            </a:xfrm>
            <a:custGeom>
              <a:avLst/>
              <a:gdLst/>
              <a:ahLst/>
              <a:cxnLst/>
              <a:rect l="l" t="t" r="r" b="b"/>
              <a:pathLst>
                <a:path w="41909" h="160655" extrusionOk="0">
                  <a:moveTo>
                    <a:pt x="37325" y="0"/>
                  </a:moveTo>
                  <a:lnTo>
                    <a:pt x="27520" y="0"/>
                  </a:lnTo>
                  <a:lnTo>
                    <a:pt x="23482" y="3505"/>
                  </a:lnTo>
                  <a:lnTo>
                    <a:pt x="23482" y="13322"/>
                  </a:lnTo>
                  <a:lnTo>
                    <a:pt x="27520" y="16827"/>
                  </a:lnTo>
                  <a:lnTo>
                    <a:pt x="37325" y="16827"/>
                  </a:lnTo>
                  <a:lnTo>
                    <a:pt x="41376" y="13322"/>
                  </a:lnTo>
                  <a:lnTo>
                    <a:pt x="41376" y="3505"/>
                  </a:lnTo>
                  <a:lnTo>
                    <a:pt x="37325" y="0"/>
                  </a:lnTo>
                  <a:close/>
                </a:path>
                <a:path w="41909" h="160655" extrusionOk="0">
                  <a:moveTo>
                    <a:pt x="35585" y="38023"/>
                  </a:moveTo>
                  <a:lnTo>
                    <a:pt x="28930" y="38023"/>
                  </a:lnTo>
                  <a:lnTo>
                    <a:pt x="26454" y="40652"/>
                  </a:lnTo>
                  <a:lnTo>
                    <a:pt x="26454" y="125488"/>
                  </a:lnTo>
                  <a:lnTo>
                    <a:pt x="26102" y="133764"/>
                  </a:lnTo>
                  <a:lnTo>
                    <a:pt x="23972" y="141384"/>
                  </a:lnTo>
                  <a:lnTo>
                    <a:pt x="18883" y="146968"/>
                  </a:lnTo>
                  <a:lnTo>
                    <a:pt x="9652" y="149136"/>
                  </a:lnTo>
                  <a:lnTo>
                    <a:pt x="2628" y="149136"/>
                  </a:lnTo>
                  <a:lnTo>
                    <a:pt x="0" y="151599"/>
                  </a:lnTo>
                  <a:lnTo>
                    <a:pt x="0" y="157899"/>
                  </a:lnTo>
                  <a:lnTo>
                    <a:pt x="2628" y="160350"/>
                  </a:lnTo>
                  <a:lnTo>
                    <a:pt x="9652" y="160350"/>
                  </a:lnTo>
                  <a:lnTo>
                    <a:pt x="23179" y="157662"/>
                  </a:lnTo>
                  <a:lnTo>
                    <a:pt x="31926" y="150277"/>
                  </a:lnTo>
                  <a:lnTo>
                    <a:pt x="36632" y="139213"/>
                  </a:lnTo>
                  <a:lnTo>
                    <a:pt x="38036" y="125488"/>
                  </a:lnTo>
                  <a:lnTo>
                    <a:pt x="38036"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8" name="Google Shape;1117;p6"/>
            <p:cNvPicPr preferRelativeResize="0"/>
            <p:nvPr/>
          </p:nvPicPr>
          <p:blipFill rotWithShape="1">
            <a:blip r:embed="rId10">
              <a:alphaModFix/>
            </a:blip>
            <a:srcRect/>
            <a:stretch/>
          </p:blipFill>
          <p:spPr>
            <a:xfrm>
              <a:off x="15129421" y="1280883"/>
              <a:ext cx="267157" cy="122504"/>
            </a:xfrm>
            <a:prstGeom prst="rect">
              <a:avLst/>
            </a:prstGeom>
            <a:noFill/>
            <a:ln>
              <a:noFill/>
            </a:ln>
          </p:spPr>
        </p:pic>
        <p:pic>
          <p:nvPicPr>
            <p:cNvPr id="19" name="Google Shape;1118;p6"/>
            <p:cNvPicPr preferRelativeResize="0"/>
            <p:nvPr/>
          </p:nvPicPr>
          <p:blipFill rotWithShape="1">
            <a:blip r:embed="rId11">
              <a:alphaModFix/>
            </a:blip>
            <a:srcRect/>
            <a:stretch/>
          </p:blipFill>
          <p:spPr>
            <a:xfrm>
              <a:off x="15417532" y="1318031"/>
              <a:ext cx="70269" cy="84467"/>
            </a:xfrm>
            <a:prstGeom prst="rect">
              <a:avLst/>
            </a:prstGeom>
            <a:noFill/>
            <a:ln>
              <a:noFill/>
            </a:ln>
          </p:spPr>
        </p:pic>
        <p:pic>
          <p:nvPicPr>
            <p:cNvPr id="20" name="Google Shape;1119;p6"/>
            <p:cNvPicPr preferRelativeResize="0"/>
            <p:nvPr/>
          </p:nvPicPr>
          <p:blipFill rotWithShape="1">
            <a:blip r:embed="rId12">
              <a:alphaModFix/>
            </a:blip>
            <a:srcRect/>
            <a:stretch/>
          </p:blipFill>
          <p:spPr>
            <a:xfrm>
              <a:off x="15509773" y="1318031"/>
              <a:ext cx="154444" cy="85356"/>
            </a:xfrm>
            <a:prstGeom prst="rect">
              <a:avLst/>
            </a:prstGeom>
            <a:noFill/>
            <a:ln>
              <a:noFill/>
            </a:ln>
          </p:spPr>
        </p:pic>
        <p:sp>
          <p:nvSpPr>
            <p:cNvPr id="21" name="Google Shape;1120;p6"/>
            <p:cNvSpPr/>
            <p:nvPr/>
          </p:nvSpPr>
          <p:spPr>
            <a:xfrm>
              <a:off x="15915462" y="1280883"/>
              <a:ext cx="41910" cy="160655"/>
            </a:xfrm>
            <a:custGeom>
              <a:avLst/>
              <a:gdLst/>
              <a:ahLst/>
              <a:cxnLst/>
              <a:rect l="l" t="t" r="r" b="b"/>
              <a:pathLst>
                <a:path w="41909" h="160655" extrusionOk="0">
                  <a:moveTo>
                    <a:pt x="37325" y="0"/>
                  </a:moveTo>
                  <a:lnTo>
                    <a:pt x="27520" y="0"/>
                  </a:lnTo>
                  <a:lnTo>
                    <a:pt x="23482" y="3505"/>
                  </a:lnTo>
                  <a:lnTo>
                    <a:pt x="23482" y="13322"/>
                  </a:lnTo>
                  <a:lnTo>
                    <a:pt x="27520" y="16827"/>
                  </a:lnTo>
                  <a:lnTo>
                    <a:pt x="37325" y="16827"/>
                  </a:lnTo>
                  <a:lnTo>
                    <a:pt x="41376" y="13322"/>
                  </a:lnTo>
                  <a:lnTo>
                    <a:pt x="41376" y="3505"/>
                  </a:lnTo>
                  <a:lnTo>
                    <a:pt x="37325" y="0"/>
                  </a:lnTo>
                  <a:close/>
                </a:path>
                <a:path w="41909" h="160655" extrusionOk="0">
                  <a:moveTo>
                    <a:pt x="35585" y="38023"/>
                  </a:moveTo>
                  <a:lnTo>
                    <a:pt x="28930" y="38023"/>
                  </a:lnTo>
                  <a:lnTo>
                    <a:pt x="26479" y="40652"/>
                  </a:lnTo>
                  <a:lnTo>
                    <a:pt x="26479" y="125488"/>
                  </a:lnTo>
                  <a:lnTo>
                    <a:pt x="26112" y="133764"/>
                  </a:lnTo>
                  <a:lnTo>
                    <a:pt x="23974" y="141384"/>
                  </a:lnTo>
                  <a:lnTo>
                    <a:pt x="18878" y="146968"/>
                  </a:lnTo>
                  <a:lnTo>
                    <a:pt x="9639" y="149136"/>
                  </a:lnTo>
                  <a:lnTo>
                    <a:pt x="2628" y="149136"/>
                  </a:lnTo>
                  <a:lnTo>
                    <a:pt x="0" y="151599"/>
                  </a:lnTo>
                  <a:lnTo>
                    <a:pt x="0" y="157899"/>
                  </a:lnTo>
                  <a:lnTo>
                    <a:pt x="2628" y="160350"/>
                  </a:lnTo>
                  <a:lnTo>
                    <a:pt x="9639" y="160350"/>
                  </a:lnTo>
                  <a:lnTo>
                    <a:pt x="23173" y="157662"/>
                  </a:lnTo>
                  <a:lnTo>
                    <a:pt x="31924" y="150277"/>
                  </a:lnTo>
                  <a:lnTo>
                    <a:pt x="36631" y="139213"/>
                  </a:lnTo>
                  <a:lnTo>
                    <a:pt x="38036" y="125488"/>
                  </a:lnTo>
                  <a:lnTo>
                    <a:pt x="38036"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2" name="Google Shape;1121;p6"/>
            <p:cNvPicPr preferRelativeResize="0"/>
            <p:nvPr/>
          </p:nvPicPr>
          <p:blipFill rotWithShape="1">
            <a:blip r:embed="rId13">
              <a:alphaModFix/>
            </a:blip>
            <a:srcRect/>
            <a:stretch/>
          </p:blipFill>
          <p:spPr>
            <a:xfrm>
              <a:off x="15975990" y="1280883"/>
              <a:ext cx="267169" cy="122504"/>
            </a:xfrm>
            <a:prstGeom prst="rect">
              <a:avLst/>
            </a:prstGeom>
            <a:noFill/>
            <a:ln>
              <a:noFill/>
            </a:ln>
          </p:spPr>
        </p:pic>
        <p:pic>
          <p:nvPicPr>
            <p:cNvPr id="23" name="Google Shape;1122;p6"/>
            <p:cNvPicPr preferRelativeResize="0"/>
            <p:nvPr/>
          </p:nvPicPr>
          <p:blipFill rotWithShape="1">
            <a:blip r:embed="rId14">
              <a:alphaModFix/>
            </a:blip>
            <a:srcRect/>
            <a:stretch/>
          </p:blipFill>
          <p:spPr>
            <a:xfrm>
              <a:off x="16264217" y="1318031"/>
              <a:ext cx="70307" cy="84467"/>
            </a:xfrm>
            <a:prstGeom prst="rect">
              <a:avLst/>
            </a:prstGeom>
            <a:noFill/>
            <a:ln>
              <a:noFill/>
            </a:ln>
          </p:spPr>
        </p:pic>
        <p:pic>
          <p:nvPicPr>
            <p:cNvPr id="24" name="Google Shape;1123;p6"/>
            <p:cNvPicPr preferRelativeResize="0"/>
            <p:nvPr/>
          </p:nvPicPr>
          <p:blipFill rotWithShape="1">
            <a:blip r:embed="rId15">
              <a:alphaModFix/>
            </a:blip>
            <a:srcRect/>
            <a:stretch/>
          </p:blipFill>
          <p:spPr>
            <a:xfrm>
              <a:off x="16356495" y="1318031"/>
              <a:ext cx="154431" cy="85356"/>
            </a:xfrm>
            <a:prstGeom prst="rect">
              <a:avLst/>
            </a:prstGeom>
            <a:noFill/>
            <a:ln>
              <a:noFill/>
            </a:ln>
          </p:spPr>
        </p:pic>
        <p:pic>
          <p:nvPicPr>
            <p:cNvPr id="25" name="Google Shape;1124;p6"/>
            <p:cNvPicPr preferRelativeResize="0"/>
            <p:nvPr/>
          </p:nvPicPr>
          <p:blipFill rotWithShape="1">
            <a:blip r:embed="rId16">
              <a:alphaModFix/>
            </a:blip>
            <a:srcRect/>
            <a:stretch/>
          </p:blipFill>
          <p:spPr>
            <a:xfrm>
              <a:off x="14201775" y="762152"/>
              <a:ext cx="2319019" cy="811453"/>
            </a:xfrm>
            <a:prstGeom prst="rect">
              <a:avLst/>
            </a:prstGeom>
            <a:noFill/>
            <a:ln>
              <a:noFill/>
            </a:ln>
          </p:spPr>
        </p:pic>
        <p:pic>
          <p:nvPicPr>
            <p:cNvPr id="26" name="Google Shape;1125;p6"/>
            <p:cNvPicPr preferRelativeResize="0"/>
            <p:nvPr/>
          </p:nvPicPr>
          <p:blipFill rotWithShape="1">
            <a:blip r:embed="rId17">
              <a:alphaModFix/>
            </a:blip>
            <a:srcRect/>
            <a:stretch/>
          </p:blipFill>
          <p:spPr>
            <a:xfrm>
              <a:off x="15674594" y="1390446"/>
              <a:ext cx="67435" cy="92900"/>
            </a:xfrm>
            <a:prstGeom prst="rect">
              <a:avLst/>
            </a:prstGeom>
            <a:noFill/>
            <a:ln>
              <a:noFill/>
            </a:ln>
          </p:spPr>
        </p:pic>
        <p:pic>
          <p:nvPicPr>
            <p:cNvPr id="27" name="Google Shape;1126;p6"/>
            <p:cNvPicPr preferRelativeResize="0"/>
            <p:nvPr/>
          </p:nvPicPr>
          <p:blipFill rotWithShape="1">
            <a:blip r:embed="rId18">
              <a:alphaModFix/>
            </a:blip>
            <a:srcRect/>
            <a:stretch/>
          </p:blipFill>
          <p:spPr>
            <a:xfrm>
              <a:off x="15628112" y="1489519"/>
              <a:ext cx="21208" cy="25857"/>
            </a:xfrm>
            <a:prstGeom prst="rect">
              <a:avLst/>
            </a:prstGeom>
            <a:noFill/>
            <a:ln>
              <a:noFill/>
            </a:ln>
          </p:spPr>
        </p:pic>
        <p:pic>
          <p:nvPicPr>
            <p:cNvPr id="28" name="Google Shape;1127;p6"/>
            <p:cNvPicPr preferRelativeResize="0"/>
            <p:nvPr/>
          </p:nvPicPr>
          <p:blipFill rotWithShape="1">
            <a:blip r:embed="rId19">
              <a:alphaModFix/>
            </a:blip>
            <a:srcRect/>
            <a:stretch/>
          </p:blipFill>
          <p:spPr>
            <a:xfrm>
              <a:off x="15665068" y="1482025"/>
              <a:ext cx="12572" cy="15214"/>
            </a:xfrm>
            <a:prstGeom prst="rect">
              <a:avLst/>
            </a:prstGeom>
            <a:noFill/>
            <a:ln>
              <a:noFill/>
            </a:ln>
          </p:spPr>
        </p:pic>
        <p:pic>
          <p:nvPicPr>
            <p:cNvPr id="29" name="Google Shape;1128;p6"/>
            <p:cNvPicPr preferRelativeResize="0"/>
            <p:nvPr/>
          </p:nvPicPr>
          <p:blipFill rotWithShape="1">
            <a:blip r:embed="rId19">
              <a:alphaModFix/>
            </a:blip>
            <a:srcRect/>
            <a:stretch/>
          </p:blipFill>
          <p:spPr>
            <a:xfrm>
              <a:off x="15665832" y="1458118"/>
              <a:ext cx="11683" cy="14611"/>
            </a:xfrm>
            <a:prstGeom prst="rect">
              <a:avLst/>
            </a:prstGeom>
            <a:noFill/>
            <a:ln>
              <a:noFill/>
            </a:ln>
          </p:spPr>
        </p:pic>
        <p:pic>
          <p:nvPicPr>
            <p:cNvPr id="30" name="Google Shape;1129;p6"/>
            <p:cNvPicPr preferRelativeResize="0"/>
            <p:nvPr/>
          </p:nvPicPr>
          <p:blipFill rotWithShape="1">
            <a:blip r:embed="rId20">
              <a:alphaModFix/>
            </a:blip>
            <a:srcRect/>
            <a:stretch/>
          </p:blipFill>
          <p:spPr>
            <a:xfrm>
              <a:off x="15624047" y="1433779"/>
              <a:ext cx="77215" cy="82550"/>
            </a:xfrm>
            <a:prstGeom prst="rect">
              <a:avLst/>
            </a:prstGeom>
            <a:noFill/>
            <a:ln>
              <a:noFill/>
            </a:ln>
          </p:spPr>
        </p:pic>
        <p:pic>
          <p:nvPicPr>
            <p:cNvPr id="31" name="Google Shape;1130;p6"/>
            <p:cNvPicPr preferRelativeResize="0"/>
            <p:nvPr/>
          </p:nvPicPr>
          <p:blipFill rotWithShape="1">
            <a:blip r:embed="rId21">
              <a:alphaModFix/>
            </a:blip>
            <a:srcRect/>
            <a:stretch/>
          </p:blipFill>
          <p:spPr>
            <a:xfrm>
              <a:off x="15824835" y="1228953"/>
              <a:ext cx="64007" cy="65823"/>
            </a:xfrm>
            <a:prstGeom prst="rect">
              <a:avLst/>
            </a:prstGeom>
            <a:noFill/>
            <a:ln>
              <a:noFill/>
            </a:ln>
          </p:spPr>
        </p:pic>
        <p:pic>
          <p:nvPicPr>
            <p:cNvPr id="32" name="Google Shape;1131;p6"/>
            <p:cNvPicPr preferRelativeResize="0"/>
            <p:nvPr/>
          </p:nvPicPr>
          <p:blipFill rotWithShape="1">
            <a:blip r:embed="rId22">
              <a:alphaModFix/>
            </a:blip>
            <a:srcRect/>
            <a:stretch/>
          </p:blipFill>
          <p:spPr>
            <a:xfrm>
              <a:off x="15901289" y="1256068"/>
              <a:ext cx="16763" cy="12915"/>
            </a:xfrm>
            <a:prstGeom prst="rect">
              <a:avLst/>
            </a:prstGeom>
            <a:noFill/>
            <a:ln>
              <a:noFill/>
            </a:ln>
          </p:spPr>
        </p:pic>
        <p:pic>
          <p:nvPicPr>
            <p:cNvPr id="33" name="Google Shape;1132;p6"/>
            <p:cNvPicPr preferRelativeResize="0"/>
            <p:nvPr/>
          </p:nvPicPr>
          <p:blipFill rotWithShape="1">
            <a:blip r:embed="rId19">
              <a:alphaModFix/>
            </a:blip>
            <a:srcRect/>
            <a:stretch/>
          </p:blipFill>
          <p:spPr>
            <a:xfrm>
              <a:off x="15680308" y="1443710"/>
              <a:ext cx="12953" cy="15126"/>
            </a:xfrm>
            <a:prstGeom prst="rect">
              <a:avLst/>
            </a:prstGeom>
            <a:noFill/>
            <a:ln>
              <a:noFill/>
            </a:ln>
          </p:spPr>
        </p:pic>
        <p:pic>
          <p:nvPicPr>
            <p:cNvPr id="34" name="Google Shape;1133;p6"/>
            <p:cNvPicPr preferRelativeResize="0"/>
            <p:nvPr/>
          </p:nvPicPr>
          <p:blipFill rotWithShape="1">
            <a:blip r:embed="rId23">
              <a:alphaModFix/>
            </a:blip>
            <a:srcRect/>
            <a:stretch/>
          </p:blipFill>
          <p:spPr>
            <a:xfrm>
              <a:off x="15931515" y="1237424"/>
              <a:ext cx="9779" cy="7441"/>
            </a:xfrm>
            <a:prstGeom prst="rect">
              <a:avLst/>
            </a:prstGeom>
            <a:noFill/>
            <a:ln>
              <a:noFill/>
            </a:ln>
          </p:spPr>
        </p:pic>
        <p:pic>
          <p:nvPicPr>
            <p:cNvPr id="35" name="Google Shape;1134;p6"/>
            <p:cNvPicPr preferRelativeResize="0"/>
            <p:nvPr/>
          </p:nvPicPr>
          <p:blipFill rotWithShape="1">
            <a:blip r:embed="rId24">
              <a:alphaModFix/>
            </a:blip>
            <a:srcRect/>
            <a:stretch/>
          </p:blipFill>
          <p:spPr>
            <a:xfrm>
              <a:off x="15645638" y="1455191"/>
              <a:ext cx="40257" cy="24181"/>
            </a:xfrm>
            <a:prstGeom prst="rect">
              <a:avLst/>
            </a:prstGeom>
            <a:noFill/>
            <a:ln>
              <a:noFill/>
            </a:ln>
          </p:spPr>
        </p:pic>
        <p:pic>
          <p:nvPicPr>
            <p:cNvPr id="36" name="Google Shape;1135;p6"/>
            <p:cNvPicPr preferRelativeResize="0"/>
            <p:nvPr/>
          </p:nvPicPr>
          <p:blipFill rotWithShape="1">
            <a:blip r:embed="rId25">
              <a:alphaModFix/>
            </a:blip>
            <a:srcRect/>
            <a:stretch/>
          </p:blipFill>
          <p:spPr>
            <a:xfrm>
              <a:off x="15934563" y="1189837"/>
              <a:ext cx="38353" cy="32524"/>
            </a:xfrm>
            <a:prstGeom prst="rect">
              <a:avLst/>
            </a:prstGeom>
            <a:noFill/>
            <a:ln>
              <a:noFill/>
            </a:ln>
          </p:spPr>
        </p:pic>
        <p:pic>
          <p:nvPicPr>
            <p:cNvPr id="37" name="Google Shape;1136;p6"/>
            <p:cNvPicPr preferRelativeResize="0"/>
            <p:nvPr/>
          </p:nvPicPr>
          <p:blipFill rotWithShape="1">
            <a:blip r:embed="rId26">
              <a:alphaModFix/>
            </a:blip>
            <a:srcRect/>
            <a:stretch/>
          </p:blipFill>
          <p:spPr>
            <a:xfrm>
              <a:off x="15687294" y="1443481"/>
              <a:ext cx="5969" cy="7048"/>
            </a:xfrm>
            <a:prstGeom prst="rect">
              <a:avLst/>
            </a:prstGeom>
            <a:noFill/>
            <a:ln>
              <a:noFill/>
            </a:ln>
          </p:spPr>
        </p:pic>
        <p:pic>
          <p:nvPicPr>
            <p:cNvPr id="38" name="Google Shape;1137;p6"/>
            <p:cNvPicPr preferRelativeResize="0"/>
            <p:nvPr/>
          </p:nvPicPr>
          <p:blipFill rotWithShape="1">
            <a:blip r:embed="rId27">
              <a:alphaModFix/>
            </a:blip>
            <a:srcRect/>
            <a:stretch/>
          </p:blipFill>
          <p:spPr>
            <a:xfrm>
              <a:off x="15900400" y="1202498"/>
              <a:ext cx="17907" cy="15100"/>
            </a:xfrm>
            <a:prstGeom prst="rect">
              <a:avLst/>
            </a:prstGeom>
            <a:noFill/>
            <a:ln>
              <a:noFill/>
            </a:ln>
          </p:spPr>
        </p:pic>
        <p:pic>
          <p:nvPicPr>
            <p:cNvPr id="39" name="Google Shape;1138;p6"/>
            <p:cNvPicPr preferRelativeResize="0"/>
            <p:nvPr/>
          </p:nvPicPr>
          <p:blipFill rotWithShape="1">
            <a:blip r:embed="rId25">
              <a:alphaModFix/>
            </a:blip>
            <a:srcRect/>
            <a:stretch/>
          </p:blipFill>
          <p:spPr>
            <a:xfrm>
              <a:off x="15697072" y="1384363"/>
              <a:ext cx="36068" cy="32906"/>
            </a:xfrm>
            <a:prstGeom prst="rect">
              <a:avLst/>
            </a:prstGeom>
            <a:noFill/>
            <a:ln>
              <a:noFill/>
            </a:ln>
          </p:spPr>
        </p:pic>
        <p:pic>
          <p:nvPicPr>
            <p:cNvPr id="40" name="Google Shape;1139;p6"/>
            <p:cNvPicPr preferRelativeResize="0"/>
            <p:nvPr/>
          </p:nvPicPr>
          <p:blipFill rotWithShape="1">
            <a:blip r:embed="rId28">
              <a:alphaModFix/>
            </a:blip>
            <a:srcRect/>
            <a:stretch/>
          </p:blipFill>
          <p:spPr>
            <a:xfrm>
              <a:off x="15621382" y="1488414"/>
              <a:ext cx="43306" cy="44843"/>
            </a:xfrm>
            <a:prstGeom prst="rect">
              <a:avLst/>
            </a:prstGeom>
            <a:noFill/>
            <a:ln>
              <a:noFill/>
            </a:ln>
          </p:spPr>
        </p:pic>
        <p:pic>
          <p:nvPicPr>
            <p:cNvPr id="41" name="Google Shape;1140;p6"/>
            <p:cNvPicPr preferRelativeResize="0"/>
            <p:nvPr/>
          </p:nvPicPr>
          <p:blipFill rotWithShape="1">
            <a:blip r:embed="rId29">
              <a:alphaModFix/>
            </a:blip>
            <a:srcRect/>
            <a:stretch/>
          </p:blipFill>
          <p:spPr>
            <a:xfrm>
              <a:off x="15655415" y="1424228"/>
              <a:ext cx="62101" cy="58038"/>
            </a:xfrm>
            <a:prstGeom prst="rect">
              <a:avLst/>
            </a:prstGeom>
            <a:noFill/>
            <a:ln>
              <a:noFill/>
            </a:ln>
          </p:spPr>
        </p:pic>
        <p:pic>
          <p:nvPicPr>
            <p:cNvPr id="42" name="Google Shape;1141;p6"/>
            <p:cNvPicPr preferRelativeResize="0"/>
            <p:nvPr/>
          </p:nvPicPr>
          <p:blipFill rotWithShape="1">
            <a:blip r:embed="rId28">
              <a:alphaModFix/>
            </a:blip>
            <a:srcRect/>
            <a:stretch/>
          </p:blipFill>
          <p:spPr>
            <a:xfrm>
              <a:off x="15735426" y="1384478"/>
              <a:ext cx="41404" cy="44323"/>
            </a:xfrm>
            <a:prstGeom prst="rect">
              <a:avLst/>
            </a:prstGeom>
            <a:noFill/>
            <a:ln>
              <a:noFill/>
            </a:ln>
          </p:spPr>
        </p:pic>
        <p:pic>
          <p:nvPicPr>
            <p:cNvPr id="43" name="Google Shape;1142;p6"/>
            <p:cNvPicPr preferRelativeResize="0"/>
            <p:nvPr/>
          </p:nvPicPr>
          <p:blipFill rotWithShape="1">
            <a:blip r:embed="rId30">
              <a:alphaModFix/>
            </a:blip>
            <a:srcRect/>
            <a:stretch/>
          </p:blipFill>
          <p:spPr>
            <a:xfrm>
              <a:off x="15792069" y="1308544"/>
              <a:ext cx="3683" cy="3086"/>
            </a:xfrm>
            <a:prstGeom prst="rect">
              <a:avLst/>
            </a:prstGeom>
            <a:noFill/>
            <a:ln>
              <a:noFill/>
            </a:ln>
          </p:spPr>
        </p:pic>
        <p:pic>
          <p:nvPicPr>
            <p:cNvPr id="44" name="Google Shape;1143;p6"/>
            <p:cNvPicPr preferRelativeResize="0"/>
            <p:nvPr/>
          </p:nvPicPr>
          <p:blipFill rotWithShape="1">
            <a:blip r:embed="rId31">
              <a:alphaModFix/>
            </a:blip>
            <a:srcRect/>
            <a:stretch/>
          </p:blipFill>
          <p:spPr>
            <a:xfrm>
              <a:off x="15669387" y="1471840"/>
              <a:ext cx="6223" cy="16459"/>
            </a:xfrm>
            <a:prstGeom prst="rect">
              <a:avLst/>
            </a:prstGeom>
            <a:noFill/>
            <a:ln>
              <a:noFill/>
            </a:ln>
          </p:spPr>
        </p:pic>
        <p:pic>
          <p:nvPicPr>
            <p:cNvPr id="45" name="Google Shape;1144;p6"/>
            <p:cNvPicPr preferRelativeResize="0"/>
            <p:nvPr/>
          </p:nvPicPr>
          <p:blipFill rotWithShape="1">
            <a:blip r:embed="rId23">
              <a:alphaModFix/>
            </a:blip>
            <a:srcRect/>
            <a:stretch/>
          </p:blipFill>
          <p:spPr>
            <a:xfrm>
              <a:off x="15855949" y="1307782"/>
              <a:ext cx="7747" cy="7251"/>
            </a:xfrm>
            <a:prstGeom prst="rect">
              <a:avLst/>
            </a:prstGeom>
            <a:noFill/>
            <a:ln>
              <a:noFill/>
            </a:ln>
          </p:spPr>
        </p:pic>
        <p:pic>
          <p:nvPicPr>
            <p:cNvPr id="46" name="Google Shape;1145;p6"/>
            <p:cNvPicPr preferRelativeResize="0"/>
            <p:nvPr/>
          </p:nvPicPr>
          <p:blipFill rotWithShape="1">
            <a:blip r:embed="rId19">
              <a:alphaModFix/>
            </a:blip>
            <a:srcRect/>
            <a:stretch/>
          </p:blipFill>
          <p:spPr>
            <a:xfrm>
              <a:off x="15814928" y="1337019"/>
              <a:ext cx="14478" cy="13536"/>
            </a:xfrm>
            <a:prstGeom prst="rect">
              <a:avLst/>
            </a:prstGeom>
            <a:noFill/>
            <a:ln>
              <a:noFill/>
            </a:ln>
          </p:spPr>
        </p:pic>
        <p:pic>
          <p:nvPicPr>
            <p:cNvPr id="47" name="Google Shape;1146;p6"/>
            <p:cNvPicPr preferRelativeResize="0"/>
            <p:nvPr/>
          </p:nvPicPr>
          <p:blipFill rotWithShape="1">
            <a:blip r:embed="rId32">
              <a:alphaModFix/>
            </a:blip>
            <a:srcRect/>
            <a:stretch/>
          </p:blipFill>
          <p:spPr>
            <a:xfrm>
              <a:off x="15642464" y="1463712"/>
              <a:ext cx="54101" cy="18427"/>
            </a:xfrm>
            <a:prstGeom prst="rect">
              <a:avLst/>
            </a:prstGeom>
            <a:noFill/>
            <a:ln>
              <a:noFill/>
            </a:ln>
          </p:spPr>
        </p:pic>
        <p:pic>
          <p:nvPicPr>
            <p:cNvPr id="48" name="Google Shape;1147;p6"/>
            <p:cNvPicPr preferRelativeResize="0"/>
            <p:nvPr/>
          </p:nvPicPr>
          <p:blipFill rotWithShape="1">
            <a:blip r:embed="rId33">
              <a:alphaModFix/>
            </a:blip>
            <a:srcRect/>
            <a:stretch/>
          </p:blipFill>
          <p:spPr>
            <a:xfrm>
              <a:off x="15736443" y="1349425"/>
              <a:ext cx="19811" cy="21031"/>
            </a:xfrm>
            <a:prstGeom prst="rect">
              <a:avLst/>
            </a:prstGeom>
            <a:noFill/>
            <a:ln>
              <a:noFill/>
            </a:ln>
          </p:spPr>
        </p:pic>
        <p:pic>
          <p:nvPicPr>
            <p:cNvPr id="49" name="Google Shape;1148;p6"/>
            <p:cNvPicPr preferRelativeResize="0"/>
            <p:nvPr/>
          </p:nvPicPr>
          <p:blipFill rotWithShape="1">
            <a:blip r:embed="rId34">
              <a:alphaModFix/>
            </a:blip>
            <a:srcRect/>
            <a:stretch/>
          </p:blipFill>
          <p:spPr>
            <a:xfrm>
              <a:off x="15651227" y="1473301"/>
              <a:ext cx="22858" cy="37363"/>
            </a:xfrm>
            <a:prstGeom prst="rect">
              <a:avLst/>
            </a:prstGeom>
            <a:noFill/>
            <a:ln>
              <a:noFill/>
            </a:ln>
          </p:spPr>
        </p:pic>
        <p:pic>
          <p:nvPicPr>
            <p:cNvPr id="50" name="Google Shape;1149;p6"/>
            <p:cNvPicPr preferRelativeResize="0"/>
            <p:nvPr/>
          </p:nvPicPr>
          <p:blipFill rotWithShape="1">
            <a:blip r:embed="rId26">
              <a:alphaModFix/>
            </a:blip>
            <a:srcRect/>
            <a:stretch/>
          </p:blipFill>
          <p:spPr>
            <a:xfrm>
              <a:off x="15677895" y="1470151"/>
              <a:ext cx="5716" cy="9284"/>
            </a:xfrm>
            <a:prstGeom prst="rect">
              <a:avLst/>
            </a:prstGeom>
            <a:noFill/>
            <a:ln>
              <a:noFill/>
            </a:ln>
          </p:spPr>
        </p:pic>
        <p:pic>
          <p:nvPicPr>
            <p:cNvPr id="51" name="Google Shape;1150;p6"/>
            <p:cNvPicPr preferRelativeResize="0"/>
            <p:nvPr/>
          </p:nvPicPr>
          <p:blipFill rotWithShape="1">
            <a:blip r:embed="rId30">
              <a:alphaModFix/>
            </a:blip>
            <a:srcRect/>
            <a:stretch/>
          </p:blipFill>
          <p:spPr>
            <a:xfrm>
              <a:off x="15670911" y="1472793"/>
              <a:ext cx="2016" cy="2222"/>
            </a:xfrm>
            <a:prstGeom prst="rect">
              <a:avLst/>
            </a:prstGeom>
            <a:noFill/>
            <a:ln>
              <a:noFill/>
            </a:ln>
          </p:spPr>
        </p:pic>
        <p:pic>
          <p:nvPicPr>
            <p:cNvPr id="52" name="Google Shape;1151;p6"/>
            <p:cNvPicPr preferRelativeResize="0"/>
            <p:nvPr/>
          </p:nvPicPr>
          <p:blipFill rotWithShape="1">
            <a:blip r:embed="rId35">
              <a:alphaModFix/>
            </a:blip>
            <a:srcRect/>
            <a:stretch/>
          </p:blipFill>
          <p:spPr>
            <a:xfrm>
              <a:off x="15935325" y="1214271"/>
              <a:ext cx="18032" cy="26936"/>
            </a:xfrm>
            <a:prstGeom prst="rect">
              <a:avLst/>
            </a:prstGeom>
            <a:noFill/>
            <a:ln>
              <a:noFill/>
            </a:ln>
          </p:spPr>
        </p:pic>
        <p:pic>
          <p:nvPicPr>
            <p:cNvPr id="53" name="Google Shape;1152;p6"/>
            <p:cNvPicPr preferRelativeResize="0"/>
            <p:nvPr/>
          </p:nvPicPr>
          <p:blipFill rotWithShape="1">
            <a:blip r:embed="rId36">
              <a:alphaModFix/>
            </a:blip>
            <a:srcRect/>
            <a:stretch/>
          </p:blipFill>
          <p:spPr>
            <a:xfrm>
              <a:off x="15635477" y="1434134"/>
              <a:ext cx="66255" cy="61188"/>
            </a:xfrm>
            <a:prstGeom prst="rect">
              <a:avLst/>
            </a:prstGeom>
            <a:noFill/>
            <a:ln>
              <a:noFill/>
            </a:ln>
          </p:spPr>
        </p:pic>
        <p:pic>
          <p:nvPicPr>
            <p:cNvPr id="54" name="Google Shape;1153;p6"/>
            <p:cNvPicPr preferRelativeResize="0"/>
            <p:nvPr/>
          </p:nvPicPr>
          <p:blipFill rotWithShape="1">
            <a:blip r:embed="rId30">
              <a:alphaModFix/>
            </a:blip>
            <a:srcRect/>
            <a:stretch/>
          </p:blipFill>
          <p:spPr>
            <a:xfrm>
              <a:off x="15682468" y="1428520"/>
              <a:ext cx="1650" cy="1777"/>
            </a:xfrm>
            <a:prstGeom prst="rect">
              <a:avLst/>
            </a:prstGeom>
            <a:noFill/>
            <a:ln>
              <a:noFill/>
            </a:ln>
          </p:spPr>
        </p:pic>
        <p:pic>
          <p:nvPicPr>
            <p:cNvPr id="55" name="Google Shape;1154;p6"/>
            <p:cNvPicPr preferRelativeResize="0"/>
            <p:nvPr/>
          </p:nvPicPr>
          <p:blipFill rotWithShape="1">
            <a:blip r:embed="rId37">
              <a:alphaModFix/>
            </a:blip>
            <a:srcRect/>
            <a:stretch/>
          </p:blipFill>
          <p:spPr>
            <a:xfrm>
              <a:off x="15639413" y="1470418"/>
              <a:ext cx="26036" cy="30924"/>
            </a:xfrm>
            <a:prstGeom prst="rect">
              <a:avLst/>
            </a:prstGeom>
            <a:noFill/>
            <a:ln>
              <a:noFill/>
            </a:ln>
          </p:spPr>
        </p:pic>
        <p:pic>
          <p:nvPicPr>
            <p:cNvPr id="56" name="Google Shape;1155;p6"/>
            <p:cNvPicPr preferRelativeResize="0"/>
            <p:nvPr/>
          </p:nvPicPr>
          <p:blipFill rotWithShape="1">
            <a:blip r:embed="rId38">
              <a:alphaModFix/>
            </a:blip>
            <a:srcRect/>
            <a:stretch/>
          </p:blipFill>
          <p:spPr>
            <a:xfrm>
              <a:off x="15666974" y="1440497"/>
              <a:ext cx="15363" cy="20408"/>
            </a:xfrm>
            <a:prstGeom prst="rect">
              <a:avLst/>
            </a:prstGeom>
            <a:noFill/>
            <a:ln>
              <a:noFill/>
            </a:ln>
          </p:spPr>
        </p:pic>
        <p:pic>
          <p:nvPicPr>
            <p:cNvPr id="57" name="Google Shape;1156;p6"/>
            <p:cNvPicPr preferRelativeResize="0"/>
            <p:nvPr/>
          </p:nvPicPr>
          <p:blipFill rotWithShape="1">
            <a:blip r:embed="rId30">
              <a:alphaModFix/>
            </a:blip>
            <a:srcRect/>
            <a:stretch/>
          </p:blipFill>
          <p:spPr>
            <a:xfrm>
              <a:off x="15953358" y="1215466"/>
              <a:ext cx="2285" cy="1803"/>
            </a:xfrm>
            <a:prstGeom prst="rect">
              <a:avLst/>
            </a:prstGeom>
            <a:noFill/>
            <a:ln>
              <a:noFill/>
            </a:ln>
          </p:spPr>
        </p:pic>
        <p:pic>
          <p:nvPicPr>
            <p:cNvPr id="58" name="Google Shape;1157;p6"/>
            <p:cNvPicPr preferRelativeResize="0"/>
            <p:nvPr/>
          </p:nvPicPr>
          <p:blipFill rotWithShape="1">
            <a:blip r:embed="rId39">
              <a:alphaModFix/>
            </a:blip>
            <a:srcRect/>
            <a:stretch/>
          </p:blipFill>
          <p:spPr>
            <a:xfrm>
              <a:off x="15685896" y="1402969"/>
              <a:ext cx="39878" cy="43675"/>
            </a:xfrm>
            <a:prstGeom prst="rect">
              <a:avLst/>
            </a:prstGeom>
            <a:noFill/>
            <a:ln>
              <a:noFill/>
            </a:ln>
          </p:spPr>
        </p:pic>
        <p:pic>
          <p:nvPicPr>
            <p:cNvPr id="59" name="Google Shape;1158;p6"/>
            <p:cNvPicPr preferRelativeResize="0"/>
            <p:nvPr/>
          </p:nvPicPr>
          <p:blipFill rotWithShape="1">
            <a:blip r:embed="rId40">
              <a:alphaModFix/>
            </a:blip>
            <a:srcRect/>
            <a:stretch/>
          </p:blipFill>
          <p:spPr>
            <a:xfrm>
              <a:off x="15880588" y="1270151"/>
              <a:ext cx="20192" cy="18008"/>
            </a:xfrm>
            <a:prstGeom prst="rect">
              <a:avLst/>
            </a:prstGeom>
            <a:noFill/>
            <a:ln>
              <a:noFill/>
            </a:ln>
          </p:spPr>
        </p:pic>
        <p:pic>
          <p:nvPicPr>
            <p:cNvPr id="60" name="Google Shape;1159;p6"/>
            <p:cNvPicPr preferRelativeResize="0"/>
            <p:nvPr/>
          </p:nvPicPr>
          <p:blipFill rotWithShape="1">
            <a:blip r:embed="rId41">
              <a:alphaModFix/>
            </a:blip>
            <a:srcRect/>
            <a:stretch/>
          </p:blipFill>
          <p:spPr>
            <a:xfrm>
              <a:off x="15668497" y="1475943"/>
              <a:ext cx="10794" cy="10998"/>
            </a:xfrm>
            <a:prstGeom prst="rect">
              <a:avLst/>
            </a:prstGeom>
            <a:noFill/>
            <a:ln>
              <a:noFill/>
            </a:ln>
          </p:spPr>
        </p:pic>
        <p:pic>
          <p:nvPicPr>
            <p:cNvPr id="61" name="Google Shape;1160;p6"/>
            <p:cNvPicPr preferRelativeResize="0"/>
            <p:nvPr/>
          </p:nvPicPr>
          <p:blipFill rotWithShape="1">
            <a:blip r:embed="rId30">
              <a:alphaModFix/>
            </a:blip>
            <a:srcRect/>
            <a:stretch/>
          </p:blipFill>
          <p:spPr>
            <a:xfrm>
              <a:off x="15965170" y="1207667"/>
              <a:ext cx="2031" cy="1511"/>
            </a:xfrm>
            <a:prstGeom prst="rect">
              <a:avLst/>
            </a:prstGeom>
            <a:noFill/>
            <a:ln>
              <a:noFill/>
            </a:ln>
          </p:spPr>
        </p:pic>
        <p:pic>
          <p:nvPicPr>
            <p:cNvPr id="62" name="Google Shape;1161;p6"/>
            <p:cNvPicPr preferRelativeResize="0"/>
            <p:nvPr/>
          </p:nvPicPr>
          <p:blipFill rotWithShape="1">
            <a:blip r:embed="rId30">
              <a:alphaModFix/>
            </a:blip>
            <a:srcRect/>
            <a:stretch/>
          </p:blipFill>
          <p:spPr>
            <a:xfrm>
              <a:off x="15889350" y="1220514"/>
              <a:ext cx="1737" cy="1353"/>
            </a:xfrm>
            <a:prstGeom prst="rect">
              <a:avLst/>
            </a:prstGeom>
            <a:noFill/>
            <a:ln>
              <a:noFill/>
            </a:ln>
          </p:spPr>
        </p:pic>
        <p:pic>
          <p:nvPicPr>
            <p:cNvPr id="63" name="Google Shape;1162;p6"/>
            <p:cNvPicPr preferRelativeResize="0"/>
            <p:nvPr/>
          </p:nvPicPr>
          <p:blipFill rotWithShape="1">
            <a:blip r:embed="rId31">
              <a:alphaModFix/>
            </a:blip>
            <a:srcRect/>
            <a:stretch/>
          </p:blipFill>
          <p:spPr>
            <a:xfrm>
              <a:off x="15948024" y="1190968"/>
              <a:ext cx="2666" cy="11276"/>
            </a:xfrm>
            <a:prstGeom prst="rect">
              <a:avLst/>
            </a:prstGeom>
            <a:noFill/>
            <a:ln>
              <a:noFill/>
            </a:ln>
          </p:spPr>
        </p:pic>
        <p:pic>
          <p:nvPicPr>
            <p:cNvPr id="64" name="Google Shape;1163;p6"/>
            <p:cNvPicPr preferRelativeResize="0"/>
            <p:nvPr/>
          </p:nvPicPr>
          <p:blipFill rotWithShape="1">
            <a:blip r:embed="rId42">
              <a:alphaModFix/>
            </a:blip>
            <a:srcRect/>
            <a:stretch/>
          </p:blipFill>
          <p:spPr>
            <a:xfrm>
              <a:off x="15672053" y="1466291"/>
              <a:ext cx="20955" cy="4953"/>
            </a:xfrm>
            <a:prstGeom prst="rect">
              <a:avLst/>
            </a:prstGeom>
            <a:noFill/>
            <a:ln>
              <a:noFill/>
            </a:ln>
          </p:spPr>
        </p:pic>
        <p:pic>
          <p:nvPicPr>
            <p:cNvPr id="65" name="Google Shape;1164;p6"/>
            <p:cNvPicPr preferRelativeResize="0"/>
            <p:nvPr/>
          </p:nvPicPr>
          <p:blipFill rotWithShape="1">
            <a:blip r:embed="rId41">
              <a:alphaModFix/>
            </a:blip>
            <a:srcRect/>
            <a:stretch/>
          </p:blipFill>
          <p:spPr>
            <a:xfrm>
              <a:off x="15636113" y="1508607"/>
              <a:ext cx="11047" cy="10440"/>
            </a:xfrm>
            <a:prstGeom prst="rect">
              <a:avLst/>
            </a:prstGeom>
            <a:noFill/>
            <a:ln>
              <a:noFill/>
            </a:ln>
          </p:spPr>
        </p:pic>
        <p:pic>
          <p:nvPicPr>
            <p:cNvPr id="66" name="Google Shape;1165;p6"/>
            <p:cNvPicPr preferRelativeResize="0"/>
            <p:nvPr/>
          </p:nvPicPr>
          <p:blipFill rotWithShape="1">
            <a:blip r:embed="rId43">
              <a:alphaModFix/>
            </a:blip>
            <a:srcRect/>
            <a:stretch/>
          </p:blipFill>
          <p:spPr>
            <a:xfrm>
              <a:off x="15891128" y="1207223"/>
              <a:ext cx="68581" cy="70726"/>
            </a:xfrm>
            <a:prstGeom prst="rect">
              <a:avLst/>
            </a:prstGeom>
            <a:noFill/>
            <a:ln>
              <a:noFill/>
            </a:ln>
          </p:spPr>
        </p:pic>
        <p:pic>
          <p:nvPicPr>
            <p:cNvPr id="67" name="Google Shape;1166;p6"/>
            <p:cNvPicPr preferRelativeResize="0"/>
            <p:nvPr/>
          </p:nvPicPr>
          <p:blipFill rotWithShape="1">
            <a:blip r:embed="rId30">
              <a:alphaModFix/>
            </a:blip>
            <a:srcRect/>
            <a:stretch/>
          </p:blipFill>
          <p:spPr>
            <a:xfrm>
              <a:off x="15658338" y="1504264"/>
              <a:ext cx="1142" cy="1396"/>
            </a:xfrm>
            <a:prstGeom prst="rect">
              <a:avLst/>
            </a:prstGeom>
            <a:noFill/>
            <a:ln>
              <a:noFill/>
            </a:ln>
          </p:spPr>
        </p:pic>
        <p:pic>
          <p:nvPicPr>
            <p:cNvPr id="68" name="Google Shape;1167;p6"/>
            <p:cNvPicPr preferRelativeResize="0"/>
            <p:nvPr/>
          </p:nvPicPr>
          <p:blipFill rotWithShape="1">
            <a:blip r:embed="rId27">
              <a:alphaModFix/>
            </a:blip>
            <a:srcRect/>
            <a:stretch/>
          </p:blipFill>
          <p:spPr>
            <a:xfrm>
              <a:off x="15658718" y="1475486"/>
              <a:ext cx="14975" cy="22047"/>
            </a:xfrm>
            <a:prstGeom prst="rect">
              <a:avLst/>
            </a:prstGeom>
            <a:noFill/>
            <a:ln>
              <a:noFill/>
            </a:ln>
          </p:spPr>
        </p:pic>
        <p:pic>
          <p:nvPicPr>
            <p:cNvPr id="69" name="Google Shape;1168;p6"/>
            <p:cNvPicPr preferRelativeResize="0"/>
            <p:nvPr/>
          </p:nvPicPr>
          <p:blipFill rotWithShape="1">
            <a:blip r:embed="rId30">
              <a:alphaModFix/>
            </a:blip>
            <a:srcRect/>
            <a:stretch/>
          </p:blipFill>
          <p:spPr>
            <a:xfrm>
              <a:off x="15635858" y="1500797"/>
              <a:ext cx="1143" cy="1409"/>
            </a:xfrm>
            <a:prstGeom prst="rect">
              <a:avLst/>
            </a:prstGeom>
            <a:noFill/>
            <a:ln>
              <a:noFill/>
            </a:ln>
          </p:spPr>
        </p:pic>
        <p:pic>
          <p:nvPicPr>
            <p:cNvPr id="70" name="Google Shape;1169;p6"/>
            <p:cNvPicPr preferRelativeResize="0"/>
            <p:nvPr/>
          </p:nvPicPr>
          <p:blipFill rotWithShape="1">
            <a:blip r:embed="rId26">
              <a:alphaModFix/>
            </a:blip>
            <a:srcRect/>
            <a:stretch/>
          </p:blipFill>
          <p:spPr>
            <a:xfrm>
              <a:off x="15916403" y="1201216"/>
              <a:ext cx="2412" cy="5473"/>
            </a:xfrm>
            <a:prstGeom prst="rect">
              <a:avLst/>
            </a:prstGeom>
            <a:noFill/>
            <a:ln>
              <a:noFill/>
            </a:ln>
          </p:spPr>
        </p:pic>
        <p:pic>
          <p:nvPicPr>
            <p:cNvPr id="71" name="Google Shape;1170;p6"/>
            <p:cNvPicPr preferRelativeResize="0"/>
            <p:nvPr/>
          </p:nvPicPr>
          <p:blipFill rotWithShape="1">
            <a:blip r:embed="rId30">
              <a:alphaModFix/>
            </a:blip>
            <a:srcRect/>
            <a:stretch/>
          </p:blipFill>
          <p:spPr>
            <a:xfrm>
              <a:off x="15947768" y="1197292"/>
              <a:ext cx="1650" cy="1346"/>
            </a:xfrm>
            <a:prstGeom prst="rect">
              <a:avLst/>
            </a:prstGeom>
            <a:noFill/>
            <a:ln>
              <a:noFill/>
            </a:ln>
          </p:spPr>
        </p:pic>
        <p:pic>
          <p:nvPicPr>
            <p:cNvPr id="72" name="Google Shape;1171;p6"/>
            <p:cNvPicPr preferRelativeResize="0"/>
            <p:nvPr/>
          </p:nvPicPr>
          <p:blipFill rotWithShape="1">
            <a:blip r:embed="rId30">
              <a:alphaModFix/>
            </a:blip>
            <a:srcRect/>
            <a:stretch/>
          </p:blipFill>
          <p:spPr>
            <a:xfrm>
              <a:off x="15933039" y="1198486"/>
              <a:ext cx="1016" cy="901"/>
            </a:xfrm>
            <a:prstGeom prst="rect">
              <a:avLst/>
            </a:prstGeom>
            <a:noFill/>
            <a:ln>
              <a:noFill/>
            </a:ln>
          </p:spPr>
        </p:pic>
        <p:pic>
          <p:nvPicPr>
            <p:cNvPr id="73" name="Google Shape;1172;p6"/>
            <p:cNvPicPr preferRelativeResize="0"/>
            <p:nvPr/>
          </p:nvPicPr>
          <p:blipFill rotWithShape="1">
            <a:blip r:embed="rId41">
              <a:alphaModFix/>
            </a:blip>
            <a:srcRect/>
            <a:stretch/>
          </p:blipFill>
          <p:spPr>
            <a:xfrm>
              <a:off x="15708375" y="1446885"/>
              <a:ext cx="8508" cy="9461"/>
            </a:xfrm>
            <a:prstGeom prst="rect">
              <a:avLst/>
            </a:prstGeom>
            <a:noFill/>
            <a:ln>
              <a:noFill/>
            </a:ln>
          </p:spPr>
        </p:pic>
        <p:pic>
          <p:nvPicPr>
            <p:cNvPr id="74" name="Google Shape;1173;p6"/>
            <p:cNvPicPr preferRelativeResize="0"/>
            <p:nvPr/>
          </p:nvPicPr>
          <p:blipFill rotWithShape="1">
            <a:blip r:embed="rId44">
              <a:alphaModFix/>
            </a:blip>
            <a:srcRect/>
            <a:stretch/>
          </p:blipFill>
          <p:spPr>
            <a:xfrm>
              <a:off x="15635731" y="1459281"/>
              <a:ext cx="44576" cy="50317"/>
            </a:xfrm>
            <a:prstGeom prst="rect">
              <a:avLst/>
            </a:prstGeom>
            <a:noFill/>
            <a:ln>
              <a:noFill/>
            </a:ln>
          </p:spPr>
        </p:pic>
        <p:pic>
          <p:nvPicPr>
            <p:cNvPr id="75" name="Google Shape;1174;p6"/>
            <p:cNvPicPr preferRelativeResize="0"/>
            <p:nvPr/>
          </p:nvPicPr>
          <p:blipFill rotWithShape="1">
            <a:blip r:embed="rId19">
              <a:alphaModFix/>
            </a:blip>
            <a:srcRect/>
            <a:stretch/>
          </p:blipFill>
          <p:spPr>
            <a:xfrm>
              <a:off x="15874619" y="1283156"/>
              <a:ext cx="14985" cy="14605"/>
            </a:xfrm>
            <a:prstGeom prst="rect">
              <a:avLst/>
            </a:prstGeom>
            <a:noFill/>
            <a:ln>
              <a:noFill/>
            </a:ln>
          </p:spPr>
        </p:pic>
        <p:pic>
          <p:nvPicPr>
            <p:cNvPr id="76" name="Google Shape;1175;p6"/>
            <p:cNvPicPr preferRelativeResize="0"/>
            <p:nvPr/>
          </p:nvPicPr>
          <p:blipFill rotWithShape="1">
            <a:blip r:embed="rId26">
              <a:alphaModFix/>
            </a:blip>
            <a:srcRect/>
            <a:stretch/>
          </p:blipFill>
          <p:spPr>
            <a:xfrm>
              <a:off x="15918686" y="1247634"/>
              <a:ext cx="9400" cy="9678"/>
            </a:xfrm>
            <a:prstGeom prst="rect">
              <a:avLst/>
            </a:prstGeom>
            <a:noFill/>
            <a:ln>
              <a:noFill/>
            </a:ln>
          </p:spPr>
        </p:pic>
        <p:pic>
          <p:nvPicPr>
            <p:cNvPr id="77" name="Google Shape;1176;p6"/>
            <p:cNvPicPr preferRelativeResize="0"/>
            <p:nvPr/>
          </p:nvPicPr>
          <p:blipFill rotWithShape="1">
            <a:blip r:embed="rId30">
              <a:alphaModFix/>
            </a:blip>
            <a:srcRect/>
            <a:stretch/>
          </p:blipFill>
          <p:spPr>
            <a:xfrm>
              <a:off x="15679419" y="1471002"/>
              <a:ext cx="761" cy="787"/>
            </a:xfrm>
            <a:prstGeom prst="rect">
              <a:avLst/>
            </a:prstGeom>
            <a:noFill/>
            <a:ln>
              <a:noFill/>
            </a:ln>
          </p:spPr>
        </p:pic>
        <p:pic>
          <p:nvPicPr>
            <p:cNvPr id="78" name="Google Shape;1177;p6"/>
            <p:cNvPicPr preferRelativeResize="0"/>
            <p:nvPr/>
          </p:nvPicPr>
          <p:blipFill rotWithShape="1">
            <a:blip r:embed="rId30">
              <a:alphaModFix/>
            </a:blip>
            <a:srcRect/>
            <a:stretch/>
          </p:blipFill>
          <p:spPr>
            <a:xfrm>
              <a:off x="15943199" y="1229410"/>
              <a:ext cx="1905" cy="1625"/>
            </a:xfrm>
            <a:prstGeom prst="rect">
              <a:avLst/>
            </a:prstGeom>
            <a:noFill/>
            <a:ln>
              <a:noFill/>
            </a:ln>
          </p:spPr>
        </p:pic>
        <p:pic>
          <p:nvPicPr>
            <p:cNvPr id="79" name="Google Shape;1178;p6"/>
            <p:cNvPicPr preferRelativeResize="0"/>
            <p:nvPr/>
          </p:nvPicPr>
          <p:blipFill rotWithShape="1">
            <a:blip r:embed="rId23">
              <a:alphaModFix/>
            </a:blip>
            <a:srcRect/>
            <a:stretch/>
          </p:blipFill>
          <p:spPr>
            <a:xfrm>
              <a:off x="15685389" y="1446009"/>
              <a:ext cx="9270" cy="4195"/>
            </a:xfrm>
            <a:prstGeom prst="rect">
              <a:avLst/>
            </a:prstGeom>
            <a:noFill/>
            <a:ln>
              <a:noFill/>
            </a:ln>
          </p:spPr>
        </p:pic>
        <p:pic>
          <p:nvPicPr>
            <p:cNvPr id="80" name="Google Shape;1179;p6"/>
            <p:cNvPicPr preferRelativeResize="0"/>
            <p:nvPr/>
          </p:nvPicPr>
          <p:blipFill rotWithShape="1">
            <a:blip r:embed="rId23">
              <a:alphaModFix/>
            </a:blip>
            <a:srcRect/>
            <a:stretch/>
          </p:blipFill>
          <p:spPr>
            <a:xfrm>
              <a:off x="15917672" y="1204010"/>
              <a:ext cx="1509" cy="1143"/>
            </a:xfrm>
            <a:prstGeom prst="rect">
              <a:avLst/>
            </a:prstGeom>
            <a:noFill/>
            <a:ln>
              <a:noFill/>
            </a:ln>
          </p:spPr>
        </p:pic>
        <p:pic>
          <p:nvPicPr>
            <p:cNvPr id="81" name="Google Shape;1180;p6"/>
            <p:cNvPicPr preferRelativeResize="0"/>
            <p:nvPr/>
          </p:nvPicPr>
          <p:blipFill rotWithShape="1">
            <a:blip r:embed="rId45">
              <a:alphaModFix/>
            </a:blip>
            <a:srcRect/>
            <a:stretch/>
          </p:blipFill>
          <p:spPr>
            <a:xfrm>
              <a:off x="15655797" y="1465847"/>
              <a:ext cx="29209" cy="40131"/>
            </a:xfrm>
            <a:prstGeom prst="rect">
              <a:avLst/>
            </a:prstGeom>
            <a:noFill/>
            <a:ln>
              <a:noFill/>
            </a:ln>
          </p:spPr>
        </p:pic>
        <p:pic>
          <p:nvPicPr>
            <p:cNvPr id="82" name="Google Shape;1181;p6"/>
            <p:cNvPicPr preferRelativeResize="0"/>
            <p:nvPr/>
          </p:nvPicPr>
          <p:blipFill rotWithShape="1">
            <a:blip r:embed="rId26">
              <a:alphaModFix/>
            </a:blip>
            <a:srcRect/>
            <a:stretch/>
          </p:blipFill>
          <p:spPr>
            <a:xfrm>
              <a:off x="15648431" y="1495513"/>
              <a:ext cx="635" cy="888"/>
            </a:xfrm>
            <a:prstGeom prst="rect">
              <a:avLst/>
            </a:prstGeom>
            <a:noFill/>
            <a:ln>
              <a:noFill/>
            </a:ln>
          </p:spPr>
        </p:pic>
        <p:pic>
          <p:nvPicPr>
            <p:cNvPr id="83" name="Google Shape;1182;p6"/>
            <p:cNvPicPr preferRelativeResize="0"/>
            <p:nvPr/>
          </p:nvPicPr>
          <p:blipFill rotWithShape="1">
            <a:blip r:embed="rId30">
              <a:alphaModFix/>
            </a:blip>
            <a:srcRect/>
            <a:stretch/>
          </p:blipFill>
          <p:spPr>
            <a:xfrm>
              <a:off x="15700882" y="1433945"/>
              <a:ext cx="889" cy="977"/>
            </a:xfrm>
            <a:prstGeom prst="rect">
              <a:avLst/>
            </a:prstGeom>
            <a:noFill/>
            <a:ln>
              <a:noFill/>
            </a:ln>
          </p:spPr>
        </p:pic>
        <p:pic>
          <p:nvPicPr>
            <p:cNvPr id="84" name="Google Shape;1183;p6"/>
            <p:cNvPicPr preferRelativeResize="0"/>
            <p:nvPr/>
          </p:nvPicPr>
          <p:blipFill rotWithShape="1">
            <a:blip r:embed="rId46">
              <a:alphaModFix/>
            </a:blip>
            <a:srcRect/>
            <a:stretch/>
          </p:blipFill>
          <p:spPr>
            <a:xfrm>
              <a:off x="15634335" y="1432801"/>
              <a:ext cx="68198" cy="66675"/>
            </a:xfrm>
            <a:prstGeom prst="rect">
              <a:avLst/>
            </a:prstGeom>
            <a:noFill/>
            <a:ln>
              <a:noFill/>
            </a:ln>
          </p:spPr>
        </p:pic>
        <p:pic>
          <p:nvPicPr>
            <p:cNvPr id="85" name="Google Shape;1184;p6"/>
            <p:cNvPicPr preferRelativeResize="0"/>
            <p:nvPr/>
          </p:nvPicPr>
          <p:blipFill rotWithShape="1">
            <a:blip r:embed="rId47">
              <a:alphaModFix/>
            </a:blip>
            <a:srcRect/>
            <a:stretch/>
          </p:blipFill>
          <p:spPr>
            <a:xfrm>
              <a:off x="15829154" y="1205179"/>
              <a:ext cx="88645" cy="72174"/>
            </a:xfrm>
            <a:prstGeom prst="rect">
              <a:avLst/>
            </a:prstGeom>
            <a:noFill/>
            <a:ln>
              <a:noFill/>
            </a:ln>
          </p:spPr>
        </p:pic>
        <p:pic>
          <p:nvPicPr>
            <p:cNvPr id="86" name="Google Shape;1185;p6"/>
            <p:cNvPicPr preferRelativeResize="0"/>
            <p:nvPr/>
          </p:nvPicPr>
          <p:blipFill rotWithShape="1">
            <a:blip r:embed="rId48">
              <a:alphaModFix/>
            </a:blip>
            <a:srcRect/>
            <a:stretch/>
          </p:blipFill>
          <p:spPr>
            <a:xfrm>
              <a:off x="15914241" y="1200353"/>
              <a:ext cx="12192" cy="4266"/>
            </a:xfrm>
            <a:prstGeom prst="rect">
              <a:avLst/>
            </a:prstGeom>
            <a:noFill/>
            <a:ln>
              <a:noFill/>
            </a:ln>
          </p:spPr>
        </p:pic>
        <p:pic>
          <p:nvPicPr>
            <p:cNvPr id="87" name="Google Shape;1186;p6"/>
            <p:cNvPicPr preferRelativeResize="0"/>
            <p:nvPr/>
          </p:nvPicPr>
          <p:blipFill rotWithShape="1">
            <a:blip r:embed="rId49">
              <a:alphaModFix/>
            </a:blip>
            <a:srcRect/>
            <a:stretch/>
          </p:blipFill>
          <p:spPr>
            <a:xfrm>
              <a:off x="15619221" y="1424419"/>
              <a:ext cx="68835" cy="86803"/>
            </a:xfrm>
            <a:prstGeom prst="rect">
              <a:avLst/>
            </a:prstGeom>
            <a:noFill/>
            <a:ln>
              <a:noFill/>
            </a:ln>
          </p:spPr>
        </p:pic>
        <p:pic>
          <p:nvPicPr>
            <p:cNvPr id="88" name="Google Shape;1187;p6"/>
            <p:cNvPicPr preferRelativeResize="0"/>
            <p:nvPr/>
          </p:nvPicPr>
          <p:blipFill rotWithShape="1">
            <a:blip r:embed="rId30">
              <a:alphaModFix/>
            </a:blip>
            <a:srcRect/>
            <a:stretch/>
          </p:blipFill>
          <p:spPr>
            <a:xfrm>
              <a:off x="15909036" y="1261630"/>
              <a:ext cx="1143" cy="1028"/>
            </a:xfrm>
            <a:prstGeom prst="rect">
              <a:avLst/>
            </a:prstGeom>
            <a:noFill/>
            <a:ln>
              <a:noFill/>
            </a:ln>
          </p:spPr>
        </p:pic>
        <p:pic>
          <p:nvPicPr>
            <p:cNvPr id="89" name="Google Shape;1188;p6"/>
            <p:cNvPicPr preferRelativeResize="0"/>
            <p:nvPr/>
          </p:nvPicPr>
          <p:blipFill rotWithShape="1">
            <a:blip r:embed="rId23">
              <a:alphaModFix/>
            </a:blip>
            <a:srcRect/>
            <a:stretch/>
          </p:blipFill>
          <p:spPr>
            <a:xfrm>
              <a:off x="15915894" y="1250937"/>
              <a:ext cx="9015" cy="7848"/>
            </a:xfrm>
            <a:prstGeom prst="rect">
              <a:avLst/>
            </a:prstGeom>
            <a:noFill/>
            <a:ln>
              <a:noFill/>
            </a:ln>
          </p:spPr>
        </p:pic>
        <p:pic>
          <p:nvPicPr>
            <p:cNvPr id="90" name="Google Shape;1189;p6"/>
            <p:cNvPicPr preferRelativeResize="0"/>
            <p:nvPr/>
          </p:nvPicPr>
          <p:blipFill rotWithShape="1">
            <a:blip r:embed="rId30">
              <a:alphaModFix/>
            </a:blip>
            <a:srcRect/>
            <a:stretch/>
          </p:blipFill>
          <p:spPr>
            <a:xfrm>
              <a:off x="15707866" y="1418919"/>
              <a:ext cx="2158" cy="1435"/>
            </a:xfrm>
            <a:prstGeom prst="rect">
              <a:avLst/>
            </a:prstGeom>
            <a:noFill/>
            <a:ln>
              <a:noFill/>
            </a:ln>
          </p:spPr>
        </p:pic>
        <p:pic>
          <p:nvPicPr>
            <p:cNvPr id="91" name="Google Shape;1190;p6"/>
            <p:cNvPicPr preferRelativeResize="0"/>
            <p:nvPr/>
          </p:nvPicPr>
          <p:blipFill rotWithShape="1">
            <a:blip r:embed="rId22">
              <a:alphaModFix/>
            </a:blip>
            <a:srcRect/>
            <a:stretch/>
          </p:blipFill>
          <p:spPr>
            <a:xfrm>
              <a:off x="15675355" y="1464563"/>
              <a:ext cx="12828" cy="9931"/>
            </a:xfrm>
            <a:prstGeom prst="rect">
              <a:avLst/>
            </a:prstGeom>
            <a:noFill/>
            <a:ln>
              <a:noFill/>
            </a:ln>
          </p:spPr>
        </p:pic>
        <p:pic>
          <p:nvPicPr>
            <p:cNvPr id="92" name="Google Shape;1191;p6"/>
            <p:cNvPicPr preferRelativeResize="0"/>
            <p:nvPr/>
          </p:nvPicPr>
          <p:blipFill rotWithShape="1">
            <a:blip r:embed="rId30">
              <a:alphaModFix/>
            </a:blip>
            <a:srcRect/>
            <a:stretch/>
          </p:blipFill>
          <p:spPr>
            <a:xfrm>
              <a:off x="15673703" y="1459267"/>
              <a:ext cx="634" cy="889"/>
            </a:xfrm>
            <a:prstGeom prst="rect">
              <a:avLst/>
            </a:prstGeom>
            <a:noFill/>
            <a:ln>
              <a:noFill/>
            </a:ln>
          </p:spPr>
        </p:pic>
        <p:pic>
          <p:nvPicPr>
            <p:cNvPr id="93" name="Google Shape;1192;p6"/>
            <p:cNvPicPr preferRelativeResize="0"/>
            <p:nvPr/>
          </p:nvPicPr>
          <p:blipFill rotWithShape="1">
            <a:blip r:embed="rId30">
              <a:alphaModFix/>
            </a:blip>
            <a:srcRect/>
            <a:stretch/>
          </p:blipFill>
          <p:spPr>
            <a:xfrm>
              <a:off x="15725645" y="1400136"/>
              <a:ext cx="1143" cy="1270"/>
            </a:xfrm>
            <a:prstGeom prst="rect">
              <a:avLst/>
            </a:prstGeom>
            <a:noFill/>
            <a:ln>
              <a:noFill/>
            </a:ln>
          </p:spPr>
        </p:pic>
        <p:pic>
          <p:nvPicPr>
            <p:cNvPr id="94" name="Google Shape;1193;p6"/>
            <p:cNvPicPr preferRelativeResize="0"/>
            <p:nvPr/>
          </p:nvPicPr>
          <p:blipFill rotWithShape="1">
            <a:blip r:embed="rId50">
              <a:alphaModFix/>
            </a:blip>
            <a:srcRect/>
            <a:stretch/>
          </p:blipFill>
          <p:spPr>
            <a:xfrm>
              <a:off x="15939136" y="1190789"/>
              <a:ext cx="30605" cy="35103"/>
            </a:xfrm>
            <a:prstGeom prst="rect">
              <a:avLst/>
            </a:prstGeom>
            <a:noFill/>
            <a:ln>
              <a:noFill/>
            </a:ln>
          </p:spPr>
        </p:pic>
        <p:pic>
          <p:nvPicPr>
            <p:cNvPr id="95" name="Google Shape;1194;p6"/>
            <p:cNvPicPr preferRelativeResize="0"/>
            <p:nvPr/>
          </p:nvPicPr>
          <p:blipFill rotWithShape="1">
            <a:blip r:embed="rId30">
              <a:alphaModFix/>
            </a:blip>
            <a:srcRect/>
            <a:stretch/>
          </p:blipFill>
          <p:spPr>
            <a:xfrm>
              <a:off x="15655417" y="1498753"/>
              <a:ext cx="4953" cy="8280"/>
            </a:xfrm>
            <a:prstGeom prst="rect">
              <a:avLst/>
            </a:prstGeom>
            <a:noFill/>
            <a:ln>
              <a:noFill/>
            </a:ln>
          </p:spPr>
        </p:pic>
        <p:pic>
          <p:nvPicPr>
            <p:cNvPr id="96" name="Google Shape;1195;p6"/>
            <p:cNvPicPr preferRelativeResize="0"/>
            <p:nvPr/>
          </p:nvPicPr>
          <p:blipFill rotWithShape="1">
            <a:blip r:embed="rId23">
              <a:alphaModFix/>
            </a:blip>
            <a:srcRect/>
            <a:stretch/>
          </p:blipFill>
          <p:spPr>
            <a:xfrm>
              <a:off x="15684767" y="1425714"/>
              <a:ext cx="5955" cy="2635"/>
            </a:xfrm>
            <a:prstGeom prst="rect">
              <a:avLst/>
            </a:prstGeom>
            <a:noFill/>
            <a:ln>
              <a:noFill/>
            </a:ln>
          </p:spPr>
        </p:pic>
        <p:pic>
          <p:nvPicPr>
            <p:cNvPr id="97" name="Google Shape;1196;p6"/>
            <p:cNvPicPr preferRelativeResize="0"/>
            <p:nvPr/>
          </p:nvPicPr>
          <p:blipFill rotWithShape="1">
            <a:blip r:embed="rId51">
              <a:alphaModFix/>
            </a:blip>
            <a:srcRect/>
            <a:stretch/>
          </p:blipFill>
          <p:spPr>
            <a:xfrm>
              <a:off x="15656434" y="1444103"/>
              <a:ext cx="39496" cy="47854"/>
            </a:xfrm>
            <a:prstGeom prst="rect">
              <a:avLst/>
            </a:prstGeom>
            <a:noFill/>
            <a:ln>
              <a:noFill/>
            </a:ln>
          </p:spPr>
        </p:pic>
        <p:pic>
          <p:nvPicPr>
            <p:cNvPr id="98" name="Google Shape;1197;p6"/>
            <p:cNvPicPr preferRelativeResize="0"/>
            <p:nvPr/>
          </p:nvPicPr>
          <p:blipFill rotWithShape="1">
            <a:blip r:embed="rId52">
              <a:alphaModFix/>
            </a:blip>
            <a:srcRect/>
            <a:stretch/>
          </p:blipFill>
          <p:spPr>
            <a:xfrm>
              <a:off x="15668878" y="1477454"/>
              <a:ext cx="17778" cy="6591"/>
            </a:xfrm>
            <a:prstGeom prst="rect">
              <a:avLst/>
            </a:prstGeom>
            <a:noFill/>
            <a:ln>
              <a:noFill/>
            </a:ln>
          </p:spPr>
        </p:pic>
        <p:pic>
          <p:nvPicPr>
            <p:cNvPr id="99" name="Google Shape;1198;p6"/>
            <p:cNvPicPr preferRelativeResize="0"/>
            <p:nvPr/>
          </p:nvPicPr>
          <p:blipFill rotWithShape="1">
            <a:blip r:embed="rId23">
              <a:alphaModFix/>
            </a:blip>
            <a:srcRect/>
            <a:stretch/>
          </p:blipFill>
          <p:spPr>
            <a:xfrm>
              <a:off x="15680053" y="1459573"/>
              <a:ext cx="8638" cy="4280"/>
            </a:xfrm>
            <a:prstGeom prst="rect">
              <a:avLst/>
            </a:prstGeom>
            <a:noFill/>
            <a:ln>
              <a:noFill/>
            </a:ln>
          </p:spPr>
        </p:pic>
        <p:pic>
          <p:nvPicPr>
            <p:cNvPr id="100" name="Google Shape;1199;p6"/>
            <p:cNvPicPr preferRelativeResize="0"/>
            <p:nvPr/>
          </p:nvPicPr>
          <p:blipFill rotWithShape="1">
            <a:blip r:embed="rId26">
              <a:alphaModFix/>
            </a:blip>
            <a:srcRect/>
            <a:stretch/>
          </p:blipFill>
          <p:spPr>
            <a:xfrm>
              <a:off x="15669387" y="1490953"/>
              <a:ext cx="381" cy="520"/>
            </a:xfrm>
            <a:prstGeom prst="rect">
              <a:avLst/>
            </a:prstGeom>
            <a:noFill/>
            <a:ln>
              <a:noFill/>
            </a:ln>
          </p:spPr>
        </p:pic>
        <p:pic>
          <p:nvPicPr>
            <p:cNvPr id="101" name="Google Shape;1200;p6"/>
            <p:cNvPicPr preferRelativeResize="0"/>
            <p:nvPr/>
          </p:nvPicPr>
          <p:blipFill rotWithShape="1">
            <a:blip r:embed="rId23">
              <a:alphaModFix/>
            </a:blip>
            <a:srcRect/>
            <a:stretch/>
          </p:blipFill>
          <p:spPr>
            <a:xfrm>
              <a:off x="15651606" y="1493113"/>
              <a:ext cx="5715" cy="4977"/>
            </a:xfrm>
            <a:prstGeom prst="rect">
              <a:avLst/>
            </a:prstGeom>
            <a:noFill/>
            <a:ln>
              <a:noFill/>
            </a:ln>
          </p:spPr>
        </p:pic>
        <p:pic>
          <p:nvPicPr>
            <p:cNvPr id="102" name="Google Shape;1201;p6"/>
            <p:cNvPicPr preferRelativeResize="0"/>
            <p:nvPr/>
          </p:nvPicPr>
          <p:blipFill rotWithShape="1">
            <a:blip r:embed="rId23">
              <a:alphaModFix/>
            </a:blip>
            <a:srcRect/>
            <a:stretch/>
          </p:blipFill>
          <p:spPr>
            <a:xfrm>
              <a:off x="15631794" y="1498486"/>
              <a:ext cx="6730" cy="3251"/>
            </a:xfrm>
            <a:prstGeom prst="rect">
              <a:avLst/>
            </a:prstGeom>
            <a:noFill/>
            <a:ln>
              <a:noFill/>
            </a:ln>
          </p:spPr>
        </p:pic>
        <p:pic>
          <p:nvPicPr>
            <p:cNvPr id="103" name="Google Shape;1202;p6"/>
            <p:cNvPicPr preferRelativeResize="0"/>
            <p:nvPr/>
          </p:nvPicPr>
          <p:blipFill rotWithShape="1">
            <a:blip r:embed="rId30">
              <a:alphaModFix/>
            </a:blip>
            <a:srcRect/>
            <a:stretch/>
          </p:blipFill>
          <p:spPr>
            <a:xfrm>
              <a:off x="15664187" y="1472095"/>
              <a:ext cx="1771" cy="2107"/>
            </a:xfrm>
            <a:prstGeom prst="rect">
              <a:avLst/>
            </a:prstGeom>
            <a:noFill/>
            <a:ln>
              <a:noFill/>
            </a:ln>
          </p:spPr>
        </p:pic>
        <p:pic>
          <p:nvPicPr>
            <p:cNvPr id="104" name="Google Shape;1203;p6"/>
            <p:cNvPicPr preferRelativeResize="0"/>
            <p:nvPr/>
          </p:nvPicPr>
          <p:blipFill rotWithShape="1">
            <a:blip r:embed="rId31">
              <a:alphaModFix/>
            </a:blip>
            <a:srcRect/>
            <a:stretch/>
          </p:blipFill>
          <p:spPr>
            <a:xfrm>
              <a:off x="15706091" y="1456893"/>
              <a:ext cx="506" cy="1969"/>
            </a:xfrm>
            <a:prstGeom prst="rect">
              <a:avLst/>
            </a:prstGeom>
            <a:noFill/>
            <a:ln>
              <a:noFill/>
            </a:ln>
          </p:spPr>
        </p:pic>
        <p:pic>
          <p:nvPicPr>
            <p:cNvPr id="105" name="Google Shape;1204;p6"/>
            <p:cNvPicPr preferRelativeResize="0"/>
            <p:nvPr/>
          </p:nvPicPr>
          <p:blipFill rotWithShape="1">
            <a:blip r:embed="rId27">
              <a:alphaModFix/>
            </a:blip>
            <a:srcRect/>
            <a:stretch/>
          </p:blipFill>
          <p:spPr>
            <a:xfrm>
              <a:off x="15656942" y="1470773"/>
              <a:ext cx="17016" cy="21108"/>
            </a:xfrm>
            <a:prstGeom prst="rect">
              <a:avLst/>
            </a:prstGeom>
            <a:noFill/>
            <a:ln>
              <a:noFill/>
            </a:ln>
          </p:spPr>
        </p:pic>
        <p:pic>
          <p:nvPicPr>
            <p:cNvPr id="106" name="Google Shape;1205;p6"/>
            <p:cNvPicPr preferRelativeResize="0"/>
            <p:nvPr/>
          </p:nvPicPr>
          <p:blipFill rotWithShape="1">
            <a:blip r:embed="rId30">
              <a:alphaModFix/>
            </a:blip>
            <a:srcRect/>
            <a:stretch/>
          </p:blipFill>
          <p:spPr>
            <a:xfrm>
              <a:off x="15715488" y="1411998"/>
              <a:ext cx="381" cy="444"/>
            </a:xfrm>
            <a:prstGeom prst="rect">
              <a:avLst/>
            </a:prstGeom>
            <a:noFill/>
            <a:ln>
              <a:noFill/>
            </a:ln>
          </p:spPr>
        </p:pic>
        <p:pic>
          <p:nvPicPr>
            <p:cNvPr id="107" name="Google Shape;1206;p6"/>
            <p:cNvPicPr preferRelativeResize="0"/>
            <p:nvPr/>
          </p:nvPicPr>
          <p:blipFill rotWithShape="1">
            <a:blip r:embed="rId30">
              <a:alphaModFix/>
            </a:blip>
            <a:srcRect/>
            <a:stretch/>
          </p:blipFill>
          <p:spPr>
            <a:xfrm>
              <a:off x="15712057" y="1431912"/>
              <a:ext cx="2412" cy="2946"/>
            </a:xfrm>
            <a:prstGeom prst="rect">
              <a:avLst/>
            </a:prstGeom>
            <a:noFill/>
            <a:ln>
              <a:noFill/>
            </a:ln>
          </p:spPr>
        </p:pic>
        <p:pic>
          <p:nvPicPr>
            <p:cNvPr id="108" name="Google Shape;1207;p6"/>
            <p:cNvPicPr preferRelativeResize="0"/>
            <p:nvPr/>
          </p:nvPicPr>
          <p:blipFill rotWithShape="1">
            <a:blip r:embed="rId30">
              <a:alphaModFix/>
            </a:blip>
            <a:srcRect/>
            <a:stretch/>
          </p:blipFill>
          <p:spPr>
            <a:xfrm>
              <a:off x="15675228" y="1439290"/>
              <a:ext cx="4826" cy="4927"/>
            </a:xfrm>
            <a:prstGeom prst="rect">
              <a:avLst/>
            </a:prstGeom>
            <a:noFill/>
            <a:ln>
              <a:noFill/>
            </a:ln>
          </p:spPr>
        </p:pic>
        <p:pic>
          <p:nvPicPr>
            <p:cNvPr id="109" name="Google Shape;1208;p6"/>
            <p:cNvPicPr preferRelativeResize="0"/>
            <p:nvPr/>
          </p:nvPicPr>
          <p:blipFill rotWithShape="1">
            <a:blip r:embed="rId23">
              <a:alphaModFix/>
            </a:blip>
            <a:srcRect/>
            <a:stretch/>
          </p:blipFill>
          <p:spPr>
            <a:xfrm>
              <a:off x="15727806" y="1371777"/>
              <a:ext cx="6349" cy="6616"/>
            </a:xfrm>
            <a:prstGeom prst="rect">
              <a:avLst/>
            </a:prstGeom>
            <a:noFill/>
            <a:ln>
              <a:noFill/>
            </a:ln>
          </p:spPr>
        </p:pic>
        <p:pic>
          <p:nvPicPr>
            <p:cNvPr id="110" name="Google Shape;1209;p6"/>
            <p:cNvPicPr preferRelativeResize="0"/>
            <p:nvPr/>
          </p:nvPicPr>
          <p:blipFill rotWithShape="1">
            <a:blip r:embed="rId26">
              <a:alphaModFix/>
            </a:blip>
            <a:srcRect/>
            <a:stretch/>
          </p:blipFill>
          <p:spPr>
            <a:xfrm>
              <a:off x="15649828" y="1507413"/>
              <a:ext cx="380" cy="431"/>
            </a:xfrm>
            <a:prstGeom prst="rect">
              <a:avLst/>
            </a:prstGeom>
            <a:noFill/>
            <a:ln>
              <a:noFill/>
            </a:ln>
          </p:spPr>
        </p:pic>
        <p:pic>
          <p:nvPicPr>
            <p:cNvPr id="111" name="Google Shape;1210;p6"/>
            <p:cNvPicPr preferRelativeResize="0"/>
            <p:nvPr/>
          </p:nvPicPr>
          <p:blipFill rotWithShape="1">
            <a:blip r:embed="rId53">
              <a:alphaModFix/>
            </a:blip>
            <a:srcRect/>
            <a:stretch/>
          </p:blipFill>
          <p:spPr>
            <a:xfrm>
              <a:off x="15643097" y="1430021"/>
              <a:ext cx="72643" cy="68173"/>
            </a:xfrm>
            <a:prstGeom prst="rect">
              <a:avLst/>
            </a:prstGeom>
            <a:noFill/>
            <a:ln>
              <a:noFill/>
            </a:ln>
          </p:spPr>
        </p:pic>
        <p:pic>
          <p:nvPicPr>
            <p:cNvPr id="112" name="Google Shape;1211;p6"/>
            <p:cNvPicPr preferRelativeResize="0"/>
            <p:nvPr/>
          </p:nvPicPr>
          <p:blipFill rotWithShape="1">
            <a:blip r:embed="rId54">
              <a:alphaModFix/>
            </a:blip>
            <a:srcRect/>
            <a:stretch/>
          </p:blipFill>
          <p:spPr>
            <a:xfrm>
              <a:off x="15646146" y="1421586"/>
              <a:ext cx="64895" cy="73330"/>
            </a:xfrm>
            <a:prstGeom prst="rect">
              <a:avLst/>
            </a:prstGeom>
            <a:noFill/>
            <a:ln>
              <a:noFill/>
            </a:ln>
          </p:spPr>
        </p:pic>
        <p:pic>
          <p:nvPicPr>
            <p:cNvPr id="113" name="Google Shape;1212;p6"/>
            <p:cNvPicPr preferRelativeResize="0"/>
            <p:nvPr/>
          </p:nvPicPr>
          <p:blipFill rotWithShape="1">
            <a:blip r:embed="rId30">
              <a:alphaModFix/>
            </a:blip>
            <a:srcRect/>
            <a:stretch/>
          </p:blipFill>
          <p:spPr>
            <a:xfrm>
              <a:off x="15847439" y="1259954"/>
              <a:ext cx="507" cy="431"/>
            </a:xfrm>
            <a:prstGeom prst="rect">
              <a:avLst/>
            </a:prstGeom>
            <a:noFill/>
            <a:ln>
              <a:noFill/>
            </a:ln>
          </p:spPr>
        </p:pic>
        <p:pic>
          <p:nvPicPr>
            <p:cNvPr id="114" name="Google Shape;1213;p6"/>
            <p:cNvPicPr preferRelativeResize="0"/>
            <p:nvPr/>
          </p:nvPicPr>
          <p:blipFill rotWithShape="1">
            <a:blip r:embed="rId55">
              <a:alphaModFix/>
            </a:blip>
            <a:srcRect/>
            <a:stretch/>
          </p:blipFill>
          <p:spPr>
            <a:xfrm>
              <a:off x="15867506" y="1222285"/>
              <a:ext cx="21590" cy="22937"/>
            </a:xfrm>
            <a:prstGeom prst="rect">
              <a:avLst/>
            </a:prstGeom>
            <a:noFill/>
            <a:ln>
              <a:noFill/>
            </a:ln>
          </p:spPr>
        </p:pic>
        <p:pic>
          <p:nvPicPr>
            <p:cNvPr id="115" name="Google Shape;1214;p6"/>
            <p:cNvPicPr preferRelativeResize="0"/>
            <p:nvPr/>
          </p:nvPicPr>
          <p:blipFill rotWithShape="1">
            <a:blip r:embed="rId41">
              <a:alphaModFix/>
            </a:blip>
            <a:srcRect/>
            <a:stretch/>
          </p:blipFill>
          <p:spPr>
            <a:xfrm>
              <a:off x="15671038" y="1452854"/>
              <a:ext cx="13716" cy="10451"/>
            </a:xfrm>
            <a:prstGeom prst="rect">
              <a:avLst/>
            </a:prstGeom>
            <a:noFill/>
            <a:ln>
              <a:noFill/>
            </a:ln>
          </p:spPr>
        </p:pic>
        <p:pic>
          <p:nvPicPr>
            <p:cNvPr id="116" name="Google Shape;1215;p6"/>
            <p:cNvPicPr preferRelativeResize="0"/>
            <p:nvPr/>
          </p:nvPicPr>
          <p:blipFill rotWithShape="1">
            <a:blip r:embed="rId30">
              <a:alphaModFix/>
            </a:blip>
            <a:srcRect/>
            <a:stretch/>
          </p:blipFill>
          <p:spPr>
            <a:xfrm>
              <a:off x="15720695" y="1412227"/>
              <a:ext cx="380" cy="406"/>
            </a:xfrm>
            <a:prstGeom prst="rect">
              <a:avLst/>
            </a:prstGeom>
            <a:noFill/>
            <a:ln>
              <a:noFill/>
            </a:ln>
          </p:spPr>
        </p:pic>
        <p:pic>
          <p:nvPicPr>
            <p:cNvPr id="117" name="Google Shape;1216;p6"/>
            <p:cNvPicPr preferRelativeResize="0"/>
            <p:nvPr/>
          </p:nvPicPr>
          <p:blipFill rotWithShape="1">
            <a:blip r:embed="rId41">
              <a:alphaModFix/>
            </a:blip>
            <a:srcRect/>
            <a:stretch/>
          </p:blipFill>
          <p:spPr>
            <a:xfrm>
              <a:off x="15703042" y="1453451"/>
              <a:ext cx="6824" cy="8280"/>
            </a:xfrm>
            <a:prstGeom prst="rect">
              <a:avLst/>
            </a:prstGeom>
            <a:noFill/>
            <a:ln>
              <a:noFill/>
            </a:ln>
          </p:spPr>
        </p:pic>
        <p:pic>
          <p:nvPicPr>
            <p:cNvPr id="118" name="Google Shape;1217;p6"/>
            <p:cNvPicPr preferRelativeResize="0"/>
            <p:nvPr/>
          </p:nvPicPr>
          <p:blipFill rotWithShape="1">
            <a:blip r:embed="rId30">
              <a:alphaModFix/>
            </a:blip>
            <a:srcRect/>
            <a:stretch/>
          </p:blipFill>
          <p:spPr>
            <a:xfrm>
              <a:off x="15743427" y="1388706"/>
              <a:ext cx="1779" cy="1498"/>
            </a:xfrm>
            <a:prstGeom prst="rect">
              <a:avLst/>
            </a:prstGeom>
            <a:noFill/>
            <a:ln>
              <a:noFill/>
            </a:ln>
          </p:spPr>
        </p:pic>
        <p:pic>
          <p:nvPicPr>
            <p:cNvPr id="119" name="Google Shape;1218;p6"/>
            <p:cNvPicPr preferRelativeResize="0"/>
            <p:nvPr/>
          </p:nvPicPr>
          <p:blipFill rotWithShape="1">
            <a:blip r:embed="rId30">
              <a:alphaModFix/>
            </a:blip>
            <a:srcRect/>
            <a:stretch/>
          </p:blipFill>
          <p:spPr>
            <a:xfrm>
              <a:off x="15921353" y="1232217"/>
              <a:ext cx="253" cy="254"/>
            </a:xfrm>
            <a:prstGeom prst="rect">
              <a:avLst/>
            </a:prstGeom>
            <a:noFill/>
            <a:ln>
              <a:noFill/>
            </a:ln>
          </p:spPr>
        </p:pic>
        <p:sp>
          <p:nvSpPr>
            <p:cNvPr id="120" name="Google Shape;1219;p6"/>
            <p:cNvSpPr/>
            <p:nvPr/>
          </p:nvSpPr>
          <p:spPr>
            <a:xfrm>
              <a:off x="7162076" y="957783"/>
              <a:ext cx="2740660" cy="891540"/>
            </a:xfrm>
            <a:custGeom>
              <a:avLst/>
              <a:gdLst/>
              <a:ahLst/>
              <a:cxnLst/>
              <a:rect l="l" t="t" r="r" b="b"/>
              <a:pathLst>
                <a:path w="2740659" h="891539" extrusionOk="0">
                  <a:moveTo>
                    <a:pt x="2740177" y="0"/>
                  </a:moveTo>
                  <a:lnTo>
                    <a:pt x="2283434" y="136270"/>
                  </a:lnTo>
                  <a:lnTo>
                    <a:pt x="1826691" y="0"/>
                  </a:lnTo>
                  <a:lnTo>
                    <a:pt x="1370012" y="136270"/>
                  </a:lnTo>
                  <a:lnTo>
                    <a:pt x="913333" y="0"/>
                  </a:lnTo>
                  <a:lnTo>
                    <a:pt x="456653" y="136270"/>
                  </a:lnTo>
                  <a:lnTo>
                    <a:pt x="0" y="0"/>
                  </a:lnTo>
                  <a:lnTo>
                    <a:pt x="0" y="754811"/>
                  </a:lnTo>
                  <a:lnTo>
                    <a:pt x="456653" y="891070"/>
                  </a:lnTo>
                  <a:lnTo>
                    <a:pt x="913333" y="754811"/>
                  </a:lnTo>
                  <a:lnTo>
                    <a:pt x="1370012" y="891070"/>
                  </a:lnTo>
                  <a:lnTo>
                    <a:pt x="1826691" y="754811"/>
                  </a:lnTo>
                  <a:lnTo>
                    <a:pt x="2283434" y="891070"/>
                  </a:lnTo>
                  <a:lnTo>
                    <a:pt x="2740177" y="754811"/>
                  </a:lnTo>
                  <a:lnTo>
                    <a:pt x="2740177" y="0"/>
                  </a:lnTo>
                  <a:close/>
                </a:path>
              </a:pathLst>
            </a:custGeom>
            <a:solidFill>
              <a:srgbClr val="009733">
                <a:alpha val="33725"/>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21" name="Google Shape;1220;p6"/>
            <p:cNvSpPr/>
            <p:nvPr/>
          </p:nvSpPr>
          <p:spPr>
            <a:xfrm>
              <a:off x="11862388" y="8872313"/>
              <a:ext cx="1170940" cy="881380"/>
            </a:xfrm>
            <a:custGeom>
              <a:avLst/>
              <a:gdLst/>
              <a:ahLst/>
              <a:cxnLst/>
              <a:rect l="l" t="t" r="r" b="b"/>
              <a:pathLst>
                <a:path w="1170940" h="881379" extrusionOk="0">
                  <a:moveTo>
                    <a:pt x="585291" y="0"/>
                  </a:moveTo>
                  <a:lnTo>
                    <a:pt x="0" y="881287"/>
                  </a:lnTo>
                  <a:lnTo>
                    <a:pt x="1170568" y="881287"/>
                  </a:lnTo>
                  <a:lnTo>
                    <a:pt x="585291" y="0"/>
                  </a:lnTo>
                  <a:close/>
                </a:path>
              </a:pathLst>
            </a:custGeom>
            <a:solidFill>
              <a:srgbClr val="ECB31F">
                <a:alpha val="45882"/>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22" name="Google Shape;1221;p6"/>
            <p:cNvSpPr/>
            <p:nvPr/>
          </p:nvSpPr>
          <p:spPr>
            <a:xfrm>
              <a:off x="1596999" y="903820"/>
              <a:ext cx="2660015" cy="1330325"/>
            </a:xfrm>
            <a:custGeom>
              <a:avLst/>
              <a:gdLst/>
              <a:ahLst/>
              <a:cxnLst/>
              <a:rect l="l" t="t" r="r" b="b"/>
              <a:pathLst>
                <a:path w="2660015" h="1330325" extrusionOk="0">
                  <a:moveTo>
                    <a:pt x="1330045" y="0"/>
                  </a:moveTo>
                  <a:lnTo>
                    <a:pt x="1281283" y="877"/>
                  </a:lnTo>
                  <a:lnTo>
                    <a:pt x="1232962" y="3488"/>
                  </a:lnTo>
                  <a:lnTo>
                    <a:pt x="1185115" y="7803"/>
                  </a:lnTo>
                  <a:lnTo>
                    <a:pt x="1137769" y="13793"/>
                  </a:lnTo>
                  <a:lnTo>
                    <a:pt x="1090957" y="21426"/>
                  </a:lnTo>
                  <a:lnTo>
                    <a:pt x="1044706" y="30674"/>
                  </a:lnTo>
                  <a:lnTo>
                    <a:pt x="999049" y="41506"/>
                  </a:lnTo>
                  <a:lnTo>
                    <a:pt x="954014" y="53891"/>
                  </a:lnTo>
                  <a:lnTo>
                    <a:pt x="909632" y="67801"/>
                  </a:lnTo>
                  <a:lnTo>
                    <a:pt x="865932" y="83204"/>
                  </a:lnTo>
                  <a:lnTo>
                    <a:pt x="822945" y="100071"/>
                  </a:lnTo>
                  <a:lnTo>
                    <a:pt x="780701" y="118372"/>
                  </a:lnTo>
                  <a:lnTo>
                    <a:pt x="739230" y="138077"/>
                  </a:lnTo>
                  <a:lnTo>
                    <a:pt x="698562" y="159155"/>
                  </a:lnTo>
                  <a:lnTo>
                    <a:pt x="658727" y="181577"/>
                  </a:lnTo>
                  <a:lnTo>
                    <a:pt x="619755" y="205313"/>
                  </a:lnTo>
                  <a:lnTo>
                    <a:pt x="581675" y="230332"/>
                  </a:lnTo>
                  <a:lnTo>
                    <a:pt x="544519" y="256605"/>
                  </a:lnTo>
                  <a:lnTo>
                    <a:pt x="508316" y="284101"/>
                  </a:lnTo>
                  <a:lnTo>
                    <a:pt x="473096" y="312790"/>
                  </a:lnTo>
                  <a:lnTo>
                    <a:pt x="438890" y="342643"/>
                  </a:lnTo>
                  <a:lnTo>
                    <a:pt x="405726" y="373630"/>
                  </a:lnTo>
                  <a:lnTo>
                    <a:pt x="373636" y="405720"/>
                  </a:lnTo>
                  <a:lnTo>
                    <a:pt x="342649" y="438883"/>
                  </a:lnTo>
                  <a:lnTo>
                    <a:pt x="312796" y="473089"/>
                  </a:lnTo>
                  <a:lnTo>
                    <a:pt x="284106" y="508308"/>
                  </a:lnTo>
                  <a:lnTo>
                    <a:pt x="256609" y="544511"/>
                  </a:lnTo>
                  <a:lnTo>
                    <a:pt x="230336" y="581667"/>
                  </a:lnTo>
                  <a:lnTo>
                    <a:pt x="205316" y="619746"/>
                  </a:lnTo>
                  <a:lnTo>
                    <a:pt x="181580" y="658717"/>
                  </a:lnTo>
                  <a:lnTo>
                    <a:pt x="159158" y="698552"/>
                  </a:lnTo>
                  <a:lnTo>
                    <a:pt x="138079" y="739220"/>
                  </a:lnTo>
                  <a:lnTo>
                    <a:pt x="118374" y="780691"/>
                  </a:lnTo>
                  <a:lnTo>
                    <a:pt x="100073" y="822935"/>
                  </a:lnTo>
                  <a:lnTo>
                    <a:pt x="83206" y="865921"/>
                  </a:lnTo>
                  <a:lnTo>
                    <a:pt x="67802" y="909620"/>
                  </a:lnTo>
                  <a:lnTo>
                    <a:pt x="53892" y="954002"/>
                  </a:lnTo>
                  <a:lnTo>
                    <a:pt x="41507" y="999037"/>
                  </a:lnTo>
                  <a:lnTo>
                    <a:pt x="30675" y="1044694"/>
                  </a:lnTo>
                  <a:lnTo>
                    <a:pt x="21427" y="1090944"/>
                  </a:lnTo>
                  <a:lnTo>
                    <a:pt x="13793" y="1137757"/>
                  </a:lnTo>
                  <a:lnTo>
                    <a:pt x="7804" y="1185102"/>
                  </a:lnTo>
                  <a:lnTo>
                    <a:pt x="3488" y="1232950"/>
                  </a:lnTo>
                  <a:lnTo>
                    <a:pt x="877" y="1281270"/>
                  </a:lnTo>
                  <a:lnTo>
                    <a:pt x="0" y="1330032"/>
                  </a:lnTo>
                  <a:lnTo>
                    <a:pt x="810488" y="1330032"/>
                  </a:lnTo>
                  <a:lnTo>
                    <a:pt x="812611" y="1282743"/>
                  </a:lnTo>
                  <a:lnTo>
                    <a:pt x="818859" y="1236646"/>
                  </a:lnTo>
                  <a:lnTo>
                    <a:pt x="829047" y="1191923"/>
                  </a:lnTo>
                  <a:lnTo>
                    <a:pt x="842993" y="1148758"/>
                  </a:lnTo>
                  <a:lnTo>
                    <a:pt x="860513" y="1107334"/>
                  </a:lnTo>
                  <a:lnTo>
                    <a:pt x="881423" y="1067835"/>
                  </a:lnTo>
                  <a:lnTo>
                    <a:pt x="905540" y="1030443"/>
                  </a:lnTo>
                  <a:lnTo>
                    <a:pt x="932681" y="995341"/>
                  </a:lnTo>
                  <a:lnTo>
                    <a:pt x="962663" y="962713"/>
                  </a:lnTo>
                  <a:lnTo>
                    <a:pt x="995301" y="932743"/>
                  </a:lnTo>
                  <a:lnTo>
                    <a:pt x="1030413" y="905612"/>
                  </a:lnTo>
                  <a:lnTo>
                    <a:pt x="1067815" y="881504"/>
                  </a:lnTo>
                  <a:lnTo>
                    <a:pt x="1107323" y="860603"/>
                  </a:lnTo>
                  <a:lnTo>
                    <a:pt x="1148755" y="843091"/>
                  </a:lnTo>
                  <a:lnTo>
                    <a:pt x="1191926" y="829152"/>
                  </a:lnTo>
                  <a:lnTo>
                    <a:pt x="1236654" y="818969"/>
                  </a:lnTo>
                  <a:lnTo>
                    <a:pt x="1282755" y="812725"/>
                  </a:lnTo>
                  <a:lnTo>
                    <a:pt x="1330045" y="810602"/>
                  </a:lnTo>
                  <a:lnTo>
                    <a:pt x="1377313" y="812725"/>
                  </a:lnTo>
                  <a:lnTo>
                    <a:pt x="1423395" y="818969"/>
                  </a:lnTo>
                  <a:lnTo>
                    <a:pt x="1468105" y="829152"/>
                  </a:lnTo>
                  <a:lnTo>
                    <a:pt x="1511262" y="843091"/>
                  </a:lnTo>
                  <a:lnTo>
                    <a:pt x="1552680" y="860603"/>
                  </a:lnTo>
                  <a:lnTo>
                    <a:pt x="1592177" y="881504"/>
                  </a:lnTo>
                  <a:lnTo>
                    <a:pt x="1629570" y="905612"/>
                  </a:lnTo>
                  <a:lnTo>
                    <a:pt x="1664673" y="932743"/>
                  </a:lnTo>
                  <a:lnTo>
                    <a:pt x="1697305" y="962713"/>
                  </a:lnTo>
                  <a:lnTo>
                    <a:pt x="1727282" y="995341"/>
                  </a:lnTo>
                  <a:lnTo>
                    <a:pt x="1754419" y="1030443"/>
                  </a:lnTo>
                  <a:lnTo>
                    <a:pt x="1778533" y="1067835"/>
                  </a:lnTo>
                  <a:lnTo>
                    <a:pt x="1799441" y="1107334"/>
                  </a:lnTo>
                  <a:lnTo>
                    <a:pt x="1816959" y="1148758"/>
                  </a:lnTo>
                  <a:lnTo>
                    <a:pt x="1830904" y="1191923"/>
                  </a:lnTo>
                  <a:lnTo>
                    <a:pt x="1841092" y="1236646"/>
                  </a:lnTo>
                  <a:lnTo>
                    <a:pt x="1847339" y="1282743"/>
                  </a:lnTo>
                  <a:lnTo>
                    <a:pt x="1849462" y="1330032"/>
                  </a:lnTo>
                  <a:lnTo>
                    <a:pt x="2659951" y="1330032"/>
                  </a:lnTo>
                  <a:lnTo>
                    <a:pt x="2659074" y="1281270"/>
                  </a:lnTo>
                  <a:lnTo>
                    <a:pt x="2656463" y="1232950"/>
                  </a:lnTo>
                  <a:lnTo>
                    <a:pt x="2652147" y="1185102"/>
                  </a:lnTo>
                  <a:lnTo>
                    <a:pt x="2646157" y="1137757"/>
                  </a:lnTo>
                  <a:lnTo>
                    <a:pt x="2638524" y="1090944"/>
                  </a:lnTo>
                  <a:lnTo>
                    <a:pt x="2629276" y="1044694"/>
                  </a:lnTo>
                  <a:lnTo>
                    <a:pt x="2618444" y="999037"/>
                  </a:lnTo>
                  <a:lnTo>
                    <a:pt x="2606059" y="954002"/>
                  </a:lnTo>
                  <a:lnTo>
                    <a:pt x="2592150" y="909620"/>
                  </a:lnTo>
                  <a:lnTo>
                    <a:pt x="2576746" y="865921"/>
                  </a:lnTo>
                  <a:lnTo>
                    <a:pt x="2559879" y="822935"/>
                  </a:lnTo>
                  <a:lnTo>
                    <a:pt x="2541579" y="780691"/>
                  </a:lnTo>
                  <a:lnTo>
                    <a:pt x="2521875" y="739220"/>
                  </a:lnTo>
                  <a:lnTo>
                    <a:pt x="2500797" y="698552"/>
                  </a:lnTo>
                  <a:lnTo>
                    <a:pt x="2478375" y="658717"/>
                  </a:lnTo>
                  <a:lnTo>
                    <a:pt x="2454640" y="619746"/>
                  </a:lnTo>
                  <a:lnTo>
                    <a:pt x="2429622" y="581667"/>
                  </a:lnTo>
                  <a:lnTo>
                    <a:pt x="2403350" y="544511"/>
                  </a:lnTo>
                  <a:lnTo>
                    <a:pt x="2375855" y="508308"/>
                  </a:lnTo>
                  <a:lnTo>
                    <a:pt x="2347167" y="473089"/>
                  </a:lnTo>
                  <a:lnTo>
                    <a:pt x="2317316" y="438883"/>
                  </a:lnTo>
                  <a:lnTo>
                    <a:pt x="2286331" y="405720"/>
                  </a:lnTo>
                  <a:lnTo>
                    <a:pt x="2254243" y="373630"/>
                  </a:lnTo>
                  <a:lnTo>
                    <a:pt x="2221082" y="342643"/>
                  </a:lnTo>
                  <a:lnTo>
                    <a:pt x="2186878" y="312790"/>
                  </a:lnTo>
                  <a:lnTo>
                    <a:pt x="2151661" y="284101"/>
                  </a:lnTo>
                  <a:lnTo>
                    <a:pt x="2115461" y="256605"/>
                  </a:lnTo>
                  <a:lnTo>
                    <a:pt x="2078309" y="230332"/>
                  </a:lnTo>
                  <a:lnTo>
                    <a:pt x="2040233" y="205313"/>
                  </a:lnTo>
                  <a:lnTo>
                    <a:pt x="2001265" y="181577"/>
                  </a:lnTo>
                  <a:lnTo>
                    <a:pt x="1961434" y="159155"/>
                  </a:lnTo>
                  <a:lnTo>
                    <a:pt x="1920770" y="138077"/>
                  </a:lnTo>
                  <a:lnTo>
                    <a:pt x="1879304" y="118372"/>
                  </a:lnTo>
                  <a:lnTo>
                    <a:pt x="1837065" y="100071"/>
                  </a:lnTo>
                  <a:lnTo>
                    <a:pt x="1794084" y="83204"/>
                  </a:lnTo>
                  <a:lnTo>
                    <a:pt x="1750390" y="67801"/>
                  </a:lnTo>
                  <a:lnTo>
                    <a:pt x="1706014" y="53891"/>
                  </a:lnTo>
                  <a:lnTo>
                    <a:pt x="1660986" y="41506"/>
                  </a:lnTo>
                  <a:lnTo>
                    <a:pt x="1615335" y="30674"/>
                  </a:lnTo>
                  <a:lnTo>
                    <a:pt x="1569092" y="21426"/>
                  </a:lnTo>
                  <a:lnTo>
                    <a:pt x="1522287" y="13793"/>
                  </a:lnTo>
                  <a:lnTo>
                    <a:pt x="1474949" y="7803"/>
                  </a:lnTo>
                  <a:lnTo>
                    <a:pt x="1427110" y="3488"/>
                  </a:lnTo>
                  <a:lnTo>
                    <a:pt x="1378799" y="877"/>
                  </a:lnTo>
                  <a:lnTo>
                    <a:pt x="1330045" y="0"/>
                  </a:lnTo>
                  <a:close/>
                </a:path>
              </a:pathLst>
            </a:custGeom>
            <a:solidFill>
              <a:srgbClr val="E3702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23" name="Google Shape;1222;p6"/>
            <p:cNvSpPr/>
            <p:nvPr/>
          </p:nvSpPr>
          <p:spPr>
            <a:xfrm>
              <a:off x="5283504" y="9293704"/>
              <a:ext cx="1797050" cy="460375"/>
            </a:xfrm>
            <a:custGeom>
              <a:avLst/>
              <a:gdLst/>
              <a:ahLst/>
              <a:cxnLst/>
              <a:rect l="l" t="t" r="r" b="b"/>
              <a:pathLst>
                <a:path w="1797050" h="460375" extrusionOk="0">
                  <a:moveTo>
                    <a:pt x="927000" y="0"/>
                  </a:moveTo>
                  <a:lnTo>
                    <a:pt x="869668" y="0"/>
                  </a:lnTo>
                  <a:lnTo>
                    <a:pt x="812440" y="830"/>
                  </a:lnTo>
                  <a:lnTo>
                    <a:pt x="755523" y="2490"/>
                  </a:lnTo>
                  <a:lnTo>
                    <a:pt x="699126" y="4980"/>
                  </a:lnTo>
                  <a:lnTo>
                    <a:pt x="643455" y="8300"/>
                  </a:lnTo>
                  <a:lnTo>
                    <a:pt x="588719" y="12451"/>
                  </a:lnTo>
                  <a:lnTo>
                    <a:pt x="535125" y="17431"/>
                  </a:lnTo>
                  <a:lnTo>
                    <a:pt x="482881" y="23242"/>
                  </a:lnTo>
                  <a:lnTo>
                    <a:pt x="432195" y="29883"/>
                  </a:lnTo>
                  <a:lnTo>
                    <a:pt x="383273" y="37354"/>
                  </a:lnTo>
                  <a:lnTo>
                    <a:pt x="336324" y="45655"/>
                  </a:lnTo>
                  <a:lnTo>
                    <a:pt x="291556" y="54786"/>
                  </a:lnTo>
                  <a:lnTo>
                    <a:pt x="249176" y="64747"/>
                  </a:lnTo>
                  <a:lnTo>
                    <a:pt x="209391" y="75538"/>
                  </a:lnTo>
                  <a:lnTo>
                    <a:pt x="172410" y="87159"/>
                  </a:lnTo>
                  <a:lnTo>
                    <a:pt x="107689" y="112892"/>
                  </a:lnTo>
                  <a:lnTo>
                    <a:pt x="56674" y="141946"/>
                  </a:lnTo>
                  <a:lnTo>
                    <a:pt x="21025" y="174319"/>
                  </a:lnTo>
                  <a:lnTo>
                    <a:pt x="2405" y="210013"/>
                  </a:lnTo>
                  <a:lnTo>
                    <a:pt x="0" y="229104"/>
                  </a:lnTo>
                  <a:lnTo>
                    <a:pt x="0" y="459895"/>
                  </a:lnTo>
                  <a:lnTo>
                    <a:pt x="1796668" y="459895"/>
                  </a:lnTo>
                  <a:lnTo>
                    <a:pt x="1796668" y="229104"/>
                  </a:lnTo>
                  <a:lnTo>
                    <a:pt x="1787185" y="191751"/>
                  </a:lnTo>
                  <a:lnTo>
                    <a:pt x="1759843" y="157717"/>
                  </a:lnTo>
                  <a:lnTo>
                    <a:pt x="1716303" y="127004"/>
                  </a:lnTo>
                  <a:lnTo>
                    <a:pt x="1658227" y="99611"/>
                  </a:lnTo>
                  <a:lnTo>
                    <a:pt x="1587276" y="75538"/>
                  </a:lnTo>
                  <a:lnTo>
                    <a:pt x="1547492" y="64747"/>
                  </a:lnTo>
                  <a:lnTo>
                    <a:pt x="1505112" y="54786"/>
                  </a:lnTo>
                  <a:lnTo>
                    <a:pt x="1460343" y="45655"/>
                  </a:lnTo>
                  <a:lnTo>
                    <a:pt x="1413395" y="37354"/>
                  </a:lnTo>
                  <a:lnTo>
                    <a:pt x="1364473" y="29883"/>
                  </a:lnTo>
                  <a:lnTo>
                    <a:pt x="1313786" y="23242"/>
                  </a:lnTo>
                  <a:lnTo>
                    <a:pt x="1261542" y="17431"/>
                  </a:lnTo>
                  <a:lnTo>
                    <a:pt x="1207948" y="12451"/>
                  </a:lnTo>
                  <a:lnTo>
                    <a:pt x="1153212" y="8300"/>
                  </a:lnTo>
                  <a:lnTo>
                    <a:pt x="1097542" y="4980"/>
                  </a:lnTo>
                  <a:lnTo>
                    <a:pt x="1041144" y="2490"/>
                  </a:lnTo>
                  <a:lnTo>
                    <a:pt x="984228" y="830"/>
                  </a:lnTo>
                  <a:lnTo>
                    <a:pt x="927000" y="0"/>
                  </a:lnTo>
                  <a:close/>
                </a:path>
              </a:pathLst>
            </a:custGeom>
            <a:solidFill>
              <a:srgbClr val="793B88">
                <a:alpha val="13725"/>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24" name="Google Shape;1223;p6"/>
            <p:cNvSpPr/>
            <p:nvPr/>
          </p:nvSpPr>
          <p:spPr>
            <a:xfrm>
              <a:off x="15539999" y="7605077"/>
              <a:ext cx="1143635" cy="1143635"/>
            </a:xfrm>
            <a:custGeom>
              <a:avLst/>
              <a:gdLst/>
              <a:ahLst/>
              <a:cxnLst/>
              <a:rect l="l" t="t" r="r" b="b"/>
              <a:pathLst>
                <a:path w="1143634" h="1143634" extrusionOk="0">
                  <a:moveTo>
                    <a:pt x="571614" y="0"/>
                  </a:moveTo>
                  <a:lnTo>
                    <a:pt x="524732" y="1894"/>
                  </a:lnTo>
                  <a:lnTo>
                    <a:pt x="478894" y="7481"/>
                  </a:lnTo>
                  <a:lnTo>
                    <a:pt x="434247" y="16613"/>
                  </a:lnTo>
                  <a:lnTo>
                    <a:pt x="390938" y="29142"/>
                  </a:lnTo>
                  <a:lnTo>
                    <a:pt x="349115" y="44921"/>
                  </a:lnTo>
                  <a:lnTo>
                    <a:pt x="308923" y="63804"/>
                  </a:lnTo>
                  <a:lnTo>
                    <a:pt x="270511" y="85643"/>
                  </a:lnTo>
                  <a:lnTo>
                    <a:pt x="234025" y="110291"/>
                  </a:lnTo>
                  <a:lnTo>
                    <a:pt x="199612" y="137601"/>
                  </a:lnTo>
                  <a:lnTo>
                    <a:pt x="167420" y="167425"/>
                  </a:lnTo>
                  <a:lnTo>
                    <a:pt x="137596" y="199617"/>
                  </a:lnTo>
                  <a:lnTo>
                    <a:pt x="110287" y="234030"/>
                  </a:lnTo>
                  <a:lnTo>
                    <a:pt x="85640" y="270516"/>
                  </a:lnTo>
                  <a:lnTo>
                    <a:pt x="63802" y="308929"/>
                  </a:lnTo>
                  <a:lnTo>
                    <a:pt x="44919" y="349120"/>
                  </a:lnTo>
                  <a:lnTo>
                    <a:pt x="29141" y="390943"/>
                  </a:lnTo>
                  <a:lnTo>
                    <a:pt x="16612" y="434252"/>
                  </a:lnTo>
                  <a:lnTo>
                    <a:pt x="7481" y="478897"/>
                  </a:lnTo>
                  <a:lnTo>
                    <a:pt x="1894" y="524734"/>
                  </a:lnTo>
                  <a:lnTo>
                    <a:pt x="0" y="571614"/>
                  </a:lnTo>
                  <a:lnTo>
                    <a:pt x="1894" y="618494"/>
                  </a:lnTo>
                  <a:lnTo>
                    <a:pt x="7481" y="664330"/>
                  </a:lnTo>
                  <a:lnTo>
                    <a:pt x="16612" y="708976"/>
                  </a:lnTo>
                  <a:lnTo>
                    <a:pt x="29141" y="752284"/>
                  </a:lnTo>
                  <a:lnTo>
                    <a:pt x="44919" y="794108"/>
                  </a:lnTo>
                  <a:lnTo>
                    <a:pt x="63802" y="834299"/>
                  </a:lnTo>
                  <a:lnTo>
                    <a:pt x="85640" y="872711"/>
                  </a:lnTo>
                  <a:lnTo>
                    <a:pt x="110287" y="909197"/>
                  </a:lnTo>
                  <a:lnTo>
                    <a:pt x="137596" y="943610"/>
                  </a:lnTo>
                  <a:lnTo>
                    <a:pt x="167420" y="975802"/>
                  </a:lnTo>
                  <a:lnTo>
                    <a:pt x="199612" y="1005627"/>
                  </a:lnTo>
                  <a:lnTo>
                    <a:pt x="234025" y="1032937"/>
                  </a:lnTo>
                  <a:lnTo>
                    <a:pt x="270511" y="1057585"/>
                  </a:lnTo>
                  <a:lnTo>
                    <a:pt x="308923" y="1079424"/>
                  </a:lnTo>
                  <a:lnTo>
                    <a:pt x="349115" y="1098306"/>
                  </a:lnTo>
                  <a:lnTo>
                    <a:pt x="390938" y="1114086"/>
                  </a:lnTo>
                  <a:lnTo>
                    <a:pt x="434247" y="1126615"/>
                  </a:lnTo>
                  <a:lnTo>
                    <a:pt x="478894" y="1135746"/>
                  </a:lnTo>
                  <a:lnTo>
                    <a:pt x="524732" y="1141333"/>
                  </a:lnTo>
                  <a:lnTo>
                    <a:pt x="571614" y="1143228"/>
                  </a:lnTo>
                  <a:lnTo>
                    <a:pt x="618495" y="1141333"/>
                  </a:lnTo>
                  <a:lnTo>
                    <a:pt x="664333" y="1135746"/>
                  </a:lnTo>
                  <a:lnTo>
                    <a:pt x="708980" y="1126615"/>
                  </a:lnTo>
                  <a:lnTo>
                    <a:pt x="752289" y="1114086"/>
                  </a:lnTo>
                  <a:lnTo>
                    <a:pt x="794113" y="1098306"/>
                  </a:lnTo>
                  <a:lnTo>
                    <a:pt x="834305" y="1079424"/>
                  </a:lnTo>
                  <a:lnTo>
                    <a:pt x="872717" y="1057585"/>
                  </a:lnTo>
                  <a:lnTo>
                    <a:pt x="909203" y="1032937"/>
                  </a:lnTo>
                  <a:lnTo>
                    <a:pt x="943615" y="1005627"/>
                  </a:lnTo>
                  <a:lnTo>
                    <a:pt x="975807" y="975802"/>
                  </a:lnTo>
                  <a:lnTo>
                    <a:pt x="1005631" y="943610"/>
                  </a:lnTo>
                  <a:lnTo>
                    <a:pt x="1032940" y="909197"/>
                  </a:lnTo>
                  <a:lnTo>
                    <a:pt x="1057588" y="872711"/>
                  </a:lnTo>
                  <a:lnTo>
                    <a:pt x="1079426" y="834299"/>
                  </a:lnTo>
                  <a:lnTo>
                    <a:pt x="1098308" y="794108"/>
                  </a:lnTo>
                  <a:lnTo>
                    <a:pt x="1114087" y="752284"/>
                  </a:lnTo>
                  <a:lnTo>
                    <a:pt x="1126616" y="708976"/>
                  </a:lnTo>
                  <a:lnTo>
                    <a:pt x="1135747" y="664330"/>
                  </a:lnTo>
                  <a:lnTo>
                    <a:pt x="1141333" y="618494"/>
                  </a:lnTo>
                  <a:lnTo>
                    <a:pt x="1143228" y="571614"/>
                  </a:lnTo>
                  <a:lnTo>
                    <a:pt x="1141333" y="524734"/>
                  </a:lnTo>
                  <a:lnTo>
                    <a:pt x="1135747" y="478897"/>
                  </a:lnTo>
                  <a:lnTo>
                    <a:pt x="1126616" y="434252"/>
                  </a:lnTo>
                  <a:lnTo>
                    <a:pt x="1114087" y="390943"/>
                  </a:lnTo>
                  <a:lnTo>
                    <a:pt x="1098308" y="349120"/>
                  </a:lnTo>
                  <a:lnTo>
                    <a:pt x="1079426" y="308929"/>
                  </a:lnTo>
                  <a:lnTo>
                    <a:pt x="1057588" y="270516"/>
                  </a:lnTo>
                  <a:lnTo>
                    <a:pt x="1032940" y="234030"/>
                  </a:lnTo>
                  <a:lnTo>
                    <a:pt x="1005631" y="199617"/>
                  </a:lnTo>
                  <a:lnTo>
                    <a:pt x="975807" y="167425"/>
                  </a:lnTo>
                  <a:lnTo>
                    <a:pt x="943615" y="137601"/>
                  </a:lnTo>
                  <a:lnTo>
                    <a:pt x="909203" y="110291"/>
                  </a:lnTo>
                  <a:lnTo>
                    <a:pt x="872717" y="85643"/>
                  </a:lnTo>
                  <a:lnTo>
                    <a:pt x="834305" y="63804"/>
                  </a:lnTo>
                  <a:lnTo>
                    <a:pt x="794113" y="44921"/>
                  </a:lnTo>
                  <a:lnTo>
                    <a:pt x="752289" y="29142"/>
                  </a:lnTo>
                  <a:lnTo>
                    <a:pt x="708980" y="16613"/>
                  </a:lnTo>
                  <a:lnTo>
                    <a:pt x="664333" y="7481"/>
                  </a:lnTo>
                  <a:lnTo>
                    <a:pt x="618495" y="1894"/>
                  </a:lnTo>
                  <a:lnTo>
                    <a:pt x="571614" y="0"/>
                  </a:lnTo>
                  <a:close/>
                </a:path>
              </a:pathLst>
            </a:custGeom>
            <a:solidFill>
              <a:srgbClr val="315CA4">
                <a:alpha val="23921"/>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grpSp>
      <p:sp>
        <p:nvSpPr>
          <p:cNvPr id="125" name="Google Shape;437;p15"/>
          <p:cNvSpPr/>
          <p:nvPr/>
        </p:nvSpPr>
        <p:spPr>
          <a:xfrm>
            <a:off x="1177041" y="2743302"/>
            <a:ext cx="2252545" cy="2243252"/>
          </a:xfrm>
          <a:prstGeom prst="ellipse">
            <a:avLst/>
          </a:prstGeom>
          <a:solidFill>
            <a:schemeClr val="lt1"/>
          </a:solidFill>
          <a:ln w="762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600"/>
              <a:buFont typeface="Arial"/>
              <a:buNone/>
            </a:pPr>
            <a:r>
              <a:rPr lang="es-ES" sz="9600" b="1" dirty="0">
                <a:solidFill>
                  <a:srgbClr val="7030A0"/>
                </a:solidFill>
                <a:latin typeface="Gotham Rounded Medium" panose="02000000000000000000" pitchFamily="50" charset="0"/>
                <a:cs typeface="Calibri"/>
                <a:sym typeface="Calibri"/>
              </a:rPr>
              <a:t>V</a:t>
            </a:r>
            <a:endParaRPr sz="1400" b="0" i="0" u="none" strike="noStrike" cap="none" dirty="0">
              <a:solidFill>
                <a:srgbClr val="7030A0"/>
              </a:solidFill>
              <a:latin typeface="Gotham Rounded Medium" panose="02000000000000000000" pitchFamily="50" charset="0"/>
              <a:sym typeface="Arial"/>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5"/>
                                        </p:tgtEl>
                                        <p:attrNameLst>
                                          <p:attrName>style.visibility</p:attrName>
                                        </p:attrNameLst>
                                      </p:cBhvr>
                                      <p:to>
                                        <p:strVal val="visible"/>
                                      </p:to>
                                    </p:set>
                                    <p:anim calcmode="lin" valueType="num">
                                      <p:cBhvr additive="base">
                                        <p:cTn id="7" dur="500"/>
                                        <p:tgtEl>
                                          <p:spTgt spid="1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1" name="Google Shape;551;p26"/>
          <p:cNvSpPr/>
          <p:nvPr/>
        </p:nvSpPr>
        <p:spPr>
          <a:xfrm>
            <a:off x="3936619" y="1387293"/>
            <a:ext cx="7497390" cy="407478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a:solidFill>
                  <a:schemeClr val="lt1"/>
                </a:solidFill>
                <a:latin typeface="Arial"/>
                <a:ea typeface="Arial"/>
                <a:cs typeface="Arial"/>
                <a:sym typeface="Arial"/>
              </a:rPr>
              <a:t>¿Verdadero (V) o Falso (F)?</a:t>
            </a:r>
            <a:endParaRPr sz="1400" b="0" i="0" u="none" strike="noStrike" cap="none" dirty="0">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r" rtl="0">
              <a:lnSpc>
                <a:spcPct val="100000"/>
              </a:lnSpc>
              <a:spcBef>
                <a:spcPts val="0"/>
              </a:spcBef>
              <a:spcAft>
                <a:spcPts val="0"/>
              </a:spcAft>
              <a:buClr>
                <a:srgbClr val="000000"/>
              </a:buClr>
              <a:buSzPts val="4800"/>
              <a:buFont typeface="Arial"/>
              <a:buNone/>
            </a:pPr>
            <a:r>
              <a:rPr lang="es-ES" sz="4800" b="0" i="0" u="none" strike="noStrike" cap="none" dirty="0">
                <a:solidFill>
                  <a:schemeClr val="tx1"/>
                </a:solidFill>
                <a:latin typeface="Gotham Rounded Medium" panose="02000000000000000000" pitchFamily="50" charset="0"/>
                <a:sym typeface="Arial"/>
              </a:rPr>
              <a:t>Nuestra computadora personal puede funcionar como un servidor de información</a:t>
            </a:r>
            <a:r>
              <a:rPr lang="es-ES" sz="4800" b="0" i="0" u="none" strike="noStrike" cap="none" dirty="0">
                <a:solidFill>
                  <a:schemeClr val="lt1"/>
                </a:solidFill>
                <a:latin typeface="Arial"/>
                <a:ea typeface="Arial"/>
                <a:cs typeface="Arial"/>
                <a:sym typeface="Arial"/>
              </a:rPr>
              <a:t>.</a:t>
            </a:r>
            <a:endParaRPr sz="4800" b="0" i="0" u="none" strike="noStrike" cap="none" dirty="0">
              <a:solidFill>
                <a:schemeClr val="lt1"/>
              </a:solidFill>
              <a:latin typeface="Arial"/>
              <a:ea typeface="Arial"/>
              <a:cs typeface="Arial"/>
              <a:sym typeface="Arial"/>
            </a:endParaRPr>
          </a:p>
        </p:txBody>
      </p:sp>
      <p:pic>
        <p:nvPicPr>
          <p:cNvPr id="552" name="Google Shape;552;p26" descr="Help"/>
          <p:cNvPicPr preferRelativeResize="0"/>
          <p:nvPr/>
        </p:nvPicPr>
        <p:blipFill rotWithShape="1">
          <a:blip r:embed="rId3">
            <a:alphaModFix/>
          </a:blip>
          <a:srcRect/>
          <a:stretch/>
        </p:blipFill>
        <p:spPr>
          <a:xfrm>
            <a:off x="757991" y="2123842"/>
            <a:ext cx="2601687" cy="2601687"/>
          </a:xfrm>
          <a:prstGeom prst="rect">
            <a:avLst/>
          </a:prstGeom>
          <a:noFill/>
          <a:ln>
            <a:noFill/>
          </a:ln>
        </p:spPr>
      </p:pic>
      <p:grpSp>
        <p:nvGrpSpPr>
          <p:cNvPr id="6" name="Google Shape;1105;p6"/>
          <p:cNvGrpSpPr/>
          <p:nvPr/>
        </p:nvGrpSpPr>
        <p:grpSpPr>
          <a:xfrm>
            <a:off x="126609" y="168812"/>
            <a:ext cx="11915336" cy="6689188"/>
            <a:chOff x="1596999" y="621652"/>
            <a:chExt cx="15086635" cy="9132427"/>
          </a:xfrm>
        </p:grpSpPr>
        <p:sp>
          <p:nvSpPr>
            <p:cNvPr id="7" name="Google Shape;1106;p6"/>
            <p:cNvSpPr/>
            <p:nvPr/>
          </p:nvSpPr>
          <p:spPr>
            <a:xfrm>
              <a:off x="2176564" y="4591456"/>
              <a:ext cx="267335" cy="2152650"/>
            </a:xfrm>
            <a:custGeom>
              <a:avLst/>
              <a:gdLst/>
              <a:ahLst/>
              <a:cxnLst/>
              <a:rect l="l" t="t" r="r" b="b"/>
              <a:pathLst>
                <a:path w="267335" h="2152650" extrusionOk="0">
                  <a:moveTo>
                    <a:pt x="267068" y="1974723"/>
                  </a:moveTo>
                  <a:lnTo>
                    <a:pt x="0" y="1797342"/>
                  </a:lnTo>
                  <a:lnTo>
                    <a:pt x="0" y="2152091"/>
                  </a:lnTo>
                  <a:lnTo>
                    <a:pt x="267068" y="1974723"/>
                  </a:lnTo>
                  <a:close/>
                </a:path>
                <a:path w="267335" h="2152650" extrusionOk="0">
                  <a:moveTo>
                    <a:pt x="267068" y="177368"/>
                  </a:moveTo>
                  <a:lnTo>
                    <a:pt x="0" y="0"/>
                  </a:lnTo>
                  <a:lnTo>
                    <a:pt x="0" y="354736"/>
                  </a:lnTo>
                  <a:lnTo>
                    <a:pt x="267068" y="177368"/>
                  </a:lnTo>
                  <a:close/>
                </a:path>
              </a:pathLst>
            </a:custGeom>
            <a:solidFill>
              <a:srgbClr val="7C3480">
                <a:alpha val="7960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8" name="Google Shape;1107;p6"/>
            <p:cNvPicPr preferRelativeResize="0"/>
            <p:nvPr/>
          </p:nvPicPr>
          <p:blipFill rotWithShape="1">
            <a:blip r:embed="rId4">
              <a:alphaModFix/>
            </a:blip>
            <a:srcRect/>
            <a:stretch/>
          </p:blipFill>
          <p:spPr>
            <a:xfrm>
              <a:off x="14496300" y="621652"/>
              <a:ext cx="381837" cy="226865"/>
            </a:xfrm>
            <a:prstGeom prst="rect">
              <a:avLst/>
            </a:prstGeom>
            <a:noFill/>
            <a:ln>
              <a:noFill/>
            </a:ln>
          </p:spPr>
        </p:pic>
        <p:sp>
          <p:nvSpPr>
            <p:cNvPr id="9" name="Google Shape;1108;p6"/>
            <p:cNvSpPr/>
            <p:nvPr/>
          </p:nvSpPr>
          <p:spPr>
            <a:xfrm>
              <a:off x="14410029" y="884910"/>
              <a:ext cx="289560" cy="247650"/>
            </a:xfrm>
            <a:custGeom>
              <a:avLst/>
              <a:gdLst/>
              <a:ahLst/>
              <a:cxnLst/>
              <a:rect l="l" t="t" r="r" b="b"/>
              <a:pathLst>
                <a:path w="289559" h="247650" extrusionOk="0">
                  <a:moveTo>
                    <a:pt x="255955" y="0"/>
                  </a:moveTo>
                  <a:lnTo>
                    <a:pt x="240779" y="0"/>
                  </a:lnTo>
                  <a:lnTo>
                    <a:pt x="236550" y="2819"/>
                  </a:lnTo>
                  <a:lnTo>
                    <a:pt x="144741" y="191338"/>
                  </a:lnTo>
                  <a:lnTo>
                    <a:pt x="52603" y="2819"/>
                  </a:lnTo>
                  <a:lnTo>
                    <a:pt x="48386" y="0"/>
                  </a:lnTo>
                  <a:lnTo>
                    <a:pt x="33197" y="0"/>
                  </a:lnTo>
                  <a:lnTo>
                    <a:pt x="28257" y="5994"/>
                  </a:lnTo>
                  <a:lnTo>
                    <a:pt x="0" y="240423"/>
                  </a:lnTo>
                  <a:lnTo>
                    <a:pt x="4229" y="246075"/>
                  </a:lnTo>
                  <a:lnTo>
                    <a:pt x="17297" y="247472"/>
                  </a:lnTo>
                  <a:lnTo>
                    <a:pt x="22593" y="242887"/>
                  </a:lnTo>
                  <a:lnTo>
                    <a:pt x="46964" y="43421"/>
                  </a:lnTo>
                  <a:lnTo>
                    <a:pt x="131686" y="215353"/>
                  </a:lnTo>
                  <a:lnTo>
                    <a:pt x="136296" y="222415"/>
                  </a:lnTo>
                  <a:lnTo>
                    <a:pt x="153225" y="222415"/>
                  </a:lnTo>
                  <a:lnTo>
                    <a:pt x="157822" y="215353"/>
                  </a:lnTo>
                  <a:lnTo>
                    <a:pt x="242176" y="43421"/>
                  </a:lnTo>
                  <a:lnTo>
                    <a:pt x="266534" y="242887"/>
                  </a:lnTo>
                  <a:lnTo>
                    <a:pt x="271843" y="247472"/>
                  </a:lnTo>
                  <a:lnTo>
                    <a:pt x="284911" y="246075"/>
                  </a:lnTo>
                  <a:lnTo>
                    <a:pt x="289128" y="240423"/>
                  </a:lnTo>
                  <a:lnTo>
                    <a:pt x="288442" y="233705"/>
                  </a:lnTo>
                  <a:lnTo>
                    <a:pt x="260896" y="5994"/>
                  </a:lnTo>
                  <a:lnTo>
                    <a:pt x="255955"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0" name="Google Shape;1109;p6"/>
            <p:cNvPicPr preferRelativeResize="0"/>
            <p:nvPr/>
          </p:nvPicPr>
          <p:blipFill rotWithShape="1">
            <a:blip r:embed="rId5">
              <a:alphaModFix/>
            </a:blip>
            <a:srcRect/>
            <a:stretch/>
          </p:blipFill>
          <p:spPr>
            <a:xfrm>
              <a:off x="14755939" y="884923"/>
              <a:ext cx="172275" cy="248526"/>
            </a:xfrm>
            <a:prstGeom prst="rect">
              <a:avLst/>
            </a:prstGeom>
            <a:noFill/>
            <a:ln>
              <a:noFill/>
            </a:ln>
          </p:spPr>
        </p:pic>
        <p:pic>
          <p:nvPicPr>
            <p:cNvPr id="11" name="Google Shape;1110;p6"/>
            <p:cNvPicPr preferRelativeResize="0"/>
            <p:nvPr/>
          </p:nvPicPr>
          <p:blipFill rotWithShape="1">
            <a:blip r:embed="rId6">
              <a:alphaModFix/>
            </a:blip>
            <a:srcRect/>
            <a:stretch/>
          </p:blipFill>
          <p:spPr>
            <a:xfrm>
              <a:off x="14995360" y="884910"/>
              <a:ext cx="296621" cy="246773"/>
            </a:xfrm>
            <a:prstGeom prst="rect">
              <a:avLst/>
            </a:prstGeom>
            <a:noFill/>
            <a:ln>
              <a:noFill/>
            </a:ln>
          </p:spPr>
        </p:pic>
        <p:sp>
          <p:nvSpPr>
            <p:cNvPr id="12" name="Google Shape;1111;p6"/>
            <p:cNvSpPr/>
            <p:nvPr/>
          </p:nvSpPr>
          <p:spPr>
            <a:xfrm>
              <a:off x="15333434" y="884910"/>
              <a:ext cx="23495" cy="247015"/>
            </a:xfrm>
            <a:custGeom>
              <a:avLst/>
              <a:gdLst/>
              <a:ahLst/>
              <a:cxnLst/>
              <a:rect l="l" t="t" r="r" b="b"/>
              <a:pathLst>
                <a:path w="23494" h="247015" extrusionOk="0">
                  <a:moveTo>
                    <a:pt x="18338" y="0"/>
                  </a:moveTo>
                  <a:lnTo>
                    <a:pt x="4953" y="0"/>
                  </a:lnTo>
                  <a:lnTo>
                    <a:pt x="0" y="5295"/>
                  </a:lnTo>
                  <a:lnTo>
                    <a:pt x="0" y="241465"/>
                  </a:lnTo>
                  <a:lnTo>
                    <a:pt x="4953" y="246773"/>
                  </a:lnTo>
                  <a:lnTo>
                    <a:pt x="18338" y="246773"/>
                  </a:lnTo>
                  <a:lnTo>
                    <a:pt x="23279" y="241465"/>
                  </a:lnTo>
                  <a:lnTo>
                    <a:pt x="23279" y="234772"/>
                  </a:lnTo>
                  <a:lnTo>
                    <a:pt x="23279" y="5295"/>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3" name="Google Shape;1112;p6"/>
            <p:cNvPicPr preferRelativeResize="0"/>
            <p:nvPr/>
          </p:nvPicPr>
          <p:blipFill rotWithShape="1">
            <a:blip r:embed="rId7">
              <a:alphaModFix/>
            </a:blip>
            <a:srcRect/>
            <a:stretch/>
          </p:blipFill>
          <p:spPr>
            <a:xfrm>
              <a:off x="15426003" y="886675"/>
              <a:ext cx="163791" cy="245008"/>
            </a:xfrm>
            <a:prstGeom prst="rect">
              <a:avLst/>
            </a:prstGeom>
            <a:noFill/>
            <a:ln>
              <a:noFill/>
            </a:ln>
          </p:spPr>
        </p:pic>
        <p:pic>
          <p:nvPicPr>
            <p:cNvPr id="14" name="Google Shape;1113;p6"/>
            <p:cNvPicPr preferRelativeResize="0"/>
            <p:nvPr/>
          </p:nvPicPr>
          <p:blipFill rotWithShape="1">
            <a:blip r:embed="rId8">
              <a:alphaModFix/>
            </a:blip>
            <a:srcRect/>
            <a:stretch/>
          </p:blipFill>
          <p:spPr>
            <a:xfrm>
              <a:off x="15638221" y="884910"/>
              <a:ext cx="128142" cy="245008"/>
            </a:xfrm>
            <a:prstGeom prst="rect">
              <a:avLst/>
            </a:prstGeom>
            <a:noFill/>
            <a:ln>
              <a:noFill/>
            </a:ln>
          </p:spPr>
        </p:pic>
        <p:sp>
          <p:nvSpPr>
            <p:cNvPr id="15" name="Google Shape;1114;p6"/>
            <p:cNvSpPr/>
            <p:nvPr/>
          </p:nvSpPr>
          <p:spPr>
            <a:xfrm>
              <a:off x="15807524" y="884910"/>
              <a:ext cx="23495" cy="247015"/>
            </a:xfrm>
            <a:custGeom>
              <a:avLst/>
              <a:gdLst/>
              <a:ahLst/>
              <a:cxnLst/>
              <a:rect l="l" t="t" r="r" b="b"/>
              <a:pathLst>
                <a:path w="23494" h="247015" extrusionOk="0">
                  <a:moveTo>
                    <a:pt x="18326" y="0"/>
                  </a:moveTo>
                  <a:lnTo>
                    <a:pt x="4914" y="0"/>
                  </a:lnTo>
                  <a:lnTo>
                    <a:pt x="0" y="5295"/>
                  </a:lnTo>
                  <a:lnTo>
                    <a:pt x="0" y="241465"/>
                  </a:lnTo>
                  <a:lnTo>
                    <a:pt x="4914" y="246773"/>
                  </a:lnTo>
                  <a:lnTo>
                    <a:pt x="18326" y="246773"/>
                  </a:lnTo>
                  <a:lnTo>
                    <a:pt x="23279" y="241465"/>
                  </a:lnTo>
                  <a:lnTo>
                    <a:pt x="23279" y="234772"/>
                  </a:lnTo>
                  <a:lnTo>
                    <a:pt x="23279" y="5295"/>
                  </a:lnTo>
                  <a:lnTo>
                    <a:pt x="18326"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6" name="Google Shape;1115;p6"/>
            <p:cNvPicPr preferRelativeResize="0"/>
            <p:nvPr/>
          </p:nvPicPr>
          <p:blipFill rotWithShape="1">
            <a:blip r:embed="rId9">
              <a:alphaModFix/>
            </a:blip>
            <a:srcRect/>
            <a:stretch/>
          </p:blipFill>
          <p:spPr>
            <a:xfrm>
              <a:off x="15884854" y="883856"/>
              <a:ext cx="424103" cy="249593"/>
            </a:xfrm>
            <a:prstGeom prst="rect">
              <a:avLst/>
            </a:prstGeom>
            <a:noFill/>
            <a:ln>
              <a:noFill/>
            </a:ln>
          </p:spPr>
        </p:pic>
        <p:sp>
          <p:nvSpPr>
            <p:cNvPr id="17" name="Google Shape;1116;p6"/>
            <p:cNvSpPr/>
            <p:nvPr/>
          </p:nvSpPr>
          <p:spPr>
            <a:xfrm>
              <a:off x="15068752" y="1280883"/>
              <a:ext cx="41910" cy="160655"/>
            </a:xfrm>
            <a:custGeom>
              <a:avLst/>
              <a:gdLst/>
              <a:ahLst/>
              <a:cxnLst/>
              <a:rect l="l" t="t" r="r" b="b"/>
              <a:pathLst>
                <a:path w="41909" h="160655" extrusionOk="0">
                  <a:moveTo>
                    <a:pt x="37325" y="0"/>
                  </a:moveTo>
                  <a:lnTo>
                    <a:pt x="27520" y="0"/>
                  </a:lnTo>
                  <a:lnTo>
                    <a:pt x="23482" y="3505"/>
                  </a:lnTo>
                  <a:lnTo>
                    <a:pt x="23482" y="13322"/>
                  </a:lnTo>
                  <a:lnTo>
                    <a:pt x="27520" y="16827"/>
                  </a:lnTo>
                  <a:lnTo>
                    <a:pt x="37325" y="16827"/>
                  </a:lnTo>
                  <a:lnTo>
                    <a:pt x="41376" y="13322"/>
                  </a:lnTo>
                  <a:lnTo>
                    <a:pt x="41376" y="3505"/>
                  </a:lnTo>
                  <a:lnTo>
                    <a:pt x="37325" y="0"/>
                  </a:lnTo>
                  <a:close/>
                </a:path>
                <a:path w="41909" h="160655" extrusionOk="0">
                  <a:moveTo>
                    <a:pt x="35585" y="38023"/>
                  </a:moveTo>
                  <a:lnTo>
                    <a:pt x="28930" y="38023"/>
                  </a:lnTo>
                  <a:lnTo>
                    <a:pt x="26454" y="40652"/>
                  </a:lnTo>
                  <a:lnTo>
                    <a:pt x="26454" y="125488"/>
                  </a:lnTo>
                  <a:lnTo>
                    <a:pt x="26102" y="133764"/>
                  </a:lnTo>
                  <a:lnTo>
                    <a:pt x="23972" y="141384"/>
                  </a:lnTo>
                  <a:lnTo>
                    <a:pt x="18883" y="146968"/>
                  </a:lnTo>
                  <a:lnTo>
                    <a:pt x="9652" y="149136"/>
                  </a:lnTo>
                  <a:lnTo>
                    <a:pt x="2628" y="149136"/>
                  </a:lnTo>
                  <a:lnTo>
                    <a:pt x="0" y="151599"/>
                  </a:lnTo>
                  <a:lnTo>
                    <a:pt x="0" y="157899"/>
                  </a:lnTo>
                  <a:lnTo>
                    <a:pt x="2628" y="160350"/>
                  </a:lnTo>
                  <a:lnTo>
                    <a:pt x="9652" y="160350"/>
                  </a:lnTo>
                  <a:lnTo>
                    <a:pt x="23179" y="157662"/>
                  </a:lnTo>
                  <a:lnTo>
                    <a:pt x="31926" y="150277"/>
                  </a:lnTo>
                  <a:lnTo>
                    <a:pt x="36632" y="139213"/>
                  </a:lnTo>
                  <a:lnTo>
                    <a:pt x="38036" y="125488"/>
                  </a:lnTo>
                  <a:lnTo>
                    <a:pt x="38036"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8" name="Google Shape;1117;p6"/>
            <p:cNvPicPr preferRelativeResize="0"/>
            <p:nvPr/>
          </p:nvPicPr>
          <p:blipFill rotWithShape="1">
            <a:blip r:embed="rId10">
              <a:alphaModFix/>
            </a:blip>
            <a:srcRect/>
            <a:stretch/>
          </p:blipFill>
          <p:spPr>
            <a:xfrm>
              <a:off x="15129421" y="1280883"/>
              <a:ext cx="267157" cy="122504"/>
            </a:xfrm>
            <a:prstGeom prst="rect">
              <a:avLst/>
            </a:prstGeom>
            <a:noFill/>
            <a:ln>
              <a:noFill/>
            </a:ln>
          </p:spPr>
        </p:pic>
        <p:pic>
          <p:nvPicPr>
            <p:cNvPr id="19" name="Google Shape;1118;p6"/>
            <p:cNvPicPr preferRelativeResize="0"/>
            <p:nvPr/>
          </p:nvPicPr>
          <p:blipFill rotWithShape="1">
            <a:blip r:embed="rId11">
              <a:alphaModFix/>
            </a:blip>
            <a:srcRect/>
            <a:stretch/>
          </p:blipFill>
          <p:spPr>
            <a:xfrm>
              <a:off x="15417532" y="1318031"/>
              <a:ext cx="70269" cy="84467"/>
            </a:xfrm>
            <a:prstGeom prst="rect">
              <a:avLst/>
            </a:prstGeom>
            <a:noFill/>
            <a:ln>
              <a:noFill/>
            </a:ln>
          </p:spPr>
        </p:pic>
        <p:pic>
          <p:nvPicPr>
            <p:cNvPr id="20" name="Google Shape;1119;p6"/>
            <p:cNvPicPr preferRelativeResize="0"/>
            <p:nvPr/>
          </p:nvPicPr>
          <p:blipFill rotWithShape="1">
            <a:blip r:embed="rId12">
              <a:alphaModFix/>
            </a:blip>
            <a:srcRect/>
            <a:stretch/>
          </p:blipFill>
          <p:spPr>
            <a:xfrm>
              <a:off x="15509773" y="1318031"/>
              <a:ext cx="154444" cy="85356"/>
            </a:xfrm>
            <a:prstGeom prst="rect">
              <a:avLst/>
            </a:prstGeom>
            <a:noFill/>
            <a:ln>
              <a:noFill/>
            </a:ln>
          </p:spPr>
        </p:pic>
        <p:sp>
          <p:nvSpPr>
            <p:cNvPr id="21" name="Google Shape;1120;p6"/>
            <p:cNvSpPr/>
            <p:nvPr/>
          </p:nvSpPr>
          <p:spPr>
            <a:xfrm>
              <a:off x="15915462" y="1280883"/>
              <a:ext cx="41910" cy="160655"/>
            </a:xfrm>
            <a:custGeom>
              <a:avLst/>
              <a:gdLst/>
              <a:ahLst/>
              <a:cxnLst/>
              <a:rect l="l" t="t" r="r" b="b"/>
              <a:pathLst>
                <a:path w="41909" h="160655" extrusionOk="0">
                  <a:moveTo>
                    <a:pt x="37325" y="0"/>
                  </a:moveTo>
                  <a:lnTo>
                    <a:pt x="27520" y="0"/>
                  </a:lnTo>
                  <a:lnTo>
                    <a:pt x="23482" y="3505"/>
                  </a:lnTo>
                  <a:lnTo>
                    <a:pt x="23482" y="13322"/>
                  </a:lnTo>
                  <a:lnTo>
                    <a:pt x="27520" y="16827"/>
                  </a:lnTo>
                  <a:lnTo>
                    <a:pt x="37325" y="16827"/>
                  </a:lnTo>
                  <a:lnTo>
                    <a:pt x="41376" y="13322"/>
                  </a:lnTo>
                  <a:lnTo>
                    <a:pt x="41376" y="3505"/>
                  </a:lnTo>
                  <a:lnTo>
                    <a:pt x="37325" y="0"/>
                  </a:lnTo>
                  <a:close/>
                </a:path>
                <a:path w="41909" h="160655" extrusionOk="0">
                  <a:moveTo>
                    <a:pt x="35585" y="38023"/>
                  </a:moveTo>
                  <a:lnTo>
                    <a:pt x="28930" y="38023"/>
                  </a:lnTo>
                  <a:lnTo>
                    <a:pt x="26479" y="40652"/>
                  </a:lnTo>
                  <a:lnTo>
                    <a:pt x="26479" y="125488"/>
                  </a:lnTo>
                  <a:lnTo>
                    <a:pt x="26112" y="133764"/>
                  </a:lnTo>
                  <a:lnTo>
                    <a:pt x="23974" y="141384"/>
                  </a:lnTo>
                  <a:lnTo>
                    <a:pt x="18878" y="146968"/>
                  </a:lnTo>
                  <a:lnTo>
                    <a:pt x="9639" y="149136"/>
                  </a:lnTo>
                  <a:lnTo>
                    <a:pt x="2628" y="149136"/>
                  </a:lnTo>
                  <a:lnTo>
                    <a:pt x="0" y="151599"/>
                  </a:lnTo>
                  <a:lnTo>
                    <a:pt x="0" y="157899"/>
                  </a:lnTo>
                  <a:lnTo>
                    <a:pt x="2628" y="160350"/>
                  </a:lnTo>
                  <a:lnTo>
                    <a:pt x="9639" y="160350"/>
                  </a:lnTo>
                  <a:lnTo>
                    <a:pt x="23173" y="157662"/>
                  </a:lnTo>
                  <a:lnTo>
                    <a:pt x="31924" y="150277"/>
                  </a:lnTo>
                  <a:lnTo>
                    <a:pt x="36631" y="139213"/>
                  </a:lnTo>
                  <a:lnTo>
                    <a:pt x="38036" y="125488"/>
                  </a:lnTo>
                  <a:lnTo>
                    <a:pt x="38036"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2" name="Google Shape;1121;p6"/>
            <p:cNvPicPr preferRelativeResize="0"/>
            <p:nvPr/>
          </p:nvPicPr>
          <p:blipFill rotWithShape="1">
            <a:blip r:embed="rId13">
              <a:alphaModFix/>
            </a:blip>
            <a:srcRect/>
            <a:stretch/>
          </p:blipFill>
          <p:spPr>
            <a:xfrm>
              <a:off x="15975990" y="1280883"/>
              <a:ext cx="267169" cy="122504"/>
            </a:xfrm>
            <a:prstGeom prst="rect">
              <a:avLst/>
            </a:prstGeom>
            <a:noFill/>
            <a:ln>
              <a:noFill/>
            </a:ln>
          </p:spPr>
        </p:pic>
        <p:pic>
          <p:nvPicPr>
            <p:cNvPr id="23" name="Google Shape;1122;p6"/>
            <p:cNvPicPr preferRelativeResize="0"/>
            <p:nvPr/>
          </p:nvPicPr>
          <p:blipFill rotWithShape="1">
            <a:blip r:embed="rId14">
              <a:alphaModFix/>
            </a:blip>
            <a:srcRect/>
            <a:stretch/>
          </p:blipFill>
          <p:spPr>
            <a:xfrm>
              <a:off x="16264217" y="1318031"/>
              <a:ext cx="70307" cy="84467"/>
            </a:xfrm>
            <a:prstGeom prst="rect">
              <a:avLst/>
            </a:prstGeom>
            <a:noFill/>
            <a:ln>
              <a:noFill/>
            </a:ln>
          </p:spPr>
        </p:pic>
        <p:pic>
          <p:nvPicPr>
            <p:cNvPr id="24" name="Google Shape;1123;p6"/>
            <p:cNvPicPr preferRelativeResize="0"/>
            <p:nvPr/>
          </p:nvPicPr>
          <p:blipFill rotWithShape="1">
            <a:blip r:embed="rId15">
              <a:alphaModFix/>
            </a:blip>
            <a:srcRect/>
            <a:stretch/>
          </p:blipFill>
          <p:spPr>
            <a:xfrm>
              <a:off x="16356495" y="1318031"/>
              <a:ext cx="154431" cy="85356"/>
            </a:xfrm>
            <a:prstGeom prst="rect">
              <a:avLst/>
            </a:prstGeom>
            <a:noFill/>
            <a:ln>
              <a:noFill/>
            </a:ln>
          </p:spPr>
        </p:pic>
        <p:pic>
          <p:nvPicPr>
            <p:cNvPr id="25" name="Google Shape;1124;p6"/>
            <p:cNvPicPr preferRelativeResize="0"/>
            <p:nvPr/>
          </p:nvPicPr>
          <p:blipFill rotWithShape="1">
            <a:blip r:embed="rId16">
              <a:alphaModFix/>
            </a:blip>
            <a:srcRect/>
            <a:stretch/>
          </p:blipFill>
          <p:spPr>
            <a:xfrm>
              <a:off x="14201775" y="762152"/>
              <a:ext cx="2319019" cy="811453"/>
            </a:xfrm>
            <a:prstGeom prst="rect">
              <a:avLst/>
            </a:prstGeom>
            <a:noFill/>
            <a:ln>
              <a:noFill/>
            </a:ln>
          </p:spPr>
        </p:pic>
        <p:pic>
          <p:nvPicPr>
            <p:cNvPr id="26" name="Google Shape;1125;p6"/>
            <p:cNvPicPr preferRelativeResize="0"/>
            <p:nvPr/>
          </p:nvPicPr>
          <p:blipFill rotWithShape="1">
            <a:blip r:embed="rId17">
              <a:alphaModFix/>
            </a:blip>
            <a:srcRect/>
            <a:stretch/>
          </p:blipFill>
          <p:spPr>
            <a:xfrm>
              <a:off x="15674594" y="1390446"/>
              <a:ext cx="67435" cy="92900"/>
            </a:xfrm>
            <a:prstGeom prst="rect">
              <a:avLst/>
            </a:prstGeom>
            <a:noFill/>
            <a:ln>
              <a:noFill/>
            </a:ln>
          </p:spPr>
        </p:pic>
        <p:pic>
          <p:nvPicPr>
            <p:cNvPr id="27" name="Google Shape;1126;p6"/>
            <p:cNvPicPr preferRelativeResize="0"/>
            <p:nvPr/>
          </p:nvPicPr>
          <p:blipFill rotWithShape="1">
            <a:blip r:embed="rId18">
              <a:alphaModFix/>
            </a:blip>
            <a:srcRect/>
            <a:stretch/>
          </p:blipFill>
          <p:spPr>
            <a:xfrm>
              <a:off x="15628112" y="1489519"/>
              <a:ext cx="21208" cy="25857"/>
            </a:xfrm>
            <a:prstGeom prst="rect">
              <a:avLst/>
            </a:prstGeom>
            <a:noFill/>
            <a:ln>
              <a:noFill/>
            </a:ln>
          </p:spPr>
        </p:pic>
        <p:pic>
          <p:nvPicPr>
            <p:cNvPr id="28" name="Google Shape;1127;p6"/>
            <p:cNvPicPr preferRelativeResize="0"/>
            <p:nvPr/>
          </p:nvPicPr>
          <p:blipFill rotWithShape="1">
            <a:blip r:embed="rId19">
              <a:alphaModFix/>
            </a:blip>
            <a:srcRect/>
            <a:stretch/>
          </p:blipFill>
          <p:spPr>
            <a:xfrm>
              <a:off x="15665068" y="1482025"/>
              <a:ext cx="12572" cy="15214"/>
            </a:xfrm>
            <a:prstGeom prst="rect">
              <a:avLst/>
            </a:prstGeom>
            <a:noFill/>
            <a:ln>
              <a:noFill/>
            </a:ln>
          </p:spPr>
        </p:pic>
        <p:pic>
          <p:nvPicPr>
            <p:cNvPr id="29" name="Google Shape;1128;p6"/>
            <p:cNvPicPr preferRelativeResize="0"/>
            <p:nvPr/>
          </p:nvPicPr>
          <p:blipFill rotWithShape="1">
            <a:blip r:embed="rId19">
              <a:alphaModFix/>
            </a:blip>
            <a:srcRect/>
            <a:stretch/>
          </p:blipFill>
          <p:spPr>
            <a:xfrm>
              <a:off x="15665832" y="1458118"/>
              <a:ext cx="11683" cy="14611"/>
            </a:xfrm>
            <a:prstGeom prst="rect">
              <a:avLst/>
            </a:prstGeom>
            <a:noFill/>
            <a:ln>
              <a:noFill/>
            </a:ln>
          </p:spPr>
        </p:pic>
        <p:pic>
          <p:nvPicPr>
            <p:cNvPr id="30" name="Google Shape;1129;p6"/>
            <p:cNvPicPr preferRelativeResize="0"/>
            <p:nvPr/>
          </p:nvPicPr>
          <p:blipFill rotWithShape="1">
            <a:blip r:embed="rId20">
              <a:alphaModFix/>
            </a:blip>
            <a:srcRect/>
            <a:stretch/>
          </p:blipFill>
          <p:spPr>
            <a:xfrm>
              <a:off x="15624047" y="1433779"/>
              <a:ext cx="77215" cy="82550"/>
            </a:xfrm>
            <a:prstGeom prst="rect">
              <a:avLst/>
            </a:prstGeom>
            <a:noFill/>
            <a:ln>
              <a:noFill/>
            </a:ln>
          </p:spPr>
        </p:pic>
        <p:pic>
          <p:nvPicPr>
            <p:cNvPr id="31" name="Google Shape;1130;p6"/>
            <p:cNvPicPr preferRelativeResize="0"/>
            <p:nvPr/>
          </p:nvPicPr>
          <p:blipFill rotWithShape="1">
            <a:blip r:embed="rId21">
              <a:alphaModFix/>
            </a:blip>
            <a:srcRect/>
            <a:stretch/>
          </p:blipFill>
          <p:spPr>
            <a:xfrm>
              <a:off x="15824835" y="1228953"/>
              <a:ext cx="64007" cy="65823"/>
            </a:xfrm>
            <a:prstGeom prst="rect">
              <a:avLst/>
            </a:prstGeom>
            <a:noFill/>
            <a:ln>
              <a:noFill/>
            </a:ln>
          </p:spPr>
        </p:pic>
        <p:pic>
          <p:nvPicPr>
            <p:cNvPr id="32" name="Google Shape;1131;p6"/>
            <p:cNvPicPr preferRelativeResize="0"/>
            <p:nvPr/>
          </p:nvPicPr>
          <p:blipFill rotWithShape="1">
            <a:blip r:embed="rId22">
              <a:alphaModFix/>
            </a:blip>
            <a:srcRect/>
            <a:stretch/>
          </p:blipFill>
          <p:spPr>
            <a:xfrm>
              <a:off x="15901289" y="1256068"/>
              <a:ext cx="16763" cy="12915"/>
            </a:xfrm>
            <a:prstGeom prst="rect">
              <a:avLst/>
            </a:prstGeom>
            <a:noFill/>
            <a:ln>
              <a:noFill/>
            </a:ln>
          </p:spPr>
        </p:pic>
        <p:pic>
          <p:nvPicPr>
            <p:cNvPr id="33" name="Google Shape;1132;p6"/>
            <p:cNvPicPr preferRelativeResize="0"/>
            <p:nvPr/>
          </p:nvPicPr>
          <p:blipFill rotWithShape="1">
            <a:blip r:embed="rId19">
              <a:alphaModFix/>
            </a:blip>
            <a:srcRect/>
            <a:stretch/>
          </p:blipFill>
          <p:spPr>
            <a:xfrm>
              <a:off x="15680308" y="1443710"/>
              <a:ext cx="12953" cy="15126"/>
            </a:xfrm>
            <a:prstGeom prst="rect">
              <a:avLst/>
            </a:prstGeom>
            <a:noFill/>
            <a:ln>
              <a:noFill/>
            </a:ln>
          </p:spPr>
        </p:pic>
        <p:pic>
          <p:nvPicPr>
            <p:cNvPr id="34" name="Google Shape;1133;p6"/>
            <p:cNvPicPr preferRelativeResize="0"/>
            <p:nvPr/>
          </p:nvPicPr>
          <p:blipFill rotWithShape="1">
            <a:blip r:embed="rId23">
              <a:alphaModFix/>
            </a:blip>
            <a:srcRect/>
            <a:stretch/>
          </p:blipFill>
          <p:spPr>
            <a:xfrm>
              <a:off x="15931515" y="1237424"/>
              <a:ext cx="9779" cy="7441"/>
            </a:xfrm>
            <a:prstGeom prst="rect">
              <a:avLst/>
            </a:prstGeom>
            <a:noFill/>
            <a:ln>
              <a:noFill/>
            </a:ln>
          </p:spPr>
        </p:pic>
        <p:pic>
          <p:nvPicPr>
            <p:cNvPr id="35" name="Google Shape;1134;p6"/>
            <p:cNvPicPr preferRelativeResize="0"/>
            <p:nvPr/>
          </p:nvPicPr>
          <p:blipFill rotWithShape="1">
            <a:blip r:embed="rId24">
              <a:alphaModFix/>
            </a:blip>
            <a:srcRect/>
            <a:stretch/>
          </p:blipFill>
          <p:spPr>
            <a:xfrm>
              <a:off x="15645638" y="1455191"/>
              <a:ext cx="40257" cy="24181"/>
            </a:xfrm>
            <a:prstGeom prst="rect">
              <a:avLst/>
            </a:prstGeom>
            <a:noFill/>
            <a:ln>
              <a:noFill/>
            </a:ln>
          </p:spPr>
        </p:pic>
        <p:pic>
          <p:nvPicPr>
            <p:cNvPr id="36" name="Google Shape;1135;p6"/>
            <p:cNvPicPr preferRelativeResize="0"/>
            <p:nvPr/>
          </p:nvPicPr>
          <p:blipFill rotWithShape="1">
            <a:blip r:embed="rId25">
              <a:alphaModFix/>
            </a:blip>
            <a:srcRect/>
            <a:stretch/>
          </p:blipFill>
          <p:spPr>
            <a:xfrm>
              <a:off x="15934563" y="1189837"/>
              <a:ext cx="38353" cy="32524"/>
            </a:xfrm>
            <a:prstGeom prst="rect">
              <a:avLst/>
            </a:prstGeom>
            <a:noFill/>
            <a:ln>
              <a:noFill/>
            </a:ln>
          </p:spPr>
        </p:pic>
        <p:pic>
          <p:nvPicPr>
            <p:cNvPr id="37" name="Google Shape;1136;p6"/>
            <p:cNvPicPr preferRelativeResize="0"/>
            <p:nvPr/>
          </p:nvPicPr>
          <p:blipFill rotWithShape="1">
            <a:blip r:embed="rId26">
              <a:alphaModFix/>
            </a:blip>
            <a:srcRect/>
            <a:stretch/>
          </p:blipFill>
          <p:spPr>
            <a:xfrm>
              <a:off x="15687294" y="1443481"/>
              <a:ext cx="5969" cy="7048"/>
            </a:xfrm>
            <a:prstGeom prst="rect">
              <a:avLst/>
            </a:prstGeom>
            <a:noFill/>
            <a:ln>
              <a:noFill/>
            </a:ln>
          </p:spPr>
        </p:pic>
        <p:pic>
          <p:nvPicPr>
            <p:cNvPr id="38" name="Google Shape;1137;p6"/>
            <p:cNvPicPr preferRelativeResize="0"/>
            <p:nvPr/>
          </p:nvPicPr>
          <p:blipFill rotWithShape="1">
            <a:blip r:embed="rId27">
              <a:alphaModFix/>
            </a:blip>
            <a:srcRect/>
            <a:stretch/>
          </p:blipFill>
          <p:spPr>
            <a:xfrm>
              <a:off x="15900400" y="1202498"/>
              <a:ext cx="17907" cy="15100"/>
            </a:xfrm>
            <a:prstGeom prst="rect">
              <a:avLst/>
            </a:prstGeom>
            <a:noFill/>
            <a:ln>
              <a:noFill/>
            </a:ln>
          </p:spPr>
        </p:pic>
        <p:pic>
          <p:nvPicPr>
            <p:cNvPr id="39" name="Google Shape;1138;p6"/>
            <p:cNvPicPr preferRelativeResize="0"/>
            <p:nvPr/>
          </p:nvPicPr>
          <p:blipFill rotWithShape="1">
            <a:blip r:embed="rId25">
              <a:alphaModFix/>
            </a:blip>
            <a:srcRect/>
            <a:stretch/>
          </p:blipFill>
          <p:spPr>
            <a:xfrm>
              <a:off x="15697072" y="1384363"/>
              <a:ext cx="36068" cy="32906"/>
            </a:xfrm>
            <a:prstGeom prst="rect">
              <a:avLst/>
            </a:prstGeom>
            <a:noFill/>
            <a:ln>
              <a:noFill/>
            </a:ln>
          </p:spPr>
        </p:pic>
        <p:pic>
          <p:nvPicPr>
            <p:cNvPr id="40" name="Google Shape;1139;p6"/>
            <p:cNvPicPr preferRelativeResize="0"/>
            <p:nvPr/>
          </p:nvPicPr>
          <p:blipFill rotWithShape="1">
            <a:blip r:embed="rId28">
              <a:alphaModFix/>
            </a:blip>
            <a:srcRect/>
            <a:stretch/>
          </p:blipFill>
          <p:spPr>
            <a:xfrm>
              <a:off x="15621382" y="1488414"/>
              <a:ext cx="43306" cy="44843"/>
            </a:xfrm>
            <a:prstGeom prst="rect">
              <a:avLst/>
            </a:prstGeom>
            <a:noFill/>
            <a:ln>
              <a:noFill/>
            </a:ln>
          </p:spPr>
        </p:pic>
        <p:pic>
          <p:nvPicPr>
            <p:cNvPr id="41" name="Google Shape;1140;p6"/>
            <p:cNvPicPr preferRelativeResize="0"/>
            <p:nvPr/>
          </p:nvPicPr>
          <p:blipFill rotWithShape="1">
            <a:blip r:embed="rId29">
              <a:alphaModFix/>
            </a:blip>
            <a:srcRect/>
            <a:stretch/>
          </p:blipFill>
          <p:spPr>
            <a:xfrm>
              <a:off x="15655415" y="1424228"/>
              <a:ext cx="62101" cy="58038"/>
            </a:xfrm>
            <a:prstGeom prst="rect">
              <a:avLst/>
            </a:prstGeom>
            <a:noFill/>
            <a:ln>
              <a:noFill/>
            </a:ln>
          </p:spPr>
        </p:pic>
        <p:pic>
          <p:nvPicPr>
            <p:cNvPr id="42" name="Google Shape;1141;p6"/>
            <p:cNvPicPr preferRelativeResize="0"/>
            <p:nvPr/>
          </p:nvPicPr>
          <p:blipFill rotWithShape="1">
            <a:blip r:embed="rId28">
              <a:alphaModFix/>
            </a:blip>
            <a:srcRect/>
            <a:stretch/>
          </p:blipFill>
          <p:spPr>
            <a:xfrm>
              <a:off x="15735426" y="1384478"/>
              <a:ext cx="41404" cy="44323"/>
            </a:xfrm>
            <a:prstGeom prst="rect">
              <a:avLst/>
            </a:prstGeom>
            <a:noFill/>
            <a:ln>
              <a:noFill/>
            </a:ln>
          </p:spPr>
        </p:pic>
        <p:pic>
          <p:nvPicPr>
            <p:cNvPr id="43" name="Google Shape;1142;p6"/>
            <p:cNvPicPr preferRelativeResize="0"/>
            <p:nvPr/>
          </p:nvPicPr>
          <p:blipFill rotWithShape="1">
            <a:blip r:embed="rId30">
              <a:alphaModFix/>
            </a:blip>
            <a:srcRect/>
            <a:stretch/>
          </p:blipFill>
          <p:spPr>
            <a:xfrm>
              <a:off x="15792069" y="1308544"/>
              <a:ext cx="3683" cy="3086"/>
            </a:xfrm>
            <a:prstGeom prst="rect">
              <a:avLst/>
            </a:prstGeom>
            <a:noFill/>
            <a:ln>
              <a:noFill/>
            </a:ln>
          </p:spPr>
        </p:pic>
        <p:pic>
          <p:nvPicPr>
            <p:cNvPr id="44" name="Google Shape;1143;p6"/>
            <p:cNvPicPr preferRelativeResize="0"/>
            <p:nvPr/>
          </p:nvPicPr>
          <p:blipFill rotWithShape="1">
            <a:blip r:embed="rId31">
              <a:alphaModFix/>
            </a:blip>
            <a:srcRect/>
            <a:stretch/>
          </p:blipFill>
          <p:spPr>
            <a:xfrm>
              <a:off x="15669387" y="1471840"/>
              <a:ext cx="6223" cy="16459"/>
            </a:xfrm>
            <a:prstGeom prst="rect">
              <a:avLst/>
            </a:prstGeom>
            <a:noFill/>
            <a:ln>
              <a:noFill/>
            </a:ln>
          </p:spPr>
        </p:pic>
        <p:pic>
          <p:nvPicPr>
            <p:cNvPr id="45" name="Google Shape;1144;p6"/>
            <p:cNvPicPr preferRelativeResize="0"/>
            <p:nvPr/>
          </p:nvPicPr>
          <p:blipFill rotWithShape="1">
            <a:blip r:embed="rId23">
              <a:alphaModFix/>
            </a:blip>
            <a:srcRect/>
            <a:stretch/>
          </p:blipFill>
          <p:spPr>
            <a:xfrm>
              <a:off x="15855949" y="1307782"/>
              <a:ext cx="7747" cy="7251"/>
            </a:xfrm>
            <a:prstGeom prst="rect">
              <a:avLst/>
            </a:prstGeom>
            <a:noFill/>
            <a:ln>
              <a:noFill/>
            </a:ln>
          </p:spPr>
        </p:pic>
        <p:pic>
          <p:nvPicPr>
            <p:cNvPr id="46" name="Google Shape;1145;p6"/>
            <p:cNvPicPr preferRelativeResize="0"/>
            <p:nvPr/>
          </p:nvPicPr>
          <p:blipFill rotWithShape="1">
            <a:blip r:embed="rId19">
              <a:alphaModFix/>
            </a:blip>
            <a:srcRect/>
            <a:stretch/>
          </p:blipFill>
          <p:spPr>
            <a:xfrm>
              <a:off x="15814928" y="1337019"/>
              <a:ext cx="14478" cy="13536"/>
            </a:xfrm>
            <a:prstGeom prst="rect">
              <a:avLst/>
            </a:prstGeom>
            <a:noFill/>
            <a:ln>
              <a:noFill/>
            </a:ln>
          </p:spPr>
        </p:pic>
        <p:pic>
          <p:nvPicPr>
            <p:cNvPr id="47" name="Google Shape;1146;p6"/>
            <p:cNvPicPr preferRelativeResize="0"/>
            <p:nvPr/>
          </p:nvPicPr>
          <p:blipFill rotWithShape="1">
            <a:blip r:embed="rId32">
              <a:alphaModFix/>
            </a:blip>
            <a:srcRect/>
            <a:stretch/>
          </p:blipFill>
          <p:spPr>
            <a:xfrm>
              <a:off x="15642464" y="1463712"/>
              <a:ext cx="54101" cy="18427"/>
            </a:xfrm>
            <a:prstGeom prst="rect">
              <a:avLst/>
            </a:prstGeom>
            <a:noFill/>
            <a:ln>
              <a:noFill/>
            </a:ln>
          </p:spPr>
        </p:pic>
        <p:pic>
          <p:nvPicPr>
            <p:cNvPr id="48" name="Google Shape;1147;p6"/>
            <p:cNvPicPr preferRelativeResize="0"/>
            <p:nvPr/>
          </p:nvPicPr>
          <p:blipFill rotWithShape="1">
            <a:blip r:embed="rId33">
              <a:alphaModFix/>
            </a:blip>
            <a:srcRect/>
            <a:stretch/>
          </p:blipFill>
          <p:spPr>
            <a:xfrm>
              <a:off x="15736443" y="1349425"/>
              <a:ext cx="19811" cy="21031"/>
            </a:xfrm>
            <a:prstGeom prst="rect">
              <a:avLst/>
            </a:prstGeom>
            <a:noFill/>
            <a:ln>
              <a:noFill/>
            </a:ln>
          </p:spPr>
        </p:pic>
        <p:pic>
          <p:nvPicPr>
            <p:cNvPr id="49" name="Google Shape;1148;p6"/>
            <p:cNvPicPr preferRelativeResize="0"/>
            <p:nvPr/>
          </p:nvPicPr>
          <p:blipFill rotWithShape="1">
            <a:blip r:embed="rId34">
              <a:alphaModFix/>
            </a:blip>
            <a:srcRect/>
            <a:stretch/>
          </p:blipFill>
          <p:spPr>
            <a:xfrm>
              <a:off x="15651227" y="1473301"/>
              <a:ext cx="22858" cy="37363"/>
            </a:xfrm>
            <a:prstGeom prst="rect">
              <a:avLst/>
            </a:prstGeom>
            <a:noFill/>
            <a:ln>
              <a:noFill/>
            </a:ln>
          </p:spPr>
        </p:pic>
        <p:pic>
          <p:nvPicPr>
            <p:cNvPr id="50" name="Google Shape;1149;p6"/>
            <p:cNvPicPr preferRelativeResize="0"/>
            <p:nvPr/>
          </p:nvPicPr>
          <p:blipFill rotWithShape="1">
            <a:blip r:embed="rId26">
              <a:alphaModFix/>
            </a:blip>
            <a:srcRect/>
            <a:stretch/>
          </p:blipFill>
          <p:spPr>
            <a:xfrm>
              <a:off x="15677895" y="1470151"/>
              <a:ext cx="5716" cy="9284"/>
            </a:xfrm>
            <a:prstGeom prst="rect">
              <a:avLst/>
            </a:prstGeom>
            <a:noFill/>
            <a:ln>
              <a:noFill/>
            </a:ln>
          </p:spPr>
        </p:pic>
        <p:pic>
          <p:nvPicPr>
            <p:cNvPr id="51" name="Google Shape;1150;p6"/>
            <p:cNvPicPr preferRelativeResize="0"/>
            <p:nvPr/>
          </p:nvPicPr>
          <p:blipFill rotWithShape="1">
            <a:blip r:embed="rId30">
              <a:alphaModFix/>
            </a:blip>
            <a:srcRect/>
            <a:stretch/>
          </p:blipFill>
          <p:spPr>
            <a:xfrm>
              <a:off x="15670911" y="1472793"/>
              <a:ext cx="2016" cy="2222"/>
            </a:xfrm>
            <a:prstGeom prst="rect">
              <a:avLst/>
            </a:prstGeom>
            <a:noFill/>
            <a:ln>
              <a:noFill/>
            </a:ln>
          </p:spPr>
        </p:pic>
        <p:pic>
          <p:nvPicPr>
            <p:cNvPr id="52" name="Google Shape;1151;p6"/>
            <p:cNvPicPr preferRelativeResize="0"/>
            <p:nvPr/>
          </p:nvPicPr>
          <p:blipFill rotWithShape="1">
            <a:blip r:embed="rId35">
              <a:alphaModFix/>
            </a:blip>
            <a:srcRect/>
            <a:stretch/>
          </p:blipFill>
          <p:spPr>
            <a:xfrm>
              <a:off x="15935325" y="1214271"/>
              <a:ext cx="18032" cy="26936"/>
            </a:xfrm>
            <a:prstGeom prst="rect">
              <a:avLst/>
            </a:prstGeom>
            <a:noFill/>
            <a:ln>
              <a:noFill/>
            </a:ln>
          </p:spPr>
        </p:pic>
        <p:pic>
          <p:nvPicPr>
            <p:cNvPr id="53" name="Google Shape;1152;p6"/>
            <p:cNvPicPr preferRelativeResize="0"/>
            <p:nvPr/>
          </p:nvPicPr>
          <p:blipFill rotWithShape="1">
            <a:blip r:embed="rId36">
              <a:alphaModFix/>
            </a:blip>
            <a:srcRect/>
            <a:stretch/>
          </p:blipFill>
          <p:spPr>
            <a:xfrm>
              <a:off x="15635477" y="1434134"/>
              <a:ext cx="66255" cy="61188"/>
            </a:xfrm>
            <a:prstGeom prst="rect">
              <a:avLst/>
            </a:prstGeom>
            <a:noFill/>
            <a:ln>
              <a:noFill/>
            </a:ln>
          </p:spPr>
        </p:pic>
        <p:pic>
          <p:nvPicPr>
            <p:cNvPr id="54" name="Google Shape;1153;p6"/>
            <p:cNvPicPr preferRelativeResize="0"/>
            <p:nvPr/>
          </p:nvPicPr>
          <p:blipFill rotWithShape="1">
            <a:blip r:embed="rId30">
              <a:alphaModFix/>
            </a:blip>
            <a:srcRect/>
            <a:stretch/>
          </p:blipFill>
          <p:spPr>
            <a:xfrm>
              <a:off x="15682468" y="1428520"/>
              <a:ext cx="1650" cy="1777"/>
            </a:xfrm>
            <a:prstGeom prst="rect">
              <a:avLst/>
            </a:prstGeom>
            <a:noFill/>
            <a:ln>
              <a:noFill/>
            </a:ln>
          </p:spPr>
        </p:pic>
        <p:pic>
          <p:nvPicPr>
            <p:cNvPr id="55" name="Google Shape;1154;p6"/>
            <p:cNvPicPr preferRelativeResize="0"/>
            <p:nvPr/>
          </p:nvPicPr>
          <p:blipFill rotWithShape="1">
            <a:blip r:embed="rId37">
              <a:alphaModFix/>
            </a:blip>
            <a:srcRect/>
            <a:stretch/>
          </p:blipFill>
          <p:spPr>
            <a:xfrm>
              <a:off x="15639413" y="1470418"/>
              <a:ext cx="26036" cy="30924"/>
            </a:xfrm>
            <a:prstGeom prst="rect">
              <a:avLst/>
            </a:prstGeom>
            <a:noFill/>
            <a:ln>
              <a:noFill/>
            </a:ln>
          </p:spPr>
        </p:pic>
        <p:pic>
          <p:nvPicPr>
            <p:cNvPr id="56" name="Google Shape;1155;p6"/>
            <p:cNvPicPr preferRelativeResize="0"/>
            <p:nvPr/>
          </p:nvPicPr>
          <p:blipFill rotWithShape="1">
            <a:blip r:embed="rId38">
              <a:alphaModFix/>
            </a:blip>
            <a:srcRect/>
            <a:stretch/>
          </p:blipFill>
          <p:spPr>
            <a:xfrm>
              <a:off x="15666974" y="1440497"/>
              <a:ext cx="15363" cy="20408"/>
            </a:xfrm>
            <a:prstGeom prst="rect">
              <a:avLst/>
            </a:prstGeom>
            <a:noFill/>
            <a:ln>
              <a:noFill/>
            </a:ln>
          </p:spPr>
        </p:pic>
        <p:pic>
          <p:nvPicPr>
            <p:cNvPr id="57" name="Google Shape;1156;p6"/>
            <p:cNvPicPr preferRelativeResize="0"/>
            <p:nvPr/>
          </p:nvPicPr>
          <p:blipFill rotWithShape="1">
            <a:blip r:embed="rId30">
              <a:alphaModFix/>
            </a:blip>
            <a:srcRect/>
            <a:stretch/>
          </p:blipFill>
          <p:spPr>
            <a:xfrm>
              <a:off x="15953358" y="1215466"/>
              <a:ext cx="2285" cy="1803"/>
            </a:xfrm>
            <a:prstGeom prst="rect">
              <a:avLst/>
            </a:prstGeom>
            <a:noFill/>
            <a:ln>
              <a:noFill/>
            </a:ln>
          </p:spPr>
        </p:pic>
        <p:pic>
          <p:nvPicPr>
            <p:cNvPr id="58" name="Google Shape;1157;p6"/>
            <p:cNvPicPr preferRelativeResize="0"/>
            <p:nvPr/>
          </p:nvPicPr>
          <p:blipFill rotWithShape="1">
            <a:blip r:embed="rId39">
              <a:alphaModFix/>
            </a:blip>
            <a:srcRect/>
            <a:stretch/>
          </p:blipFill>
          <p:spPr>
            <a:xfrm>
              <a:off x="15685896" y="1402969"/>
              <a:ext cx="39878" cy="43675"/>
            </a:xfrm>
            <a:prstGeom prst="rect">
              <a:avLst/>
            </a:prstGeom>
            <a:noFill/>
            <a:ln>
              <a:noFill/>
            </a:ln>
          </p:spPr>
        </p:pic>
        <p:pic>
          <p:nvPicPr>
            <p:cNvPr id="59" name="Google Shape;1158;p6"/>
            <p:cNvPicPr preferRelativeResize="0"/>
            <p:nvPr/>
          </p:nvPicPr>
          <p:blipFill rotWithShape="1">
            <a:blip r:embed="rId40">
              <a:alphaModFix/>
            </a:blip>
            <a:srcRect/>
            <a:stretch/>
          </p:blipFill>
          <p:spPr>
            <a:xfrm>
              <a:off x="15880588" y="1270151"/>
              <a:ext cx="20192" cy="18008"/>
            </a:xfrm>
            <a:prstGeom prst="rect">
              <a:avLst/>
            </a:prstGeom>
            <a:noFill/>
            <a:ln>
              <a:noFill/>
            </a:ln>
          </p:spPr>
        </p:pic>
        <p:pic>
          <p:nvPicPr>
            <p:cNvPr id="60" name="Google Shape;1159;p6"/>
            <p:cNvPicPr preferRelativeResize="0"/>
            <p:nvPr/>
          </p:nvPicPr>
          <p:blipFill rotWithShape="1">
            <a:blip r:embed="rId41">
              <a:alphaModFix/>
            </a:blip>
            <a:srcRect/>
            <a:stretch/>
          </p:blipFill>
          <p:spPr>
            <a:xfrm>
              <a:off x="15668497" y="1475943"/>
              <a:ext cx="10794" cy="10998"/>
            </a:xfrm>
            <a:prstGeom prst="rect">
              <a:avLst/>
            </a:prstGeom>
            <a:noFill/>
            <a:ln>
              <a:noFill/>
            </a:ln>
          </p:spPr>
        </p:pic>
        <p:pic>
          <p:nvPicPr>
            <p:cNvPr id="61" name="Google Shape;1160;p6"/>
            <p:cNvPicPr preferRelativeResize="0"/>
            <p:nvPr/>
          </p:nvPicPr>
          <p:blipFill rotWithShape="1">
            <a:blip r:embed="rId30">
              <a:alphaModFix/>
            </a:blip>
            <a:srcRect/>
            <a:stretch/>
          </p:blipFill>
          <p:spPr>
            <a:xfrm>
              <a:off x="15965170" y="1207667"/>
              <a:ext cx="2031" cy="1511"/>
            </a:xfrm>
            <a:prstGeom prst="rect">
              <a:avLst/>
            </a:prstGeom>
            <a:noFill/>
            <a:ln>
              <a:noFill/>
            </a:ln>
          </p:spPr>
        </p:pic>
        <p:pic>
          <p:nvPicPr>
            <p:cNvPr id="62" name="Google Shape;1161;p6"/>
            <p:cNvPicPr preferRelativeResize="0"/>
            <p:nvPr/>
          </p:nvPicPr>
          <p:blipFill rotWithShape="1">
            <a:blip r:embed="rId30">
              <a:alphaModFix/>
            </a:blip>
            <a:srcRect/>
            <a:stretch/>
          </p:blipFill>
          <p:spPr>
            <a:xfrm>
              <a:off x="15889350" y="1220514"/>
              <a:ext cx="1737" cy="1353"/>
            </a:xfrm>
            <a:prstGeom prst="rect">
              <a:avLst/>
            </a:prstGeom>
            <a:noFill/>
            <a:ln>
              <a:noFill/>
            </a:ln>
          </p:spPr>
        </p:pic>
        <p:pic>
          <p:nvPicPr>
            <p:cNvPr id="63" name="Google Shape;1162;p6"/>
            <p:cNvPicPr preferRelativeResize="0"/>
            <p:nvPr/>
          </p:nvPicPr>
          <p:blipFill rotWithShape="1">
            <a:blip r:embed="rId31">
              <a:alphaModFix/>
            </a:blip>
            <a:srcRect/>
            <a:stretch/>
          </p:blipFill>
          <p:spPr>
            <a:xfrm>
              <a:off x="15948024" y="1190968"/>
              <a:ext cx="2666" cy="11276"/>
            </a:xfrm>
            <a:prstGeom prst="rect">
              <a:avLst/>
            </a:prstGeom>
            <a:noFill/>
            <a:ln>
              <a:noFill/>
            </a:ln>
          </p:spPr>
        </p:pic>
        <p:pic>
          <p:nvPicPr>
            <p:cNvPr id="64" name="Google Shape;1163;p6"/>
            <p:cNvPicPr preferRelativeResize="0"/>
            <p:nvPr/>
          </p:nvPicPr>
          <p:blipFill rotWithShape="1">
            <a:blip r:embed="rId42">
              <a:alphaModFix/>
            </a:blip>
            <a:srcRect/>
            <a:stretch/>
          </p:blipFill>
          <p:spPr>
            <a:xfrm>
              <a:off x="15672053" y="1466291"/>
              <a:ext cx="20955" cy="4953"/>
            </a:xfrm>
            <a:prstGeom prst="rect">
              <a:avLst/>
            </a:prstGeom>
            <a:noFill/>
            <a:ln>
              <a:noFill/>
            </a:ln>
          </p:spPr>
        </p:pic>
        <p:pic>
          <p:nvPicPr>
            <p:cNvPr id="65" name="Google Shape;1164;p6"/>
            <p:cNvPicPr preferRelativeResize="0"/>
            <p:nvPr/>
          </p:nvPicPr>
          <p:blipFill rotWithShape="1">
            <a:blip r:embed="rId41">
              <a:alphaModFix/>
            </a:blip>
            <a:srcRect/>
            <a:stretch/>
          </p:blipFill>
          <p:spPr>
            <a:xfrm>
              <a:off x="15636113" y="1508607"/>
              <a:ext cx="11047" cy="10440"/>
            </a:xfrm>
            <a:prstGeom prst="rect">
              <a:avLst/>
            </a:prstGeom>
            <a:noFill/>
            <a:ln>
              <a:noFill/>
            </a:ln>
          </p:spPr>
        </p:pic>
        <p:pic>
          <p:nvPicPr>
            <p:cNvPr id="66" name="Google Shape;1165;p6"/>
            <p:cNvPicPr preferRelativeResize="0"/>
            <p:nvPr/>
          </p:nvPicPr>
          <p:blipFill rotWithShape="1">
            <a:blip r:embed="rId43">
              <a:alphaModFix/>
            </a:blip>
            <a:srcRect/>
            <a:stretch/>
          </p:blipFill>
          <p:spPr>
            <a:xfrm>
              <a:off x="15891128" y="1207223"/>
              <a:ext cx="68581" cy="70726"/>
            </a:xfrm>
            <a:prstGeom prst="rect">
              <a:avLst/>
            </a:prstGeom>
            <a:noFill/>
            <a:ln>
              <a:noFill/>
            </a:ln>
          </p:spPr>
        </p:pic>
        <p:pic>
          <p:nvPicPr>
            <p:cNvPr id="67" name="Google Shape;1166;p6"/>
            <p:cNvPicPr preferRelativeResize="0"/>
            <p:nvPr/>
          </p:nvPicPr>
          <p:blipFill rotWithShape="1">
            <a:blip r:embed="rId30">
              <a:alphaModFix/>
            </a:blip>
            <a:srcRect/>
            <a:stretch/>
          </p:blipFill>
          <p:spPr>
            <a:xfrm>
              <a:off x="15658338" y="1504264"/>
              <a:ext cx="1142" cy="1396"/>
            </a:xfrm>
            <a:prstGeom prst="rect">
              <a:avLst/>
            </a:prstGeom>
            <a:noFill/>
            <a:ln>
              <a:noFill/>
            </a:ln>
          </p:spPr>
        </p:pic>
        <p:pic>
          <p:nvPicPr>
            <p:cNvPr id="68" name="Google Shape;1167;p6"/>
            <p:cNvPicPr preferRelativeResize="0"/>
            <p:nvPr/>
          </p:nvPicPr>
          <p:blipFill rotWithShape="1">
            <a:blip r:embed="rId27">
              <a:alphaModFix/>
            </a:blip>
            <a:srcRect/>
            <a:stretch/>
          </p:blipFill>
          <p:spPr>
            <a:xfrm>
              <a:off x="15658718" y="1475486"/>
              <a:ext cx="14975" cy="22047"/>
            </a:xfrm>
            <a:prstGeom prst="rect">
              <a:avLst/>
            </a:prstGeom>
            <a:noFill/>
            <a:ln>
              <a:noFill/>
            </a:ln>
          </p:spPr>
        </p:pic>
        <p:pic>
          <p:nvPicPr>
            <p:cNvPr id="69" name="Google Shape;1168;p6"/>
            <p:cNvPicPr preferRelativeResize="0"/>
            <p:nvPr/>
          </p:nvPicPr>
          <p:blipFill rotWithShape="1">
            <a:blip r:embed="rId30">
              <a:alphaModFix/>
            </a:blip>
            <a:srcRect/>
            <a:stretch/>
          </p:blipFill>
          <p:spPr>
            <a:xfrm>
              <a:off x="15635858" y="1500797"/>
              <a:ext cx="1143" cy="1409"/>
            </a:xfrm>
            <a:prstGeom prst="rect">
              <a:avLst/>
            </a:prstGeom>
            <a:noFill/>
            <a:ln>
              <a:noFill/>
            </a:ln>
          </p:spPr>
        </p:pic>
        <p:pic>
          <p:nvPicPr>
            <p:cNvPr id="70" name="Google Shape;1169;p6"/>
            <p:cNvPicPr preferRelativeResize="0"/>
            <p:nvPr/>
          </p:nvPicPr>
          <p:blipFill rotWithShape="1">
            <a:blip r:embed="rId26">
              <a:alphaModFix/>
            </a:blip>
            <a:srcRect/>
            <a:stretch/>
          </p:blipFill>
          <p:spPr>
            <a:xfrm>
              <a:off x="15916403" y="1201216"/>
              <a:ext cx="2412" cy="5473"/>
            </a:xfrm>
            <a:prstGeom prst="rect">
              <a:avLst/>
            </a:prstGeom>
            <a:noFill/>
            <a:ln>
              <a:noFill/>
            </a:ln>
          </p:spPr>
        </p:pic>
        <p:pic>
          <p:nvPicPr>
            <p:cNvPr id="71" name="Google Shape;1170;p6"/>
            <p:cNvPicPr preferRelativeResize="0"/>
            <p:nvPr/>
          </p:nvPicPr>
          <p:blipFill rotWithShape="1">
            <a:blip r:embed="rId30">
              <a:alphaModFix/>
            </a:blip>
            <a:srcRect/>
            <a:stretch/>
          </p:blipFill>
          <p:spPr>
            <a:xfrm>
              <a:off x="15947768" y="1197292"/>
              <a:ext cx="1650" cy="1346"/>
            </a:xfrm>
            <a:prstGeom prst="rect">
              <a:avLst/>
            </a:prstGeom>
            <a:noFill/>
            <a:ln>
              <a:noFill/>
            </a:ln>
          </p:spPr>
        </p:pic>
        <p:pic>
          <p:nvPicPr>
            <p:cNvPr id="72" name="Google Shape;1171;p6"/>
            <p:cNvPicPr preferRelativeResize="0"/>
            <p:nvPr/>
          </p:nvPicPr>
          <p:blipFill rotWithShape="1">
            <a:blip r:embed="rId30">
              <a:alphaModFix/>
            </a:blip>
            <a:srcRect/>
            <a:stretch/>
          </p:blipFill>
          <p:spPr>
            <a:xfrm>
              <a:off x="15933039" y="1198486"/>
              <a:ext cx="1016" cy="901"/>
            </a:xfrm>
            <a:prstGeom prst="rect">
              <a:avLst/>
            </a:prstGeom>
            <a:noFill/>
            <a:ln>
              <a:noFill/>
            </a:ln>
          </p:spPr>
        </p:pic>
        <p:pic>
          <p:nvPicPr>
            <p:cNvPr id="73" name="Google Shape;1172;p6"/>
            <p:cNvPicPr preferRelativeResize="0"/>
            <p:nvPr/>
          </p:nvPicPr>
          <p:blipFill rotWithShape="1">
            <a:blip r:embed="rId41">
              <a:alphaModFix/>
            </a:blip>
            <a:srcRect/>
            <a:stretch/>
          </p:blipFill>
          <p:spPr>
            <a:xfrm>
              <a:off x="15708375" y="1446885"/>
              <a:ext cx="8508" cy="9461"/>
            </a:xfrm>
            <a:prstGeom prst="rect">
              <a:avLst/>
            </a:prstGeom>
            <a:noFill/>
            <a:ln>
              <a:noFill/>
            </a:ln>
          </p:spPr>
        </p:pic>
        <p:pic>
          <p:nvPicPr>
            <p:cNvPr id="74" name="Google Shape;1173;p6"/>
            <p:cNvPicPr preferRelativeResize="0"/>
            <p:nvPr/>
          </p:nvPicPr>
          <p:blipFill rotWithShape="1">
            <a:blip r:embed="rId44">
              <a:alphaModFix/>
            </a:blip>
            <a:srcRect/>
            <a:stretch/>
          </p:blipFill>
          <p:spPr>
            <a:xfrm>
              <a:off x="15635731" y="1459281"/>
              <a:ext cx="44576" cy="50317"/>
            </a:xfrm>
            <a:prstGeom prst="rect">
              <a:avLst/>
            </a:prstGeom>
            <a:noFill/>
            <a:ln>
              <a:noFill/>
            </a:ln>
          </p:spPr>
        </p:pic>
        <p:pic>
          <p:nvPicPr>
            <p:cNvPr id="75" name="Google Shape;1174;p6"/>
            <p:cNvPicPr preferRelativeResize="0"/>
            <p:nvPr/>
          </p:nvPicPr>
          <p:blipFill rotWithShape="1">
            <a:blip r:embed="rId19">
              <a:alphaModFix/>
            </a:blip>
            <a:srcRect/>
            <a:stretch/>
          </p:blipFill>
          <p:spPr>
            <a:xfrm>
              <a:off x="15874619" y="1283156"/>
              <a:ext cx="14985" cy="14605"/>
            </a:xfrm>
            <a:prstGeom prst="rect">
              <a:avLst/>
            </a:prstGeom>
            <a:noFill/>
            <a:ln>
              <a:noFill/>
            </a:ln>
          </p:spPr>
        </p:pic>
        <p:pic>
          <p:nvPicPr>
            <p:cNvPr id="76" name="Google Shape;1175;p6"/>
            <p:cNvPicPr preferRelativeResize="0"/>
            <p:nvPr/>
          </p:nvPicPr>
          <p:blipFill rotWithShape="1">
            <a:blip r:embed="rId26">
              <a:alphaModFix/>
            </a:blip>
            <a:srcRect/>
            <a:stretch/>
          </p:blipFill>
          <p:spPr>
            <a:xfrm>
              <a:off x="15918686" y="1247634"/>
              <a:ext cx="9400" cy="9678"/>
            </a:xfrm>
            <a:prstGeom prst="rect">
              <a:avLst/>
            </a:prstGeom>
            <a:noFill/>
            <a:ln>
              <a:noFill/>
            </a:ln>
          </p:spPr>
        </p:pic>
        <p:pic>
          <p:nvPicPr>
            <p:cNvPr id="77" name="Google Shape;1176;p6"/>
            <p:cNvPicPr preferRelativeResize="0"/>
            <p:nvPr/>
          </p:nvPicPr>
          <p:blipFill rotWithShape="1">
            <a:blip r:embed="rId30">
              <a:alphaModFix/>
            </a:blip>
            <a:srcRect/>
            <a:stretch/>
          </p:blipFill>
          <p:spPr>
            <a:xfrm>
              <a:off x="15679419" y="1471002"/>
              <a:ext cx="761" cy="787"/>
            </a:xfrm>
            <a:prstGeom prst="rect">
              <a:avLst/>
            </a:prstGeom>
            <a:noFill/>
            <a:ln>
              <a:noFill/>
            </a:ln>
          </p:spPr>
        </p:pic>
        <p:pic>
          <p:nvPicPr>
            <p:cNvPr id="78" name="Google Shape;1177;p6"/>
            <p:cNvPicPr preferRelativeResize="0"/>
            <p:nvPr/>
          </p:nvPicPr>
          <p:blipFill rotWithShape="1">
            <a:blip r:embed="rId30">
              <a:alphaModFix/>
            </a:blip>
            <a:srcRect/>
            <a:stretch/>
          </p:blipFill>
          <p:spPr>
            <a:xfrm>
              <a:off x="15943199" y="1229410"/>
              <a:ext cx="1905" cy="1625"/>
            </a:xfrm>
            <a:prstGeom prst="rect">
              <a:avLst/>
            </a:prstGeom>
            <a:noFill/>
            <a:ln>
              <a:noFill/>
            </a:ln>
          </p:spPr>
        </p:pic>
        <p:pic>
          <p:nvPicPr>
            <p:cNvPr id="79" name="Google Shape;1178;p6"/>
            <p:cNvPicPr preferRelativeResize="0"/>
            <p:nvPr/>
          </p:nvPicPr>
          <p:blipFill rotWithShape="1">
            <a:blip r:embed="rId23">
              <a:alphaModFix/>
            </a:blip>
            <a:srcRect/>
            <a:stretch/>
          </p:blipFill>
          <p:spPr>
            <a:xfrm>
              <a:off x="15685389" y="1446009"/>
              <a:ext cx="9270" cy="4195"/>
            </a:xfrm>
            <a:prstGeom prst="rect">
              <a:avLst/>
            </a:prstGeom>
            <a:noFill/>
            <a:ln>
              <a:noFill/>
            </a:ln>
          </p:spPr>
        </p:pic>
        <p:pic>
          <p:nvPicPr>
            <p:cNvPr id="80" name="Google Shape;1179;p6"/>
            <p:cNvPicPr preferRelativeResize="0"/>
            <p:nvPr/>
          </p:nvPicPr>
          <p:blipFill rotWithShape="1">
            <a:blip r:embed="rId23">
              <a:alphaModFix/>
            </a:blip>
            <a:srcRect/>
            <a:stretch/>
          </p:blipFill>
          <p:spPr>
            <a:xfrm>
              <a:off x="15917672" y="1204010"/>
              <a:ext cx="1509" cy="1143"/>
            </a:xfrm>
            <a:prstGeom prst="rect">
              <a:avLst/>
            </a:prstGeom>
            <a:noFill/>
            <a:ln>
              <a:noFill/>
            </a:ln>
          </p:spPr>
        </p:pic>
        <p:pic>
          <p:nvPicPr>
            <p:cNvPr id="81" name="Google Shape;1180;p6"/>
            <p:cNvPicPr preferRelativeResize="0"/>
            <p:nvPr/>
          </p:nvPicPr>
          <p:blipFill rotWithShape="1">
            <a:blip r:embed="rId45">
              <a:alphaModFix/>
            </a:blip>
            <a:srcRect/>
            <a:stretch/>
          </p:blipFill>
          <p:spPr>
            <a:xfrm>
              <a:off x="15655797" y="1465847"/>
              <a:ext cx="29209" cy="40131"/>
            </a:xfrm>
            <a:prstGeom prst="rect">
              <a:avLst/>
            </a:prstGeom>
            <a:noFill/>
            <a:ln>
              <a:noFill/>
            </a:ln>
          </p:spPr>
        </p:pic>
        <p:pic>
          <p:nvPicPr>
            <p:cNvPr id="82" name="Google Shape;1181;p6"/>
            <p:cNvPicPr preferRelativeResize="0"/>
            <p:nvPr/>
          </p:nvPicPr>
          <p:blipFill rotWithShape="1">
            <a:blip r:embed="rId26">
              <a:alphaModFix/>
            </a:blip>
            <a:srcRect/>
            <a:stretch/>
          </p:blipFill>
          <p:spPr>
            <a:xfrm>
              <a:off x="15648431" y="1495513"/>
              <a:ext cx="635" cy="888"/>
            </a:xfrm>
            <a:prstGeom prst="rect">
              <a:avLst/>
            </a:prstGeom>
            <a:noFill/>
            <a:ln>
              <a:noFill/>
            </a:ln>
          </p:spPr>
        </p:pic>
        <p:pic>
          <p:nvPicPr>
            <p:cNvPr id="83" name="Google Shape;1182;p6"/>
            <p:cNvPicPr preferRelativeResize="0"/>
            <p:nvPr/>
          </p:nvPicPr>
          <p:blipFill rotWithShape="1">
            <a:blip r:embed="rId30">
              <a:alphaModFix/>
            </a:blip>
            <a:srcRect/>
            <a:stretch/>
          </p:blipFill>
          <p:spPr>
            <a:xfrm>
              <a:off x="15700882" y="1433945"/>
              <a:ext cx="889" cy="977"/>
            </a:xfrm>
            <a:prstGeom prst="rect">
              <a:avLst/>
            </a:prstGeom>
            <a:noFill/>
            <a:ln>
              <a:noFill/>
            </a:ln>
          </p:spPr>
        </p:pic>
        <p:pic>
          <p:nvPicPr>
            <p:cNvPr id="84" name="Google Shape;1183;p6"/>
            <p:cNvPicPr preferRelativeResize="0"/>
            <p:nvPr/>
          </p:nvPicPr>
          <p:blipFill rotWithShape="1">
            <a:blip r:embed="rId46">
              <a:alphaModFix/>
            </a:blip>
            <a:srcRect/>
            <a:stretch/>
          </p:blipFill>
          <p:spPr>
            <a:xfrm>
              <a:off x="15634335" y="1432801"/>
              <a:ext cx="68198" cy="66675"/>
            </a:xfrm>
            <a:prstGeom prst="rect">
              <a:avLst/>
            </a:prstGeom>
            <a:noFill/>
            <a:ln>
              <a:noFill/>
            </a:ln>
          </p:spPr>
        </p:pic>
        <p:pic>
          <p:nvPicPr>
            <p:cNvPr id="85" name="Google Shape;1184;p6"/>
            <p:cNvPicPr preferRelativeResize="0"/>
            <p:nvPr/>
          </p:nvPicPr>
          <p:blipFill rotWithShape="1">
            <a:blip r:embed="rId47">
              <a:alphaModFix/>
            </a:blip>
            <a:srcRect/>
            <a:stretch/>
          </p:blipFill>
          <p:spPr>
            <a:xfrm>
              <a:off x="15829154" y="1205179"/>
              <a:ext cx="88645" cy="72174"/>
            </a:xfrm>
            <a:prstGeom prst="rect">
              <a:avLst/>
            </a:prstGeom>
            <a:noFill/>
            <a:ln>
              <a:noFill/>
            </a:ln>
          </p:spPr>
        </p:pic>
        <p:pic>
          <p:nvPicPr>
            <p:cNvPr id="86" name="Google Shape;1185;p6"/>
            <p:cNvPicPr preferRelativeResize="0"/>
            <p:nvPr/>
          </p:nvPicPr>
          <p:blipFill rotWithShape="1">
            <a:blip r:embed="rId48">
              <a:alphaModFix/>
            </a:blip>
            <a:srcRect/>
            <a:stretch/>
          </p:blipFill>
          <p:spPr>
            <a:xfrm>
              <a:off x="15914241" y="1200353"/>
              <a:ext cx="12192" cy="4266"/>
            </a:xfrm>
            <a:prstGeom prst="rect">
              <a:avLst/>
            </a:prstGeom>
            <a:noFill/>
            <a:ln>
              <a:noFill/>
            </a:ln>
          </p:spPr>
        </p:pic>
        <p:pic>
          <p:nvPicPr>
            <p:cNvPr id="87" name="Google Shape;1186;p6"/>
            <p:cNvPicPr preferRelativeResize="0"/>
            <p:nvPr/>
          </p:nvPicPr>
          <p:blipFill rotWithShape="1">
            <a:blip r:embed="rId49">
              <a:alphaModFix/>
            </a:blip>
            <a:srcRect/>
            <a:stretch/>
          </p:blipFill>
          <p:spPr>
            <a:xfrm>
              <a:off x="15619221" y="1424419"/>
              <a:ext cx="68835" cy="86803"/>
            </a:xfrm>
            <a:prstGeom prst="rect">
              <a:avLst/>
            </a:prstGeom>
            <a:noFill/>
            <a:ln>
              <a:noFill/>
            </a:ln>
          </p:spPr>
        </p:pic>
        <p:pic>
          <p:nvPicPr>
            <p:cNvPr id="88" name="Google Shape;1187;p6"/>
            <p:cNvPicPr preferRelativeResize="0"/>
            <p:nvPr/>
          </p:nvPicPr>
          <p:blipFill rotWithShape="1">
            <a:blip r:embed="rId30">
              <a:alphaModFix/>
            </a:blip>
            <a:srcRect/>
            <a:stretch/>
          </p:blipFill>
          <p:spPr>
            <a:xfrm>
              <a:off x="15909036" y="1261630"/>
              <a:ext cx="1143" cy="1028"/>
            </a:xfrm>
            <a:prstGeom prst="rect">
              <a:avLst/>
            </a:prstGeom>
            <a:noFill/>
            <a:ln>
              <a:noFill/>
            </a:ln>
          </p:spPr>
        </p:pic>
        <p:pic>
          <p:nvPicPr>
            <p:cNvPr id="89" name="Google Shape;1188;p6"/>
            <p:cNvPicPr preferRelativeResize="0"/>
            <p:nvPr/>
          </p:nvPicPr>
          <p:blipFill rotWithShape="1">
            <a:blip r:embed="rId23">
              <a:alphaModFix/>
            </a:blip>
            <a:srcRect/>
            <a:stretch/>
          </p:blipFill>
          <p:spPr>
            <a:xfrm>
              <a:off x="15915894" y="1250937"/>
              <a:ext cx="9015" cy="7848"/>
            </a:xfrm>
            <a:prstGeom prst="rect">
              <a:avLst/>
            </a:prstGeom>
            <a:noFill/>
            <a:ln>
              <a:noFill/>
            </a:ln>
          </p:spPr>
        </p:pic>
        <p:pic>
          <p:nvPicPr>
            <p:cNvPr id="90" name="Google Shape;1189;p6"/>
            <p:cNvPicPr preferRelativeResize="0"/>
            <p:nvPr/>
          </p:nvPicPr>
          <p:blipFill rotWithShape="1">
            <a:blip r:embed="rId30">
              <a:alphaModFix/>
            </a:blip>
            <a:srcRect/>
            <a:stretch/>
          </p:blipFill>
          <p:spPr>
            <a:xfrm>
              <a:off x="15707866" y="1418919"/>
              <a:ext cx="2158" cy="1435"/>
            </a:xfrm>
            <a:prstGeom prst="rect">
              <a:avLst/>
            </a:prstGeom>
            <a:noFill/>
            <a:ln>
              <a:noFill/>
            </a:ln>
          </p:spPr>
        </p:pic>
        <p:pic>
          <p:nvPicPr>
            <p:cNvPr id="91" name="Google Shape;1190;p6"/>
            <p:cNvPicPr preferRelativeResize="0"/>
            <p:nvPr/>
          </p:nvPicPr>
          <p:blipFill rotWithShape="1">
            <a:blip r:embed="rId22">
              <a:alphaModFix/>
            </a:blip>
            <a:srcRect/>
            <a:stretch/>
          </p:blipFill>
          <p:spPr>
            <a:xfrm>
              <a:off x="15675355" y="1464563"/>
              <a:ext cx="12828" cy="9931"/>
            </a:xfrm>
            <a:prstGeom prst="rect">
              <a:avLst/>
            </a:prstGeom>
            <a:noFill/>
            <a:ln>
              <a:noFill/>
            </a:ln>
          </p:spPr>
        </p:pic>
        <p:pic>
          <p:nvPicPr>
            <p:cNvPr id="92" name="Google Shape;1191;p6"/>
            <p:cNvPicPr preferRelativeResize="0"/>
            <p:nvPr/>
          </p:nvPicPr>
          <p:blipFill rotWithShape="1">
            <a:blip r:embed="rId30">
              <a:alphaModFix/>
            </a:blip>
            <a:srcRect/>
            <a:stretch/>
          </p:blipFill>
          <p:spPr>
            <a:xfrm>
              <a:off x="15673703" y="1459267"/>
              <a:ext cx="634" cy="889"/>
            </a:xfrm>
            <a:prstGeom prst="rect">
              <a:avLst/>
            </a:prstGeom>
            <a:noFill/>
            <a:ln>
              <a:noFill/>
            </a:ln>
          </p:spPr>
        </p:pic>
        <p:pic>
          <p:nvPicPr>
            <p:cNvPr id="93" name="Google Shape;1192;p6"/>
            <p:cNvPicPr preferRelativeResize="0"/>
            <p:nvPr/>
          </p:nvPicPr>
          <p:blipFill rotWithShape="1">
            <a:blip r:embed="rId30">
              <a:alphaModFix/>
            </a:blip>
            <a:srcRect/>
            <a:stretch/>
          </p:blipFill>
          <p:spPr>
            <a:xfrm>
              <a:off x="15725645" y="1400136"/>
              <a:ext cx="1143" cy="1270"/>
            </a:xfrm>
            <a:prstGeom prst="rect">
              <a:avLst/>
            </a:prstGeom>
            <a:noFill/>
            <a:ln>
              <a:noFill/>
            </a:ln>
          </p:spPr>
        </p:pic>
        <p:pic>
          <p:nvPicPr>
            <p:cNvPr id="94" name="Google Shape;1193;p6"/>
            <p:cNvPicPr preferRelativeResize="0"/>
            <p:nvPr/>
          </p:nvPicPr>
          <p:blipFill rotWithShape="1">
            <a:blip r:embed="rId50">
              <a:alphaModFix/>
            </a:blip>
            <a:srcRect/>
            <a:stretch/>
          </p:blipFill>
          <p:spPr>
            <a:xfrm>
              <a:off x="15939136" y="1190789"/>
              <a:ext cx="30605" cy="35103"/>
            </a:xfrm>
            <a:prstGeom prst="rect">
              <a:avLst/>
            </a:prstGeom>
            <a:noFill/>
            <a:ln>
              <a:noFill/>
            </a:ln>
          </p:spPr>
        </p:pic>
        <p:pic>
          <p:nvPicPr>
            <p:cNvPr id="95" name="Google Shape;1194;p6"/>
            <p:cNvPicPr preferRelativeResize="0"/>
            <p:nvPr/>
          </p:nvPicPr>
          <p:blipFill rotWithShape="1">
            <a:blip r:embed="rId30">
              <a:alphaModFix/>
            </a:blip>
            <a:srcRect/>
            <a:stretch/>
          </p:blipFill>
          <p:spPr>
            <a:xfrm>
              <a:off x="15655417" y="1498753"/>
              <a:ext cx="4953" cy="8280"/>
            </a:xfrm>
            <a:prstGeom prst="rect">
              <a:avLst/>
            </a:prstGeom>
            <a:noFill/>
            <a:ln>
              <a:noFill/>
            </a:ln>
          </p:spPr>
        </p:pic>
        <p:pic>
          <p:nvPicPr>
            <p:cNvPr id="96" name="Google Shape;1195;p6"/>
            <p:cNvPicPr preferRelativeResize="0"/>
            <p:nvPr/>
          </p:nvPicPr>
          <p:blipFill rotWithShape="1">
            <a:blip r:embed="rId23">
              <a:alphaModFix/>
            </a:blip>
            <a:srcRect/>
            <a:stretch/>
          </p:blipFill>
          <p:spPr>
            <a:xfrm>
              <a:off x="15684767" y="1425714"/>
              <a:ext cx="5955" cy="2635"/>
            </a:xfrm>
            <a:prstGeom prst="rect">
              <a:avLst/>
            </a:prstGeom>
            <a:noFill/>
            <a:ln>
              <a:noFill/>
            </a:ln>
          </p:spPr>
        </p:pic>
        <p:pic>
          <p:nvPicPr>
            <p:cNvPr id="97" name="Google Shape;1196;p6"/>
            <p:cNvPicPr preferRelativeResize="0"/>
            <p:nvPr/>
          </p:nvPicPr>
          <p:blipFill rotWithShape="1">
            <a:blip r:embed="rId51">
              <a:alphaModFix/>
            </a:blip>
            <a:srcRect/>
            <a:stretch/>
          </p:blipFill>
          <p:spPr>
            <a:xfrm>
              <a:off x="15656434" y="1444103"/>
              <a:ext cx="39496" cy="47854"/>
            </a:xfrm>
            <a:prstGeom prst="rect">
              <a:avLst/>
            </a:prstGeom>
            <a:noFill/>
            <a:ln>
              <a:noFill/>
            </a:ln>
          </p:spPr>
        </p:pic>
        <p:pic>
          <p:nvPicPr>
            <p:cNvPr id="98" name="Google Shape;1197;p6"/>
            <p:cNvPicPr preferRelativeResize="0"/>
            <p:nvPr/>
          </p:nvPicPr>
          <p:blipFill rotWithShape="1">
            <a:blip r:embed="rId52">
              <a:alphaModFix/>
            </a:blip>
            <a:srcRect/>
            <a:stretch/>
          </p:blipFill>
          <p:spPr>
            <a:xfrm>
              <a:off x="15668878" y="1477454"/>
              <a:ext cx="17778" cy="6591"/>
            </a:xfrm>
            <a:prstGeom prst="rect">
              <a:avLst/>
            </a:prstGeom>
            <a:noFill/>
            <a:ln>
              <a:noFill/>
            </a:ln>
          </p:spPr>
        </p:pic>
        <p:pic>
          <p:nvPicPr>
            <p:cNvPr id="99" name="Google Shape;1198;p6"/>
            <p:cNvPicPr preferRelativeResize="0"/>
            <p:nvPr/>
          </p:nvPicPr>
          <p:blipFill rotWithShape="1">
            <a:blip r:embed="rId23">
              <a:alphaModFix/>
            </a:blip>
            <a:srcRect/>
            <a:stretch/>
          </p:blipFill>
          <p:spPr>
            <a:xfrm>
              <a:off x="15680053" y="1459573"/>
              <a:ext cx="8638" cy="4280"/>
            </a:xfrm>
            <a:prstGeom prst="rect">
              <a:avLst/>
            </a:prstGeom>
            <a:noFill/>
            <a:ln>
              <a:noFill/>
            </a:ln>
          </p:spPr>
        </p:pic>
        <p:pic>
          <p:nvPicPr>
            <p:cNvPr id="100" name="Google Shape;1199;p6"/>
            <p:cNvPicPr preferRelativeResize="0"/>
            <p:nvPr/>
          </p:nvPicPr>
          <p:blipFill rotWithShape="1">
            <a:blip r:embed="rId26">
              <a:alphaModFix/>
            </a:blip>
            <a:srcRect/>
            <a:stretch/>
          </p:blipFill>
          <p:spPr>
            <a:xfrm>
              <a:off x="15669387" y="1490953"/>
              <a:ext cx="381" cy="520"/>
            </a:xfrm>
            <a:prstGeom prst="rect">
              <a:avLst/>
            </a:prstGeom>
            <a:noFill/>
            <a:ln>
              <a:noFill/>
            </a:ln>
          </p:spPr>
        </p:pic>
        <p:pic>
          <p:nvPicPr>
            <p:cNvPr id="101" name="Google Shape;1200;p6"/>
            <p:cNvPicPr preferRelativeResize="0"/>
            <p:nvPr/>
          </p:nvPicPr>
          <p:blipFill rotWithShape="1">
            <a:blip r:embed="rId23">
              <a:alphaModFix/>
            </a:blip>
            <a:srcRect/>
            <a:stretch/>
          </p:blipFill>
          <p:spPr>
            <a:xfrm>
              <a:off x="15651606" y="1493113"/>
              <a:ext cx="5715" cy="4977"/>
            </a:xfrm>
            <a:prstGeom prst="rect">
              <a:avLst/>
            </a:prstGeom>
            <a:noFill/>
            <a:ln>
              <a:noFill/>
            </a:ln>
          </p:spPr>
        </p:pic>
        <p:pic>
          <p:nvPicPr>
            <p:cNvPr id="102" name="Google Shape;1201;p6"/>
            <p:cNvPicPr preferRelativeResize="0"/>
            <p:nvPr/>
          </p:nvPicPr>
          <p:blipFill rotWithShape="1">
            <a:blip r:embed="rId23">
              <a:alphaModFix/>
            </a:blip>
            <a:srcRect/>
            <a:stretch/>
          </p:blipFill>
          <p:spPr>
            <a:xfrm>
              <a:off x="15631794" y="1498486"/>
              <a:ext cx="6730" cy="3251"/>
            </a:xfrm>
            <a:prstGeom prst="rect">
              <a:avLst/>
            </a:prstGeom>
            <a:noFill/>
            <a:ln>
              <a:noFill/>
            </a:ln>
          </p:spPr>
        </p:pic>
        <p:pic>
          <p:nvPicPr>
            <p:cNvPr id="103" name="Google Shape;1202;p6"/>
            <p:cNvPicPr preferRelativeResize="0"/>
            <p:nvPr/>
          </p:nvPicPr>
          <p:blipFill rotWithShape="1">
            <a:blip r:embed="rId30">
              <a:alphaModFix/>
            </a:blip>
            <a:srcRect/>
            <a:stretch/>
          </p:blipFill>
          <p:spPr>
            <a:xfrm>
              <a:off x="15664187" y="1472095"/>
              <a:ext cx="1771" cy="2107"/>
            </a:xfrm>
            <a:prstGeom prst="rect">
              <a:avLst/>
            </a:prstGeom>
            <a:noFill/>
            <a:ln>
              <a:noFill/>
            </a:ln>
          </p:spPr>
        </p:pic>
        <p:pic>
          <p:nvPicPr>
            <p:cNvPr id="104" name="Google Shape;1203;p6"/>
            <p:cNvPicPr preferRelativeResize="0"/>
            <p:nvPr/>
          </p:nvPicPr>
          <p:blipFill rotWithShape="1">
            <a:blip r:embed="rId31">
              <a:alphaModFix/>
            </a:blip>
            <a:srcRect/>
            <a:stretch/>
          </p:blipFill>
          <p:spPr>
            <a:xfrm>
              <a:off x="15706091" y="1456893"/>
              <a:ext cx="506" cy="1969"/>
            </a:xfrm>
            <a:prstGeom prst="rect">
              <a:avLst/>
            </a:prstGeom>
            <a:noFill/>
            <a:ln>
              <a:noFill/>
            </a:ln>
          </p:spPr>
        </p:pic>
        <p:pic>
          <p:nvPicPr>
            <p:cNvPr id="105" name="Google Shape;1204;p6"/>
            <p:cNvPicPr preferRelativeResize="0"/>
            <p:nvPr/>
          </p:nvPicPr>
          <p:blipFill rotWithShape="1">
            <a:blip r:embed="rId27">
              <a:alphaModFix/>
            </a:blip>
            <a:srcRect/>
            <a:stretch/>
          </p:blipFill>
          <p:spPr>
            <a:xfrm>
              <a:off x="15656942" y="1470773"/>
              <a:ext cx="17016" cy="21108"/>
            </a:xfrm>
            <a:prstGeom prst="rect">
              <a:avLst/>
            </a:prstGeom>
            <a:noFill/>
            <a:ln>
              <a:noFill/>
            </a:ln>
          </p:spPr>
        </p:pic>
        <p:pic>
          <p:nvPicPr>
            <p:cNvPr id="106" name="Google Shape;1205;p6"/>
            <p:cNvPicPr preferRelativeResize="0"/>
            <p:nvPr/>
          </p:nvPicPr>
          <p:blipFill rotWithShape="1">
            <a:blip r:embed="rId30">
              <a:alphaModFix/>
            </a:blip>
            <a:srcRect/>
            <a:stretch/>
          </p:blipFill>
          <p:spPr>
            <a:xfrm>
              <a:off x="15715488" y="1411998"/>
              <a:ext cx="381" cy="444"/>
            </a:xfrm>
            <a:prstGeom prst="rect">
              <a:avLst/>
            </a:prstGeom>
            <a:noFill/>
            <a:ln>
              <a:noFill/>
            </a:ln>
          </p:spPr>
        </p:pic>
        <p:pic>
          <p:nvPicPr>
            <p:cNvPr id="107" name="Google Shape;1206;p6"/>
            <p:cNvPicPr preferRelativeResize="0"/>
            <p:nvPr/>
          </p:nvPicPr>
          <p:blipFill rotWithShape="1">
            <a:blip r:embed="rId30">
              <a:alphaModFix/>
            </a:blip>
            <a:srcRect/>
            <a:stretch/>
          </p:blipFill>
          <p:spPr>
            <a:xfrm>
              <a:off x="15712057" y="1431912"/>
              <a:ext cx="2412" cy="2946"/>
            </a:xfrm>
            <a:prstGeom prst="rect">
              <a:avLst/>
            </a:prstGeom>
            <a:noFill/>
            <a:ln>
              <a:noFill/>
            </a:ln>
          </p:spPr>
        </p:pic>
        <p:pic>
          <p:nvPicPr>
            <p:cNvPr id="108" name="Google Shape;1207;p6"/>
            <p:cNvPicPr preferRelativeResize="0"/>
            <p:nvPr/>
          </p:nvPicPr>
          <p:blipFill rotWithShape="1">
            <a:blip r:embed="rId30">
              <a:alphaModFix/>
            </a:blip>
            <a:srcRect/>
            <a:stretch/>
          </p:blipFill>
          <p:spPr>
            <a:xfrm>
              <a:off x="15675228" y="1439290"/>
              <a:ext cx="4826" cy="4927"/>
            </a:xfrm>
            <a:prstGeom prst="rect">
              <a:avLst/>
            </a:prstGeom>
            <a:noFill/>
            <a:ln>
              <a:noFill/>
            </a:ln>
          </p:spPr>
        </p:pic>
        <p:pic>
          <p:nvPicPr>
            <p:cNvPr id="109" name="Google Shape;1208;p6"/>
            <p:cNvPicPr preferRelativeResize="0"/>
            <p:nvPr/>
          </p:nvPicPr>
          <p:blipFill rotWithShape="1">
            <a:blip r:embed="rId23">
              <a:alphaModFix/>
            </a:blip>
            <a:srcRect/>
            <a:stretch/>
          </p:blipFill>
          <p:spPr>
            <a:xfrm>
              <a:off x="15727806" y="1371777"/>
              <a:ext cx="6349" cy="6616"/>
            </a:xfrm>
            <a:prstGeom prst="rect">
              <a:avLst/>
            </a:prstGeom>
            <a:noFill/>
            <a:ln>
              <a:noFill/>
            </a:ln>
          </p:spPr>
        </p:pic>
        <p:pic>
          <p:nvPicPr>
            <p:cNvPr id="110" name="Google Shape;1209;p6"/>
            <p:cNvPicPr preferRelativeResize="0"/>
            <p:nvPr/>
          </p:nvPicPr>
          <p:blipFill rotWithShape="1">
            <a:blip r:embed="rId26">
              <a:alphaModFix/>
            </a:blip>
            <a:srcRect/>
            <a:stretch/>
          </p:blipFill>
          <p:spPr>
            <a:xfrm>
              <a:off x="15649828" y="1507413"/>
              <a:ext cx="380" cy="431"/>
            </a:xfrm>
            <a:prstGeom prst="rect">
              <a:avLst/>
            </a:prstGeom>
            <a:noFill/>
            <a:ln>
              <a:noFill/>
            </a:ln>
          </p:spPr>
        </p:pic>
        <p:pic>
          <p:nvPicPr>
            <p:cNvPr id="111" name="Google Shape;1210;p6"/>
            <p:cNvPicPr preferRelativeResize="0"/>
            <p:nvPr/>
          </p:nvPicPr>
          <p:blipFill rotWithShape="1">
            <a:blip r:embed="rId53">
              <a:alphaModFix/>
            </a:blip>
            <a:srcRect/>
            <a:stretch/>
          </p:blipFill>
          <p:spPr>
            <a:xfrm>
              <a:off x="15643097" y="1430021"/>
              <a:ext cx="72643" cy="68173"/>
            </a:xfrm>
            <a:prstGeom prst="rect">
              <a:avLst/>
            </a:prstGeom>
            <a:noFill/>
            <a:ln>
              <a:noFill/>
            </a:ln>
          </p:spPr>
        </p:pic>
        <p:pic>
          <p:nvPicPr>
            <p:cNvPr id="112" name="Google Shape;1211;p6"/>
            <p:cNvPicPr preferRelativeResize="0"/>
            <p:nvPr/>
          </p:nvPicPr>
          <p:blipFill rotWithShape="1">
            <a:blip r:embed="rId54">
              <a:alphaModFix/>
            </a:blip>
            <a:srcRect/>
            <a:stretch/>
          </p:blipFill>
          <p:spPr>
            <a:xfrm>
              <a:off x="15646146" y="1421586"/>
              <a:ext cx="64895" cy="73330"/>
            </a:xfrm>
            <a:prstGeom prst="rect">
              <a:avLst/>
            </a:prstGeom>
            <a:noFill/>
            <a:ln>
              <a:noFill/>
            </a:ln>
          </p:spPr>
        </p:pic>
        <p:pic>
          <p:nvPicPr>
            <p:cNvPr id="113" name="Google Shape;1212;p6"/>
            <p:cNvPicPr preferRelativeResize="0"/>
            <p:nvPr/>
          </p:nvPicPr>
          <p:blipFill rotWithShape="1">
            <a:blip r:embed="rId30">
              <a:alphaModFix/>
            </a:blip>
            <a:srcRect/>
            <a:stretch/>
          </p:blipFill>
          <p:spPr>
            <a:xfrm>
              <a:off x="15847439" y="1259954"/>
              <a:ext cx="507" cy="431"/>
            </a:xfrm>
            <a:prstGeom prst="rect">
              <a:avLst/>
            </a:prstGeom>
            <a:noFill/>
            <a:ln>
              <a:noFill/>
            </a:ln>
          </p:spPr>
        </p:pic>
        <p:pic>
          <p:nvPicPr>
            <p:cNvPr id="114" name="Google Shape;1213;p6"/>
            <p:cNvPicPr preferRelativeResize="0"/>
            <p:nvPr/>
          </p:nvPicPr>
          <p:blipFill rotWithShape="1">
            <a:blip r:embed="rId55">
              <a:alphaModFix/>
            </a:blip>
            <a:srcRect/>
            <a:stretch/>
          </p:blipFill>
          <p:spPr>
            <a:xfrm>
              <a:off x="15867506" y="1222285"/>
              <a:ext cx="21590" cy="22937"/>
            </a:xfrm>
            <a:prstGeom prst="rect">
              <a:avLst/>
            </a:prstGeom>
            <a:noFill/>
            <a:ln>
              <a:noFill/>
            </a:ln>
          </p:spPr>
        </p:pic>
        <p:pic>
          <p:nvPicPr>
            <p:cNvPr id="115" name="Google Shape;1214;p6"/>
            <p:cNvPicPr preferRelativeResize="0"/>
            <p:nvPr/>
          </p:nvPicPr>
          <p:blipFill rotWithShape="1">
            <a:blip r:embed="rId41">
              <a:alphaModFix/>
            </a:blip>
            <a:srcRect/>
            <a:stretch/>
          </p:blipFill>
          <p:spPr>
            <a:xfrm>
              <a:off x="15671038" y="1452854"/>
              <a:ext cx="13716" cy="10451"/>
            </a:xfrm>
            <a:prstGeom prst="rect">
              <a:avLst/>
            </a:prstGeom>
            <a:noFill/>
            <a:ln>
              <a:noFill/>
            </a:ln>
          </p:spPr>
        </p:pic>
        <p:pic>
          <p:nvPicPr>
            <p:cNvPr id="116" name="Google Shape;1215;p6"/>
            <p:cNvPicPr preferRelativeResize="0"/>
            <p:nvPr/>
          </p:nvPicPr>
          <p:blipFill rotWithShape="1">
            <a:blip r:embed="rId30">
              <a:alphaModFix/>
            </a:blip>
            <a:srcRect/>
            <a:stretch/>
          </p:blipFill>
          <p:spPr>
            <a:xfrm>
              <a:off x="15720695" y="1412227"/>
              <a:ext cx="380" cy="406"/>
            </a:xfrm>
            <a:prstGeom prst="rect">
              <a:avLst/>
            </a:prstGeom>
            <a:noFill/>
            <a:ln>
              <a:noFill/>
            </a:ln>
          </p:spPr>
        </p:pic>
        <p:pic>
          <p:nvPicPr>
            <p:cNvPr id="117" name="Google Shape;1216;p6"/>
            <p:cNvPicPr preferRelativeResize="0"/>
            <p:nvPr/>
          </p:nvPicPr>
          <p:blipFill rotWithShape="1">
            <a:blip r:embed="rId41">
              <a:alphaModFix/>
            </a:blip>
            <a:srcRect/>
            <a:stretch/>
          </p:blipFill>
          <p:spPr>
            <a:xfrm>
              <a:off x="15703042" y="1453451"/>
              <a:ext cx="6824" cy="8280"/>
            </a:xfrm>
            <a:prstGeom prst="rect">
              <a:avLst/>
            </a:prstGeom>
            <a:noFill/>
            <a:ln>
              <a:noFill/>
            </a:ln>
          </p:spPr>
        </p:pic>
        <p:pic>
          <p:nvPicPr>
            <p:cNvPr id="118" name="Google Shape;1217;p6"/>
            <p:cNvPicPr preferRelativeResize="0"/>
            <p:nvPr/>
          </p:nvPicPr>
          <p:blipFill rotWithShape="1">
            <a:blip r:embed="rId30">
              <a:alphaModFix/>
            </a:blip>
            <a:srcRect/>
            <a:stretch/>
          </p:blipFill>
          <p:spPr>
            <a:xfrm>
              <a:off x="15743427" y="1388706"/>
              <a:ext cx="1779" cy="1498"/>
            </a:xfrm>
            <a:prstGeom prst="rect">
              <a:avLst/>
            </a:prstGeom>
            <a:noFill/>
            <a:ln>
              <a:noFill/>
            </a:ln>
          </p:spPr>
        </p:pic>
        <p:pic>
          <p:nvPicPr>
            <p:cNvPr id="119" name="Google Shape;1218;p6"/>
            <p:cNvPicPr preferRelativeResize="0"/>
            <p:nvPr/>
          </p:nvPicPr>
          <p:blipFill rotWithShape="1">
            <a:blip r:embed="rId30">
              <a:alphaModFix/>
            </a:blip>
            <a:srcRect/>
            <a:stretch/>
          </p:blipFill>
          <p:spPr>
            <a:xfrm>
              <a:off x="15921353" y="1232217"/>
              <a:ext cx="253" cy="254"/>
            </a:xfrm>
            <a:prstGeom prst="rect">
              <a:avLst/>
            </a:prstGeom>
            <a:noFill/>
            <a:ln>
              <a:noFill/>
            </a:ln>
          </p:spPr>
        </p:pic>
        <p:sp>
          <p:nvSpPr>
            <p:cNvPr id="120" name="Google Shape;1219;p6"/>
            <p:cNvSpPr/>
            <p:nvPr/>
          </p:nvSpPr>
          <p:spPr>
            <a:xfrm>
              <a:off x="7162076" y="957783"/>
              <a:ext cx="2740660" cy="891540"/>
            </a:xfrm>
            <a:custGeom>
              <a:avLst/>
              <a:gdLst/>
              <a:ahLst/>
              <a:cxnLst/>
              <a:rect l="l" t="t" r="r" b="b"/>
              <a:pathLst>
                <a:path w="2740659" h="891539" extrusionOk="0">
                  <a:moveTo>
                    <a:pt x="2740177" y="0"/>
                  </a:moveTo>
                  <a:lnTo>
                    <a:pt x="2283434" y="136270"/>
                  </a:lnTo>
                  <a:lnTo>
                    <a:pt x="1826691" y="0"/>
                  </a:lnTo>
                  <a:lnTo>
                    <a:pt x="1370012" y="136270"/>
                  </a:lnTo>
                  <a:lnTo>
                    <a:pt x="913333" y="0"/>
                  </a:lnTo>
                  <a:lnTo>
                    <a:pt x="456653" y="136270"/>
                  </a:lnTo>
                  <a:lnTo>
                    <a:pt x="0" y="0"/>
                  </a:lnTo>
                  <a:lnTo>
                    <a:pt x="0" y="754811"/>
                  </a:lnTo>
                  <a:lnTo>
                    <a:pt x="456653" y="891070"/>
                  </a:lnTo>
                  <a:lnTo>
                    <a:pt x="913333" y="754811"/>
                  </a:lnTo>
                  <a:lnTo>
                    <a:pt x="1370012" y="891070"/>
                  </a:lnTo>
                  <a:lnTo>
                    <a:pt x="1826691" y="754811"/>
                  </a:lnTo>
                  <a:lnTo>
                    <a:pt x="2283434" y="891070"/>
                  </a:lnTo>
                  <a:lnTo>
                    <a:pt x="2740177" y="754811"/>
                  </a:lnTo>
                  <a:lnTo>
                    <a:pt x="2740177" y="0"/>
                  </a:lnTo>
                  <a:close/>
                </a:path>
              </a:pathLst>
            </a:custGeom>
            <a:solidFill>
              <a:srgbClr val="009733">
                <a:alpha val="33725"/>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21" name="Google Shape;1220;p6"/>
            <p:cNvSpPr/>
            <p:nvPr/>
          </p:nvSpPr>
          <p:spPr>
            <a:xfrm>
              <a:off x="11862388" y="8872313"/>
              <a:ext cx="1170940" cy="881380"/>
            </a:xfrm>
            <a:custGeom>
              <a:avLst/>
              <a:gdLst/>
              <a:ahLst/>
              <a:cxnLst/>
              <a:rect l="l" t="t" r="r" b="b"/>
              <a:pathLst>
                <a:path w="1170940" h="881379" extrusionOk="0">
                  <a:moveTo>
                    <a:pt x="585291" y="0"/>
                  </a:moveTo>
                  <a:lnTo>
                    <a:pt x="0" y="881287"/>
                  </a:lnTo>
                  <a:lnTo>
                    <a:pt x="1170568" y="881287"/>
                  </a:lnTo>
                  <a:lnTo>
                    <a:pt x="585291" y="0"/>
                  </a:lnTo>
                  <a:close/>
                </a:path>
              </a:pathLst>
            </a:custGeom>
            <a:solidFill>
              <a:srgbClr val="ECB31F">
                <a:alpha val="45882"/>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22" name="Google Shape;1221;p6"/>
            <p:cNvSpPr/>
            <p:nvPr/>
          </p:nvSpPr>
          <p:spPr>
            <a:xfrm>
              <a:off x="1596999" y="903820"/>
              <a:ext cx="2660015" cy="1330325"/>
            </a:xfrm>
            <a:custGeom>
              <a:avLst/>
              <a:gdLst/>
              <a:ahLst/>
              <a:cxnLst/>
              <a:rect l="l" t="t" r="r" b="b"/>
              <a:pathLst>
                <a:path w="2660015" h="1330325" extrusionOk="0">
                  <a:moveTo>
                    <a:pt x="1330045" y="0"/>
                  </a:moveTo>
                  <a:lnTo>
                    <a:pt x="1281283" y="877"/>
                  </a:lnTo>
                  <a:lnTo>
                    <a:pt x="1232962" y="3488"/>
                  </a:lnTo>
                  <a:lnTo>
                    <a:pt x="1185115" y="7803"/>
                  </a:lnTo>
                  <a:lnTo>
                    <a:pt x="1137769" y="13793"/>
                  </a:lnTo>
                  <a:lnTo>
                    <a:pt x="1090957" y="21426"/>
                  </a:lnTo>
                  <a:lnTo>
                    <a:pt x="1044706" y="30674"/>
                  </a:lnTo>
                  <a:lnTo>
                    <a:pt x="999049" y="41506"/>
                  </a:lnTo>
                  <a:lnTo>
                    <a:pt x="954014" y="53891"/>
                  </a:lnTo>
                  <a:lnTo>
                    <a:pt x="909632" y="67801"/>
                  </a:lnTo>
                  <a:lnTo>
                    <a:pt x="865932" y="83204"/>
                  </a:lnTo>
                  <a:lnTo>
                    <a:pt x="822945" y="100071"/>
                  </a:lnTo>
                  <a:lnTo>
                    <a:pt x="780701" y="118372"/>
                  </a:lnTo>
                  <a:lnTo>
                    <a:pt x="739230" y="138077"/>
                  </a:lnTo>
                  <a:lnTo>
                    <a:pt x="698562" y="159155"/>
                  </a:lnTo>
                  <a:lnTo>
                    <a:pt x="658727" y="181577"/>
                  </a:lnTo>
                  <a:lnTo>
                    <a:pt x="619755" y="205313"/>
                  </a:lnTo>
                  <a:lnTo>
                    <a:pt x="581675" y="230332"/>
                  </a:lnTo>
                  <a:lnTo>
                    <a:pt x="544519" y="256605"/>
                  </a:lnTo>
                  <a:lnTo>
                    <a:pt x="508316" y="284101"/>
                  </a:lnTo>
                  <a:lnTo>
                    <a:pt x="473096" y="312790"/>
                  </a:lnTo>
                  <a:lnTo>
                    <a:pt x="438890" y="342643"/>
                  </a:lnTo>
                  <a:lnTo>
                    <a:pt x="405726" y="373630"/>
                  </a:lnTo>
                  <a:lnTo>
                    <a:pt x="373636" y="405720"/>
                  </a:lnTo>
                  <a:lnTo>
                    <a:pt x="342649" y="438883"/>
                  </a:lnTo>
                  <a:lnTo>
                    <a:pt x="312796" y="473089"/>
                  </a:lnTo>
                  <a:lnTo>
                    <a:pt x="284106" y="508308"/>
                  </a:lnTo>
                  <a:lnTo>
                    <a:pt x="256609" y="544511"/>
                  </a:lnTo>
                  <a:lnTo>
                    <a:pt x="230336" y="581667"/>
                  </a:lnTo>
                  <a:lnTo>
                    <a:pt x="205316" y="619746"/>
                  </a:lnTo>
                  <a:lnTo>
                    <a:pt x="181580" y="658717"/>
                  </a:lnTo>
                  <a:lnTo>
                    <a:pt x="159158" y="698552"/>
                  </a:lnTo>
                  <a:lnTo>
                    <a:pt x="138079" y="739220"/>
                  </a:lnTo>
                  <a:lnTo>
                    <a:pt x="118374" y="780691"/>
                  </a:lnTo>
                  <a:lnTo>
                    <a:pt x="100073" y="822935"/>
                  </a:lnTo>
                  <a:lnTo>
                    <a:pt x="83206" y="865921"/>
                  </a:lnTo>
                  <a:lnTo>
                    <a:pt x="67802" y="909620"/>
                  </a:lnTo>
                  <a:lnTo>
                    <a:pt x="53892" y="954002"/>
                  </a:lnTo>
                  <a:lnTo>
                    <a:pt x="41507" y="999037"/>
                  </a:lnTo>
                  <a:lnTo>
                    <a:pt x="30675" y="1044694"/>
                  </a:lnTo>
                  <a:lnTo>
                    <a:pt x="21427" y="1090944"/>
                  </a:lnTo>
                  <a:lnTo>
                    <a:pt x="13793" y="1137757"/>
                  </a:lnTo>
                  <a:lnTo>
                    <a:pt x="7804" y="1185102"/>
                  </a:lnTo>
                  <a:lnTo>
                    <a:pt x="3488" y="1232950"/>
                  </a:lnTo>
                  <a:lnTo>
                    <a:pt x="877" y="1281270"/>
                  </a:lnTo>
                  <a:lnTo>
                    <a:pt x="0" y="1330032"/>
                  </a:lnTo>
                  <a:lnTo>
                    <a:pt x="810488" y="1330032"/>
                  </a:lnTo>
                  <a:lnTo>
                    <a:pt x="812611" y="1282743"/>
                  </a:lnTo>
                  <a:lnTo>
                    <a:pt x="818859" y="1236646"/>
                  </a:lnTo>
                  <a:lnTo>
                    <a:pt x="829047" y="1191923"/>
                  </a:lnTo>
                  <a:lnTo>
                    <a:pt x="842993" y="1148758"/>
                  </a:lnTo>
                  <a:lnTo>
                    <a:pt x="860513" y="1107334"/>
                  </a:lnTo>
                  <a:lnTo>
                    <a:pt x="881423" y="1067835"/>
                  </a:lnTo>
                  <a:lnTo>
                    <a:pt x="905540" y="1030443"/>
                  </a:lnTo>
                  <a:lnTo>
                    <a:pt x="932681" y="995341"/>
                  </a:lnTo>
                  <a:lnTo>
                    <a:pt x="962663" y="962713"/>
                  </a:lnTo>
                  <a:lnTo>
                    <a:pt x="995301" y="932743"/>
                  </a:lnTo>
                  <a:lnTo>
                    <a:pt x="1030413" y="905612"/>
                  </a:lnTo>
                  <a:lnTo>
                    <a:pt x="1067815" y="881504"/>
                  </a:lnTo>
                  <a:lnTo>
                    <a:pt x="1107323" y="860603"/>
                  </a:lnTo>
                  <a:lnTo>
                    <a:pt x="1148755" y="843091"/>
                  </a:lnTo>
                  <a:lnTo>
                    <a:pt x="1191926" y="829152"/>
                  </a:lnTo>
                  <a:lnTo>
                    <a:pt x="1236654" y="818969"/>
                  </a:lnTo>
                  <a:lnTo>
                    <a:pt x="1282755" y="812725"/>
                  </a:lnTo>
                  <a:lnTo>
                    <a:pt x="1330045" y="810602"/>
                  </a:lnTo>
                  <a:lnTo>
                    <a:pt x="1377313" y="812725"/>
                  </a:lnTo>
                  <a:lnTo>
                    <a:pt x="1423395" y="818969"/>
                  </a:lnTo>
                  <a:lnTo>
                    <a:pt x="1468105" y="829152"/>
                  </a:lnTo>
                  <a:lnTo>
                    <a:pt x="1511262" y="843091"/>
                  </a:lnTo>
                  <a:lnTo>
                    <a:pt x="1552680" y="860603"/>
                  </a:lnTo>
                  <a:lnTo>
                    <a:pt x="1592177" y="881504"/>
                  </a:lnTo>
                  <a:lnTo>
                    <a:pt x="1629570" y="905612"/>
                  </a:lnTo>
                  <a:lnTo>
                    <a:pt x="1664673" y="932743"/>
                  </a:lnTo>
                  <a:lnTo>
                    <a:pt x="1697305" y="962713"/>
                  </a:lnTo>
                  <a:lnTo>
                    <a:pt x="1727282" y="995341"/>
                  </a:lnTo>
                  <a:lnTo>
                    <a:pt x="1754419" y="1030443"/>
                  </a:lnTo>
                  <a:lnTo>
                    <a:pt x="1778533" y="1067835"/>
                  </a:lnTo>
                  <a:lnTo>
                    <a:pt x="1799441" y="1107334"/>
                  </a:lnTo>
                  <a:lnTo>
                    <a:pt x="1816959" y="1148758"/>
                  </a:lnTo>
                  <a:lnTo>
                    <a:pt x="1830904" y="1191923"/>
                  </a:lnTo>
                  <a:lnTo>
                    <a:pt x="1841092" y="1236646"/>
                  </a:lnTo>
                  <a:lnTo>
                    <a:pt x="1847339" y="1282743"/>
                  </a:lnTo>
                  <a:lnTo>
                    <a:pt x="1849462" y="1330032"/>
                  </a:lnTo>
                  <a:lnTo>
                    <a:pt x="2659951" y="1330032"/>
                  </a:lnTo>
                  <a:lnTo>
                    <a:pt x="2659074" y="1281270"/>
                  </a:lnTo>
                  <a:lnTo>
                    <a:pt x="2656463" y="1232950"/>
                  </a:lnTo>
                  <a:lnTo>
                    <a:pt x="2652147" y="1185102"/>
                  </a:lnTo>
                  <a:lnTo>
                    <a:pt x="2646157" y="1137757"/>
                  </a:lnTo>
                  <a:lnTo>
                    <a:pt x="2638524" y="1090944"/>
                  </a:lnTo>
                  <a:lnTo>
                    <a:pt x="2629276" y="1044694"/>
                  </a:lnTo>
                  <a:lnTo>
                    <a:pt x="2618444" y="999037"/>
                  </a:lnTo>
                  <a:lnTo>
                    <a:pt x="2606059" y="954002"/>
                  </a:lnTo>
                  <a:lnTo>
                    <a:pt x="2592150" y="909620"/>
                  </a:lnTo>
                  <a:lnTo>
                    <a:pt x="2576746" y="865921"/>
                  </a:lnTo>
                  <a:lnTo>
                    <a:pt x="2559879" y="822935"/>
                  </a:lnTo>
                  <a:lnTo>
                    <a:pt x="2541579" y="780691"/>
                  </a:lnTo>
                  <a:lnTo>
                    <a:pt x="2521875" y="739220"/>
                  </a:lnTo>
                  <a:lnTo>
                    <a:pt x="2500797" y="698552"/>
                  </a:lnTo>
                  <a:lnTo>
                    <a:pt x="2478375" y="658717"/>
                  </a:lnTo>
                  <a:lnTo>
                    <a:pt x="2454640" y="619746"/>
                  </a:lnTo>
                  <a:lnTo>
                    <a:pt x="2429622" y="581667"/>
                  </a:lnTo>
                  <a:lnTo>
                    <a:pt x="2403350" y="544511"/>
                  </a:lnTo>
                  <a:lnTo>
                    <a:pt x="2375855" y="508308"/>
                  </a:lnTo>
                  <a:lnTo>
                    <a:pt x="2347167" y="473089"/>
                  </a:lnTo>
                  <a:lnTo>
                    <a:pt x="2317316" y="438883"/>
                  </a:lnTo>
                  <a:lnTo>
                    <a:pt x="2286331" y="405720"/>
                  </a:lnTo>
                  <a:lnTo>
                    <a:pt x="2254243" y="373630"/>
                  </a:lnTo>
                  <a:lnTo>
                    <a:pt x="2221082" y="342643"/>
                  </a:lnTo>
                  <a:lnTo>
                    <a:pt x="2186878" y="312790"/>
                  </a:lnTo>
                  <a:lnTo>
                    <a:pt x="2151661" y="284101"/>
                  </a:lnTo>
                  <a:lnTo>
                    <a:pt x="2115461" y="256605"/>
                  </a:lnTo>
                  <a:lnTo>
                    <a:pt x="2078309" y="230332"/>
                  </a:lnTo>
                  <a:lnTo>
                    <a:pt x="2040233" y="205313"/>
                  </a:lnTo>
                  <a:lnTo>
                    <a:pt x="2001265" y="181577"/>
                  </a:lnTo>
                  <a:lnTo>
                    <a:pt x="1961434" y="159155"/>
                  </a:lnTo>
                  <a:lnTo>
                    <a:pt x="1920770" y="138077"/>
                  </a:lnTo>
                  <a:lnTo>
                    <a:pt x="1879304" y="118372"/>
                  </a:lnTo>
                  <a:lnTo>
                    <a:pt x="1837065" y="100071"/>
                  </a:lnTo>
                  <a:lnTo>
                    <a:pt x="1794084" y="83204"/>
                  </a:lnTo>
                  <a:lnTo>
                    <a:pt x="1750390" y="67801"/>
                  </a:lnTo>
                  <a:lnTo>
                    <a:pt x="1706014" y="53891"/>
                  </a:lnTo>
                  <a:lnTo>
                    <a:pt x="1660986" y="41506"/>
                  </a:lnTo>
                  <a:lnTo>
                    <a:pt x="1615335" y="30674"/>
                  </a:lnTo>
                  <a:lnTo>
                    <a:pt x="1569092" y="21426"/>
                  </a:lnTo>
                  <a:lnTo>
                    <a:pt x="1522287" y="13793"/>
                  </a:lnTo>
                  <a:lnTo>
                    <a:pt x="1474949" y="7803"/>
                  </a:lnTo>
                  <a:lnTo>
                    <a:pt x="1427110" y="3488"/>
                  </a:lnTo>
                  <a:lnTo>
                    <a:pt x="1378799" y="877"/>
                  </a:lnTo>
                  <a:lnTo>
                    <a:pt x="1330045" y="0"/>
                  </a:lnTo>
                  <a:close/>
                </a:path>
              </a:pathLst>
            </a:custGeom>
            <a:solidFill>
              <a:srgbClr val="E3702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23" name="Google Shape;1222;p6"/>
            <p:cNvSpPr/>
            <p:nvPr/>
          </p:nvSpPr>
          <p:spPr>
            <a:xfrm>
              <a:off x="5283504" y="9293704"/>
              <a:ext cx="1797050" cy="460375"/>
            </a:xfrm>
            <a:custGeom>
              <a:avLst/>
              <a:gdLst/>
              <a:ahLst/>
              <a:cxnLst/>
              <a:rect l="l" t="t" r="r" b="b"/>
              <a:pathLst>
                <a:path w="1797050" h="460375" extrusionOk="0">
                  <a:moveTo>
                    <a:pt x="927000" y="0"/>
                  </a:moveTo>
                  <a:lnTo>
                    <a:pt x="869668" y="0"/>
                  </a:lnTo>
                  <a:lnTo>
                    <a:pt x="812440" y="830"/>
                  </a:lnTo>
                  <a:lnTo>
                    <a:pt x="755523" y="2490"/>
                  </a:lnTo>
                  <a:lnTo>
                    <a:pt x="699126" y="4980"/>
                  </a:lnTo>
                  <a:lnTo>
                    <a:pt x="643455" y="8300"/>
                  </a:lnTo>
                  <a:lnTo>
                    <a:pt x="588719" y="12451"/>
                  </a:lnTo>
                  <a:lnTo>
                    <a:pt x="535125" y="17431"/>
                  </a:lnTo>
                  <a:lnTo>
                    <a:pt x="482881" y="23242"/>
                  </a:lnTo>
                  <a:lnTo>
                    <a:pt x="432195" y="29883"/>
                  </a:lnTo>
                  <a:lnTo>
                    <a:pt x="383273" y="37354"/>
                  </a:lnTo>
                  <a:lnTo>
                    <a:pt x="336324" y="45655"/>
                  </a:lnTo>
                  <a:lnTo>
                    <a:pt x="291556" y="54786"/>
                  </a:lnTo>
                  <a:lnTo>
                    <a:pt x="249176" y="64747"/>
                  </a:lnTo>
                  <a:lnTo>
                    <a:pt x="209391" y="75538"/>
                  </a:lnTo>
                  <a:lnTo>
                    <a:pt x="172410" y="87159"/>
                  </a:lnTo>
                  <a:lnTo>
                    <a:pt x="107689" y="112892"/>
                  </a:lnTo>
                  <a:lnTo>
                    <a:pt x="56674" y="141946"/>
                  </a:lnTo>
                  <a:lnTo>
                    <a:pt x="21025" y="174319"/>
                  </a:lnTo>
                  <a:lnTo>
                    <a:pt x="2405" y="210013"/>
                  </a:lnTo>
                  <a:lnTo>
                    <a:pt x="0" y="229104"/>
                  </a:lnTo>
                  <a:lnTo>
                    <a:pt x="0" y="459895"/>
                  </a:lnTo>
                  <a:lnTo>
                    <a:pt x="1796668" y="459895"/>
                  </a:lnTo>
                  <a:lnTo>
                    <a:pt x="1796668" y="229104"/>
                  </a:lnTo>
                  <a:lnTo>
                    <a:pt x="1787185" y="191751"/>
                  </a:lnTo>
                  <a:lnTo>
                    <a:pt x="1759843" y="157717"/>
                  </a:lnTo>
                  <a:lnTo>
                    <a:pt x="1716303" y="127004"/>
                  </a:lnTo>
                  <a:lnTo>
                    <a:pt x="1658227" y="99611"/>
                  </a:lnTo>
                  <a:lnTo>
                    <a:pt x="1587276" y="75538"/>
                  </a:lnTo>
                  <a:lnTo>
                    <a:pt x="1547492" y="64747"/>
                  </a:lnTo>
                  <a:lnTo>
                    <a:pt x="1505112" y="54786"/>
                  </a:lnTo>
                  <a:lnTo>
                    <a:pt x="1460343" y="45655"/>
                  </a:lnTo>
                  <a:lnTo>
                    <a:pt x="1413395" y="37354"/>
                  </a:lnTo>
                  <a:lnTo>
                    <a:pt x="1364473" y="29883"/>
                  </a:lnTo>
                  <a:lnTo>
                    <a:pt x="1313786" y="23242"/>
                  </a:lnTo>
                  <a:lnTo>
                    <a:pt x="1261542" y="17431"/>
                  </a:lnTo>
                  <a:lnTo>
                    <a:pt x="1207948" y="12451"/>
                  </a:lnTo>
                  <a:lnTo>
                    <a:pt x="1153212" y="8300"/>
                  </a:lnTo>
                  <a:lnTo>
                    <a:pt x="1097542" y="4980"/>
                  </a:lnTo>
                  <a:lnTo>
                    <a:pt x="1041144" y="2490"/>
                  </a:lnTo>
                  <a:lnTo>
                    <a:pt x="984228" y="830"/>
                  </a:lnTo>
                  <a:lnTo>
                    <a:pt x="927000" y="0"/>
                  </a:lnTo>
                  <a:close/>
                </a:path>
              </a:pathLst>
            </a:custGeom>
            <a:solidFill>
              <a:srgbClr val="793B88">
                <a:alpha val="13725"/>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24" name="Google Shape;1223;p6"/>
            <p:cNvSpPr/>
            <p:nvPr/>
          </p:nvSpPr>
          <p:spPr>
            <a:xfrm>
              <a:off x="15539999" y="7605077"/>
              <a:ext cx="1143635" cy="1143635"/>
            </a:xfrm>
            <a:custGeom>
              <a:avLst/>
              <a:gdLst/>
              <a:ahLst/>
              <a:cxnLst/>
              <a:rect l="l" t="t" r="r" b="b"/>
              <a:pathLst>
                <a:path w="1143634" h="1143634" extrusionOk="0">
                  <a:moveTo>
                    <a:pt x="571614" y="0"/>
                  </a:moveTo>
                  <a:lnTo>
                    <a:pt x="524732" y="1894"/>
                  </a:lnTo>
                  <a:lnTo>
                    <a:pt x="478894" y="7481"/>
                  </a:lnTo>
                  <a:lnTo>
                    <a:pt x="434247" y="16613"/>
                  </a:lnTo>
                  <a:lnTo>
                    <a:pt x="390938" y="29142"/>
                  </a:lnTo>
                  <a:lnTo>
                    <a:pt x="349115" y="44921"/>
                  </a:lnTo>
                  <a:lnTo>
                    <a:pt x="308923" y="63804"/>
                  </a:lnTo>
                  <a:lnTo>
                    <a:pt x="270511" y="85643"/>
                  </a:lnTo>
                  <a:lnTo>
                    <a:pt x="234025" y="110291"/>
                  </a:lnTo>
                  <a:lnTo>
                    <a:pt x="199612" y="137601"/>
                  </a:lnTo>
                  <a:lnTo>
                    <a:pt x="167420" y="167425"/>
                  </a:lnTo>
                  <a:lnTo>
                    <a:pt x="137596" y="199617"/>
                  </a:lnTo>
                  <a:lnTo>
                    <a:pt x="110287" y="234030"/>
                  </a:lnTo>
                  <a:lnTo>
                    <a:pt x="85640" y="270516"/>
                  </a:lnTo>
                  <a:lnTo>
                    <a:pt x="63802" y="308929"/>
                  </a:lnTo>
                  <a:lnTo>
                    <a:pt x="44919" y="349120"/>
                  </a:lnTo>
                  <a:lnTo>
                    <a:pt x="29141" y="390943"/>
                  </a:lnTo>
                  <a:lnTo>
                    <a:pt x="16612" y="434252"/>
                  </a:lnTo>
                  <a:lnTo>
                    <a:pt x="7481" y="478897"/>
                  </a:lnTo>
                  <a:lnTo>
                    <a:pt x="1894" y="524734"/>
                  </a:lnTo>
                  <a:lnTo>
                    <a:pt x="0" y="571614"/>
                  </a:lnTo>
                  <a:lnTo>
                    <a:pt x="1894" y="618494"/>
                  </a:lnTo>
                  <a:lnTo>
                    <a:pt x="7481" y="664330"/>
                  </a:lnTo>
                  <a:lnTo>
                    <a:pt x="16612" y="708976"/>
                  </a:lnTo>
                  <a:lnTo>
                    <a:pt x="29141" y="752284"/>
                  </a:lnTo>
                  <a:lnTo>
                    <a:pt x="44919" y="794108"/>
                  </a:lnTo>
                  <a:lnTo>
                    <a:pt x="63802" y="834299"/>
                  </a:lnTo>
                  <a:lnTo>
                    <a:pt x="85640" y="872711"/>
                  </a:lnTo>
                  <a:lnTo>
                    <a:pt x="110287" y="909197"/>
                  </a:lnTo>
                  <a:lnTo>
                    <a:pt x="137596" y="943610"/>
                  </a:lnTo>
                  <a:lnTo>
                    <a:pt x="167420" y="975802"/>
                  </a:lnTo>
                  <a:lnTo>
                    <a:pt x="199612" y="1005627"/>
                  </a:lnTo>
                  <a:lnTo>
                    <a:pt x="234025" y="1032937"/>
                  </a:lnTo>
                  <a:lnTo>
                    <a:pt x="270511" y="1057585"/>
                  </a:lnTo>
                  <a:lnTo>
                    <a:pt x="308923" y="1079424"/>
                  </a:lnTo>
                  <a:lnTo>
                    <a:pt x="349115" y="1098306"/>
                  </a:lnTo>
                  <a:lnTo>
                    <a:pt x="390938" y="1114086"/>
                  </a:lnTo>
                  <a:lnTo>
                    <a:pt x="434247" y="1126615"/>
                  </a:lnTo>
                  <a:lnTo>
                    <a:pt x="478894" y="1135746"/>
                  </a:lnTo>
                  <a:lnTo>
                    <a:pt x="524732" y="1141333"/>
                  </a:lnTo>
                  <a:lnTo>
                    <a:pt x="571614" y="1143228"/>
                  </a:lnTo>
                  <a:lnTo>
                    <a:pt x="618495" y="1141333"/>
                  </a:lnTo>
                  <a:lnTo>
                    <a:pt x="664333" y="1135746"/>
                  </a:lnTo>
                  <a:lnTo>
                    <a:pt x="708980" y="1126615"/>
                  </a:lnTo>
                  <a:lnTo>
                    <a:pt x="752289" y="1114086"/>
                  </a:lnTo>
                  <a:lnTo>
                    <a:pt x="794113" y="1098306"/>
                  </a:lnTo>
                  <a:lnTo>
                    <a:pt x="834305" y="1079424"/>
                  </a:lnTo>
                  <a:lnTo>
                    <a:pt x="872717" y="1057585"/>
                  </a:lnTo>
                  <a:lnTo>
                    <a:pt x="909203" y="1032937"/>
                  </a:lnTo>
                  <a:lnTo>
                    <a:pt x="943615" y="1005627"/>
                  </a:lnTo>
                  <a:lnTo>
                    <a:pt x="975807" y="975802"/>
                  </a:lnTo>
                  <a:lnTo>
                    <a:pt x="1005631" y="943610"/>
                  </a:lnTo>
                  <a:lnTo>
                    <a:pt x="1032940" y="909197"/>
                  </a:lnTo>
                  <a:lnTo>
                    <a:pt x="1057588" y="872711"/>
                  </a:lnTo>
                  <a:lnTo>
                    <a:pt x="1079426" y="834299"/>
                  </a:lnTo>
                  <a:lnTo>
                    <a:pt x="1098308" y="794108"/>
                  </a:lnTo>
                  <a:lnTo>
                    <a:pt x="1114087" y="752284"/>
                  </a:lnTo>
                  <a:lnTo>
                    <a:pt x="1126616" y="708976"/>
                  </a:lnTo>
                  <a:lnTo>
                    <a:pt x="1135747" y="664330"/>
                  </a:lnTo>
                  <a:lnTo>
                    <a:pt x="1141333" y="618494"/>
                  </a:lnTo>
                  <a:lnTo>
                    <a:pt x="1143228" y="571614"/>
                  </a:lnTo>
                  <a:lnTo>
                    <a:pt x="1141333" y="524734"/>
                  </a:lnTo>
                  <a:lnTo>
                    <a:pt x="1135747" y="478897"/>
                  </a:lnTo>
                  <a:lnTo>
                    <a:pt x="1126616" y="434252"/>
                  </a:lnTo>
                  <a:lnTo>
                    <a:pt x="1114087" y="390943"/>
                  </a:lnTo>
                  <a:lnTo>
                    <a:pt x="1098308" y="349120"/>
                  </a:lnTo>
                  <a:lnTo>
                    <a:pt x="1079426" y="308929"/>
                  </a:lnTo>
                  <a:lnTo>
                    <a:pt x="1057588" y="270516"/>
                  </a:lnTo>
                  <a:lnTo>
                    <a:pt x="1032940" y="234030"/>
                  </a:lnTo>
                  <a:lnTo>
                    <a:pt x="1005631" y="199617"/>
                  </a:lnTo>
                  <a:lnTo>
                    <a:pt x="975807" y="167425"/>
                  </a:lnTo>
                  <a:lnTo>
                    <a:pt x="943615" y="137601"/>
                  </a:lnTo>
                  <a:lnTo>
                    <a:pt x="909203" y="110291"/>
                  </a:lnTo>
                  <a:lnTo>
                    <a:pt x="872717" y="85643"/>
                  </a:lnTo>
                  <a:lnTo>
                    <a:pt x="834305" y="63804"/>
                  </a:lnTo>
                  <a:lnTo>
                    <a:pt x="794113" y="44921"/>
                  </a:lnTo>
                  <a:lnTo>
                    <a:pt x="752289" y="29142"/>
                  </a:lnTo>
                  <a:lnTo>
                    <a:pt x="708980" y="16613"/>
                  </a:lnTo>
                  <a:lnTo>
                    <a:pt x="664333" y="7481"/>
                  </a:lnTo>
                  <a:lnTo>
                    <a:pt x="618495" y="1894"/>
                  </a:lnTo>
                  <a:lnTo>
                    <a:pt x="571614" y="0"/>
                  </a:lnTo>
                  <a:close/>
                </a:path>
              </a:pathLst>
            </a:custGeom>
            <a:solidFill>
              <a:srgbClr val="315CA4">
                <a:alpha val="23921"/>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grpSp>
      <p:sp>
        <p:nvSpPr>
          <p:cNvPr id="125" name="Google Shape;437;p15"/>
          <p:cNvSpPr/>
          <p:nvPr/>
        </p:nvSpPr>
        <p:spPr>
          <a:xfrm>
            <a:off x="1177041" y="2743302"/>
            <a:ext cx="2252545" cy="2243252"/>
          </a:xfrm>
          <a:prstGeom prst="ellipse">
            <a:avLst/>
          </a:prstGeom>
          <a:solidFill>
            <a:schemeClr val="lt1"/>
          </a:solidFill>
          <a:ln w="762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600"/>
              <a:buFont typeface="Arial"/>
              <a:buNone/>
            </a:pPr>
            <a:r>
              <a:rPr lang="es-ES" sz="9600" b="1" dirty="0">
                <a:solidFill>
                  <a:srgbClr val="7030A0"/>
                </a:solidFill>
                <a:latin typeface="Gotham Rounded Medium" panose="02000000000000000000" pitchFamily="50" charset="0"/>
                <a:cs typeface="Calibri"/>
                <a:sym typeface="Calibri"/>
              </a:rPr>
              <a:t>V</a:t>
            </a:r>
            <a:endParaRPr sz="1400" b="0" i="0" u="none" strike="noStrike" cap="none" dirty="0">
              <a:solidFill>
                <a:srgbClr val="7030A0"/>
              </a:solidFill>
              <a:latin typeface="Gotham Rounded Medium" panose="02000000000000000000" pitchFamily="50" charset="0"/>
              <a:sym typeface="Arial"/>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5"/>
                                        </p:tgtEl>
                                        <p:attrNameLst>
                                          <p:attrName>style.visibility</p:attrName>
                                        </p:attrNameLst>
                                      </p:cBhvr>
                                      <p:to>
                                        <p:strVal val="visible"/>
                                      </p:to>
                                    </p:set>
                                    <p:anim calcmode="lin" valueType="num">
                                      <p:cBhvr additive="base">
                                        <p:cTn id="7" dur="500"/>
                                        <p:tgtEl>
                                          <p:spTgt spid="1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9" name="Google Shape;569;p28"/>
          <p:cNvSpPr/>
          <p:nvPr/>
        </p:nvSpPr>
        <p:spPr>
          <a:xfrm>
            <a:off x="3936619" y="1387293"/>
            <a:ext cx="7497390" cy="407478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a:solidFill>
                  <a:schemeClr val="tx1"/>
                </a:solidFill>
                <a:latin typeface="Gotham Rounded" pitchFamily="50" charset="0"/>
                <a:sym typeface="Arial"/>
              </a:rPr>
              <a:t>¿Verdadero (V) o Falso (F)?</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4800"/>
              <a:buFont typeface="Arial"/>
              <a:buNone/>
            </a:pPr>
            <a:r>
              <a:rPr lang="es-ES" sz="4800" b="0" i="0" u="none" strike="noStrike" cap="none" dirty="0">
                <a:solidFill>
                  <a:schemeClr val="tx1"/>
                </a:solidFill>
                <a:latin typeface="Gotham Rounded" pitchFamily="50" charset="0"/>
                <a:sym typeface="Arial"/>
              </a:rPr>
              <a:t>La información en Internet no ocupa espacio de almacenamiento</a:t>
            </a:r>
            <a:r>
              <a:rPr lang="es-ES" sz="4800" b="0" i="0" u="none" strike="noStrike" cap="none" dirty="0">
                <a:solidFill>
                  <a:schemeClr val="lt1"/>
                </a:solidFill>
                <a:latin typeface="Arial"/>
                <a:ea typeface="Arial"/>
                <a:cs typeface="Arial"/>
                <a:sym typeface="Arial"/>
              </a:rPr>
              <a:t>.</a:t>
            </a:r>
            <a:endParaRPr sz="4800" b="0" i="0" u="none" strike="noStrike" cap="none" dirty="0">
              <a:solidFill>
                <a:schemeClr val="lt1"/>
              </a:solidFill>
              <a:latin typeface="Arial"/>
              <a:ea typeface="Arial"/>
              <a:cs typeface="Arial"/>
              <a:sym typeface="Arial"/>
            </a:endParaRPr>
          </a:p>
        </p:txBody>
      </p:sp>
      <p:pic>
        <p:nvPicPr>
          <p:cNvPr id="570" name="Google Shape;570;p28" descr="Help"/>
          <p:cNvPicPr preferRelativeResize="0"/>
          <p:nvPr/>
        </p:nvPicPr>
        <p:blipFill rotWithShape="1">
          <a:blip r:embed="rId3">
            <a:alphaModFix/>
          </a:blip>
          <a:srcRect/>
          <a:stretch/>
        </p:blipFill>
        <p:spPr>
          <a:xfrm>
            <a:off x="757991" y="2123842"/>
            <a:ext cx="2601687" cy="2601687"/>
          </a:xfrm>
          <a:prstGeom prst="rect">
            <a:avLst/>
          </a:prstGeom>
          <a:noFill/>
          <a:ln>
            <a:noFill/>
          </a:ln>
        </p:spPr>
      </p:pic>
      <p:grpSp>
        <p:nvGrpSpPr>
          <p:cNvPr id="6" name="Google Shape;1105;p6"/>
          <p:cNvGrpSpPr/>
          <p:nvPr/>
        </p:nvGrpSpPr>
        <p:grpSpPr>
          <a:xfrm>
            <a:off x="126609" y="168812"/>
            <a:ext cx="11915336" cy="6689188"/>
            <a:chOff x="1596999" y="621652"/>
            <a:chExt cx="15086635" cy="9132427"/>
          </a:xfrm>
        </p:grpSpPr>
        <p:sp>
          <p:nvSpPr>
            <p:cNvPr id="7" name="Google Shape;1106;p6"/>
            <p:cNvSpPr/>
            <p:nvPr/>
          </p:nvSpPr>
          <p:spPr>
            <a:xfrm>
              <a:off x="2176564" y="4591456"/>
              <a:ext cx="267335" cy="2152650"/>
            </a:xfrm>
            <a:custGeom>
              <a:avLst/>
              <a:gdLst/>
              <a:ahLst/>
              <a:cxnLst/>
              <a:rect l="l" t="t" r="r" b="b"/>
              <a:pathLst>
                <a:path w="267335" h="2152650" extrusionOk="0">
                  <a:moveTo>
                    <a:pt x="267068" y="1974723"/>
                  </a:moveTo>
                  <a:lnTo>
                    <a:pt x="0" y="1797342"/>
                  </a:lnTo>
                  <a:lnTo>
                    <a:pt x="0" y="2152091"/>
                  </a:lnTo>
                  <a:lnTo>
                    <a:pt x="267068" y="1974723"/>
                  </a:lnTo>
                  <a:close/>
                </a:path>
                <a:path w="267335" h="2152650" extrusionOk="0">
                  <a:moveTo>
                    <a:pt x="267068" y="177368"/>
                  </a:moveTo>
                  <a:lnTo>
                    <a:pt x="0" y="0"/>
                  </a:lnTo>
                  <a:lnTo>
                    <a:pt x="0" y="354736"/>
                  </a:lnTo>
                  <a:lnTo>
                    <a:pt x="267068" y="177368"/>
                  </a:lnTo>
                  <a:close/>
                </a:path>
              </a:pathLst>
            </a:custGeom>
            <a:solidFill>
              <a:srgbClr val="7C3480">
                <a:alpha val="7960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8" name="Google Shape;1107;p6"/>
            <p:cNvPicPr preferRelativeResize="0"/>
            <p:nvPr/>
          </p:nvPicPr>
          <p:blipFill rotWithShape="1">
            <a:blip r:embed="rId4">
              <a:alphaModFix/>
            </a:blip>
            <a:srcRect/>
            <a:stretch/>
          </p:blipFill>
          <p:spPr>
            <a:xfrm>
              <a:off x="14496300" y="621652"/>
              <a:ext cx="381837" cy="226865"/>
            </a:xfrm>
            <a:prstGeom prst="rect">
              <a:avLst/>
            </a:prstGeom>
            <a:noFill/>
            <a:ln>
              <a:noFill/>
            </a:ln>
          </p:spPr>
        </p:pic>
        <p:sp>
          <p:nvSpPr>
            <p:cNvPr id="9" name="Google Shape;1108;p6"/>
            <p:cNvSpPr/>
            <p:nvPr/>
          </p:nvSpPr>
          <p:spPr>
            <a:xfrm>
              <a:off x="14410029" y="884910"/>
              <a:ext cx="289560" cy="247650"/>
            </a:xfrm>
            <a:custGeom>
              <a:avLst/>
              <a:gdLst/>
              <a:ahLst/>
              <a:cxnLst/>
              <a:rect l="l" t="t" r="r" b="b"/>
              <a:pathLst>
                <a:path w="289559" h="247650" extrusionOk="0">
                  <a:moveTo>
                    <a:pt x="255955" y="0"/>
                  </a:moveTo>
                  <a:lnTo>
                    <a:pt x="240779" y="0"/>
                  </a:lnTo>
                  <a:lnTo>
                    <a:pt x="236550" y="2819"/>
                  </a:lnTo>
                  <a:lnTo>
                    <a:pt x="144741" y="191338"/>
                  </a:lnTo>
                  <a:lnTo>
                    <a:pt x="52603" y="2819"/>
                  </a:lnTo>
                  <a:lnTo>
                    <a:pt x="48386" y="0"/>
                  </a:lnTo>
                  <a:lnTo>
                    <a:pt x="33197" y="0"/>
                  </a:lnTo>
                  <a:lnTo>
                    <a:pt x="28257" y="5994"/>
                  </a:lnTo>
                  <a:lnTo>
                    <a:pt x="0" y="240423"/>
                  </a:lnTo>
                  <a:lnTo>
                    <a:pt x="4229" y="246075"/>
                  </a:lnTo>
                  <a:lnTo>
                    <a:pt x="17297" y="247472"/>
                  </a:lnTo>
                  <a:lnTo>
                    <a:pt x="22593" y="242887"/>
                  </a:lnTo>
                  <a:lnTo>
                    <a:pt x="46964" y="43421"/>
                  </a:lnTo>
                  <a:lnTo>
                    <a:pt x="131686" y="215353"/>
                  </a:lnTo>
                  <a:lnTo>
                    <a:pt x="136296" y="222415"/>
                  </a:lnTo>
                  <a:lnTo>
                    <a:pt x="153225" y="222415"/>
                  </a:lnTo>
                  <a:lnTo>
                    <a:pt x="157822" y="215353"/>
                  </a:lnTo>
                  <a:lnTo>
                    <a:pt x="242176" y="43421"/>
                  </a:lnTo>
                  <a:lnTo>
                    <a:pt x="266534" y="242887"/>
                  </a:lnTo>
                  <a:lnTo>
                    <a:pt x="271843" y="247472"/>
                  </a:lnTo>
                  <a:lnTo>
                    <a:pt x="284911" y="246075"/>
                  </a:lnTo>
                  <a:lnTo>
                    <a:pt x="289128" y="240423"/>
                  </a:lnTo>
                  <a:lnTo>
                    <a:pt x="288442" y="233705"/>
                  </a:lnTo>
                  <a:lnTo>
                    <a:pt x="260896" y="5994"/>
                  </a:lnTo>
                  <a:lnTo>
                    <a:pt x="255955"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0" name="Google Shape;1109;p6"/>
            <p:cNvPicPr preferRelativeResize="0"/>
            <p:nvPr/>
          </p:nvPicPr>
          <p:blipFill rotWithShape="1">
            <a:blip r:embed="rId5">
              <a:alphaModFix/>
            </a:blip>
            <a:srcRect/>
            <a:stretch/>
          </p:blipFill>
          <p:spPr>
            <a:xfrm>
              <a:off x="14755939" y="884923"/>
              <a:ext cx="172275" cy="248526"/>
            </a:xfrm>
            <a:prstGeom prst="rect">
              <a:avLst/>
            </a:prstGeom>
            <a:noFill/>
            <a:ln>
              <a:noFill/>
            </a:ln>
          </p:spPr>
        </p:pic>
        <p:pic>
          <p:nvPicPr>
            <p:cNvPr id="11" name="Google Shape;1110;p6"/>
            <p:cNvPicPr preferRelativeResize="0"/>
            <p:nvPr/>
          </p:nvPicPr>
          <p:blipFill rotWithShape="1">
            <a:blip r:embed="rId6">
              <a:alphaModFix/>
            </a:blip>
            <a:srcRect/>
            <a:stretch/>
          </p:blipFill>
          <p:spPr>
            <a:xfrm>
              <a:off x="14995360" y="884910"/>
              <a:ext cx="296621" cy="246773"/>
            </a:xfrm>
            <a:prstGeom prst="rect">
              <a:avLst/>
            </a:prstGeom>
            <a:noFill/>
            <a:ln>
              <a:noFill/>
            </a:ln>
          </p:spPr>
        </p:pic>
        <p:sp>
          <p:nvSpPr>
            <p:cNvPr id="12" name="Google Shape;1111;p6"/>
            <p:cNvSpPr/>
            <p:nvPr/>
          </p:nvSpPr>
          <p:spPr>
            <a:xfrm>
              <a:off x="15333434" y="884910"/>
              <a:ext cx="23495" cy="247015"/>
            </a:xfrm>
            <a:custGeom>
              <a:avLst/>
              <a:gdLst/>
              <a:ahLst/>
              <a:cxnLst/>
              <a:rect l="l" t="t" r="r" b="b"/>
              <a:pathLst>
                <a:path w="23494" h="247015" extrusionOk="0">
                  <a:moveTo>
                    <a:pt x="18338" y="0"/>
                  </a:moveTo>
                  <a:lnTo>
                    <a:pt x="4953" y="0"/>
                  </a:lnTo>
                  <a:lnTo>
                    <a:pt x="0" y="5295"/>
                  </a:lnTo>
                  <a:lnTo>
                    <a:pt x="0" y="241465"/>
                  </a:lnTo>
                  <a:lnTo>
                    <a:pt x="4953" y="246773"/>
                  </a:lnTo>
                  <a:lnTo>
                    <a:pt x="18338" y="246773"/>
                  </a:lnTo>
                  <a:lnTo>
                    <a:pt x="23279" y="241465"/>
                  </a:lnTo>
                  <a:lnTo>
                    <a:pt x="23279" y="234772"/>
                  </a:lnTo>
                  <a:lnTo>
                    <a:pt x="23279" y="5295"/>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3" name="Google Shape;1112;p6"/>
            <p:cNvPicPr preferRelativeResize="0"/>
            <p:nvPr/>
          </p:nvPicPr>
          <p:blipFill rotWithShape="1">
            <a:blip r:embed="rId7">
              <a:alphaModFix/>
            </a:blip>
            <a:srcRect/>
            <a:stretch/>
          </p:blipFill>
          <p:spPr>
            <a:xfrm>
              <a:off x="15426003" y="886675"/>
              <a:ext cx="163791" cy="245008"/>
            </a:xfrm>
            <a:prstGeom prst="rect">
              <a:avLst/>
            </a:prstGeom>
            <a:noFill/>
            <a:ln>
              <a:noFill/>
            </a:ln>
          </p:spPr>
        </p:pic>
        <p:pic>
          <p:nvPicPr>
            <p:cNvPr id="14" name="Google Shape;1113;p6"/>
            <p:cNvPicPr preferRelativeResize="0"/>
            <p:nvPr/>
          </p:nvPicPr>
          <p:blipFill rotWithShape="1">
            <a:blip r:embed="rId8">
              <a:alphaModFix/>
            </a:blip>
            <a:srcRect/>
            <a:stretch/>
          </p:blipFill>
          <p:spPr>
            <a:xfrm>
              <a:off x="15638221" y="884910"/>
              <a:ext cx="128142" cy="245008"/>
            </a:xfrm>
            <a:prstGeom prst="rect">
              <a:avLst/>
            </a:prstGeom>
            <a:noFill/>
            <a:ln>
              <a:noFill/>
            </a:ln>
          </p:spPr>
        </p:pic>
        <p:sp>
          <p:nvSpPr>
            <p:cNvPr id="15" name="Google Shape;1114;p6"/>
            <p:cNvSpPr/>
            <p:nvPr/>
          </p:nvSpPr>
          <p:spPr>
            <a:xfrm>
              <a:off x="15807524" y="884910"/>
              <a:ext cx="23495" cy="247015"/>
            </a:xfrm>
            <a:custGeom>
              <a:avLst/>
              <a:gdLst/>
              <a:ahLst/>
              <a:cxnLst/>
              <a:rect l="l" t="t" r="r" b="b"/>
              <a:pathLst>
                <a:path w="23494" h="247015" extrusionOk="0">
                  <a:moveTo>
                    <a:pt x="18326" y="0"/>
                  </a:moveTo>
                  <a:lnTo>
                    <a:pt x="4914" y="0"/>
                  </a:lnTo>
                  <a:lnTo>
                    <a:pt x="0" y="5295"/>
                  </a:lnTo>
                  <a:lnTo>
                    <a:pt x="0" y="241465"/>
                  </a:lnTo>
                  <a:lnTo>
                    <a:pt x="4914" y="246773"/>
                  </a:lnTo>
                  <a:lnTo>
                    <a:pt x="18326" y="246773"/>
                  </a:lnTo>
                  <a:lnTo>
                    <a:pt x="23279" y="241465"/>
                  </a:lnTo>
                  <a:lnTo>
                    <a:pt x="23279" y="234772"/>
                  </a:lnTo>
                  <a:lnTo>
                    <a:pt x="23279" y="5295"/>
                  </a:lnTo>
                  <a:lnTo>
                    <a:pt x="18326"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6" name="Google Shape;1115;p6"/>
            <p:cNvPicPr preferRelativeResize="0"/>
            <p:nvPr/>
          </p:nvPicPr>
          <p:blipFill rotWithShape="1">
            <a:blip r:embed="rId9">
              <a:alphaModFix/>
            </a:blip>
            <a:srcRect/>
            <a:stretch/>
          </p:blipFill>
          <p:spPr>
            <a:xfrm>
              <a:off x="15884854" y="883856"/>
              <a:ext cx="424103" cy="249593"/>
            </a:xfrm>
            <a:prstGeom prst="rect">
              <a:avLst/>
            </a:prstGeom>
            <a:noFill/>
            <a:ln>
              <a:noFill/>
            </a:ln>
          </p:spPr>
        </p:pic>
        <p:sp>
          <p:nvSpPr>
            <p:cNvPr id="17" name="Google Shape;1116;p6"/>
            <p:cNvSpPr/>
            <p:nvPr/>
          </p:nvSpPr>
          <p:spPr>
            <a:xfrm>
              <a:off x="15068752" y="1280883"/>
              <a:ext cx="41910" cy="160655"/>
            </a:xfrm>
            <a:custGeom>
              <a:avLst/>
              <a:gdLst/>
              <a:ahLst/>
              <a:cxnLst/>
              <a:rect l="l" t="t" r="r" b="b"/>
              <a:pathLst>
                <a:path w="41909" h="160655" extrusionOk="0">
                  <a:moveTo>
                    <a:pt x="37325" y="0"/>
                  </a:moveTo>
                  <a:lnTo>
                    <a:pt x="27520" y="0"/>
                  </a:lnTo>
                  <a:lnTo>
                    <a:pt x="23482" y="3505"/>
                  </a:lnTo>
                  <a:lnTo>
                    <a:pt x="23482" y="13322"/>
                  </a:lnTo>
                  <a:lnTo>
                    <a:pt x="27520" y="16827"/>
                  </a:lnTo>
                  <a:lnTo>
                    <a:pt x="37325" y="16827"/>
                  </a:lnTo>
                  <a:lnTo>
                    <a:pt x="41376" y="13322"/>
                  </a:lnTo>
                  <a:lnTo>
                    <a:pt x="41376" y="3505"/>
                  </a:lnTo>
                  <a:lnTo>
                    <a:pt x="37325" y="0"/>
                  </a:lnTo>
                  <a:close/>
                </a:path>
                <a:path w="41909" h="160655" extrusionOk="0">
                  <a:moveTo>
                    <a:pt x="35585" y="38023"/>
                  </a:moveTo>
                  <a:lnTo>
                    <a:pt x="28930" y="38023"/>
                  </a:lnTo>
                  <a:lnTo>
                    <a:pt x="26454" y="40652"/>
                  </a:lnTo>
                  <a:lnTo>
                    <a:pt x="26454" y="125488"/>
                  </a:lnTo>
                  <a:lnTo>
                    <a:pt x="26102" y="133764"/>
                  </a:lnTo>
                  <a:lnTo>
                    <a:pt x="23972" y="141384"/>
                  </a:lnTo>
                  <a:lnTo>
                    <a:pt x="18883" y="146968"/>
                  </a:lnTo>
                  <a:lnTo>
                    <a:pt x="9652" y="149136"/>
                  </a:lnTo>
                  <a:lnTo>
                    <a:pt x="2628" y="149136"/>
                  </a:lnTo>
                  <a:lnTo>
                    <a:pt x="0" y="151599"/>
                  </a:lnTo>
                  <a:lnTo>
                    <a:pt x="0" y="157899"/>
                  </a:lnTo>
                  <a:lnTo>
                    <a:pt x="2628" y="160350"/>
                  </a:lnTo>
                  <a:lnTo>
                    <a:pt x="9652" y="160350"/>
                  </a:lnTo>
                  <a:lnTo>
                    <a:pt x="23179" y="157662"/>
                  </a:lnTo>
                  <a:lnTo>
                    <a:pt x="31926" y="150277"/>
                  </a:lnTo>
                  <a:lnTo>
                    <a:pt x="36632" y="139213"/>
                  </a:lnTo>
                  <a:lnTo>
                    <a:pt x="38036" y="125488"/>
                  </a:lnTo>
                  <a:lnTo>
                    <a:pt x="38036"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8" name="Google Shape;1117;p6"/>
            <p:cNvPicPr preferRelativeResize="0"/>
            <p:nvPr/>
          </p:nvPicPr>
          <p:blipFill rotWithShape="1">
            <a:blip r:embed="rId10">
              <a:alphaModFix/>
            </a:blip>
            <a:srcRect/>
            <a:stretch/>
          </p:blipFill>
          <p:spPr>
            <a:xfrm>
              <a:off x="15129421" y="1280883"/>
              <a:ext cx="267157" cy="122504"/>
            </a:xfrm>
            <a:prstGeom prst="rect">
              <a:avLst/>
            </a:prstGeom>
            <a:noFill/>
            <a:ln>
              <a:noFill/>
            </a:ln>
          </p:spPr>
        </p:pic>
        <p:pic>
          <p:nvPicPr>
            <p:cNvPr id="19" name="Google Shape;1118;p6"/>
            <p:cNvPicPr preferRelativeResize="0"/>
            <p:nvPr/>
          </p:nvPicPr>
          <p:blipFill rotWithShape="1">
            <a:blip r:embed="rId11">
              <a:alphaModFix/>
            </a:blip>
            <a:srcRect/>
            <a:stretch/>
          </p:blipFill>
          <p:spPr>
            <a:xfrm>
              <a:off x="15417532" y="1318031"/>
              <a:ext cx="70269" cy="84467"/>
            </a:xfrm>
            <a:prstGeom prst="rect">
              <a:avLst/>
            </a:prstGeom>
            <a:noFill/>
            <a:ln>
              <a:noFill/>
            </a:ln>
          </p:spPr>
        </p:pic>
        <p:pic>
          <p:nvPicPr>
            <p:cNvPr id="20" name="Google Shape;1119;p6"/>
            <p:cNvPicPr preferRelativeResize="0"/>
            <p:nvPr/>
          </p:nvPicPr>
          <p:blipFill rotWithShape="1">
            <a:blip r:embed="rId12">
              <a:alphaModFix/>
            </a:blip>
            <a:srcRect/>
            <a:stretch/>
          </p:blipFill>
          <p:spPr>
            <a:xfrm>
              <a:off x="15509773" y="1318031"/>
              <a:ext cx="154444" cy="85356"/>
            </a:xfrm>
            <a:prstGeom prst="rect">
              <a:avLst/>
            </a:prstGeom>
            <a:noFill/>
            <a:ln>
              <a:noFill/>
            </a:ln>
          </p:spPr>
        </p:pic>
        <p:sp>
          <p:nvSpPr>
            <p:cNvPr id="21" name="Google Shape;1120;p6"/>
            <p:cNvSpPr/>
            <p:nvPr/>
          </p:nvSpPr>
          <p:spPr>
            <a:xfrm>
              <a:off x="15915462" y="1280883"/>
              <a:ext cx="41910" cy="160655"/>
            </a:xfrm>
            <a:custGeom>
              <a:avLst/>
              <a:gdLst/>
              <a:ahLst/>
              <a:cxnLst/>
              <a:rect l="l" t="t" r="r" b="b"/>
              <a:pathLst>
                <a:path w="41909" h="160655" extrusionOk="0">
                  <a:moveTo>
                    <a:pt x="37325" y="0"/>
                  </a:moveTo>
                  <a:lnTo>
                    <a:pt x="27520" y="0"/>
                  </a:lnTo>
                  <a:lnTo>
                    <a:pt x="23482" y="3505"/>
                  </a:lnTo>
                  <a:lnTo>
                    <a:pt x="23482" y="13322"/>
                  </a:lnTo>
                  <a:lnTo>
                    <a:pt x="27520" y="16827"/>
                  </a:lnTo>
                  <a:lnTo>
                    <a:pt x="37325" y="16827"/>
                  </a:lnTo>
                  <a:lnTo>
                    <a:pt x="41376" y="13322"/>
                  </a:lnTo>
                  <a:lnTo>
                    <a:pt x="41376" y="3505"/>
                  </a:lnTo>
                  <a:lnTo>
                    <a:pt x="37325" y="0"/>
                  </a:lnTo>
                  <a:close/>
                </a:path>
                <a:path w="41909" h="160655" extrusionOk="0">
                  <a:moveTo>
                    <a:pt x="35585" y="38023"/>
                  </a:moveTo>
                  <a:lnTo>
                    <a:pt x="28930" y="38023"/>
                  </a:lnTo>
                  <a:lnTo>
                    <a:pt x="26479" y="40652"/>
                  </a:lnTo>
                  <a:lnTo>
                    <a:pt x="26479" y="125488"/>
                  </a:lnTo>
                  <a:lnTo>
                    <a:pt x="26112" y="133764"/>
                  </a:lnTo>
                  <a:lnTo>
                    <a:pt x="23974" y="141384"/>
                  </a:lnTo>
                  <a:lnTo>
                    <a:pt x="18878" y="146968"/>
                  </a:lnTo>
                  <a:lnTo>
                    <a:pt x="9639" y="149136"/>
                  </a:lnTo>
                  <a:lnTo>
                    <a:pt x="2628" y="149136"/>
                  </a:lnTo>
                  <a:lnTo>
                    <a:pt x="0" y="151599"/>
                  </a:lnTo>
                  <a:lnTo>
                    <a:pt x="0" y="157899"/>
                  </a:lnTo>
                  <a:lnTo>
                    <a:pt x="2628" y="160350"/>
                  </a:lnTo>
                  <a:lnTo>
                    <a:pt x="9639" y="160350"/>
                  </a:lnTo>
                  <a:lnTo>
                    <a:pt x="23173" y="157662"/>
                  </a:lnTo>
                  <a:lnTo>
                    <a:pt x="31924" y="150277"/>
                  </a:lnTo>
                  <a:lnTo>
                    <a:pt x="36631" y="139213"/>
                  </a:lnTo>
                  <a:lnTo>
                    <a:pt x="38036" y="125488"/>
                  </a:lnTo>
                  <a:lnTo>
                    <a:pt x="38036"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2" name="Google Shape;1121;p6"/>
            <p:cNvPicPr preferRelativeResize="0"/>
            <p:nvPr/>
          </p:nvPicPr>
          <p:blipFill rotWithShape="1">
            <a:blip r:embed="rId13">
              <a:alphaModFix/>
            </a:blip>
            <a:srcRect/>
            <a:stretch/>
          </p:blipFill>
          <p:spPr>
            <a:xfrm>
              <a:off x="15975990" y="1280883"/>
              <a:ext cx="267169" cy="122504"/>
            </a:xfrm>
            <a:prstGeom prst="rect">
              <a:avLst/>
            </a:prstGeom>
            <a:noFill/>
            <a:ln>
              <a:noFill/>
            </a:ln>
          </p:spPr>
        </p:pic>
        <p:pic>
          <p:nvPicPr>
            <p:cNvPr id="23" name="Google Shape;1122;p6"/>
            <p:cNvPicPr preferRelativeResize="0"/>
            <p:nvPr/>
          </p:nvPicPr>
          <p:blipFill rotWithShape="1">
            <a:blip r:embed="rId14">
              <a:alphaModFix/>
            </a:blip>
            <a:srcRect/>
            <a:stretch/>
          </p:blipFill>
          <p:spPr>
            <a:xfrm>
              <a:off x="16264217" y="1318031"/>
              <a:ext cx="70307" cy="84467"/>
            </a:xfrm>
            <a:prstGeom prst="rect">
              <a:avLst/>
            </a:prstGeom>
            <a:noFill/>
            <a:ln>
              <a:noFill/>
            </a:ln>
          </p:spPr>
        </p:pic>
        <p:pic>
          <p:nvPicPr>
            <p:cNvPr id="24" name="Google Shape;1123;p6"/>
            <p:cNvPicPr preferRelativeResize="0"/>
            <p:nvPr/>
          </p:nvPicPr>
          <p:blipFill rotWithShape="1">
            <a:blip r:embed="rId15">
              <a:alphaModFix/>
            </a:blip>
            <a:srcRect/>
            <a:stretch/>
          </p:blipFill>
          <p:spPr>
            <a:xfrm>
              <a:off x="16356495" y="1318031"/>
              <a:ext cx="154431" cy="85356"/>
            </a:xfrm>
            <a:prstGeom prst="rect">
              <a:avLst/>
            </a:prstGeom>
            <a:noFill/>
            <a:ln>
              <a:noFill/>
            </a:ln>
          </p:spPr>
        </p:pic>
        <p:pic>
          <p:nvPicPr>
            <p:cNvPr id="25" name="Google Shape;1124;p6"/>
            <p:cNvPicPr preferRelativeResize="0"/>
            <p:nvPr/>
          </p:nvPicPr>
          <p:blipFill rotWithShape="1">
            <a:blip r:embed="rId16">
              <a:alphaModFix/>
            </a:blip>
            <a:srcRect/>
            <a:stretch/>
          </p:blipFill>
          <p:spPr>
            <a:xfrm>
              <a:off x="14201775" y="762152"/>
              <a:ext cx="2319019" cy="811453"/>
            </a:xfrm>
            <a:prstGeom prst="rect">
              <a:avLst/>
            </a:prstGeom>
            <a:noFill/>
            <a:ln>
              <a:noFill/>
            </a:ln>
          </p:spPr>
        </p:pic>
        <p:pic>
          <p:nvPicPr>
            <p:cNvPr id="26" name="Google Shape;1125;p6"/>
            <p:cNvPicPr preferRelativeResize="0"/>
            <p:nvPr/>
          </p:nvPicPr>
          <p:blipFill rotWithShape="1">
            <a:blip r:embed="rId17">
              <a:alphaModFix/>
            </a:blip>
            <a:srcRect/>
            <a:stretch/>
          </p:blipFill>
          <p:spPr>
            <a:xfrm>
              <a:off x="15674594" y="1390446"/>
              <a:ext cx="67435" cy="92900"/>
            </a:xfrm>
            <a:prstGeom prst="rect">
              <a:avLst/>
            </a:prstGeom>
            <a:noFill/>
            <a:ln>
              <a:noFill/>
            </a:ln>
          </p:spPr>
        </p:pic>
        <p:pic>
          <p:nvPicPr>
            <p:cNvPr id="27" name="Google Shape;1126;p6"/>
            <p:cNvPicPr preferRelativeResize="0"/>
            <p:nvPr/>
          </p:nvPicPr>
          <p:blipFill rotWithShape="1">
            <a:blip r:embed="rId18">
              <a:alphaModFix/>
            </a:blip>
            <a:srcRect/>
            <a:stretch/>
          </p:blipFill>
          <p:spPr>
            <a:xfrm>
              <a:off x="15628112" y="1489519"/>
              <a:ext cx="21208" cy="25857"/>
            </a:xfrm>
            <a:prstGeom prst="rect">
              <a:avLst/>
            </a:prstGeom>
            <a:noFill/>
            <a:ln>
              <a:noFill/>
            </a:ln>
          </p:spPr>
        </p:pic>
        <p:pic>
          <p:nvPicPr>
            <p:cNvPr id="28" name="Google Shape;1127;p6"/>
            <p:cNvPicPr preferRelativeResize="0"/>
            <p:nvPr/>
          </p:nvPicPr>
          <p:blipFill rotWithShape="1">
            <a:blip r:embed="rId19">
              <a:alphaModFix/>
            </a:blip>
            <a:srcRect/>
            <a:stretch/>
          </p:blipFill>
          <p:spPr>
            <a:xfrm>
              <a:off x="15665068" y="1482025"/>
              <a:ext cx="12572" cy="15214"/>
            </a:xfrm>
            <a:prstGeom prst="rect">
              <a:avLst/>
            </a:prstGeom>
            <a:noFill/>
            <a:ln>
              <a:noFill/>
            </a:ln>
          </p:spPr>
        </p:pic>
        <p:pic>
          <p:nvPicPr>
            <p:cNvPr id="29" name="Google Shape;1128;p6"/>
            <p:cNvPicPr preferRelativeResize="0"/>
            <p:nvPr/>
          </p:nvPicPr>
          <p:blipFill rotWithShape="1">
            <a:blip r:embed="rId19">
              <a:alphaModFix/>
            </a:blip>
            <a:srcRect/>
            <a:stretch/>
          </p:blipFill>
          <p:spPr>
            <a:xfrm>
              <a:off x="15665832" y="1458118"/>
              <a:ext cx="11683" cy="14611"/>
            </a:xfrm>
            <a:prstGeom prst="rect">
              <a:avLst/>
            </a:prstGeom>
            <a:noFill/>
            <a:ln>
              <a:noFill/>
            </a:ln>
          </p:spPr>
        </p:pic>
        <p:pic>
          <p:nvPicPr>
            <p:cNvPr id="30" name="Google Shape;1129;p6"/>
            <p:cNvPicPr preferRelativeResize="0"/>
            <p:nvPr/>
          </p:nvPicPr>
          <p:blipFill rotWithShape="1">
            <a:blip r:embed="rId20">
              <a:alphaModFix/>
            </a:blip>
            <a:srcRect/>
            <a:stretch/>
          </p:blipFill>
          <p:spPr>
            <a:xfrm>
              <a:off x="15624047" y="1433779"/>
              <a:ext cx="77215" cy="82550"/>
            </a:xfrm>
            <a:prstGeom prst="rect">
              <a:avLst/>
            </a:prstGeom>
            <a:noFill/>
            <a:ln>
              <a:noFill/>
            </a:ln>
          </p:spPr>
        </p:pic>
        <p:pic>
          <p:nvPicPr>
            <p:cNvPr id="31" name="Google Shape;1130;p6"/>
            <p:cNvPicPr preferRelativeResize="0"/>
            <p:nvPr/>
          </p:nvPicPr>
          <p:blipFill rotWithShape="1">
            <a:blip r:embed="rId21">
              <a:alphaModFix/>
            </a:blip>
            <a:srcRect/>
            <a:stretch/>
          </p:blipFill>
          <p:spPr>
            <a:xfrm>
              <a:off x="15824835" y="1228953"/>
              <a:ext cx="64007" cy="65823"/>
            </a:xfrm>
            <a:prstGeom prst="rect">
              <a:avLst/>
            </a:prstGeom>
            <a:noFill/>
            <a:ln>
              <a:noFill/>
            </a:ln>
          </p:spPr>
        </p:pic>
        <p:pic>
          <p:nvPicPr>
            <p:cNvPr id="32" name="Google Shape;1131;p6"/>
            <p:cNvPicPr preferRelativeResize="0"/>
            <p:nvPr/>
          </p:nvPicPr>
          <p:blipFill rotWithShape="1">
            <a:blip r:embed="rId22">
              <a:alphaModFix/>
            </a:blip>
            <a:srcRect/>
            <a:stretch/>
          </p:blipFill>
          <p:spPr>
            <a:xfrm>
              <a:off x="15901289" y="1256068"/>
              <a:ext cx="16763" cy="12915"/>
            </a:xfrm>
            <a:prstGeom prst="rect">
              <a:avLst/>
            </a:prstGeom>
            <a:noFill/>
            <a:ln>
              <a:noFill/>
            </a:ln>
          </p:spPr>
        </p:pic>
        <p:pic>
          <p:nvPicPr>
            <p:cNvPr id="33" name="Google Shape;1132;p6"/>
            <p:cNvPicPr preferRelativeResize="0"/>
            <p:nvPr/>
          </p:nvPicPr>
          <p:blipFill rotWithShape="1">
            <a:blip r:embed="rId19">
              <a:alphaModFix/>
            </a:blip>
            <a:srcRect/>
            <a:stretch/>
          </p:blipFill>
          <p:spPr>
            <a:xfrm>
              <a:off x="15680308" y="1443710"/>
              <a:ext cx="12953" cy="15126"/>
            </a:xfrm>
            <a:prstGeom prst="rect">
              <a:avLst/>
            </a:prstGeom>
            <a:noFill/>
            <a:ln>
              <a:noFill/>
            </a:ln>
          </p:spPr>
        </p:pic>
        <p:pic>
          <p:nvPicPr>
            <p:cNvPr id="34" name="Google Shape;1133;p6"/>
            <p:cNvPicPr preferRelativeResize="0"/>
            <p:nvPr/>
          </p:nvPicPr>
          <p:blipFill rotWithShape="1">
            <a:blip r:embed="rId23">
              <a:alphaModFix/>
            </a:blip>
            <a:srcRect/>
            <a:stretch/>
          </p:blipFill>
          <p:spPr>
            <a:xfrm>
              <a:off x="15931515" y="1237424"/>
              <a:ext cx="9779" cy="7441"/>
            </a:xfrm>
            <a:prstGeom prst="rect">
              <a:avLst/>
            </a:prstGeom>
            <a:noFill/>
            <a:ln>
              <a:noFill/>
            </a:ln>
          </p:spPr>
        </p:pic>
        <p:pic>
          <p:nvPicPr>
            <p:cNvPr id="35" name="Google Shape;1134;p6"/>
            <p:cNvPicPr preferRelativeResize="0"/>
            <p:nvPr/>
          </p:nvPicPr>
          <p:blipFill rotWithShape="1">
            <a:blip r:embed="rId24">
              <a:alphaModFix/>
            </a:blip>
            <a:srcRect/>
            <a:stretch/>
          </p:blipFill>
          <p:spPr>
            <a:xfrm>
              <a:off x="15645638" y="1455191"/>
              <a:ext cx="40257" cy="24181"/>
            </a:xfrm>
            <a:prstGeom prst="rect">
              <a:avLst/>
            </a:prstGeom>
            <a:noFill/>
            <a:ln>
              <a:noFill/>
            </a:ln>
          </p:spPr>
        </p:pic>
        <p:pic>
          <p:nvPicPr>
            <p:cNvPr id="36" name="Google Shape;1135;p6"/>
            <p:cNvPicPr preferRelativeResize="0"/>
            <p:nvPr/>
          </p:nvPicPr>
          <p:blipFill rotWithShape="1">
            <a:blip r:embed="rId25">
              <a:alphaModFix/>
            </a:blip>
            <a:srcRect/>
            <a:stretch/>
          </p:blipFill>
          <p:spPr>
            <a:xfrm>
              <a:off x="15934563" y="1189837"/>
              <a:ext cx="38353" cy="32524"/>
            </a:xfrm>
            <a:prstGeom prst="rect">
              <a:avLst/>
            </a:prstGeom>
            <a:noFill/>
            <a:ln>
              <a:noFill/>
            </a:ln>
          </p:spPr>
        </p:pic>
        <p:pic>
          <p:nvPicPr>
            <p:cNvPr id="37" name="Google Shape;1136;p6"/>
            <p:cNvPicPr preferRelativeResize="0"/>
            <p:nvPr/>
          </p:nvPicPr>
          <p:blipFill rotWithShape="1">
            <a:blip r:embed="rId26">
              <a:alphaModFix/>
            </a:blip>
            <a:srcRect/>
            <a:stretch/>
          </p:blipFill>
          <p:spPr>
            <a:xfrm>
              <a:off x="15687294" y="1443481"/>
              <a:ext cx="5969" cy="7048"/>
            </a:xfrm>
            <a:prstGeom prst="rect">
              <a:avLst/>
            </a:prstGeom>
            <a:noFill/>
            <a:ln>
              <a:noFill/>
            </a:ln>
          </p:spPr>
        </p:pic>
        <p:pic>
          <p:nvPicPr>
            <p:cNvPr id="38" name="Google Shape;1137;p6"/>
            <p:cNvPicPr preferRelativeResize="0"/>
            <p:nvPr/>
          </p:nvPicPr>
          <p:blipFill rotWithShape="1">
            <a:blip r:embed="rId27">
              <a:alphaModFix/>
            </a:blip>
            <a:srcRect/>
            <a:stretch/>
          </p:blipFill>
          <p:spPr>
            <a:xfrm>
              <a:off x="15900400" y="1202498"/>
              <a:ext cx="17907" cy="15100"/>
            </a:xfrm>
            <a:prstGeom prst="rect">
              <a:avLst/>
            </a:prstGeom>
            <a:noFill/>
            <a:ln>
              <a:noFill/>
            </a:ln>
          </p:spPr>
        </p:pic>
        <p:pic>
          <p:nvPicPr>
            <p:cNvPr id="39" name="Google Shape;1138;p6"/>
            <p:cNvPicPr preferRelativeResize="0"/>
            <p:nvPr/>
          </p:nvPicPr>
          <p:blipFill rotWithShape="1">
            <a:blip r:embed="rId25">
              <a:alphaModFix/>
            </a:blip>
            <a:srcRect/>
            <a:stretch/>
          </p:blipFill>
          <p:spPr>
            <a:xfrm>
              <a:off x="15697072" y="1384363"/>
              <a:ext cx="36068" cy="32906"/>
            </a:xfrm>
            <a:prstGeom prst="rect">
              <a:avLst/>
            </a:prstGeom>
            <a:noFill/>
            <a:ln>
              <a:noFill/>
            </a:ln>
          </p:spPr>
        </p:pic>
        <p:pic>
          <p:nvPicPr>
            <p:cNvPr id="40" name="Google Shape;1139;p6"/>
            <p:cNvPicPr preferRelativeResize="0"/>
            <p:nvPr/>
          </p:nvPicPr>
          <p:blipFill rotWithShape="1">
            <a:blip r:embed="rId28">
              <a:alphaModFix/>
            </a:blip>
            <a:srcRect/>
            <a:stretch/>
          </p:blipFill>
          <p:spPr>
            <a:xfrm>
              <a:off x="15621382" y="1488414"/>
              <a:ext cx="43306" cy="44843"/>
            </a:xfrm>
            <a:prstGeom prst="rect">
              <a:avLst/>
            </a:prstGeom>
            <a:noFill/>
            <a:ln>
              <a:noFill/>
            </a:ln>
          </p:spPr>
        </p:pic>
        <p:pic>
          <p:nvPicPr>
            <p:cNvPr id="41" name="Google Shape;1140;p6"/>
            <p:cNvPicPr preferRelativeResize="0"/>
            <p:nvPr/>
          </p:nvPicPr>
          <p:blipFill rotWithShape="1">
            <a:blip r:embed="rId29">
              <a:alphaModFix/>
            </a:blip>
            <a:srcRect/>
            <a:stretch/>
          </p:blipFill>
          <p:spPr>
            <a:xfrm>
              <a:off x="15655415" y="1424228"/>
              <a:ext cx="62101" cy="58038"/>
            </a:xfrm>
            <a:prstGeom prst="rect">
              <a:avLst/>
            </a:prstGeom>
            <a:noFill/>
            <a:ln>
              <a:noFill/>
            </a:ln>
          </p:spPr>
        </p:pic>
        <p:pic>
          <p:nvPicPr>
            <p:cNvPr id="42" name="Google Shape;1141;p6"/>
            <p:cNvPicPr preferRelativeResize="0"/>
            <p:nvPr/>
          </p:nvPicPr>
          <p:blipFill rotWithShape="1">
            <a:blip r:embed="rId28">
              <a:alphaModFix/>
            </a:blip>
            <a:srcRect/>
            <a:stretch/>
          </p:blipFill>
          <p:spPr>
            <a:xfrm>
              <a:off x="15735426" y="1384478"/>
              <a:ext cx="41404" cy="44323"/>
            </a:xfrm>
            <a:prstGeom prst="rect">
              <a:avLst/>
            </a:prstGeom>
            <a:noFill/>
            <a:ln>
              <a:noFill/>
            </a:ln>
          </p:spPr>
        </p:pic>
        <p:pic>
          <p:nvPicPr>
            <p:cNvPr id="43" name="Google Shape;1142;p6"/>
            <p:cNvPicPr preferRelativeResize="0"/>
            <p:nvPr/>
          </p:nvPicPr>
          <p:blipFill rotWithShape="1">
            <a:blip r:embed="rId30">
              <a:alphaModFix/>
            </a:blip>
            <a:srcRect/>
            <a:stretch/>
          </p:blipFill>
          <p:spPr>
            <a:xfrm>
              <a:off x="15792069" y="1308544"/>
              <a:ext cx="3683" cy="3086"/>
            </a:xfrm>
            <a:prstGeom prst="rect">
              <a:avLst/>
            </a:prstGeom>
            <a:noFill/>
            <a:ln>
              <a:noFill/>
            </a:ln>
          </p:spPr>
        </p:pic>
        <p:pic>
          <p:nvPicPr>
            <p:cNvPr id="44" name="Google Shape;1143;p6"/>
            <p:cNvPicPr preferRelativeResize="0"/>
            <p:nvPr/>
          </p:nvPicPr>
          <p:blipFill rotWithShape="1">
            <a:blip r:embed="rId31">
              <a:alphaModFix/>
            </a:blip>
            <a:srcRect/>
            <a:stretch/>
          </p:blipFill>
          <p:spPr>
            <a:xfrm>
              <a:off x="15669387" y="1471840"/>
              <a:ext cx="6223" cy="16459"/>
            </a:xfrm>
            <a:prstGeom prst="rect">
              <a:avLst/>
            </a:prstGeom>
            <a:noFill/>
            <a:ln>
              <a:noFill/>
            </a:ln>
          </p:spPr>
        </p:pic>
        <p:pic>
          <p:nvPicPr>
            <p:cNvPr id="45" name="Google Shape;1144;p6"/>
            <p:cNvPicPr preferRelativeResize="0"/>
            <p:nvPr/>
          </p:nvPicPr>
          <p:blipFill rotWithShape="1">
            <a:blip r:embed="rId23">
              <a:alphaModFix/>
            </a:blip>
            <a:srcRect/>
            <a:stretch/>
          </p:blipFill>
          <p:spPr>
            <a:xfrm>
              <a:off x="15855949" y="1307782"/>
              <a:ext cx="7747" cy="7251"/>
            </a:xfrm>
            <a:prstGeom prst="rect">
              <a:avLst/>
            </a:prstGeom>
            <a:noFill/>
            <a:ln>
              <a:noFill/>
            </a:ln>
          </p:spPr>
        </p:pic>
        <p:pic>
          <p:nvPicPr>
            <p:cNvPr id="46" name="Google Shape;1145;p6"/>
            <p:cNvPicPr preferRelativeResize="0"/>
            <p:nvPr/>
          </p:nvPicPr>
          <p:blipFill rotWithShape="1">
            <a:blip r:embed="rId19">
              <a:alphaModFix/>
            </a:blip>
            <a:srcRect/>
            <a:stretch/>
          </p:blipFill>
          <p:spPr>
            <a:xfrm>
              <a:off x="15814928" y="1337019"/>
              <a:ext cx="14478" cy="13536"/>
            </a:xfrm>
            <a:prstGeom prst="rect">
              <a:avLst/>
            </a:prstGeom>
            <a:noFill/>
            <a:ln>
              <a:noFill/>
            </a:ln>
          </p:spPr>
        </p:pic>
        <p:pic>
          <p:nvPicPr>
            <p:cNvPr id="47" name="Google Shape;1146;p6"/>
            <p:cNvPicPr preferRelativeResize="0"/>
            <p:nvPr/>
          </p:nvPicPr>
          <p:blipFill rotWithShape="1">
            <a:blip r:embed="rId32">
              <a:alphaModFix/>
            </a:blip>
            <a:srcRect/>
            <a:stretch/>
          </p:blipFill>
          <p:spPr>
            <a:xfrm>
              <a:off x="15642464" y="1463712"/>
              <a:ext cx="54101" cy="18427"/>
            </a:xfrm>
            <a:prstGeom prst="rect">
              <a:avLst/>
            </a:prstGeom>
            <a:noFill/>
            <a:ln>
              <a:noFill/>
            </a:ln>
          </p:spPr>
        </p:pic>
        <p:pic>
          <p:nvPicPr>
            <p:cNvPr id="48" name="Google Shape;1147;p6"/>
            <p:cNvPicPr preferRelativeResize="0"/>
            <p:nvPr/>
          </p:nvPicPr>
          <p:blipFill rotWithShape="1">
            <a:blip r:embed="rId33">
              <a:alphaModFix/>
            </a:blip>
            <a:srcRect/>
            <a:stretch/>
          </p:blipFill>
          <p:spPr>
            <a:xfrm>
              <a:off x="15736443" y="1349425"/>
              <a:ext cx="19811" cy="21031"/>
            </a:xfrm>
            <a:prstGeom prst="rect">
              <a:avLst/>
            </a:prstGeom>
            <a:noFill/>
            <a:ln>
              <a:noFill/>
            </a:ln>
          </p:spPr>
        </p:pic>
        <p:pic>
          <p:nvPicPr>
            <p:cNvPr id="49" name="Google Shape;1148;p6"/>
            <p:cNvPicPr preferRelativeResize="0"/>
            <p:nvPr/>
          </p:nvPicPr>
          <p:blipFill rotWithShape="1">
            <a:blip r:embed="rId34">
              <a:alphaModFix/>
            </a:blip>
            <a:srcRect/>
            <a:stretch/>
          </p:blipFill>
          <p:spPr>
            <a:xfrm>
              <a:off x="15651227" y="1473301"/>
              <a:ext cx="22858" cy="37363"/>
            </a:xfrm>
            <a:prstGeom prst="rect">
              <a:avLst/>
            </a:prstGeom>
            <a:noFill/>
            <a:ln>
              <a:noFill/>
            </a:ln>
          </p:spPr>
        </p:pic>
        <p:pic>
          <p:nvPicPr>
            <p:cNvPr id="50" name="Google Shape;1149;p6"/>
            <p:cNvPicPr preferRelativeResize="0"/>
            <p:nvPr/>
          </p:nvPicPr>
          <p:blipFill rotWithShape="1">
            <a:blip r:embed="rId26">
              <a:alphaModFix/>
            </a:blip>
            <a:srcRect/>
            <a:stretch/>
          </p:blipFill>
          <p:spPr>
            <a:xfrm>
              <a:off x="15677895" y="1470151"/>
              <a:ext cx="5716" cy="9284"/>
            </a:xfrm>
            <a:prstGeom prst="rect">
              <a:avLst/>
            </a:prstGeom>
            <a:noFill/>
            <a:ln>
              <a:noFill/>
            </a:ln>
          </p:spPr>
        </p:pic>
        <p:pic>
          <p:nvPicPr>
            <p:cNvPr id="51" name="Google Shape;1150;p6"/>
            <p:cNvPicPr preferRelativeResize="0"/>
            <p:nvPr/>
          </p:nvPicPr>
          <p:blipFill rotWithShape="1">
            <a:blip r:embed="rId30">
              <a:alphaModFix/>
            </a:blip>
            <a:srcRect/>
            <a:stretch/>
          </p:blipFill>
          <p:spPr>
            <a:xfrm>
              <a:off x="15670911" y="1472793"/>
              <a:ext cx="2016" cy="2222"/>
            </a:xfrm>
            <a:prstGeom prst="rect">
              <a:avLst/>
            </a:prstGeom>
            <a:noFill/>
            <a:ln>
              <a:noFill/>
            </a:ln>
          </p:spPr>
        </p:pic>
        <p:pic>
          <p:nvPicPr>
            <p:cNvPr id="52" name="Google Shape;1151;p6"/>
            <p:cNvPicPr preferRelativeResize="0"/>
            <p:nvPr/>
          </p:nvPicPr>
          <p:blipFill rotWithShape="1">
            <a:blip r:embed="rId35">
              <a:alphaModFix/>
            </a:blip>
            <a:srcRect/>
            <a:stretch/>
          </p:blipFill>
          <p:spPr>
            <a:xfrm>
              <a:off x="15935325" y="1214271"/>
              <a:ext cx="18032" cy="26936"/>
            </a:xfrm>
            <a:prstGeom prst="rect">
              <a:avLst/>
            </a:prstGeom>
            <a:noFill/>
            <a:ln>
              <a:noFill/>
            </a:ln>
          </p:spPr>
        </p:pic>
        <p:pic>
          <p:nvPicPr>
            <p:cNvPr id="53" name="Google Shape;1152;p6"/>
            <p:cNvPicPr preferRelativeResize="0"/>
            <p:nvPr/>
          </p:nvPicPr>
          <p:blipFill rotWithShape="1">
            <a:blip r:embed="rId36">
              <a:alphaModFix/>
            </a:blip>
            <a:srcRect/>
            <a:stretch/>
          </p:blipFill>
          <p:spPr>
            <a:xfrm>
              <a:off x="15635477" y="1434134"/>
              <a:ext cx="66255" cy="61188"/>
            </a:xfrm>
            <a:prstGeom prst="rect">
              <a:avLst/>
            </a:prstGeom>
            <a:noFill/>
            <a:ln>
              <a:noFill/>
            </a:ln>
          </p:spPr>
        </p:pic>
        <p:pic>
          <p:nvPicPr>
            <p:cNvPr id="54" name="Google Shape;1153;p6"/>
            <p:cNvPicPr preferRelativeResize="0"/>
            <p:nvPr/>
          </p:nvPicPr>
          <p:blipFill rotWithShape="1">
            <a:blip r:embed="rId30">
              <a:alphaModFix/>
            </a:blip>
            <a:srcRect/>
            <a:stretch/>
          </p:blipFill>
          <p:spPr>
            <a:xfrm>
              <a:off x="15682468" y="1428520"/>
              <a:ext cx="1650" cy="1777"/>
            </a:xfrm>
            <a:prstGeom prst="rect">
              <a:avLst/>
            </a:prstGeom>
            <a:noFill/>
            <a:ln>
              <a:noFill/>
            </a:ln>
          </p:spPr>
        </p:pic>
        <p:pic>
          <p:nvPicPr>
            <p:cNvPr id="55" name="Google Shape;1154;p6"/>
            <p:cNvPicPr preferRelativeResize="0"/>
            <p:nvPr/>
          </p:nvPicPr>
          <p:blipFill rotWithShape="1">
            <a:blip r:embed="rId37">
              <a:alphaModFix/>
            </a:blip>
            <a:srcRect/>
            <a:stretch/>
          </p:blipFill>
          <p:spPr>
            <a:xfrm>
              <a:off x="15639413" y="1470418"/>
              <a:ext cx="26036" cy="30924"/>
            </a:xfrm>
            <a:prstGeom prst="rect">
              <a:avLst/>
            </a:prstGeom>
            <a:noFill/>
            <a:ln>
              <a:noFill/>
            </a:ln>
          </p:spPr>
        </p:pic>
        <p:pic>
          <p:nvPicPr>
            <p:cNvPr id="56" name="Google Shape;1155;p6"/>
            <p:cNvPicPr preferRelativeResize="0"/>
            <p:nvPr/>
          </p:nvPicPr>
          <p:blipFill rotWithShape="1">
            <a:blip r:embed="rId38">
              <a:alphaModFix/>
            </a:blip>
            <a:srcRect/>
            <a:stretch/>
          </p:blipFill>
          <p:spPr>
            <a:xfrm>
              <a:off x="15666974" y="1440497"/>
              <a:ext cx="15363" cy="20408"/>
            </a:xfrm>
            <a:prstGeom prst="rect">
              <a:avLst/>
            </a:prstGeom>
            <a:noFill/>
            <a:ln>
              <a:noFill/>
            </a:ln>
          </p:spPr>
        </p:pic>
        <p:pic>
          <p:nvPicPr>
            <p:cNvPr id="57" name="Google Shape;1156;p6"/>
            <p:cNvPicPr preferRelativeResize="0"/>
            <p:nvPr/>
          </p:nvPicPr>
          <p:blipFill rotWithShape="1">
            <a:blip r:embed="rId30">
              <a:alphaModFix/>
            </a:blip>
            <a:srcRect/>
            <a:stretch/>
          </p:blipFill>
          <p:spPr>
            <a:xfrm>
              <a:off x="15953358" y="1215466"/>
              <a:ext cx="2285" cy="1803"/>
            </a:xfrm>
            <a:prstGeom prst="rect">
              <a:avLst/>
            </a:prstGeom>
            <a:noFill/>
            <a:ln>
              <a:noFill/>
            </a:ln>
          </p:spPr>
        </p:pic>
        <p:pic>
          <p:nvPicPr>
            <p:cNvPr id="58" name="Google Shape;1157;p6"/>
            <p:cNvPicPr preferRelativeResize="0"/>
            <p:nvPr/>
          </p:nvPicPr>
          <p:blipFill rotWithShape="1">
            <a:blip r:embed="rId39">
              <a:alphaModFix/>
            </a:blip>
            <a:srcRect/>
            <a:stretch/>
          </p:blipFill>
          <p:spPr>
            <a:xfrm>
              <a:off x="15685896" y="1402969"/>
              <a:ext cx="39878" cy="43675"/>
            </a:xfrm>
            <a:prstGeom prst="rect">
              <a:avLst/>
            </a:prstGeom>
            <a:noFill/>
            <a:ln>
              <a:noFill/>
            </a:ln>
          </p:spPr>
        </p:pic>
        <p:pic>
          <p:nvPicPr>
            <p:cNvPr id="59" name="Google Shape;1158;p6"/>
            <p:cNvPicPr preferRelativeResize="0"/>
            <p:nvPr/>
          </p:nvPicPr>
          <p:blipFill rotWithShape="1">
            <a:blip r:embed="rId40">
              <a:alphaModFix/>
            </a:blip>
            <a:srcRect/>
            <a:stretch/>
          </p:blipFill>
          <p:spPr>
            <a:xfrm>
              <a:off x="15880588" y="1270151"/>
              <a:ext cx="20192" cy="18008"/>
            </a:xfrm>
            <a:prstGeom prst="rect">
              <a:avLst/>
            </a:prstGeom>
            <a:noFill/>
            <a:ln>
              <a:noFill/>
            </a:ln>
          </p:spPr>
        </p:pic>
        <p:pic>
          <p:nvPicPr>
            <p:cNvPr id="60" name="Google Shape;1159;p6"/>
            <p:cNvPicPr preferRelativeResize="0"/>
            <p:nvPr/>
          </p:nvPicPr>
          <p:blipFill rotWithShape="1">
            <a:blip r:embed="rId41">
              <a:alphaModFix/>
            </a:blip>
            <a:srcRect/>
            <a:stretch/>
          </p:blipFill>
          <p:spPr>
            <a:xfrm>
              <a:off x="15668497" y="1475943"/>
              <a:ext cx="10794" cy="10998"/>
            </a:xfrm>
            <a:prstGeom prst="rect">
              <a:avLst/>
            </a:prstGeom>
            <a:noFill/>
            <a:ln>
              <a:noFill/>
            </a:ln>
          </p:spPr>
        </p:pic>
        <p:pic>
          <p:nvPicPr>
            <p:cNvPr id="61" name="Google Shape;1160;p6"/>
            <p:cNvPicPr preferRelativeResize="0"/>
            <p:nvPr/>
          </p:nvPicPr>
          <p:blipFill rotWithShape="1">
            <a:blip r:embed="rId30">
              <a:alphaModFix/>
            </a:blip>
            <a:srcRect/>
            <a:stretch/>
          </p:blipFill>
          <p:spPr>
            <a:xfrm>
              <a:off x="15965170" y="1207667"/>
              <a:ext cx="2031" cy="1511"/>
            </a:xfrm>
            <a:prstGeom prst="rect">
              <a:avLst/>
            </a:prstGeom>
            <a:noFill/>
            <a:ln>
              <a:noFill/>
            </a:ln>
          </p:spPr>
        </p:pic>
        <p:pic>
          <p:nvPicPr>
            <p:cNvPr id="62" name="Google Shape;1161;p6"/>
            <p:cNvPicPr preferRelativeResize="0"/>
            <p:nvPr/>
          </p:nvPicPr>
          <p:blipFill rotWithShape="1">
            <a:blip r:embed="rId30">
              <a:alphaModFix/>
            </a:blip>
            <a:srcRect/>
            <a:stretch/>
          </p:blipFill>
          <p:spPr>
            <a:xfrm>
              <a:off x="15889350" y="1220514"/>
              <a:ext cx="1737" cy="1353"/>
            </a:xfrm>
            <a:prstGeom prst="rect">
              <a:avLst/>
            </a:prstGeom>
            <a:noFill/>
            <a:ln>
              <a:noFill/>
            </a:ln>
          </p:spPr>
        </p:pic>
        <p:pic>
          <p:nvPicPr>
            <p:cNvPr id="63" name="Google Shape;1162;p6"/>
            <p:cNvPicPr preferRelativeResize="0"/>
            <p:nvPr/>
          </p:nvPicPr>
          <p:blipFill rotWithShape="1">
            <a:blip r:embed="rId31">
              <a:alphaModFix/>
            </a:blip>
            <a:srcRect/>
            <a:stretch/>
          </p:blipFill>
          <p:spPr>
            <a:xfrm>
              <a:off x="15948024" y="1190968"/>
              <a:ext cx="2666" cy="11276"/>
            </a:xfrm>
            <a:prstGeom prst="rect">
              <a:avLst/>
            </a:prstGeom>
            <a:noFill/>
            <a:ln>
              <a:noFill/>
            </a:ln>
          </p:spPr>
        </p:pic>
        <p:pic>
          <p:nvPicPr>
            <p:cNvPr id="64" name="Google Shape;1163;p6"/>
            <p:cNvPicPr preferRelativeResize="0"/>
            <p:nvPr/>
          </p:nvPicPr>
          <p:blipFill rotWithShape="1">
            <a:blip r:embed="rId42">
              <a:alphaModFix/>
            </a:blip>
            <a:srcRect/>
            <a:stretch/>
          </p:blipFill>
          <p:spPr>
            <a:xfrm>
              <a:off x="15672053" y="1466291"/>
              <a:ext cx="20955" cy="4953"/>
            </a:xfrm>
            <a:prstGeom prst="rect">
              <a:avLst/>
            </a:prstGeom>
            <a:noFill/>
            <a:ln>
              <a:noFill/>
            </a:ln>
          </p:spPr>
        </p:pic>
        <p:pic>
          <p:nvPicPr>
            <p:cNvPr id="65" name="Google Shape;1164;p6"/>
            <p:cNvPicPr preferRelativeResize="0"/>
            <p:nvPr/>
          </p:nvPicPr>
          <p:blipFill rotWithShape="1">
            <a:blip r:embed="rId41">
              <a:alphaModFix/>
            </a:blip>
            <a:srcRect/>
            <a:stretch/>
          </p:blipFill>
          <p:spPr>
            <a:xfrm>
              <a:off x="15636113" y="1508607"/>
              <a:ext cx="11047" cy="10440"/>
            </a:xfrm>
            <a:prstGeom prst="rect">
              <a:avLst/>
            </a:prstGeom>
            <a:noFill/>
            <a:ln>
              <a:noFill/>
            </a:ln>
          </p:spPr>
        </p:pic>
        <p:pic>
          <p:nvPicPr>
            <p:cNvPr id="66" name="Google Shape;1165;p6"/>
            <p:cNvPicPr preferRelativeResize="0"/>
            <p:nvPr/>
          </p:nvPicPr>
          <p:blipFill rotWithShape="1">
            <a:blip r:embed="rId43">
              <a:alphaModFix/>
            </a:blip>
            <a:srcRect/>
            <a:stretch/>
          </p:blipFill>
          <p:spPr>
            <a:xfrm>
              <a:off x="15891128" y="1207223"/>
              <a:ext cx="68581" cy="70726"/>
            </a:xfrm>
            <a:prstGeom prst="rect">
              <a:avLst/>
            </a:prstGeom>
            <a:noFill/>
            <a:ln>
              <a:noFill/>
            </a:ln>
          </p:spPr>
        </p:pic>
        <p:pic>
          <p:nvPicPr>
            <p:cNvPr id="67" name="Google Shape;1166;p6"/>
            <p:cNvPicPr preferRelativeResize="0"/>
            <p:nvPr/>
          </p:nvPicPr>
          <p:blipFill rotWithShape="1">
            <a:blip r:embed="rId30">
              <a:alphaModFix/>
            </a:blip>
            <a:srcRect/>
            <a:stretch/>
          </p:blipFill>
          <p:spPr>
            <a:xfrm>
              <a:off x="15658338" y="1504264"/>
              <a:ext cx="1142" cy="1396"/>
            </a:xfrm>
            <a:prstGeom prst="rect">
              <a:avLst/>
            </a:prstGeom>
            <a:noFill/>
            <a:ln>
              <a:noFill/>
            </a:ln>
          </p:spPr>
        </p:pic>
        <p:pic>
          <p:nvPicPr>
            <p:cNvPr id="68" name="Google Shape;1167;p6"/>
            <p:cNvPicPr preferRelativeResize="0"/>
            <p:nvPr/>
          </p:nvPicPr>
          <p:blipFill rotWithShape="1">
            <a:blip r:embed="rId27">
              <a:alphaModFix/>
            </a:blip>
            <a:srcRect/>
            <a:stretch/>
          </p:blipFill>
          <p:spPr>
            <a:xfrm>
              <a:off x="15658718" y="1475486"/>
              <a:ext cx="14975" cy="22047"/>
            </a:xfrm>
            <a:prstGeom prst="rect">
              <a:avLst/>
            </a:prstGeom>
            <a:noFill/>
            <a:ln>
              <a:noFill/>
            </a:ln>
          </p:spPr>
        </p:pic>
        <p:pic>
          <p:nvPicPr>
            <p:cNvPr id="69" name="Google Shape;1168;p6"/>
            <p:cNvPicPr preferRelativeResize="0"/>
            <p:nvPr/>
          </p:nvPicPr>
          <p:blipFill rotWithShape="1">
            <a:blip r:embed="rId30">
              <a:alphaModFix/>
            </a:blip>
            <a:srcRect/>
            <a:stretch/>
          </p:blipFill>
          <p:spPr>
            <a:xfrm>
              <a:off x="15635858" y="1500797"/>
              <a:ext cx="1143" cy="1409"/>
            </a:xfrm>
            <a:prstGeom prst="rect">
              <a:avLst/>
            </a:prstGeom>
            <a:noFill/>
            <a:ln>
              <a:noFill/>
            </a:ln>
          </p:spPr>
        </p:pic>
        <p:pic>
          <p:nvPicPr>
            <p:cNvPr id="70" name="Google Shape;1169;p6"/>
            <p:cNvPicPr preferRelativeResize="0"/>
            <p:nvPr/>
          </p:nvPicPr>
          <p:blipFill rotWithShape="1">
            <a:blip r:embed="rId26">
              <a:alphaModFix/>
            </a:blip>
            <a:srcRect/>
            <a:stretch/>
          </p:blipFill>
          <p:spPr>
            <a:xfrm>
              <a:off x="15916403" y="1201216"/>
              <a:ext cx="2412" cy="5473"/>
            </a:xfrm>
            <a:prstGeom prst="rect">
              <a:avLst/>
            </a:prstGeom>
            <a:noFill/>
            <a:ln>
              <a:noFill/>
            </a:ln>
          </p:spPr>
        </p:pic>
        <p:pic>
          <p:nvPicPr>
            <p:cNvPr id="71" name="Google Shape;1170;p6"/>
            <p:cNvPicPr preferRelativeResize="0"/>
            <p:nvPr/>
          </p:nvPicPr>
          <p:blipFill rotWithShape="1">
            <a:blip r:embed="rId30">
              <a:alphaModFix/>
            </a:blip>
            <a:srcRect/>
            <a:stretch/>
          </p:blipFill>
          <p:spPr>
            <a:xfrm>
              <a:off x="15947768" y="1197292"/>
              <a:ext cx="1650" cy="1346"/>
            </a:xfrm>
            <a:prstGeom prst="rect">
              <a:avLst/>
            </a:prstGeom>
            <a:noFill/>
            <a:ln>
              <a:noFill/>
            </a:ln>
          </p:spPr>
        </p:pic>
        <p:pic>
          <p:nvPicPr>
            <p:cNvPr id="72" name="Google Shape;1171;p6"/>
            <p:cNvPicPr preferRelativeResize="0"/>
            <p:nvPr/>
          </p:nvPicPr>
          <p:blipFill rotWithShape="1">
            <a:blip r:embed="rId30">
              <a:alphaModFix/>
            </a:blip>
            <a:srcRect/>
            <a:stretch/>
          </p:blipFill>
          <p:spPr>
            <a:xfrm>
              <a:off x="15933039" y="1198486"/>
              <a:ext cx="1016" cy="901"/>
            </a:xfrm>
            <a:prstGeom prst="rect">
              <a:avLst/>
            </a:prstGeom>
            <a:noFill/>
            <a:ln>
              <a:noFill/>
            </a:ln>
          </p:spPr>
        </p:pic>
        <p:pic>
          <p:nvPicPr>
            <p:cNvPr id="73" name="Google Shape;1172;p6"/>
            <p:cNvPicPr preferRelativeResize="0"/>
            <p:nvPr/>
          </p:nvPicPr>
          <p:blipFill rotWithShape="1">
            <a:blip r:embed="rId41">
              <a:alphaModFix/>
            </a:blip>
            <a:srcRect/>
            <a:stretch/>
          </p:blipFill>
          <p:spPr>
            <a:xfrm>
              <a:off x="15708375" y="1446885"/>
              <a:ext cx="8508" cy="9461"/>
            </a:xfrm>
            <a:prstGeom prst="rect">
              <a:avLst/>
            </a:prstGeom>
            <a:noFill/>
            <a:ln>
              <a:noFill/>
            </a:ln>
          </p:spPr>
        </p:pic>
        <p:pic>
          <p:nvPicPr>
            <p:cNvPr id="74" name="Google Shape;1173;p6"/>
            <p:cNvPicPr preferRelativeResize="0"/>
            <p:nvPr/>
          </p:nvPicPr>
          <p:blipFill rotWithShape="1">
            <a:blip r:embed="rId44">
              <a:alphaModFix/>
            </a:blip>
            <a:srcRect/>
            <a:stretch/>
          </p:blipFill>
          <p:spPr>
            <a:xfrm>
              <a:off x="15635731" y="1459281"/>
              <a:ext cx="44576" cy="50317"/>
            </a:xfrm>
            <a:prstGeom prst="rect">
              <a:avLst/>
            </a:prstGeom>
            <a:noFill/>
            <a:ln>
              <a:noFill/>
            </a:ln>
          </p:spPr>
        </p:pic>
        <p:pic>
          <p:nvPicPr>
            <p:cNvPr id="75" name="Google Shape;1174;p6"/>
            <p:cNvPicPr preferRelativeResize="0"/>
            <p:nvPr/>
          </p:nvPicPr>
          <p:blipFill rotWithShape="1">
            <a:blip r:embed="rId19">
              <a:alphaModFix/>
            </a:blip>
            <a:srcRect/>
            <a:stretch/>
          </p:blipFill>
          <p:spPr>
            <a:xfrm>
              <a:off x="15874619" y="1283156"/>
              <a:ext cx="14985" cy="14605"/>
            </a:xfrm>
            <a:prstGeom prst="rect">
              <a:avLst/>
            </a:prstGeom>
            <a:noFill/>
            <a:ln>
              <a:noFill/>
            </a:ln>
          </p:spPr>
        </p:pic>
        <p:pic>
          <p:nvPicPr>
            <p:cNvPr id="76" name="Google Shape;1175;p6"/>
            <p:cNvPicPr preferRelativeResize="0"/>
            <p:nvPr/>
          </p:nvPicPr>
          <p:blipFill rotWithShape="1">
            <a:blip r:embed="rId26">
              <a:alphaModFix/>
            </a:blip>
            <a:srcRect/>
            <a:stretch/>
          </p:blipFill>
          <p:spPr>
            <a:xfrm>
              <a:off x="15918686" y="1247634"/>
              <a:ext cx="9400" cy="9678"/>
            </a:xfrm>
            <a:prstGeom prst="rect">
              <a:avLst/>
            </a:prstGeom>
            <a:noFill/>
            <a:ln>
              <a:noFill/>
            </a:ln>
          </p:spPr>
        </p:pic>
        <p:pic>
          <p:nvPicPr>
            <p:cNvPr id="77" name="Google Shape;1176;p6"/>
            <p:cNvPicPr preferRelativeResize="0"/>
            <p:nvPr/>
          </p:nvPicPr>
          <p:blipFill rotWithShape="1">
            <a:blip r:embed="rId30">
              <a:alphaModFix/>
            </a:blip>
            <a:srcRect/>
            <a:stretch/>
          </p:blipFill>
          <p:spPr>
            <a:xfrm>
              <a:off x="15679419" y="1471002"/>
              <a:ext cx="761" cy="787"/>
            </a:xfrm>
            <a:prstGeom prst="rect">
              <a:avLst/>
            </a:prstGeom>
            <a:noFill/>
            <a:ln>
              <a:noFill/>
            </a:ln>
          </p:spPr>
        </p:pic>
        <p:pic>
          <p:nvPicPr>
            <p:cNvPr id="78" name="Google Shape;1177;p6"/>
            <p:cNvPicPr preferRelativeResize="0"/>
            <p:nvPr/>
          </p:nvPicPr>
          <p:blipFill rotWithShape="1">
            <a:blip r:embed="rId30">
              <a:alphaModFix/>
            </a:blip>
            <a:srcRect/>
            <a:stretch/>
          </p:blipFill>
          <p:spPr>
            <a:xfrm>
              <a:off x="15943199" y="1229410"/>
              <a:ext cx="1905" cy="1625"/>
            </a:xfrm>
            <a:prstGeom prst="rect">
              <a:avLst/>
            </a:prstGeom>
            <a:noFill/>
            <a:ln>
              <a:noFill/>
            </a:ln>
          </p:spPr>
        </p:pic>
        <p:pic>
          <p:nvPicPr>
            <p:cNvPr id="79" name="Google Shape;1178;p6"/>
            <p:cNvPicPr preferRelativeResize="0"/>
            <p:nvPr/>
          </p:nvPicPr>
          <p:blipFill rotWithShape="1">
            <a:blip r:embed="rId23">
              <a:alphaModFix/>
            </a:blip>
            <a:srcRect/>
            <a:stretch/>
          </p:blipFill>
          <p:spPr>
            <a:xfrm>
              <a:off x="15685389" y="1446009"/>
              <a:ext cx="9270" cy="4195"/>
            </a:xfrm>
            <a:prstGeom prst="rect">
              <a:avLst/>
            </a:prstGeom>
            <a:noFill/>
            <a:ln>
              <a:noFill/>
            </a:ln>
          </p:spPr>
        </p:pic>
        <p:pic>
          <p:nvPicPr>
            <p:cNvPr id="80" name="Google Shape;1179;p6"/>
            <p:cNvPicPr preferRelativeResize="0"/>
            <p:nvPr/>
          </p:nvPicPr>
          <p:blipFill rotWithShape="1">
            <a:blip r:embed="rId23">
              <a:alphaModFix/>
            </a:blip>
            <a:srcRect/>
            <a:stretch/>
          </p:blipFill>
          <p:spPr>
            <a:xfrm>
              <a:off x="15917672" y="1204010"/>
              <a:ext cx="1509" cy="1143"/>
            </a:xfrm>
            <a:prstGeom prst="rect">
              <a:avLst/>
            </a:prstGeom>
            <a:noFill/>
            <a:ln>
              <a:noFill/>
            </a:ln>
          </p:spPr>
        </p:pic>
        <p:pic>
          <p:nvPicPr>
            <p:cNvPr id="81" name="Google Shape;1180;p6"/>
            <p:cNvPicPr preferRelativeResize="0"/>
            <p:nvPr/>
          </p:nvPicPr>
          <p:blipFill rotWithShape="1">
            <a:blip r:embed="rId45">
              <a:alphaModFix/>
            </a:blip>
            <a:srcRect/>
            <a:stretch/>
          </p:blipFill>
          <p:spPr>
            <a:xfrm>
              <a:off x="15655797" y="1465847"/>
              <a:ext cx="29209" cy="40131"/>
            </a:xfrm>
            <a:prstGeom prst="rect">
              <a:avLst/>
            </a:prstGeom>
            <a:noFill/>
            <a:ln>
              <a:noFill/>
            </a:ln>
          </p:spPr>
        </p:pic>
        <p:pic>
          <p:nvPicPr>
            <p:cNvPr id="82" name="Google Shape;1181;p6"/>
            <p:cNvPicPr preferRelativeResize="0"/>
            <p:nvPr/>
          </p:nvPicPr>
          <p:blipFill rotWithShape="1">
            <a:blip r:embed="rId26">
              <a:alphaModFix/>
            </a:blip>
            <a:srcRect/>
            <a:stretch/>
          </p:blipFill>
          <p:spPr>
            <a:xfrm>
              <a:off x="15648431" y="1495513"/>
              <a:ext cx="635" cy="888"/>
            </a:xfrm>
            <a:prstGeom prst="rect">
              <a:avLst/>
            </a:prstGeom>
            <a:noFill/>
            <a:ln>
              <a:noFill/>
            </a:ln>
          </p:spPr>
        </p:pic>
        <p:pic>
          <p:nvPicPr>
            <p:cNvPr id="83" name="Google Shape;1182;p6"/>
            <p:cNvPicPr preferRelativeResize="0"/>
            <p:nvPr/>
          </p:nvPicPr>
          <p:blipFill rotWithShape="1">
            <a:blip r:embed="rId30">
              <a:alphaModFix/>
            </a:blip>
            <a:srcRect/>
            <a:stretch/>
          </p:blipFill>
          <p:spPr>
            <a:xfrm>
              <a:off x="15700882" y="1433945"/>
              <a:ext cx="889" cy="977"/>
            </a:xfrm>
            <a:prstGeom prst="rect">
              <a:avLst/>
            </a:prstGeom>
            <a:noFill/>
            <a:ln>
              <a:noFill/>
            </a:ln>
          </p:spPr>
        </p:pic>
        <p:pic>
          <p:nvPicPr>
            <p:cNvPr id="84" name="Google Shape;1183;p6"/>
            <p:cNvPicPr preferRelativeResize="0"/>
            <p:nvPr/>
          </p:nvPicPr>
          <p:blipFill rotWithShape="1">
            <a:blip r:embed="rId46">
              <a:alphaModFix/>
            </a:blip>
            <a:srcRect/>
            <a:stretch/>
          </p:blipFill>
          <p:spPr>
            <a:xfrm>
              <a:off x="15634335" y="1432801"/>
              <a:ext cx="68198" cy="66675"/>
            </a:xfrm>
            <a:prstGeom prst="rect">
              <a:avLst/>
            </a:prstGeom>
            <a:noFill/>
            <a:ln>
              <a:noFill/>
            </a:ln>
          </p:spPr>
        </p:pic>
        <p:pic>
          <p:nvPicPr>
            <p:cNvPr id="85" name="Google Shape;1184;p6"/>
            <p:cNvPicPr preferRelativeResize="0"/>
            <p:nvPr/>
          </p:nvPicPr>
          <p:blipFill rotWithShape="1">
            <a:blip r:embed="rId47">
              <a:alphaModFix/>
            </a:blip>
            <a:srcRect/>
            <a:stretch/>
          </p:blipFill>
          <p:spPr>
            <a:xfrm>
              <a:off x="15829154" y="1205179"/>
              <a:ext cx="88645" cy="72174"/>
            </a:xfrm>
            <a:prstGeom prst="rect">
              <a:avLst/>
            </a:prstGeom>
            <a:noFill/>
            <a:ln>
              <a:noFill/>
            </a:ln>
          </p:spPr>
        </p:pic>
        <p:pic>
          <p:nvPicPr>
            <p:cNvPr id="86" name="Google Shape;1185;p6"/>
            <p:cNvPicPr preferRelativeResize="0"/>
            <p:nvPr/>
          </p:nvPicPr>
          <p:blipFill rotWithShape="1">
            <a:blip r:embed="rId48">
              <a:alphaModFix/>
            </a:blip>
            <a:srcRect/>
            <a:stretch/>
          </p:blipFill>
          <p:spPr>
            <a:xfrm>
              <a:off x="15914241" y="1200353"/>
              <a:ext cx="12192" cy="4266"/>
            </a:xfrm>
            <a:prstGeom prst="rect">
              <a:avLst/>
            </a:prstGeom>
            <a:noFill/>
            <a:ln>
              <a:noFill/>
            </a:ln>
          </p:spPr>
        </p:pic>
        <p:pic>
          <p:nvPicPr>
            <p:cNvPr id="87" name="Google Shape;1186;p6"/>
            <p:cNvPicPr preferRelativeResize="0"/>
            <p:nvPr/>
          </p:nvPicPr>
          <p:blipFill rotWithShape="1">
            <a:blip r:embed="rId49">
              <a:alphaModFix/>
            </a:blip>
            <a:srcRect/>
            <a:stretch/>
          </p:blipFill>
          <p:spPr>
            <a:xfrm>
              <a:off x="15619221" y="1424419"/>
              <a:ext cx="68835" cy="86803"/>
            </a:xfrm>
            <a:prstGeom prst="rect">
              <a:avLst/>
            </a:prstGeom>
            <a:noFill/>
            <a:ln>
              <a:noFill/>
            </a:ln>
          </p:spPr>
        </p:pic>
        <p:pic>
          <p:nvPicPr>
            <p:cNvPr id="88" name="Google Shape;1187;p6"/>
            <p:cNvPicPr preferRelativeResize="0"/>
            <p:nvPr/>
          </p:nvPicPr>
          <p:blipFill rotWithShape="1">
            <a:blip r:embed="rId30">
              <a:alphaModFix/>
            </a:blip>
            <a:srcRect/>
            <a:stretch/>
          </p:blipFill>
          <p:spPr>
            <a:xfrm>
              <a:off x="15909036" y="1261630"/>
              <a:ext cx="1143" cy="1028"/>
            </a:xfrm>
            <a:prstGeom prst="rect">
              <a:avLst/>
            </a:prstGeom>
            <a:noFill/>
            <a:ln>
              <a:noFill/>
            </a:ln>
          </p:spPr>
        </p:pic>
        <p:pic>
          <p:nvPicPr>
            <p:cNvPr id="89" name="Google Shape;1188;p6"/>
            <p:cNvPicPr preferRelativeResize="0"/>
            <p:nvPr/>
          </p:nvPicPr>
          <p:blipFill rotWithShape="1">
            <a:blip r:embed="rId23">
              <a:alphaModFix/>
            </a:blip>
            <a:srcRect/>
            <a:stretch/>
          </p:blipFill>
          <p:spPr>
            <a:xfrm>
              <a:off x="15915894" y="1250937"/>
              <a:ext cx="9015" cy="7848"/>
            </a:xfrm>
            <a:prstGeom prst="rect">
              <a:avLst/>
            </a:prstGeom>
            <a:noFill/>
            <a:ln>
              <a:noFill/>
            </a:ln>
          </p:spPr>
        </p:pic>
        <p:pic>
          <p:nvPicPr>
            <p:cNvPr id="90" name="Google Shape;1189;p6"/>
            <p:cNvPicPr preferRelativeResize="0"/>
            <p:nvPr/>
          </p:nvPicPr>
          <p:blipFill rotWithShape="1">
            <a:blip r:embed="rId30">
              <a:alphaModFix/>
            </a:blip>
            <a:srcRect/>
            <a:stretch/>
          </p:blipFill>
          <p:spPr>
            <a:xfrm>
              <a:off x="15707866" y="1418919"/>
              <a:ext cx="2158" cy="1435"/>
            </a:xfrm>
            <a:prstGeom prst="rect">
              <a:avLst/>
            </a:prstGeom>
            <a:noFill/>
            <a:ln>
              <a:noFill/>
            </a:ln>
          </p:spPr>
        </p:pic>
        <p:pic>
          <p:nvPicPr>
            <p:cNvPr id="91" name="Google Shape;1190;p6"/>
            <p:cNvPicPr preferRelativeResize="0"/>
            <p:nvPr/>
          </p:nvPicPr>
          <p:blipFill rotWithShape="1">
            <a:blip r:embed="rId22">
              <a:alphaModFix/>
            </a:blip>
            <a:srcRect/>
            <a:stretch/>
          </p:blipFill>
          <p:spPr>
            <a:xfrm>
              <a:off x="15675355" y="1464563"/>
              <a:ext cx="12828" cy="9931"/>
            </a:xfrm>
            <a:prstGeom prst="rect">
              <a:avLst/>
            </a:prstGeom>
            <a:noFill/>
            <a:ln>
              <a:noFill/>
            </a:ln>
          </p:spPr>
        </p:pic>
        <p:pic>
          <p:nvPicPr>
            <p:cNvPr id="92" name="Google Shape;1191;p6"/>
            <p:cNvPicPr preferRelativeResize="0"/>
            <p:nvPr/>
          </p:nvPicPr>
          <p:blipFill rotWithShape="1">
            <a:blip r:embed="rId30">
              <a:alphaModFix/>
            </a:blip>
            <a:srcRect/>
            <a:stretch/>
          </p:blipFill>
          <p:spPr>
            <a:xfrm>
              <a:off x="15673703" y="1459267"/>
              <a:ext cx="634" cy="889"/>
            </a:xfrm>
            <a:prstGeom prst="rect">
              <a:avLst/>
            </a:prstGeom>
            <a:noFill/>
            <a:ln>
              <a:noFill/>
            </a:ln>
          </p:spPr>
        </p:pic>
        <p:pic>
          <p:nvPicPr>
            <p:cNvPr id="93" name="Google Shape;1192;p6"/>
            <p:cNvPicPr preferRelativeResize="0"/>
            <p:nvPr/>
          </p:nvPicPr>
          <p:blipFill rotWithShape="1">
            <a:blip r:embed="rId30">
              <a:alphaModFix/>
            </a:blip>
            <a:srcRect/>
            <a:stretch/>
          </p:blipFill>
          <p:spPr>
            <a:xfrm>
              <a:off x="15725645" y="1400136"/>
              <a:ext cx="1143" cy="1270"/>
            </a:xfrm>
            <a:prstGeom prst="rect">
              <a:avLst/>
            </a:prstGeom>
            <a:noFill/>
            <a:ln>
              <a:noFill/>
            </a:ln>
          </p:spPr>
        </p:pic>
        <p:pic>
          <p:nvPicPr>
            <p:cNvPr id="94" name="Google Shape;1193;p6"/>
            <p:cNvPicPr preferRelativeResize="0"/>
            <p:nvPr/>
          </p:nvPicPr>
          <p:blipFill rotWithShape="1">
            <a:blip r:embed="rId50">
              <a:alphaModFix/>
            </a:blip>
            <a:srcRect/>
            <a:stretch/>
          </p:blipFill>
          <p:spPr>
            <a:xfrm>
              <a:off x="15939136" y="1190789"/>
              <a:ext cx="30605" cy="35103"/>
            </a:xfrm>
            <a:prstGeom prst="rect">
              <a:avLst/>
            </a:prstGeom>
            <a:noFill/>
            <a:ln>
              <a:noFill/>
            </a:ln>
          </p:spPr>
        </p:pic>
        <p:pic>
          <p:nvPicPr>
            <p:cNvPr id="95" name="Google Shape;1194;p6"/>
            <p:cNvPicPr preferRelativeResize="0"/>
            <p:nvPr/>
          </p:nvPicPr>
          <p:blipFill rotWithShape="1">
            <a:blip r:embed="rId30">
              <a:alphaModFix/>
            </a:blip>
            <a:srcRect/>
            <a:stretch/>
          </p:blipFill>
          <p:spPr>
            <a:xfrm>
              <a:off x="15655417" y="1498753"/>
              <a:ext cx="4953" cy="8280"/>
            </a:xfrm>
            <a:prstGeom prst="rect">
              <a:avLst/>
            </a:prstGeom>
            <a:noFill/>
            <a:ln>
              <a:noFill/>
            </a:ln>
          </p:spPr>
        </p:pic>
        <p:pic>
          <p:nvPicPr>
            <p:cNvPr id="96" name="Google Shape;1195;p6"/>
            <p:cNvPicPr preferRelativeResize="0"/>
            <p:nvPr/>
          </p:nvPicPr>
          <p:blipFill rotWithShape="1">
            <a:blip r:embed="rId23">
              <a:alphaModFix/>
            </a:blip>
            <a:srcRect/>
            <a:stretch/>
          </p:blipFill>
          <p:spPr>
            <a:xfrm>
              <a:off x="15684767" y="1425714"/>
              <a:ext cx="5955" cy="2635"/>
            </a:xfrm>
            <a:prstGeom prst="rect">
              <a:avLst/>
            </a:prstGeom>
            <a:noFill/>
            <a:ln>
              <a:noFill/>
            </a:ln>
          </p:spPr>
        </p:pic>
        <p:pic>
          <p:nvPicPr>
            <p:cNvPr id="97" name="Google Shape;1196;p6"/>
            <p:cNvPicPr preferRelativeResize="0"/>
            <p:nvPr/>
          </p:nvPicPr>
          <p:blipFill rotWithShape="1">
            <a:blip r:embed="rId51">
              <a:alphaModFix/>
            </a:blip>
            <a:srcRect/>
            <a:stretch/>
          </p:blipFill>
          <p:spPr>
            <a:xfrm>
              <a:off x="15656434" y="1444103"/>
              <a:ext cx="39496" cy="47854"/>
            </a:xfrm>
            <a:prstGeom prst="rect">
              <a:avLst/>
            </a:prstGeom>
            <a:noFill/>
            <a:ln>
              <a:noFill/>
            </a:ln>
          </p:spPr>
        </p:pic>
        <p:pic>
          <p:nvPicPr>
            <p:cNvPr id="98" name="Google Shape;1197;p6"/>
            <p:cNvPicPr preferRelativeResize="0"/>
            <p:nvPr/>
          </p:nvPicPr>
          <p:blipFill rotWithShape="1">
            <a:blip r:embed="rId52">
              <a:alphaModFix/>
            </a:blip>
            <a:srcRect/>
            <a:stretch/>
          </p:blipFill>
          <p:spPr>
            <a:xfrm>
              <a:off x="15668878" y="1477454"/>
              <a:ext cx="17778" cy="6591"/>
            </a:xfrm>
            <a:prstGeom prst="rect">
              <a:avLst/>
            </a:prstGeom>
            <a:noFill/>
            <a:ln>
              <a:noFill/>
            </a:ln>
          </p:spPr>
        </p:pic>
        <p:pic>
          <p:nvPicPr>
            <p:cNvPr id="99" name="Google Shape;1198;p6"/>
            <p:cNvPicPr preferRelativeResize="0"/>
            <p:nvPr/>
          </p:nvPicPr>
          <p:blipFill rotWithShape="1">
            <a:blip r:embed="rId23">
              <a:alphaModFix/>
            </a:blip>
            <a:srcRect/>
            <a:stretch/>
          </p:blipFill>
          <p:spPr>
            <a:xfrm>
              <a:off x="15680053" y="1459573"/>
              <a:ext cx="8638" cy="4280"/>
            </a:xfrm>
            <a:prstGeom prst="rect">
              <a:avLst/>
            </a:prstGeom>
            <a:noFill/>
            <a:ln>
              <a:noFill/>
            </a:ln>
          </p:spPr>
        </p:pic>
        <p:pic>
          <p:nvPicPr>
            <p:cNvPr id="100" name="Google Shape;1199;p6"/>
            <p:cNvPicPr preferRelativeResize="0"/>
            <p:nvPr/>
          </p:nvPicPr>
          <p:blipFill rotWithShape="1">
            <a:blip r:embed="rId26">
              <a:alphaModFix/>
            </a:blip>
            <a:srcRect/>
            <a:stretch/>
          </p:blipFill>
          <p:spPr>
            <a:xfrm>
              <a:off x="15669387" y="1490953"/>
              <a:ext cx="381" cy="520"/>
            </a:xfrm>
            <a:prstGeom prst="rect">
              <a:avLst/>
            </a:prstGeom>
            <a:noFill/>
            <a:ln>
              <a:noFill/>
            </a:ln>
          </p:spPr>
        </p:pic>
        <p:pic>
          <p:nvPicPr>
            <p:cNvPr id="101" name="Google Shape;1200;p6"/>
            <p:cNvPicPr preferRelativeResize="0"/>
            <p:nvPr/>
          </p:nvPicPr>
          <p:blipFill rotWithShape="1">
            <a:blip r:embed="rId23">
              <a:alphaModFix/>
            </a:blip>
            <a:srcRect/>
            <a:stretch/>
          </p:blipFill>
          <p:spPr>
            <a:xfrm>
              <a:off x="15651606" y="1493113"/>
              <a:ext cx="5715" cy="4977"/>
            </a:xfrm>
            <a:prstGeom prst="rect">
              <a:avLst/>
            </a:prstGeom>
            <a:noFill/>
            <a:ln>
              <a:noFill/>
            </a:ln>
          </p:spPr>
        </p:pic>
        <p:pic>
          <p:nvPicPr>
            <p:cNvPr id="102" name="Google Shape;1201;p6"/>
            <p:cNvPicPr preferRelativeResize="0"/>
            <p:nvPr/>
          </p:nvPicPr>
          <p:blipFill rotWithShape="1">
            <a:blip r:embed="rId23">
              <a:alphaModFix/>
            </a:blip>
            <a:srcRect/>
            <a:stretch/>
          </p:blipFill>
          <p:spPr>
            <a:xfrm>
              <a:off x="15631794" y="1498486"/>
              <a:ext cx="6730" cy="3251"/>
            </a:xfrm>
            <a:prstGeom prst="rect">
              <a:avLst/>
            </a:prstGeom>
            <a:noFill/>
            <a:ln>
              <a:noFill/>
            </a:ln>
          </p:spPr>
        </p:pic>
        <p:pic>
          <p:nvPicPr>
            <p:cNvPr id="103" name="Google Shape;1202;p6"/>
            <p:cNvPicPr preferRelativeResize="0"/>
            <p:nvPr/>
          </p:nvPicPr>
          <p:blipFill rotWithShape="1">
            <a:blip r:embed="rId30">
              <a:alphaModFix/>
            </a:blip>
            <a:srcRect/>
            <a:stretch/>
          </p:blipFill>
          <p:spPr>
            <a:xfrm>
              <a:off x="15664187" y="1472095"/>
              <a:ext cx="1771" cy="2107"/>
            </a:xfrm>
            <a:prstGeom prst="rect">
              <a:avLst/>
            </a:prstGeom>
            <a:noFill/>
            <a:ln>
              <a:noFill/>
            </a:ln>
          </p:spPr>
        </p:pic>
        <p:pic>
          <p:nvPicPr>
            <p:cNvPr id="104" name="Google Shape;1203;p6"/>
            <p:cNvPicPr preferRelativeResize="0"/>
            <p:nvPr/>
          </p:nvPicPr>
          <p:blipFill rotWithShape="1">
            <a:blip r:embed="rId31">
              <a:alphaModFix/>
            </a:blip>
            <a:srcRect/>
            <a:stretch/>
          </p:blipFill>
          <p:spPr>
            <a:xfrm>
              <a:off x="15706091" y="1456893"/>
              <a:ext cx="506" cy="1969"/>
            </a:xfrm>
            <a:prstGeom prst="rect">
              <a:avLst/>
            </a:prstGeom>
            <a:noFill/>
            <a:ln>
              <a:noFill/>
            </a:ln>
          </p:spPr>
        </p:pic>
        <p:pic>
          <p:nvPicPr>
            <p:cNvPr id="105" name="Google Shape;1204;p6"/>
            <p:cNvPicPr preferRelativeResize="0"/>
            <p:nvPr/>
          </p:nvPicPr>
          <p:blipFill rotWithShape="1">
            <a:blip r:embed="rId27">
              <a:alphaModFix/>
            </a:blip>
            <a:srcRect/>
            <a:stretch/>
          </p:blipFill>
          <p:spPr>
            <a:xfrm>
              <a:off x="15656942" y="1470773"/>
              <a:ext cx="17016" cy="21108"/>
            </a:xfrm>
            <a:prstGeom prst="rect">
              <a:avLst/>
            </a:prstGeom>
            <a:noFill/>
            <a:ln>
              <a:noFill/>
            </a:ln>
          </p:spPr>
        </p:pic>
        <p:pic>
          <p:nvPicPr>
            <p:cNvPr id="106" name="Google Shape;1205;p6"/>
            <p:cNvPicPr preferRelativeResize="0"/>
            <p:nvPr/>
          </p:nvPicPr>
          <p:blipFill rotWithShape="1">
            <a:blip r:embed="rId30">
              <a:alphaModFix/>
            </a:blip>
            <a:srcRect/>
            <a:stretch/>
          </p:blipFill>
          <p:spPr>
            <a:xfrm>
              <a:off x="15715488" y="1411998"/>
              <a:ext cx="381" cy="444"/>
            </a:xfrm>
            <a:prstGeom prst="rect">
              <a:avLst/>
            </a:prstGeom>
            <a:noFill/>
            <a:ln>
              <a:noFill/>
            </a:ln>
          </p:spPr>
        </p:pic>
        <p:pic>
          <p:nvPicPr>
            <p:cNvPr id="107" name="Google Shape;1206;p6"/>
            <p:cNvPicPr preferRelativeResize="0"/>
            <p:nvPr/>
          </p:nvPicPr>
          <p:blipFill rotWithShape="1">
            <a:blip r:embed="rId30">
              <a:alphaModFix/>
            </a:blip>
            <a:srcRect/>
            <a:stretch/>
          </p:blipFill>
          <p:spPr>
            <a:xfrm>
              <a:off x="15712057" y="1431912"/>
              <a:ext cx="2412" cy="2946"/>
            </a:xfrm>
            <a:prstGeom prst="rect">
              <a:avLst/>
            </a:prstGeom>
            <a:noFill/>
            <a:ln>
              <a:noFill/>
            </a:ln>
          </p:spPr>
        </p:pic>
        <p:pic>
          <p:nvPicPr>
            <p:cNvPr id="108" name="Google Shape;1207;p6"/>
            <p:cNvPicPr preferRelativeResize="0"/>
            <p:nvPr/>
          </p:nvPicPr>
          <p:blipFill rotWithShape="1">
            <a:blip r:embed="rId30">
              <a:alphaModFix/>
            </a:blip>
            <a:srcRect/>
            <a:stretch/>
          </p:blipFill>
          <p:spPr>
            <a:xfrm>
              <a:off x="15675228" y="1439290"/>
              <a:ext cx="4826" cy="4927"/>
            </a:xfrm>
            <a:prstGeom prst="rect">
              <a:avLst/>
            </a:prstGeom>
            <a:noFill/>
            <a:ln>
              <a:noFill/>
            </a:ln>
          </p:spPr>
        </p:pic>
        <p:pic>
          <p:nvPicPr>
            <p:cNvPr id="109" name="Google Shape;1208;p6"/>
            <p:cNvPicPr preferRelativeResize="0"/>
            <p:nvPr/>
          </p:nvPicPr>
          <p:blipFill rotWithShape="1">
            <a:blip r:embed="rId23">
              <a:alphaModFix/>
            </a:blip>
            <a:srcRect/>
            <a:stretch/>
          </p:blipFill>
          <p:spPr>
            <a:xfrm>
              <a:off x="15727806" y="1371777"/>
              <a:ext cx="6349" cy="6616"/>
            </a:xfrm>
            <a:prstGeom prst="rect">
              <a:avLst/>
            </a:prstGeom>
            <a:noFill/>
            <a:ln>
              <a:noFill/>
            </a:ln>
          </p:spPr>
        </p:pic>
        <p:pic>
          <p:nvPicPr>
            <p:cNvPr id="110" name="Google Shape;1209;p6"/>
            <p:cNvPicPr preferRelativeResize="0"/>
            <p:nvPr/>
          </p:nvPicPr>
          <p:blipFill rotWithShape="1">
            <a:blip r:embed="rId26">
              <a:alphaModFix/>
            </a:blip>
            <a:srcRect/>
            <a:stretch/>
          </p:blipFill>
          <p:spPr>
            <a:xfrm>
              <a:off x="15649828" y="1507413"/>
              <a:ext cx="380" cy="431"/>
            </a:xfrm>
            <a:prstGeom prst="rect">
              <a:avLst/>
            </a:prstGeom>
            <a:noFill/>
            <a:ln>
              <a:noFill/>
            </a:ln>
          </p:spPr>
        </p:pic>
        <p:pic>
          <p:nvPicPr>
            <p:cNvPr id="111" name="Google Shape;1210;p6"/>
            <p:cNvPicPr preferRelativeResize="0"/>
            <p:nvPr/>
          </p:nvPicPr>
          <p:blipFill rotWithShape="1">
            <a:blip r:embed="rId53">
              <a:alphaModFix/>
            </a:blip>
            <a:srcRect/>
            <a:stretch/>
          </p:blipFill>
          <p:spPr>
            <a:xfrm>
              <a:off x="15643097" y="1430021"/>
              <a:ext cx="72643" cy="68173"/>
            </a:xfrm>
            <a:prstGeom prst="rect">
              <a:avLst/>
            </a:prstGeom>
            <a:noFill/>
            <a:ln>
              <a:noFill/>
            </a:ln>
          </p:spPr>
        </p:pic>
        <p:pic>
          <p:nvPicPr>
            <p:cNvPr id="112" name="Google Shape;1211;p6"/>
            <p:cNvPicPr preferRelativeResize="0"/>
            <p:nvPr/>
          </p:nvPicPr>
          <p:blipFill rotWithShape="1">
            <a:blip r:embed="rId54">
              <a:alphaModFix/>
            </a:blip>
            <a:srcRect/>
            <a:stretch/>
          </p:blipFill>
          <p:spPr>
            <a:xfrm>
              <a:off x="15646146" y="1421586"/>
              <a:ext cx="64895" cy="73330"/>
            </a:xfrm>
            <a:prstGeom prst="rect">
              <a:avLst/>
            </a:prstGeom>
            <a:noFill/>
            <a:ln>
              <a:noFill/>
            </a:ln>
          </p:spPr>
        </p:pic>
        <p:pic>
          <p:nvPicPr>
            <p:cNvPr id="113" name="Google Shape;1212;p6"/>
            <p:cNvPicPr preferRelativeResize="0"/>
            <p:nvPr/>
          </p:nvPicPr>
          <p:blipFill rotWithShape="1">
            <a:blip r:embed="rId30">
              <a:alphaModFix/>
            </a:blip>
            <a:srcRect/>
            <a:stretch/>
          </p:blipFill>
          <p:spPr>
            <a:xfrm>
              <a:off x="15847439" y="1259954"/>
              <a:ext cx="507" cy="431"/>
            </a:xfrm>
            <a:prstGeom prst="rect">
              <a:avLst/>
            </a:prstGeom>
            <a:noFill/>
            <a:ln>
              <a:noFill/>
            </a:ln>
          </p:spPr>
        </p:pic>
        <p:pic>
          <p:nvPicPr>
            <p:cNvPr id="114" name="Google Shape;1213;p6"/>
            <p:cNvPicPr preferRelativeResize="0"/>
            <p:nvPr/>
          </p:nvPicPr>
          <p:blipFill rotWithShape="1">
            <a:blip r:embed="rId55">
              <a:alphaModFix/>
            </a:blip>
            <a:srcRect/>
            <a:stretch/>
          </p:blipFill>
          <p:spPr>
            <a:xfrm>
              <a:off x="15867506" y="1222285"/>
              <a:ext cx="21590" cy="22937"/>
            </a:xfrm>
            <a:prstGeom prst="rect">
              <a:avLst/>
            </a:prstGeom>
            <a:noFill/>
            <a:ln>
              <a:noFill/>
            </a:ln>
          </p:spPr>
        </p:pic>
        <p:pic>
          <p:nvPicPr>
            <p:cNvPr id="115" name="Google Shape;1214;p6"/>
            <p:cNvPicPr preferRelativeResize="0"/>
            <p:nvPr/>
          </p:nvPicPr>
          <p:blipFill rotWithShape="1">
            <a:blip r:embed="rId41">
              <a:alphaModFix/>
            </a:blip>
            <a:srcRect/>
            <a:stretch/>
          </p:blipFill>
          <p:spPr>
            <a:xfrm>
              <a:off x="15671038" y="1452854"/>
              <a:ext cx="13716" cy="10451"/>
            </a:xfrm>
            <a:prstGeom prst="rect">
              <a:avLst/>
            </a:prstGeom>
            <a:noFill/>
            <a:ln>
              <a:noFill/>
            </a:ln>
          </p:spPr>
        </p:pic>
        <p:pic>
          <p:nvPicPr>
            <p:cNvPr id="116" name="Google Shape;1215;p6"/>
            <p:cNvPicPr preferRelativeResize="0"/>
            <p:nvPr/>
          </p:nvPicPr>
          <p:blipFill rotWithShape="1">
            <a:blip r:embed="rId30">
              <a:alphaModFix/>
            </a:blip>
            <a:srcRect/>
            <a:stretch/>
          </p:blipFill>
          <p:spPr>
            <a:xfrm>
              <a:off x="15720695" y="1412227"/>
              <a:ext cx="380" cy="406"/>
            </a:xfrm>
            <a:prstGeom prst="rect">
              <a:avLst/>
            </a:prstGeom>
            <a:noFill/>
            <a:ln>
              <a:noFill/>
            </a:ln>
          </p:spPr>
        </p:pic>
        <p:pic>
          <p:nvPicPr>
            <p:cNvPr id="117" name="Google Shape;1216;p6"/>
            <p:cNvPicPr preferRelativeResize="0"/>
            <p:nvPr/>
          </p:nvPicPr>
          <p:blipFill rotWithShape="1">
            <a:blip r:embed="rId41">
              <a:alphaModFix/>
            </a:blip>
            <a:srcRect/>
            <a:stretch/>
          </p:blipFill>
          <p:spPr>
            <a:xfrm>
              <a:off x="15703042" y="1453451"/>
              <a:ext cx="6824" cy="8280"/>
            </a:xfrm>
            <a:prstGeom prst="rect">
              <a:avLst/>
            </a:prstGeom>
            <a:noFill/>
            <a:ln>
              <a:noFill/>
            </a:ln>
          </p:spPr>
        </p:pic>
        <p:pic>
          <p:nvPicPr>
            <p:cNvPr id="118" name="Google Shape;1217;p6"/>
            <p:cNvPicPr preferRelativeResize="0"/>
            <p:nvPr/>
          </p:nvPicPr>
          <p:blipFill rotWithShape="1">
            <a:blip r:embed="rId30">
              <a:alphaModFix/>
            </a:blip>
            <a:srcRect/>
            <a:stretch/>
          </p:blipFill>
          <p:spPr>
            <a:xfrm>
              <a:off x="15743427" y="1388706"/>
              <a:ext cx="1779" cy="1498"/>
            </a:xfrm>
            <a:prstGeom prst="rect">
              <a:avLst/>
            </a:prstGeom>
            <a:noFill/>
            <a:ln>
              <a:noFill/>
            </a:ln>
          </p:spPr>
        </p:pic>
        <p:pic>
          <p:nvPicPr>
            <p:cNvPr id="119" name="Google Shape;1218;p6"/>
            <p:cNvPicPr preferRelativeResize="0"/>
            <p:nvPr/>
          </p:nvPicPr>
          <p:blipFill rotWithShape="1">
            <a:blip r:embed="rId30">
              <a:alphaModFix/>
            </a:blip>
            <a:srcRect/>
            <a:stretch/>
          </p:blipFill>
          <p:spPr>
            <a:xfrm>
              <a:off x="15921353" y="1232217"/>
              <a:ext cx="253" cy="254"/>
            </a:xfrm>
            <a:prstGeom prst="rect">
              <a:avLst/>
            </a:prstGeom>
            <a:noFill/>
            <a:ln>
              <a:noFill/>
            </a:ln>
          </p:spPr>
        </p:pic>
        <p:sp>
          <p:nvSpPr>
            <p:cNvPr id="120" name="Google Shape;1219;p6"/>
            <p:cNvSpPr/>
            <p:nvPr/>
          </p:nvSpPr>
          <p:spPr>
            <a:xfrm>
              <a:off x="7162076" y="957783"/>
              <a:ext cx="2740660" cy="891540"/>
            </a:xfrm>
            <a:custGeom>
              <a:avLst/>
              <a:gdLst/>
              <a:ahLst/>
              <a:cxnLst/>
              <a:rect l="l" t="t" r="r" b="b"/>
              <a:pathLst>
                <a:path w="2740659" h="891539" extrusionOk="0">
                  <a:moveTo>
                    <a:pt x="2740177" y="0"/>
                  </a:moveTo>
                  <a:lnTo>
                    <a:pt x="2283434" y="136270"/>
                  </a:lnTo>
                  <a:lnTo>
                    <a:pt x="1826691" y="0"/>
                  </a:lnTo>
                  <a:lnTo>
                    <a:pt x="1370012" y="136270"/>
                  </a:lnTo>
                  <a:lnTo>
                    <a:pt x="913333" y="0"/>
                  </a:lnTo>
                  <a:lnTo>
                    <a:pt x="456653" y="136270"/>
                  </a:lnTo>
                  <a:lnTo>
                    <a:pt x="0" y="0"/>
                  </a:lnTo>
                  <a:lnTo>
                    <a:pt x="0" y="754811"/>
                  </a:lnTo>
                  <a:lnTo>
                    <a:pt x="456653" y="891070"/>
                  </a:lnTo>
                  <a:lnTo>
                    <a:pt x="913333" y="754811"/>
                  </a:lnTo>
                  <a:lnTo>
                    <a:pt x="1370012" y="891070"/>
                  </a:lnTo>
                  <a:lnTo>
                    <a:pt x="1826691" y="754811"/>
                  </a:lnTo>
                  <a:lnTo>
                    <a:pt x="2283434" y="891070"/>
                  </a:lnTo>
                  <a:lnTo>
                    <a:pt x="2740177" y="754811"/>
                  </a:lnTo>
                  <a:lnTo>
                    <a:pt x="2740177" y="0"/>
                  </a:lnTo>
                  <a:close/>
                </a:path>
              </a:pathLst>
            </a:custGeom>
            <a:solidFill>
              <a:srgbClr val="009733">
                <a:alpha val="33725"/>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21" name="Google Shape;1220;p6"/>
            <p:cNvSpPr/>
            <p:nvPr/>
          </p:nvSpPr>
          <p:spPr>
            <a:xfrm>
              <a:off x="11862388" y="8872313"/>
              <a:ext cx="1170940" cy="881380"/>
            </a:xfrm>
            <a:custGeom>
              <a:avLst/>
              <a:gdLst/>
              <a:ahLst/>
              <a:cxnLst/>
              <a:rect l="l" t="t" r="r" b="b"/>
              <a:pathLst>
                <a:path w="1170940" h="881379" extrusionOk="0">
                  <a:moveTo>
                    <a:pt x="585291" y="0"/>
                  </a:moveTo>
                  <a:lnTo>
                    <a:pt x="0" y="881287"/>
                  </a:lnTo>
                  <a:lnTo>
                    <a:pt x="1170568" y="881287"/>
                  </a:lnTo>
                  <a:lnTo>
                    <a:pt x="585291" y="0"/>
                  </a:lnTo>
                  <a:close/>
                </a:path>
              </a:pathLst>
            </a:custGeom>
            <a:solidFill>
              <a:srgbClr val="ECB31F">
                <a:alpha val="45882"/>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22" name="Google Shape;1221;p6"/>
            <p:cNvSpPr/>
            <p:nvPr/>
          </p:nvSpPr>
          <p:spPr>
            <a:xfrm>
              <a:off x="1596999" y="903820"/>
              <a:ext cx="2660015" cy="1330325"/>
            </a:xfrm>
            <a:custGeom>
              <a:avLst/>
              <a:gdLst/>
              <a:ahLst/>
              <a:cxnLst/>
              <a:rect l="l" t="t" r="r" b="b"/>
              <a:pathLst>
                <a:path w="2660015" h="1330325" extrusionOk="0">
                  <a:moveTo>
                    <a:pt x="1330045" y="0"/>
                  </a:moveTo>
                  <a:lnTo>
                    <a:pt x="1281283" y="877"/>
                  </a:lnTo>
                  <a:lnTo>
                    <a:pt x="1232962" y="3488"/>
                  </a:lnTo>
                  <a:lnTo>
                    <a:pt x="1185115" y="7803"/>
                  </a:lnTo>
                  <a:lnTo>
                    <a:pt x="1137769" y="13793"/>
                  </a:lnTo>
                  <a:lnTo>
                    <a:pt x="1090957" y="21426"/>
                  </a:lnTo>
                  <a:lnTo>
                    <a:pt x="1044706" y="30674"/>
                  </a:lnTo>
                  <a:lnTo>
                    <a:pt x="999049" y="41506"/>
                  </a:lnTo>
                  <a:lnTo>
                    <a:pt x="954014" y="53891"/>
                  </a:lnTo>
                  <a:lnTo>
                    <a:pt x="909632" y="67801"/>
                  </a:lnTo>
                  <a:lnTo>
                    <a:pt x="865932" y="83204"/>
                  </a:lnTo>
                  <a:lnTo>
                    <a:pt x="822945" y="100071"/>
                  </a:lnTo>
                  <a:lnTo>
                    <a:pt x="780701" y="118372"/>
                  </a:lnTo>
                  <a:lnTo>
                    <a:pt x="739230" y="138077"/>
                  </a:lnTo>
                  <a:lnTo>
                    <a:pt x="698562" y="159155"/>
                  </a:lnTo>
                  <a:lnTo>
                    <a:pt x="658727" y="181577"/>
                  </a:lnTo>
                  <a:lnTo>
                    <a:pt x="619755" y="205313"/>
                  </a:lnTo>
                  <a:lnTo>
                    <a:pt x="581675" y="230332"/>
                  </a:lnTo>
                  <a:lnTo>
                    <a:pt x="544519" y="256605"/>
                  </a:lnTo>
                  <a:lnTo>
                    <a:pt x="508316" y="284101"/>
                  </a:lnTo>
                  <a:lnTo>
                    <a:pt x="473096" y="312790"/>
                  </a:lnTo>
                  <a:lnTo>
                    <a:pt x="438890" y="342643"/>
                  </a:lnTo>
                  <a:lnTo>
                    <a:pt x="405726" y="373630"/>
                  </a:lnTo>
                  <a:lnTo>
                    <a:pt x="373636" y="405720"/>
                  </a:lnTo>
                  <a:lnTo>
                    <a:pt x="342649" y="438883"/>
                  </a:lnTo>
                  <a:lnTo>
                    <a:pt x="312796" y="473089"/>
                  </a:lnTo>
                  <a:lnTo>
                    <a:pt x="284106" y="508308"/>
                  </a:lnTo>
                  <a:lnTo>
                    <a:pt x="256609" y="544511"/>
                  </a:lnTo>
                  <a:lnTo>
                    <a:pt x="230336" y="581667"/>
                  </a:lnTo>
                  <a:lnTo>
                    <a:pt x="205316" y="619746"/>
                  </a:lnTo>
                  <a:lnTo>
                    <a:pt x="181580" y="658717"/>
                  </a:lnTo>
                  <a:lnTo>
                    <a:pt x="159158" y="698552"/>
                  </a:lnTo>
                  <a:lnTo>
                    <a:pt x="138079" y="739220"/>
                  </a:lnTo>
                  <a:lnTo>
                    <a:pt x="118374" y="780691"/>
                  </a:lnTo>
                  <a:lnTo>
                    <a:pt x="100073" y="822935"/>
                  </a:lnTo>
                  <a:lnTo>
                    <a:pt x="83206" y="865921"/>
                  </a:lnTo>
                  <a:lnTo>
                    <a:pt x="67802" y="909620"/>
                  </a:lnTo>
                  <a:lnTo>
                    <a:pt x="53892" y="954002"/>
                  </a:lnTo>
                  <a:lnTo>
                    <a:pt x="41507" y="999037"/>
                  </a:lnTo>
                  <a:lnTo>
                    <a:pt x="30675" y="1044694"/>
                  </a:lnTo>
                  <a:lnTo>
                    <a:pt x="21427" y="1090944"/>
                  </a:lnTo>
                  <a:lnTo>
                    <a:pt x="13793" y="1137757"/>
                  </a:lnTo>
                  <a:lnTo>
                    <a:pt x="7804" y="1185102"/>
                  </a:lnTo>
                  <a:lnTo>
                    <a:pt x="3488" y="1232950"/>
                  </a:lnTo>
                  <a:lnTo>
                    <a:pt x="877" y="1281270"/>
                  </a:lnTo>
                  <a:lnTo>
                    <a:pt x="0" y="1330032"/>
                  </a:lnTo>
                  <a:lnTo>
                    <a:pt x="810488" y="1330032"/>
                  </a:lnTo>
                  <a:lnTo>
                    <a:pt x="812611" y="1282743"/>
                  </a:lnTo>
                  <a:lnTo>
                    <a:pt x="818859" y="1236646"/>
                  </a:lnTo>
                  <a:lnTo>
                    <a:pt x="829047" y="1191923"/>
                  </a:lnTo>
                  <a:lnTo>
                    <a:pt x="842993" y="1148758"/>
                  </a:lnTo>
                  <a:lnTo>
                    <a:pt x="860513" y="1107334"/>
                  </a:lnTo>
                  <a:lnTo>
                    <a:pt x="881423" y="1067835"/>
                  </a:lnTo>
                  <a:lnTo>
                    <a:pt x="905540" y="1030443"/>
                  </a:lnTo>
                  <a:lnTo>
                    <a:pt x="932681" y="995341"/>
                  </a:lnTo>
                  <a:lnTo>
                    <a:pt x="962663" y="962713"/>
                  </a:lnTo>
                  <a:lnTo>
                    <a:pt x="995301" y="932743"/>
                  </a:lnTo>
                  <a:lnTo>
                    <a:pt x="1030413" y="905612"/>
                  </a:lnTo>
                  <a:lnTo>
                    <a:pt x="1067815" y="881504"/>
                  </a:lnTo>
                  <a:lnTo>
                    <a:pt x="1107323" y="860603"/>
                  </a:lnTo>
                  <a:lnTo>
                    <a:pt x="1148755" y="843091"/>
                  </a:lnTo>
                  <a:lnTo>
                    <a:pt x="1191926" y="829152"/>
                  </a:lnTo>
                  <a:lnTo>
                    <a:pt x="1236654" y="818969"/>
                  </a:lnTo>
                  <a:lnTo>
                    <a:pt x="1282755" y="812725"/>
                  </a:lnTo>
                  <a:lnTo>
                    <a:pt x="1330045" y="810602"/>
                  </a:lnTo>
                  <a:lnTo>
                    <a:pt x="1377313" y="812725"/>
                  </a:lnTo>
                  <a:lnTo>
                    <a:pt x="1423395" y="818969"/>
                  </a:lnTo>
                  <a:lnTo>
                    <a:pt x="1468105" y="829152"/>
                  </a:lnTo>
                  <a:lnTo>
                    <a:pt x="1511262" y="843091"/>
                  </a:lnTo>
                  <a:lnTo>
                    <a:pt x="1552680" y="860603"/>
                  </a:lnTo>
                  <a:lnTo>
                    <a:pt x="1592177" y="881504"/>
                  </a:lnTo>
                  <a:lnTo>
                    <a:pt x="1629570" y="905612"/>
                  </a:lnTo>
                  <a:lnTo>
                    <a:pt x="1664673" y="932743"/>
                  </a:lnTo>
                  <a:lnTo>
                    <a:pt x="1697305" y="962713"/>
                  </a:lnTo>
                  <a:lnTo>
                    <a:pt x="1727282" y="995341"/>
                  </a:lnTo>
                  <a:lnTo>
                    <a:pt x="1754419" y="1030443"/>
                  </a:lnTo>
                  <a:lnTo>
                    <a:pt x="1778533" y="1067835"/>
                  </a:lnTo>
                  <a:lnTo>
                    <a:pt x="1799441" y="1107334"/>
                  </a:lnTo>
                  <a:lnTo>
                    <a:pt x="1816959" y="1148758"/>
                  </a:lnTo>
                  <a:lnTo>
                    <a:pt x="1830904" y="1191923"/>
                  </a:lnTo>
                  <a:lnTo>
                    <a:pt x="1841092" y="1236646"/>
                  </a:lnTo>
                  <a:lnTo>
                    <a:pt x="1847339" y="1282743"/>
                  </a:lnTo>
                  <a:lnTo>
                    <a:pt x="1849462" y="1330032"/>
                  </a:lnTo>
                  <a:lnTo>
                    <a:pt x="2659951" y="1330032"/>
                  </a:lnTo>
                  <a:lnTo>
                    <a:pt x="2659074" y="1281270"/>
                  </a:lnTo>
                  <a:lnTo>
                    <a:pt x="2656463" y="1232950"/>
                  </a:lnTo>
                  <a:lnTo>
                    <a:pt x="2652147" y="1185102"/>
                  </a:lnTo>
                  <a:lnTo>
                    <a:pt x="2646157" y="1137757"/>
                  </a:lnTo>
                  <a:lnTo>
                    <a:pt x="2638524" y="1090944"/>
                  </a:lnTo>
                  <a:lnTo>
                    <a:pt x="2629276" y="1044694"/>
                  </a:lnTo>
                  <a:lnTo>
                    <a:pt x="2618444" y="999037"/>
                  </a:lnTo>
                  <a:lnTo>
                    <a:pt x="2606059" y="954002"/>
                  </a:lnTo>
                  <a:lnTo>
                    <a:pt x="2592150" y="909620"/>
                  </a:lnTo>
                  <a:lnTo>
                    <a:pt x="2576746" y="865921"/>
                  </a:lnTo>
                  <a:lnTo>
                    <a:pt x="2559879" y="822935"/>
                  </a:lnTo>
                  <a:lnTo>
                    <a:pt x="2541579" y="780691"/>
                  </a:lnTo>
                  <a:lnTo>
                    <a:pt x="2521875" y="739220"/>
                  </a:lnTo>
                  <a:lnTo>
                    <a:pt x="2500797" y="698552"/>
                  </a:lnTo>
                  <a:lnTo>
                    <a:pt x="2478375" y="658717"/>
                  </a:lnTo>
                  <a:lnTo>
                    <a:pt x="2454640" y="619746"/>
                  </a:lnTo>
                  <a:lnTo>
                    <a:pt x="2429622" y="581667"/>
                  </a:lnTo>
                  <a:lnTo>
                    <a:pt x="2403350" y="544511"/>
                  </a:lnTo>
                  <a:lnTo>
                    <a:pt x="2375855" y="508308"/>
                  </a:lnTo>
                  <a:lnTo>
                    <a:pt x="2347167" y="473089"/>
                  </a:lnTo>
                  <a:lnTo>
                    <a:pt x="2317316" y="438883"/>
                  </a:lnTo>
                  <a:lnTo>
                    <a:pt x="2286331" y="405720"/>
                  </a:lnTo>
                  <a:lnTo>
                    <a:pt x="2254243" y="373630"/>
                  </a:lnTo>
                  <a:lnTo>
                    <a:pt x="2221082" y="342643"/>
                  </a:lnTo>
                  <a:lnTo>
                    <a:pt x="2186878" y="312790"/>
                  </a:lnTo>
                  <a:lnTo>
                    <a:pt x="2151661" y="284101"/>
                  </a:lnTo>
                  <a:lnTo>
                    <a:pt x="2115461" y="256605"/>
                  </a:lnTo>
                  <a:lnTo>
                    <a:pt x="2078309" y="230332"/>
                  </a:lnTo>
                  <a:lnTo>
                    <a:pt x="2040233" y="205313"/>
                  </a:lnTo>
                  <a:lnTo>
                    <a:pt x="2001265" y="181577"/>
                  </a:lnTo>
                  <a:lnTo>
                    <a:pt x="1961434" y="159155"/>
                  </a:lnTo>
                  <a:lnTo>
                    <a:pt x="1920770" y="138077"/>
                  </a:lnTo>
                  <a:lnTo>
                    <a:pt x="1879304" y="118372"/>
                  </a:lnTo>
                  <a:lnTo>
                    <a:pt x="1837065" y="100071"/>
                  </a:lnTo>
                  <a:lnTo>
                    <a:pt x="1794084" y="83204"/>
                  </a:lnTo>
                  <a:lnTo>
                    <a:pt x="1750390" y="67801"/>
                  </a:lnTo>
                  <a:lnTo>
                    <a:pt x="1706014" y="53891"/>
                  </a:lnTo>
                  <a:lnTo>
                    <a:pt x="1660986" y="41506"/>
                  </a:lnTo>
                  <a:lnTo>
                    <a:pt x="1615335" y="30674"/>
                  </a:lnTo>
                  <a:lnTo>
                    <a:pt x="1569092" y="21426"/>
                  </a:lnTo>
                  <a:lnTo>
                    <a:pt x="1522287" y="13793"/>
                  </a:lnTo>
                  <a:lnTo>
                    <a:pt x="1474949" y="7803"/>
                  </a:lnTo>
                  <a:lnTo>
                    <a:pt x="1427110" y="3488"/>
                  </a:lnTo>
                  <a:lnTo>
                    <a:pt x="1378799" y="877"/>
                  </a:lnTo>
                  <a:lnTo>
                    <a:pt x="1330045" y="0"/>
                  </a:lnTo>
                  <a:close/>
                </a:path>
              </a:pathLst>
            </a:custGeom>
            <a:solidFill>
              <a:srgbClr val="E3702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23" name="Google Shape;1222;p6"/>
            <p:cNvSpPr/>
            <p:nvPr/>
          </p:nvSpPr>
          <p:spPr>
            <a:xfrm>
              <a:off x="5283504" y="9293704"/>
              <a:ext cx="1797050" cy="460375"/>
            </a:xfrm>
            <a:custGeom>
              <a:avLst/>
              <a:gdLst/>
              <a:ahLst/>
              <a:cxnLst/>
              <a:rect l="l" t="t" r="r" b="b"/>
              <a:pathLst>
                <a:path w="1797050" h="460375" extrusionOk="0">
                  <a:moveTo>
                    <a:pt x="927000" y="0"/>
                  </a:moveTo>
                  <a:lnTo>
                    <a:pt x="869668" y="0"/>
                  </a:lnTo>
                  <a:lnTo>
                    <a:pt x="812440" y="830"/>
                  </a:lnTo>
                  <a:lnTo>
                    <a:pt x="755523" y="2490"/>
                  </a:lnTo>
                  <a:lnTo>
                    <a:pt x="699126" y="4980"/>
                  </a:lnTo>
                  <a:lnTo>
                    <a:pt x="643455" y="8300"/>
                  </a:lnTo>
                  <a:lnTo>
                    <a:pt x="588719" y="12451"/>
                  </a:lnTo>
                  <a:lnTo>
                    <a:pt x="535125" y="17431"/>
                  </a:lnTo>
                  <a:lnTo>
                    <a:pt x="482881" y="23242"/>
                  </a:lnTo>
                  <a:lnTo>
                    <a:pt x="432195" y="29883"/>
                  </a:lnTo>
                  <a:lnTo>
                    <a:pt x="383273" y="37354"/>
                  </a:lnTo>
                  <a:lnTo>
                    <a:pt x="336324" y="45655"/>
                  </a:lnTo>
                  <a:lnTo>
                    <a:pt x="291556" y="54786"/>
                  </a:lnTo>
                  <a:lnTo>
                    <a:pt x="249176" y="64747"/>
                  </a:lnTo>
                  <a:lnTo>
                    <a:pt x="209391" y="75538"/>
                  </a:lnTo>
                  <a:lnTo>
                    <a:pt x="172410" y="87159"/>
                  </a:lnTo>
                  <a:lnTo>
                    <a:pt x="107689" y="112892"/>
                  </a:lnTo>
                  <a:lnTo>
                    <a:pt x="56674" y="141946"/>
                  </a:lnTo>
                  <a:lnTo>
                    <a:pt x="21025" y="174319"/>
                  </a:lnTo>
                  <a:lnTo>
                    <a:pt x="2405" y="210013"/>
                  </a:lnTo>
                  <a:lnTo>
                    <a:pt x="0" y="229104"/>
                  </a:lnTo>
                  <a:lnTo>
                    <a:pt x="0" y="459895"/>
                  </a:lnTo>
                  <a:lnTo>
                    <a:pt x="1796668" y="459895"/>
                  </a:lnTo>
                  <a:lnTo>
                    <a:pt x="1796668" y="229104"/>
                  </a:lnTo>
                  <a:lnTo>
                    <a:pt x="1787185" y="191751"/>
                  </a:lnTo>
                  <a:lnTo>
                    <a:pt x="1759843" y="157717"/>
                  </a:lnTo>
                  <a:lnTo>
                    <a:pt x="1716303" y="127004"/>
                  </a:lnTo>
                  <a:lnTo>
                    <a:pt x="1658227" y="99611"/>
                  </a:lnTo>
                  <a:lnTo>
                    <a:pt x="1587276" y="75538"/>
                  </a:lnTo>
                  <a:lnTo>
                    <a:pt x="1547492" y="64747"/>
                  </a:lnTo>
                  <a:lnTo>
                    <a:pt x="1505112" y="54786"/>
                  </a:lnTo>
                  <a:lnTo>
                    <a:pt x="1460343" y="45655"/>
                  </a:lnTo>
                  <a:lnTo>
                    <a:pt x="1413395" y="37354"/>
                  </a:lnTo>
                  <a:lnTo>
                    <a:pt x="1364473" y="29883"/>
                  </a:lnTo>
                  <a:lnTo>
                    <a:pt x="1313786" y="23242"/>
                  </a:lnTo>
                  <a:lnTo>
                    <a:pt x="1261542" y="17431"/>
                  </a:lnTo>
                  <a:lnTo>
                    <a:pt x="1207948" y="12451"/>
                  </a:lnTo>
                  <a:lnTo>
                    <a:pt x="1153212" y="8300"/>
                  </a:lnTo>
                  <a:lnTo>
                    <a:pt x="1097542" y="4980"/>
                  </a:lnTo>
                  <a:lnTo>
                    <a:pt x="1041144" y="2490"/>
                  </a:lnTo>
                  <a:lnTo>
                    <a:pt x="984228" y="830"/>
                  </a:lnTo>
                  <a:lnTo>
                    <a:pt x="927000" y="0"/>
                  </a:lnTo>
                  <a:close/>
                </a:path>
              </a:pathLst>
            </a:custGeom>
            <a:solidFill>
              <a:srgbClr val="793B88">
                <a:alpha val="13725"/>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24" name="Google Shape;1223;p6"/>
            <p:cNvSpPr/>
            <p:nvPr/>
          </p:nvSpPr>
          <p:spPr>
            <a:xfrm>
              <a:off x="15539999" y="7605077"/>
              <a:ext cx="1143635" cy="1143635"/>
            </a:xfrm>
            <a:custGeom>
              <a:avLst/>
              <a:gdLst/>
              <a:ahLst/>
              <a:cxnLst/>
              <a:rect l="l" t="t" r="r" b="b"/>
              <a:pathLst>
                <a:path w="1143634" h="1143634" extrusionOk="0">
                  <a:moveTo>
                    <a:pt x="571614" y="0"/>
                  </a:moveTo>
                  <a:lnTo>
                    <a:pt x="524732" y="1894"/>
                  </a:lnTo>
                  <a:lnTo>
                    <a:pt x="478894" y="7481"/>
                  </a:lnTo>
                  <a:lnTo>
                    <a:pt x="434247" y="16613"/>
                  </a:lnTo>
                  <a:lnTo>
                    <a:pt x="390938" y="29142"/>
                  </a:lnTo>
                  <a:lnTo>
                    <a:pt x="349115" y="44921"/>
                  </a:lnTo>
                  <a:lnTo>
                    <a:pt x="308923" y="63804"/>
                  </a:lnTo>
                  <a:lnTo>
                    <a:pt x="270511" y="85643"/>
                  </a:lnTo>
                  <a:lnTo>
                    <a:pt x="234025" y="110291"/>
                  </a:lnTo>
                  <a:lnTo>
                    <a:pt x="199612" y="137601"/>
                  </a:lnTo>
                  <a:lnTo>
                    <a:pt x="167420" y="167425"/>
                  </a:lnTo>
                  <a:lnTo>
                    <a:pt x="137596" y="199617"/>
                  </a:lnTo>
                  <a:lnTo>
                    <a:pt x="110287" y="234030"/>
                  </a:lnTo>
                  <a:lnTo>
                    <a:pt x="85640" y="270516"/>
                  </a:lnTo>
                  <a:lnTo>
                    <a:pt x="63802" y="308929"/>
                  </a:lnTo>
                  <a:lnTo>
                    <a:pt x="44919" y="349120"/>
                  </a:lnTo>
                  <a:lnTo>
                    <a:pt x="29141" y="390943"/>
                  </a:lnTo>
                  <a:lnTo>
                    <a:pt x="16612" y="434252"/>
                  </a:lnTo>
                  <a:lnTo>
                    <a:pt x="7481" y="478897"/>
                  </a:lnTo>
                  <a:lnTo>
                    <a:pt x="1894" y="524734"/>
                  </a:lnTo>
                  <a:lnTo>
                    <a:pt x="0" y="571614"/>
                  </a:lnTo>
                  <a:lnTo>
                    <a:pt x="1894" y="618494"/>
                  </a:lnTo>
                  <a:lnTo>
                    <a:pt x="7481" y="664330"/>
                  </a:lnTo>
                  <a:lnTo>
                    <a:pt x="16612" y="708976"/>
                  </a:lnTo>
                  <a:lnTo>
                    <a:pt x="29141" y="752284"/>
                  </a:lnTo>
                  <a:lnTo>
                    <a:pt x="44919" y="794108"/>
                  </a:lnTo>
                  <a:lnTo>
                    <a:pt x="63802" y="834299"/>
                  </a:lnTo>
                  <a:lnTo>
                    <a:pt x="85640" y="872711"/>
                  </a:lnTo>
                  <a:lnTo>
                    <a:pt x="110287" y="909197"/>
                  </a:lnTo>
                  <a:lnTo>
                    <a:pt x="137596" y="943610"/>
                  </a:lnTo>
                  <a:lnTo>
                    <a:pt x="167420" y="975802"/>
                  </a:lnTo>
                  <a:lnTo>
                    <a:pt x="199612" y="1005627"/>
                  </a:lnTo>
                  <a:lnTo>
                    <a:pt x="234025" y="1032937"/>
                  </a:lnTo>
                  <a:lnTo>
                    <a:pt x="270511" y="1057585"/>
                  </a:lnTo>
                  <a:lnTo>
                    <a:pt x="308923" y="1079424"/>
                  </a:lnTo>
                  <a:lnTo>
                    <a:pt x="349115" y="1098306"/>
                  </a:lnTo>
                  <a:lnTo>
                    <a:pt x="390938" y="1114086"/>
                  </a:lnTo>
                  <a:lnTo>
                    <a:pt x="434247" y="1126615"/>
                  </a:lnTo>
                  <a:lnTo>
                    <a:pt x="478894" y="1135746"/>
                  </a:lnTo>
                  <a:lnTo>
                    <a:pt x="524732" y="1141333"/>
                  </a:lnTo>
                  <a:lnTo>
                    <a:pt x="571614" y="1143228"/>
                  </a:lnTo>
                  <a:lnTo>
                    <a:pt x="618495" y="1141333"/>
                  </a:lnTo>
                  <a:lnTo>
                    <a:pt x="664333" y="1135746"/>
                  </a:lnTo>
                  <a:lnTo>
                    <a:pt x="708980" y="1126615"/>
                  </a:lnTo>
                  <a:lnTo>
                    <a:pt x="752289" y="1114086"/>
                  </a:lnTo>
                  <a:lnTo>
                    <a:pt x="794113" y="1098306"/>
                  </a:lnTo>
                  <a:lnTo>
                    <a:pt x="834305" y="1079424"/>
                  </a:lnTo>
                  <a:lnTo>
                    <a:pt x="872717" y="1057585"/>
                  </a:lnTo>
                  <a:lnTo>
                    <a:pt x="909203" y="1032937"/>
                  </a:lnTo>
                  <a:lnTo>
                    <a:pt x="943615" y="1005627"/>
                  </a:lnTo>
                  <a:lnTo>
                    <a:pt x="975807" y="975802"/>
                  </a:lnTo>
                  <a:lnTo>
                    <a:pt x="1005631" y="943610"/>
                  </a:lnTo>
                  <a:lnTo>
                    <a:pt x="1032940" y="909197"/>
                  </a:lnTo>
                  <a:lnTo>
                    <a:pt x="1057588" y="872711"/>
                  </a:lnTo>
                  <a:lnTo>
                    <a:pt x="1079426" y="834299"/>
                  </a:lnTo>
                  <a:lnTo>
                    <a:pt x="1098308" y="794108"/>
                  </a:lnTo>
                  <a:lnTo>
                    <a:pt x="1114087" y="752284"/>
                  </a:lnTo>
                  <a:lnTo>
                    <a:pt x="1126616" y="708976"/>
                  </a:lnTo>
                  <a:lnTo>
                    <a:pt x="1135747" y="664330"/>
                  </a:lnTo>
                  <a:lnTo>
                    <a:pt x="1141333" y="618494"/>
                  </a:lnTo>
                  <a:lnTo>
                    <a:pt x="1143228" y="571614"/>
                  </a:lnTo>
                  <a:lnTo>
                    <a:pt x="1141333" y="524734"/>
                  </a:lnTo>
                  <a:lnTo>
                    <a:pt x="1135747" y="478897"/>
                  </a:lnTo>
                  <a:lnTo>
                    <a:pt x="1126616" y="434252"/>
                  </a:lnTo>
                  <a:lnTo>
                    <a:pt x="1114087" y="390943"/>
                  </a:lnTo>
                  <a:lnTo>
                    <a:pt x="1098308" y="349120"/>
                  </a:lnTo>
                  <a:lnTo>
                    <a:pt x="1079426" y="308929"/>
                  </a:lnTo>
                  <a:lnTo>
                    <a:pt x="1057588" y="270516"/>
                  </a:lnTo>
                  <a:lnTo>
                    <a:pt x="1032940" y="234030"/>
                  </a:lnTo>
                  <a:lnTo>
                    <a:pt x="1005631" y="199617"/>
                  </a:lnTo>
                  <a:lnTo>
                    <a:pt x="975807" y="167425"/>
                  </a:lnTo>
                  <a:lnTo>
                    <a:pt x="943615" y="137601"/>
                  </a:lnTo>
                  <a:lnTo>
                    <a:pt x="909203" y="110291"/>
                  </a:lnTo>
                  <a:lnTo>
                    <a:pt x="872717" y="85643"/>
                  </a:lnTo>
                  <a:lnTo>
                    <a:pt x="834305" y="63804"/>
                  </a:lnTo>
                  <a:lnTo>
                    <a:pt x="794113" y="44921"/>
                  </a:lnTo>
                  <a:lnTo>
                    <a:pt x="752289" y="29142"/>
                  </a:lnTo>
                  <a:lnTo>
                    <a:pt x="708980" y="16613"/>
                  </a:lnTo>
                  <a:lnTo>
                    <a:pt x="664333" y="7481"/>
                  </a:lnTo>
                  <a:lnTo>
                    <a:pt x="618495" y="1894"/>
                  </a:lnTo>
                  <a:lnTo>
                    <a:pt x="571614" y="0"/>
                  </a:lnTo>
                  <a:close/>
                </a:path>
              </a:pathLst>
            </a:custGeom>
            <a:solidFill>
              <a:srgbClr val="315CA4">
                <a:alpha val="23921"/>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grpSp>
      <p:sp>
        <p:nvSpPr>
          <p:cNvPr id="125" name="Google Shape;437;p15"/>
          <p:cNvSpPr/>
          <p:nvPr/>
        </p:nvSpPr>
        <p:spPr>
          <a:xfrm>
            <a:off x="1177041" y="2743302"/>
            <a:ext cx="2252545" cy="2243252"/>
          </a:xfrm>
          <a:prstGeom prst="ellipse">
            <a:avLst/>
          </a:prstGeom>
          <a:solidFill>
            <a:schemeClr val="lt1"/>
          </a:solidFill>
          <a:ln w="762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600"/>
              <a:buFont typeface="Arial"/>
              <a:buNone/>
            </a:pPr>
            <a:r>
              <a:rPr lang="es-ES" sz="9600" b="1" dirty="0" smtClean="0">
                <a:solidFill>
                  <a:srgbClr val="7030A0"/>
                </a:solidFill>
                <a:latin typeface="Gotham Rounded Medium" panose="02000000000000000000" pitchFamily="50" charset="0"/>
                <a:cs typeface="Calibri"/>
                <a:sym typeface="Calibri"/>
              </a:rPr>
              <a:t>F</a:t>
            </a:r>
            <a:endParaRPr sz="1400" b="0" i="0" u="none" strike="noStrike" cap="none" dirty="0">
              <a:solidFill>
                <a:srgbClr val="7030A0"/>
              </a:solidFill>
              <a:latin typeface="Gotham Rounded Medium" panose="02000000000000000000" pitchFamily="50" charset="0"/>
              <a:sym typeface="Arial"/>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5"/>
                                        </p:tgtEl>
                                        <p:attrNameLst>
                                          <p:attrName>style.visibility</p:attrName>
                                        </p:attrNameLst>
                                      </p:cBhvr>
                                      <p:to>
                                        <p:strVal val="visible"/>
                                      </p:to>
                                    </p:set>
                                    <p:anim calcmode="lin" valueType="num">
                                      <p:cBhvr additive="base">
                                        <p:cTn id="7" dur="500"/>
                                        <p:tgtEl>
                                          <p:spTgt spid="1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60" name="Google Shape;560;p27"/>
          <p:cNvSpPr/>
          <p:nvPr/>
        </p:nvSpPr>
        <p:spPr>
          <a:xfrm>
            <a:off x="3936619" y="1387293"/>
            <a:ext cx="7497390" cy="407478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a:solidFill>
                  <a:schemeClr val="tx1"/>
                </a:solidFill>
                <a:latin typeface="Gotham Rounded Medium" panose="02000000000000000000" pitchFamily="50" charset="0"/>
                <a:sym typeface="Arial"/>
              </a:rPr>
              <a:t>¿Verdadero (V) o Falso (F)?</a:t>
            </a:r>
            <a:endParaRPr sz="1400" b="0" i="0" u="none" strike="noStrike" cap="none" dirty="0">
              <a:solidFill>
                <a:schemeClr val="tx1"/>
              </a:solidFill>
              <a:latin typeface="Gotham Rounded Medium" panose="02000000000000000000"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r" rtl="0">
              <a:lnSpc>
                <a:spcPct val="100000"/>
              </a:lnSpc>
              <a:spcBef>
                <a:spcPts val="0"/>
              </a:spcBef>
              <a:spcAft>
                <a:spcPts val="0"/>
              </a:spcAft>
              <a:buClr>
                <a:srgbClr val="000000"/>
              </a:buClr>
              <a:buSzPts val="4800"/>
              <a:buFont typeface="Arial"/>
              <a:buNone/>
            </a:pPr>
            <a:r>
              <a:rPr lang="es-ES" sz="4800" b="0" i="0" u="none" strike="noStrike" cap="none" dirty="0">
                <a:solidFill>
                  <a:schemeClr val="tx1"/>
                </a:solidFill>
                <a:latin typeface="Gotham Rounded Medium" panose="02000000000000000000" pitchFamily="50" charset="0"/>
                <a:sym typeface="Arial"/>
              </a:rPr>
              <a:t>El chocolate amargo</a:t>
            </a:r>
            <a:endParaRPr sz="1400" b="0" i="0" u="none" strike="noStrike" cap="none" dirty="0">
              <a:solidFill>
                <a:schemeClr val="tx1"/>
              </a:solidFill>
              <a:latin typeface="Gotham Rounded Medium" panose="02000000000000000000" pitchFamily="50" charset="0"/>
              <a:sym typeface="Arial"/>
            </a:endParaRPr>
          </a:p>
          <a:p>
            <a:pPr marL="0" marR="0" lvl="0" indent="0" algn="r" rtl="0">
              <a:lnSpc>
                <a:spcPct val="100000"/>
              </a:lnSpc>
              <a:spcBef>
                <a:spcPts val="0"/>
              </a:spcBef>
              <a:spcAft>
                <a:spcPts val="0"/>
              </a:spcAft>
              <a:buClr>
                <a:srgbClr val="000000"/>
              </a:buClr>
              <a:buSzPts val="4800"/>
              <a:buFont typeface="Arial"/>
              <a:buNone/>
            </a:pPr>
            <a:r>
              <a:rPr lang="es-ES" sz="4800" b="0" i="0" u="none" strike="noStrike" cap="none" dirty="0">
                <a:solidFill>
                  <a:schemeClr val="tx1"/>
                </a:solidFill>
                <a:latin typeface="Gotham Rounded Medium" panose="02000000000000000000" pitchFamily="50" charset="0"/>
                <a:sym typeface="Arial"/>
              </a:rPr>
              <a:t>es más rico que el dulce</a:t>
            </a:r>
            <a:r>
              <a:rPr lang="es-ES" sz="4800" b="0" i="0" u="none" strike="noStrike" cap="none" dirty="0">
                <a:solidFill>
                  <a:schemeClr val="lt1"/>
                </a:solidFill>
                <a:latin typeface="Arial"/>
                <a:ea typeface="Arial"/>
                <a:cs typeface="Arial"/>
                <a:sym typeface="Arial"/>
              </a:rPr>
              <a:t>.</a:t>
            </a:r>
            <a:endParaRPr sz="4800" b="0" i="0" u="none" strike="noStrike" cap="none" dirty="0">
              <a:solidFill>
                <a:schemeClr val="lt1"/>
              </a:solidFill>
              <a:latin typeface="Arial"/>
              <a:ea typeface="Arial"/>
              <a:cs typeface="Arial"/>
              <a:sym typeface="Arial"/>
            </a:endParaRPr>
          </a:p>
        </p:txBody>
      </p:sp>
      <p:pic>
        <p:nvPicPr>
          <p:cNvPr id="561" name="Google Shape;561;p27" descr="Help"/>
          <p:cNvPicPr preferRelativeResize="0"/>
          <p:nvPr/>
        </p:nvPicPr>
        <p:blipFill rotWithShape="1">
          <a:blip r:embed="rId3">
            <a:alphaModFix/>
          </a:blip>
          <a:srcRect/>
          <a:stretch/>
        </p:blipFill>
        <p:spPr>
          <a:xfrm>
            <a:off x="757991" y="2123842"/>
            <a:ext cx="2601687" cy="2601687"/>
          </a:xfrm>
          <a:prstGeom prst="rect">
            <a:avLst/>
          </a:prstGeom>
          <a:noFill/>
          <a:ln>
            <a:noFill/>
          </a:ln>
        </p:spPr>
      </p:pic>
      <p:grpSp>
        <p:nvGrpSpPr>
          <p:cNvPr id="6" name="Google Shape;1105;p6"/>
          <p:cNvGrpSpPr/>
          <p:nvPr/>
        </p:nvGrpSpPr>
        <p:grpSpPr>
          <a:xfrm>
            <a:off x="126609" y="168812"/>
            <a:ext cx="11915336" cy="6689188"/>
            <a:chOff x="1596999" y="621652"/>
            <a:chExt cx="15086635" cy="9132427"/>
          </a:xfrm>
        </p:grpSpPr>
        <p:sp>
          <p:nvSpPr>
            <p:cNvPr id="7" name="Google Shape;1106;p6"/>
            <p:cNvSpPr/>
            <p:nvPr/>
          </p:nvSpPr>
          <p:spPr>
            <a:xfrm>
              <a:off x="2176564" y="4591456"/>
              <a:ext cx="267335" cy="2152650"/>
            </a:xfrm>
            <a:custGeom>
              <a:avLst/>
              <a:gdLst/>
              <a:ahLst/>
              <a:cxnLst/>
              <a:rect l="l" t="t" r="r" b="b"/>
              <a:pathLst>
                <a:path w="267335" h="2152650" extrusionOk="0">
                  <a:moveTo>
                    <a:pt x="267068" y="1974723"/>
                  </a:moveTo>
                  <a:lnTo>
                    <a:pt x="0" y="1797342"/>
                  </a:lnTo>
                  <a:lnTo>
                    <a:pt x="0" y="2152091"/>
                  </a:lnTo>
                  <a:lnTo>
                    <a:pt x="267068" y="1974723"/>
                  </a:lnTo>
                  <a:close/>
                </a:path>
                <a:path w="267335" h="2152650" extrusionOk="0">
                  <a:moveTo>
                    <a:pt x="267068" y="177368"/>
                  </a:moveTo>
                  <a:lnTo>
                    <a:pt x="0" y="0"/>
                  </a:lnTo>
                  <a:lnTo>
                    <a:pt x="0" y="354736"/>
                  </a:lnTo>
                  <a:lnTo>
                    <a:pt x="267068" y="177368"/>
                  </a:lnTo>
                  <a:close/>
                </a:path>
              </a:pathLst>
            </a:custGeom>
            <a:solidFill>
              <a:srgbClr val="7C3480">
                <a:alpha val="7960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8" name="Google Shape;1107;p6"/>
            <p:cNvPicPr preferRelativeResize="0"/>
            <p:nvPr/>
          </p:nvPicPr>
          <p:blipFill rotWithShape="1">
            <a:blip r:embed="rId4">
              <a:alphaModFix/>
            </a:blip>
            <a:srcRect/>
            <a:stretch/>
          </p:blipFill>
          <p:spPr>
            <a:xfrm>
              <a:off x="14496300" y="621652"/>
              <a:ext cx="381837" cy="226865"/>
            </a:xfrm>
            <a:prstGeom prst="rect">
              <a:avLst/>
            </a:prstGeom>
            <a:noFill/>
            <a:ln>
              <a:noFill/>
            </a:ln>
          </p:spPr>
        </p:pic>
        <p:sp>
          <p:nvSpPr>
            <p:cNvPr id="9" name="Google Shape;1108;p6"/>
            <p:cNvSpPr/>
            <p:nvPr/>
          </p:nvSpPr>
          <p:spPr>
            <a:xfrm>
              <a:off x="14410029" y="884910"/>
              <a:ext cx="289560" cy="247650"/>
            </a:xfrm>
            <a:custGeom>
              <a:avLst/>
              <a:gdLst/>
              <a:ahLst/>
              <a:cxnLst/>
              <a:rect l="l" t="t" r="r" b="b"/>
              <a:pathLst>
                <a:path w="289559" h="247650" extrusionOk="0">
                  <a:moveTo>
                    <a:pt x="255955" y="0"/>
                  </a:moveTo>
                  <a:lnTo>
                    <a:pt x="240779" y="0"/>
                  </a:lnTo>
                  <a:lnTo>
                    <a:pt x="236550" y="2819"/>
                  </a:lnTo>
                  <a:lnTo>
                    <a:pt x="144741" y="191338"/>
                  </a:lnTo>
                  <a:lnTo>
                    <a:pt x="52603" y="2819"/>
                  </a:lnTo>
                  <a:lnTo>
                    <a:pt x="48386" y="0"/>
                  </a:lnTo>
                  <a:lnTo>
                    <a:pt x="33197" y="0"/>
                  </a:lnTo>
                  <a:lnTo>
                    <a:pt x="28257" y="5994"/>
                  </a:lnTo>
                  <a:lnTo>
                    <a:pt x="0" y="240423"/>
                  </a:lnTo>
                  <a:lnTo>
                    <a:pt x="4229" y="246075"/>
                  </a:lnTo>
                  <a:lnTo>
                    <a:pt x="17297" y="247472"/>
                  </a:lnTo>
                  <a:lnTo>
                    <a:pt x="22593" y="242887"/>
                  </a:lnTo>
                  <a:lnTo>
                    <a:pt x="46964" y="43421"/>
                  </a:lnTo>
                  <a:lnTo>
                    <a:pt x="131686" y="215353"/>
                  </a:lnTo>
                  <a:lnTo>
                    <a:pt x="136296" y="222415"/>
                  </a:lnTo>
                  <a:lnTo>
                    <a:pt x="153225" y="222415"/>
                  </a:lnTo>
                  <a:lnTo>
                    <a:pt x="157822" y="215353"/>
                  </a:lnTo>
                  <a:lnTo>
                    <a:pt x="242176" y="43421"/>
                  </a:lnTo>
                  <a:lnTo>
                    <a:pt x="266534" y="242887"/>
                  </a:lnTo>
                  <a:lnTo>
                    <a:pt x="271843" y="247472"/>
                  </a:lnTo>
                  <a:lnTo>
                    <a:pt x="284911" y="246075"/>
                  </a:lnTo>
                  <a:lnTo>
                    <a:pt x="289128" y="240423"/>
                  </a:lnTo>
                  <a:lnTo>
                    <a:pt x="288442" y="233705"/>
                  </a:lnTo>
                  <a:lnTo>
                    <a:pt x="260896" y="5994"/>
                  </a:lnTo>
                  <a:lnTo>
                    <a:pt x="255955"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0" name="Google Shape;1109;p6"/>
            <p:cNvPicPr preferRelativeResize="0"/>
            <p:nvPr/>
          </p:nvPicPr>
          <p:blipFill rotWithShape="1">
            <a:blip r:embed="rId5">
              <a:alphaModFix/>
            </a:blip>
            <a:srcRect/>
            <a:stretch/>
          </p:blipFill>
          <p:spPr>
            <a:xfrm>
              <a:off x="14755939" y="884923"/>
              <a:ext cx="172275" cy="248526"/>
            </a:xfrm>
            <a:prstGeom prst="rect">
              <a:avLst/>
            </a:prstGeom>
            <a:noFill/>
            <a:ln>
              <a:noFill/>
            </a:ln>
          </p:spPr>
        </p:pic>
        <p:pic>
          <p:nvPicPr>
            <p:cNvPr id="11" name="Google Shape;1110;p6"/>
            <p:cNvPicPr preferRelativeResize="0"/>
            <p:nvPr/>
          </p:nvPicPr>
          <p:blipFill rotWithShape="1">
            <a:blip r:embed="rId6">
              <a:alphaModFix/>
            </a:blip>
            <a:srcRect/>
            <a:stretch/>
          </p:blipFill>
          <p:spPr>
            <a:xfrm>
              <a:off x="14995360" y="884910"/>
              <a:ext cx="296621" cy="246773"/>
            </a:xfrm>
            <a:prstGeom prst="rect">
              <a:avLst/>
            </a:prstGeom>
            <a:noFill/>
            <a:ln>
              <a:noFill/>
            </a:ln>
          </p:spPr>
        </p:pic>
        <p:sp>
          <p:nvSpPr>
            <p:cNvPr id="12" name="Google Shape;1111;p6"/>
            <p:cNvSpPr/>
            <p:nvPr/>
          </p:nvSpPr>
          <p:spPr>
            <a:xfrm>
              <a:off x="15333434" y="884910"/>
              <a:ext cx="23495" cy="247015"/>
            </a:xfrm>
            <a:custGeom>
              <a:avLst/>
              <a:gdLst/>
              <a:ahLst/>
              <a:cxnLst/>
              <a:rect l="l" t="t" r="r" b="b"/>
              <a:pathLst>
                <a:path w="23494" h="247015" extrusionOk="0">
                  <a:moveTo>
                    <a:pt x="18338" y="0"/>
                  </a:moveTo>
                  <a:lnTo>
                    <a:pt x="4953" y="0"/>
                  </a:lnTo>
                  <a:lnTo>
                    <a:pt x="0" y="5295"/>
                  </a:lnTo>
                  <a:lnTo>
                    <a:pt x="0" y="241465"/>
                  </a:lnTo>
                  <a:lnTo>
                    <a:pt x="4953" y="246773"/>
                  </a:lnTo>
                  <a:lnTo>
                    <a:pt x="18338" y="246773"/>
                  </a:lnTo>
                  <a:lnTo>
                    <a:pt x="23279" y="241465"/>
                  </a:lnTo>
                  <a:lnTo>
                    <a:pt x="23279" y="234772"/>
                  </a:lnTo>
                  <a:lnTo>
                    <a:pt x="23279" y="5295"/>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3" name="Google Shape;1112;p6"/>
            <p:cNvPicPr preferRelativeResize="0"/>
            <p:nvPr/>
          </p:nvPicPr>
          <p:blipFill rotWithShape="1">
            <a:blip r:embed="rId7">
              <a:alphaModFix/>
            </a:blip>
            <a:srcRect/>
            <a:stretch/>
          </p:blipFill>
          <p:spPr>
            <a:xfrm>
              <a:off x="15426003" y="886675"/>
              <a:ext cx="163791" cy="245008"/>
            </a:xfrm>
            <a:prstGeom prst="rect">
              <a:avLst/>
            </a:prstGeom>
            <a:noFill/>
            <a:ln>
              <a:noFill/>
            </a:ln>
          </p:spPr>
        </p:pic>
        <p:pic>
          <p:nvPicPr>
            <p:cNvPr id="14" name="Google Shape;1113;p6"/>
            <p:cNvPicPr preferRelativeResize="0"/>
            <p:nvPr/>
          </p:nvPicPr>
          <p:blipFill rotWithShape="1">
            <a:blip r:embed="rId8">
              <a:alphaModFix/>
            </a:blip>
            <a:srcRect/>
            <a:stretch/>
          </p:blipFill>
          <p:spPr>
            <a:xfrm>
              <a:off x="15638221" y="884910"/>
              <a:ext cx="128142" cy="245008"/>
            </a:xfrm>
            <a:prstGeom prst="rect">
              <a:avLst/>
            </a:prstGeom>
            <a:noFill/>
            <a:ln>
              <a:noFill/>
            </a:ln>
          </p:spPr>
        </p:pic>
        <p:sp>
          <p:nvSpPr>
            <p:cNvPr id="15" name="Google Shape;1114;p6"/>
            <p:cNvSpPr/>
            <p:nvPr/>
          </p:nvSpPr>
          <p:spPr>
            <a:xfrm>
              <a:off x="15807524" y="884910"/>
              <a:ext cx="23495" cy="247015"/>
            </a:xfrm>
            <a:custGeom>
              <a:avLst/>
              <a:gdLst/>
              <a:ahLst/>
              <a:cxnLst/>
              <a:rect l="l" t="t" r="r" b="b"/>
              <a:pathLst>
                <a:path w="23494" h="247015" extrusionOk="0">
                  <a:moveTo>
                    <a:pt x="18326" y="0"/>
                  </a:moveTo>
                  <a:lnTo>
                    <a:pt x="4914" y="0"/>
                  </a:lnTo>
                  <a:lnTo>
                    <a:pt x="0" y="5295"/>
                  </a:lnTo>
                  <a:lnTo>
                    <a:pt x="0" y="241465"/>
                  </a:lnTo>
                  <a:lnTo>
                    <a:pt x="4914" y="246773"/>
                  </a:lnTo>
                  <a:lnTo>
                    <a:pt x="18326" y="246773"/>
                  </a:lnTo>
                  <a:lnTo>
                    <a:pt x="23279" y="241465"/>
                  </a:lnTo>
                  <a:lnTo>
                    <a:pt x="23279" y="234772"/>
                  </a:lnTo>
                  <a:lnTo>
                    <a:pt x="23279" y="5295"/>
                  </a:lnTo>
                  <a:lnTo>
                    <a:pt x="18326"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6" name="Google Shape;1115;p6"/>
            <p:cNvPicPr preferRelativeResize="0"/>
            <p:nvPr/>
          </p:nvPicPr>
          <p:blipFill rotWithShape="1">
            <a:blip r:embed="rId9">
              <a:alphaModFix/>
            </a:blip>
            <a:srcRect/>
            <a:stretch/>
          </p:blipFill>
          <p:spPr>
            <a:xfrm>
              <a:off x="15884854" y="883856"/>
              <a:ext cx="424103" cy="249593"/>
            </a:xfrm>
            <a:prstGeom prst="rect">
              <a:avLst/>
            </a:prstGeom>
            <a:noFill/>
            <a:ln>
              <a:noFill/>
            </a:ln>
          </p:spPr>
        </p:pic>
        <p:sp>
          <p:nvSpPr>
            <p:cNvPr id="17" name="Google Shape;1116;p6"/>
            <p:cNvSpPr/>
            <p:nvPr/>
          </p:nvSpPr>
          <p:spPr>
            <a:xfrm>
              <a:off x="15068752" y="1280883"/>
              <a:ext cx="41910" cy="160655"/>
            </a:xfrm>
            <a:custGeom>
              <a:avLst/>
              <a:gdLst/>
              <a:ahLst/>
              <a:cxnLst/>
              <a:rect l="l" t="t" r="r" b="b"/>
              <a:pathLst>
                <a:path w="41909" h="160655" extrusionOk="0">
                  <a:moveTo>
                    <a:pt x="37325" y="0"/>
                  </a:moveTo>
                  <a:lnTo>
                    <a:pt x="27520" y="0"/>
                  </a:lnTo>
                  <a:lnTo>
                    <a:pt x="23482" y="3505"/>
                  </a:lnTo>
                  <a:lnTo>
                    <a:pt x="23482" y="13322"/>
                  </a:lnTo>
                  <a:lnTo>
                    <a:pt x="27520" y="16827"/>
                  </a:lnTo>
                  <a:lnTo>
                    <a:pt x="37325" y="16827"/>
                  </a:lnTo>
                  <a:lnTo>
                    <a:pt x="41376" y="13322"/>
                  </a:lnTo>
                  <a:lnTo>
                    <a:pt x="41376" y="3505"/>
                  </a:lnTo>
                  <a:lnTo>
                    <a:pt x="37325" y="0"/>
                  </a:lnTo>
                  <a:close/>
                </a:path>
                <a:path w="41909" h="160655" extrusionOk="0">
                  <a:moveTo>
                    <a:pt x="35585" y="38023"/>
                  </a:moveTo>
                  <a:lnTo>
                    <a:pt x="28930" y="38023"/>
                  </a:lnTo>
                  <a:lnTo>
                    <a:pt x="26454" y="40652"/>
                  </a:lnTo>
                  <a:lnTo>
                    <a:pt x="26454" y="125488"/>
                  </a:lnTo>
                  <a:lnTo>
                    <a:pt x="26102" y="133764"/>
                  </a:lnTo>
                  <a:lnTo>
                    <a:pt x="23972" y="141384"/>
                  </a:lnTo>
                  <a:lnTo>
                    <a:pt x="18883" y="146968"/>
                  </a:lnTo>
                  <a:lnTo>
                    <a:pt x="9652" y="149136"/>
                  </a:lnTo>
                  <a:lnTo>
                    <a:pt x="2628" y="149136"/>
                  </a:lnTo>
                  <a:lnTo>
                    <a:pt x="0" y="151599"/>
                  </a:lnTo>
                  <a:lnTo>
                    <a:pt x="0" y="157899"/>
                  </a:lnTo>
                  <a:lnTo>
                    <a:pt x="2628" y="160350"/>
                  </a:lnTo>
                  <a:lnTo>
                    <a:pt x="9652" y="160350"/>
                  </a:lnTo>
                  <a:lnTo>
                    <a:pt x="23179" y="157662"/>
                  </a:lnTo>
                  <a:lnTo>
                    <a:pt x="31926" y="150277"/>
                  </a:lnTo>
                  <a:lnTo>
                    <a:pt x="36632" y="139213"/>
                  </a:lnTo>
                  <a:lnTo>
                    <a:pt x="38036" y="125488"/>
                  </a:lnTo>
                  <a:lnTo>
                    <a:pt x="38036"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8" name="Google Shape;1117;p6"/>
            <p:cNvPicPr preferRelativeResize="0"/>
            <p:nvPr/>
          </p:nvPicPr>
          <p:blipFill rotWithShape="1">
            <a:blip r:embed="rId10">
              <a:alphaModFix/>
            </a:blip>
            <a:srcRect/>
            <a:stretch/>
          </p:blipFill>
          <p:spPr>
            <a:xfrm>
              <a:off x="15129421" y="1280883"/>
              <a:ext cx="267157" cy="122504"/>
            </a:xfrm>
            <a:prstGeom prst="rect">
              <a:avLst/>
            </a:prstGeom>
            <a:noFill/>
            <a:ln>
              <a:noFill/>
            </a:ln>
          </p:spPr>
        </p:pic>
        <p:pic>
          <p:nvPicPr>
            <p:cNvPr id="19" name="Google Shape;1118;p6"/>
            <p:cNvPicPr preferRelativeResize="0"/>
            <p:nvPr/>
          </p:nvPicPr>
          <p:blipFill rotWithShape="1">
            <a:blip r:embed="rId11">
              <a:alphaModFix/>
            </a:blip>
            <a:srcRect/>
            <a:stretch/>
          </p:blipFill>
          <p:spPr>
            <a:xfrm>
              <a:off x="15417532" y="1318031"/>
              <a:ext cx="70269" cy="84467"/>
            </a:xfrm>
            <a:prstGeom prst="rect">
              <a:avLst/>
            </a:prstGeom>
            <a:noFill/>
            <a:ln>
              <a:noFill/>
            </a:ln>
          </p:spPr>
        </p:pic>
        <p:pic>
          <p:nvPicPr>
            <p:cNvPr id="20" name="Google Shape;1119;p6"/>
            <p:cNvPicPr preferRelativeResize="0"/>
            <p:nvPr/>
          </p:nvPicPr>
          <p:blipFill rotWithShape="1">
            <a:blip r:embed="rId12">
              <a:alphaModFix/>
            </a:blip>
            <a:srcRect/>
            <a:stretch/>
          </p:blipFill>
          <p:spPr>
            <a:xfrm>
              <a:off x="15509773" y="1318031"/>
              <a:ext cx="154444" cy="85356"/>
            </a:xfrm>
            <a:prstGeom prst="rect">
              <a:avLst/>
            </a:prstGeom>
            <a:noFill/>
            <a:ln>
              <a:noFill/>
            </a:ln>
          </p:spPr>
        </p:pic>
        <p:sp>
          <p:nvSpPr>
            <p:cNvPr id="21" name="Google Shape;1120;p6"/>
            <p:cNvSpPr/>
            <p:nvPr/>
          </p:nvSpPr>
          <p:spPr>
            <a:xfrm>
              <a:off x="15915462" y="1280883"/>
              <a:ext cx="41910" cy="160655"/>
            </a:xfrm>
            <a:custGeom>
              <a:avLst/>
              <a:gdLst/>
              <a:ahLst/>
              <a:cxnLst/>
              <a:rect l="l" t="t" r="r" b="b"/>
              <a:pathLst>
                <a:path w="41909" h="160655" extrusionOk="0">
                  <a:moveTo>
                    <a:pt x="37325" y="0"/>
                  </a:moveTo>
                  <a:lnTo>
                    <a:pt x="27520" y="0"/>
                  </a:lnTo>
                  <a:lnTo>
                    <a:pt x="23482" y="3505"/>
                  </a:lnTo>
                  <a:lnTo>
                    <a:pt x="23482" y="13322"/>
                  </a:lnTo>
                  <a:lnTo>
                    <a:pt x="27520" y="16827"/>
                  </a:lnTo>
                  <a:lnTo>
                    <a:pt x="37325" y="16827"/>
                  </a:lnTo>
                  <a:lnTo>
                    <a:pt x="41376" y="13322"/>
                  </a:lnTo>
                  <a:lnTo>
                    <a:pt x="41376" y="3505"/>
                  </a:lnTo>
                  <a:lnTo>
                    <a:pt x="37325" y="0"/>
                  </a:lnTo>
                  <a:close/>
                </a:path>
                <a:path w="41909" h="160655" extrusionOk="0">
                  <a:moveTo>
                    <a:pt x="35585" y="38023"/>
                  </a:moveTo>
                  <a:lnTo>
                    <a:pt x="28930" y="38023"/>
                  </a:lnTo>
                  <a:lnTo>
                    <a:pt x="26479" y="40652"/>
                  </a:lnTo>
                  <a:lnTo>
                    <a:pt x="26479" y="125488"/>
                  </a:lnTo>
                  <a:lnTo>
                    <a:pt x="26112" y="133764"/>
                  </a:lnTo>
                  <a:lnTo>
                    <a:pt x="23974" y="141384"/>
                  </a:lnTo>
                  <a:lnTo>
                    <a:pt x="18878" y="146968"/>
                  </a:lnTo>
                  <a:lnTo>
                    <a:pt x="9639" y="149136"/>
                  </a:lnTo>
                  <a:lnTo>
                    <a:pt x="2628" y="149136"/>
                  </a:lnTo>
                  <a:lnTo>
                    <a:pt x="0" y="151599"/>
                  </a:lnTo>
                  <a:lnTo>
                    <a:pt x="0" y="157899"/>
                  </a:lnTo>
                  <a:lnTo>
                    <a:pt x="2628" y="160350"/>
                  </a:lnTo>
                  <a:lnTo>
                    <a:pt x="9639" y="160350"/>
                  </a:lnTo>
                  <a:lnTo>
                    <a:pt x="23173" y="157662"/>
                  </a:lnTo>
                  <a:lnTo>
                    <a:pt x="31924" y="150277"/>
                  </a:lnTo>
                  <a:lnTo>
                    <a:pt x="36631" y="139213"/>
                  </a:lnTo>
                  <a:lnTo>
                    <a:pt x="38036" y="125488"/>
                  </a:lnTo>
                  <a:lnTo>
                    <a:pt x="38036"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2" name="Google Shape;1121;p6"/>
            <p:cNvPicPr preferRelativeResize="0"/>
            <p:nvPr/>
          </p:nvPicPr>
          <p:blipFill rotWithShape="1">
            <a:blip r:embed="rId13">
              <a:alphaModFix/>
            </a:blip>
            <a:srcRect/>
            <a:stretch/>
          </p:blipFill>
          <p:spPr>
            <a:xfrm>
              <a:off x="15975990" y="1280883"/>
              <a:ext cx="267169" cy="122504"/>
            </a:xfrm>
            <a:prstGeom prst="rect">
              <a:avLst/>
            </a:prstGeom>
            <a:noFill/>
            <a:ln>
              <a:noFill/>
            </a:ln>
          </p:spPr>
        </p:pic>
        <p:pic>
          <p:nvPicPr>
            <p:cNvPr id="23" name="Google Shape;1122;p6"/>
            <p:cNvPicPr preferRelativeResize="0"/>
            <p:nvPr/>
          </p:nvPicPr>
          <p:blipFill rotWithShape="1">
            <a:blip r:embed="rId14">
              <a:alphaModFix/>
            </a:blip>
            <a:srcRect/>
            <a:stretch/>
          </p:blipFill>
          <p:spPr>
            <a:xfrm>
              <a:off x="16264217" y="1318031"/>
              <a:ext cx="70307" cy="84467"/>
            </a:xfrm>
            <a:prstGeom prst="rect">
              <a:avLst/>
            </a:prstGeom>
            <a:noFill/>
            <a:ln>
              <a:noFill/>
            </a:ln>
          </p:spPr>
        </p:pic>
        <p:pic>
          <p:nvPicPr>
            <p:cNvPr id="24" name="Google Shape;1123;p6"/>
            <p:cNvPicPr preferRelativeResize="0"/>
            <p:nvPr/>
          </p:nvPicPr>
          <p:blipFill rotWithShape="1">
            <a:blip r:embed="rId15">
              <a:alphaModFix/>
            </a:blip>
            <a:srcRect/>
            <a:stretch/>
          </p:blipFill>
          <p:spPr>
            <a:xfrm>
              <a:off x="16356495" y="1318031"/>
              <a:ext cx="154431" cy="85356"/>
            </a:xfrm>
            <a:prstGeom prst="rect">
              <a:avLst/>
            </a:prstGeom>
            <a:noFill/>
            <a:ln>
              <a:noFill/>
            </a:ln>
          </p:spPr>
        </p:pic>
        <p:pic>
          <p:nvPicPr>
            <p:cNvPr id="25" name="Google Shape;1124;p6"/>
            <p:cNvPicPr preferRelativeResize="0"/>
            <p:nvPr/>
          </p:nvPicPr>
          <p:blipFill rotWithShape="1">
            <a:blip r:embed="rId16">
              <a:alphaModFix/>
            </a:blip>
            <a:srcRect/>
            <a:stretch/>
          </p:blipFill>
          <p:spPr>
            <a:xfrm>
              <a:off x="14201775" y="762152"/>
              <a:ext cx="2319019" cy="811453"/>
            </a:xfrm>
            <a:prstGeom prst="rect">
              <a:avLst/>
            </a:prstGeom>
            <a:noFill/>
            <a:ln>
              <a:noFill/>
            </a:ln>
          </p:spPr>
        </p:pic>
        <p:pic>
          <p:nvPicPr>
            <p:cNvPr id="26" name="Google Shape;1125;p6"/>
            <p:cNvPicPr preferRelativeResize="0"/>
            <p:nvPr/>
          </p:nvPicPr>
          <p:blipFill rotWithShape="1">
            <a:blip r:embed="rId17">
              <a:alphaModFix/>
            </a:blip>
            <a:srcRect/>
            <a:stretch/>
          </p:blipFill>
          <p:spPr>
            <a:xfrm>
              <a:off x="15674594" y="1390446"/>
              <a:ext cx="67435" cy="92900"/>
            </a:xfrm>
            <a:prstGeom prst="rect">
              <a:avLst/>
            </a:prstGeom>
            <a:noFill/>
            <a:ln>
              <a:noFill/>
            </a:ln>
          </p:spPr>
        </p:pic>
        <p:pic>
          <p:nvPicPr>
            <p:cNvPr id="27" name="Google Shape;1126;p6"/>
            <p:cNvPicPr preferRelativeResize="0"/>
            <p:nvPr/>
          </p:nvPicPr>
          <p:blipFill rotWithShape="1">
            <a:blip r:embed="rId18">
              <a:alphaModFix/>
            </a:blip>
            <a:srcRect/>
            <a:stretch/>
          </p:blipFill>
          <p:spPr>
            <a:xfrm>
              <a:off x="15628112" y="1489519"/>
              <a:ext cx="21208" cy="25857"/>
            </a:xfrm>
            <a:prstGeom prst="rect">
              <a:avLst/>
            </a:prstGeom>
            <a:noFill/>
            <a:ln>
              <a:noFill/>
            </a:ln>
          </p:spPr>
        </p:pic>
        <p:pic>
          <p:nvPicPr>
            <p:cNvPr id="28" name="Google Shape;1127;p6"/>
            <p:cNvPicPr preferRelativeResize="0"/>
            <p:nvPr/>
          </p:nvPicPr>
          <p:blipFill rotWithShape="1">
            <a:blip r:embed="rId19">
              <a:alphaModFix/>
            </a:blip>
            <a:srcRect/>
            <a:stretch/>
          </p:blipFill>
          <p:spPr>
            <a:xfrm>
              <a:off x="15665068" y="1482025"/>
              <a:ext cx="12572" cy="15214"/>
            </a:xfrm>
            <a:prstGeom prst="rect">
              <a:avLst/>
            </a:prstGeom>
            <a:noFill/>
            <a:ln>
              <a:noFill/>
            </a:ln>
          </p:spPr>
        </p:pic>
        <p:pic>
          <p:nvPicPr>
            <p:cNvPr id="29" name="Google Shape;1128;p6"/>
            <p:cNvPicPr preferRelativeResize="0"/>
            <p:nvPr/>
          </p:nvPicPr>
          <p:blipFill rotWithShape="1">
            <a:blip r:embed="rId19">
              <a:alphaModFix/>
            </a:blip>
            <a:srcRect/>
            <a:stretch/>
          </p:blipFill>
          <p:spPr>
            <a:xfrm>
              <a:off x="15665832" y="1458118"/>
              <a:ext cx="11683" cy="14611"/>
            </a:xfrm>
            <a:prstGeom prst="rect">
              <a:avLst/>
            </a:prstGeom>
            <a:noFill/>
            <a:ln>
              <a:noFill/>
            </a:ln>
          </p:spPr>
        </p:pic>
        <p:pic>
          <p:nvPicPr>
            <p:cNvPr id="30" name="Google Shape;1129;p6"/>
            <p:cNvPicPr preferRelativeResize="0"/>
            <p:nvPr/>
          </p:nvPicPr>
          <p:blipFill rotWithShape="1">
            <a:blip r:embed="rId20">
              <a:alphaModFix/>
            </a:blip>
            <a:srcRect/>
            <a:stretch/>
          </p:blipFill>
          <p:spPr>
            <a:xfrm>
              <a:off x="15624047" y="1433779"/>
              <a:ext cx="77215" cy="82550"/>
            </a:xfrm>
            <a:prstGeom prst="rect">
              <a:avLst/>
            </a:prstGeom>
            <a:noFill/>
            <a:ln>
              <a:noFill/>
            </a:ln>
          </p:spPr>
        </p:pic>
        <p:pic>
          <p:nvPicPr>
            <p:cNvPr id="31" name="Google Shape;1130;p6"/>
            <p:cNvPicPr preferRelativeResize="0"/>
            <p:nvPr/>
          </p:nvPicPr>
          <p:blipFill rotWithShape="1">
            <a:blip r:embed="rId21">
              <a:alphaModFix/>
            </a:blip>
            <a:srcRect/>
            <a:stretch/>
          </p:blipFill>
          <p:spPr>
            <a:xfrm>
              <a:off x="15824835" y="1228953"/>
              <a:ext cx="64007" cy="65823"/>
            </a:xfrm>
            <a:prstGeom prst="rect">
              <a:avLst/>
            </a:prstGeom>
            <a:noFill/>
            <a:ln>
              <a:noFill/>
            </a:ln>
          </p:spPr>
        </p:pic>
        <p:pic>
          <p:nvPicPr>
            <p:cNvPr id="32" name="Google Shape;1131;p6"/>
            <p:cNvPicPr preferRelativeResize="0"/>
            <p:nvPr/>
          </p:nvPicPr>
          <p:blipFill rotWithShape="1">
            <a:blip r:embed="rId22">
              <a:alphaModFix/>
            </a:blip>
            <a:srcRect/>
            <a:stretch/>
          </p:blipFill>
          <p:spPr>
            <a:xfrm>
              <a:off x="15901289" y="1256068"/>
              <a:ext cx="16763" cy="12915"/>
            </a:xfrm>
            <a:prstGeom prst="rect">
              <a:avLst/>
            </a:prstGeom>
            <a:noFill/>
            <a:ln>
              <a:noFill/>
            </a:ln>
          </p:spPr>
        </p:pic>
        <p:pic>
          <p:nvPicPr>
            <p:cNvPr id="33" name="Google Shape;1132;p6"/>
            <p:cNvPicPr preferRelativeResize="0"/>
            <p:nvPr/>
          </p:nvPicPr>
          <p:blipFill rotWithShape="1">
            <a:blip r:embed="rId19">
              <a:alphaModFix/>
            </a:blip>
            <a:srcRect/>
            <a:stretch/>
          </p:blipFill>
          <p:spPr>
            <a:xfrm>
              <a:off x="15680308" y="1443710"/>
              <a:ext cx="12953" cy="15126"/>
            </a:xfrm>
            <a:prstGeom prst="rect">
              <a:avLst/>
            </a:prstGeom>
            <a:noFill/>
            <a:ln>
              <a:noFill/>
            </a:ln>
          </p:spPr>
        </p:pic>
        <p:pic>
          <p:nvPicPr>
            <p:cNvPr id="34" name="Google Shape;1133;p6"/>
            <p:cNvPicPr preferRelativeResize="0"/>
            <p:nvPr/>
          </p:nvPicPr>
          <p:blipFill rotWithShape="1">
            <a:blip r:embed="rId23">
              <a:alphaModFix/>
            </a:blip>
            <a:srcRect/>
            <a:stretch/>
          </p:blipFill>
          <p:spPr>
            <a:xfrm>
              <a:off x="15931515" y="1237424"/>
              <a:ext cx="9779" cy="7441"/>
            </a:xfrm>
            <a:prstGeom prst="rect">
              <a:avLst/>
            </a:prstGeom>
            <a:noFill/>
            <a:ln>
              <a:noFill/>
            </a:ln>
          </p:spPr>
        </p:pic>
        <p:pic>
          <p:nvPicPr>
            <p:cNvPr id="35" name="Google Shape;1134;p6"/>
            <p:cNvPicPr preferRelativeResize="0"/>
            <p:nvPr/>
          </p:nvPicPr>
          <p:blipFill rotWithShape="1">
            <a:blip r:embed="rId24">
              <a:alphaModFix/>
            </a:blip>
            <a:srcRect/>
            <a:stretch/>
          </p:blipFill>
          <p:spPr>
            <a:xfrm>
              <a:off x="15645638" y="1455191"/>
              <a:ext cx="40257" cy="24181"/>
            </a:xfrm>
            <a:prstGeom prst="rect">
              <a:avLst/>
            </a:prstGeom>
            <a:noFill/>
            <a:ln>
              <a:noFill/>
            </a:ln>
          </p:spPr>
        </p:pic>
        <p:pic>
          <p:nvPicPr>
            <p:cNvPr id="36" name="Google Shape;1135;p6"/>
            <p:cNvPicPr preferRelativeResize="0"/>
            <p:nvPr/>
          </p:nvPicPr>
          <p:blipFill rotWithShape="1">
            <a:blip r:embed="rId25">
              <a:alphaModFix/>
            </a:blip>
            <a:srcRect/>
            <a:stretch/>
          </p:blipFill>
          <p:spPr>
            <a:xfrm>
              <a:off x="15934563" y="1189837"/>
              <a:ext cx="38353" cy="32524"/>
            </a:xfrm>
            <a:prstGeom prst="rect">
              <a:avLst/>
            </a:prstGeom>
            <a:noFill/>
            <a:ln>
              <a:noFill/>
            </a:ln>
          </p:spPr>
        </p:pic>
        <p:pic>
          <p:nvPicPr>
            <p:cNvPr id="37" name="Google Shape;1136;p6"/>
            <p:cNvPicPr preferRelativeResize="0"/>
            <p:nvPr/>
          </p:nvPicPr>
          <p:blipFill rotWithShape="1">
            <a:blip r:embed="rId26">
              <a:alphaModFix/>
            </a:blip>
            <a:srcRect/>
            <a:stretch/>
          </p:blipFill>
          <p:spPr>
            <a:xfrm>
              <a:off x="15687294" y="1443481"/>
              <a:ext cx="5969" cy="7048"/>
            </a:xfrm>
            <a:prstGeom prst="rect">
              <a:avLst/>
            </a:prstGeom>
            <a:noFill/>
            <a:ln>
              <a:noFill/>
            </a:ln>
          </p:spPr>
        </p:pic>
        <p:pic>
          <p:nvPicPr>
            <p:cNvPr id="38" name="Google Shape;1137;p6"/>
            <p:cNvPicPr preferRelativeResize="0"/>
            <p:nvPr/>
          </p:nvPicPr>
          <p:blipFill rotWithShape="1">
            <a:blip r:embed="rId27">
              <a:alphaModFix/>
            </a:blip>
            <a:srcRect/>
            <a:stretch/>
          </p:blipFill>
          <p:spPr>
            <a:xfrm>
              <a:off x="15900400" y="1202498"/>
              <a:ext cx="17907" cy="15100"/>
            </a:xfrm>
            <a:prstGeom prst="rect">
              <a:avLst/>
            </a:prstGeom>
            <a:noFill/>
            <a:ln>
              <a:noFill/>
            </a:ln>
          </p:spPr>
        </p:pic>
        <p:pic>
          <p:nvPicPr>
            <p:cNvPr id="39" name="Google Shape;1138;p6"/>
            <p:cNvPicPr preferRelativeResize="0"/>
            <p:nvPr/>
          </p:nvPicPr>
          <p:blipFill rotWithShape="1">
            <a:blip r:embed="rId25">
              <a:alphaModFix/>
            </a:blip>
            <a:srcRect/>
            <a:stretch/>
          </p:blipFill>
          <p:spPr>
            <a:xfrm>
              <a:off x="15697072" y="1384363"/>
              <a:ext cx="36068" cy="32906"/>
            </a:xfrm>
            <a:prstGeom prst="rect">
              <a:avLst/>
            </a:prstGeom>
            <a:noFill/>
            <a:ln>
              <a:noFill/>
            </a:ln>
          </p:spPr>
        </p:pic>
        <p:pic>
          <p:nvPicPr>
            <p:cNvPr id="40" name="Google Shape;1139;p6"/>
            <p:cNvPicPr preferRelativeResize="0"/>
            <p:nvPr/>
          </p:nvPicPr>
          <p:blipFill rotWithShape="1">
            <a:blip r:embed="rId28">
              <a:alphaModFix/>
            </a:blip>
            <a:srcRect/>
            <a:stretch/>
          </p:blipFill>
          <p:spPr>
            <a:xfrm>
              <a:off x="15621382" y="1488414"/>
              <a:ext cx="43306" cy="44843"/>
            </a:xfrm>
            <a:prstGeom prst="rect">
              <a:avLst/>
            </a:prstGeom>
            <a:noFill/>
            <a:ln>
              <a:noFill/>
            </a:ln>
          </p:spPr>
        </p:pic>
        <p:pic>
          <p:nvPicPr>
            <p:cNvPr id="41" name="Google Shape;1140;p6"/>
            <p:cNvPicPr preferRelativeResize="0"/>
            <p:nvPr/>
          </p:nvPicPr>
          <p:blipFill rotWithShape="1">
            <a:blip r:embed="rId29">
              <a:alphaModFix/>
            </a:blip>
            <a:srcRect/>
            <a:stretch/>
          </p:blipFill>
          <p:spPr>
            <a:xfrm>
              <a:off x="15655415" y="1424228"/>
              <a:ext cx="62101" cy="58038"/>
            </a:xfrm>
            <a:prstGeom prst="rect">
              <a:avLst/>
            </a:prstGeom>
            <a:noFill/>
            <a:ln>
              <a:noFill/>
            </a:ln>
          </p:spPr>
        </p:pic>
        <p:pic>
          <p:nvPicPr>
            <p:cNvPr id="42" name="Google Shape;1141;p6"/>
            <p:cNvPicPr preferRelativeResize="0"/>
            <p:nvPr/>
          </p:nvPicPr>
          <p:blipFill rotWithShape="1">
            <a:blip r:embed="rId28">
              <a:alphaModFix/>
            </a:blip>
            <a:srcRect/>
            <a:stretch/>
          </p:blipFill>
          <p:spPr>
            <a:xfrm>
              <a:off x="15735426" y="1384478"/>
              <a:ext cx="41404" cy="44323"/>
            </a:xfrm>
            <a:prstGeom prst="rect">
              <a:avLst/>
            </a:prstGeom>
            <a:noFill/>
            <a:ln>
              <a:noFill/>
            </a:ln>
          </p:spPr>
        </p:pic>
        <p:pic>
          <p:nvPicPr>
            <p:cNvPr id="43" name="Google Shape;1142;p6"/>
            <p:cNvPicPr preferRelativeResize="0"/>
            <p:nvPr/>
          </p:nvPicPr>
          <p:blipFill rotWithShape="1">
            <a:blip r:embed="rId30">
              <a:alphaModFix/>
            </a:blip>
            <a:srcRect/>
            <a:stretch/>
          </p:blipFill>
          <p:spPr>
            <a:xfrm>
              <a:off x="15792069" y="1308544"/>
              <a:ext cx="3683" cy="3086"/>
            </a:xfrm>
            <a:prstGeom prst="rect">
              <a:avLst/>
            </a:prstGeom>
            <a:noFill/>
            <a:ln>
              <a:noFill/>
            </a:ln>
          </p:spPr>
        </p:pic>
        <p:pic>
          <p:nvPicPr>
            <p:cNvPr id="44" name="Google Shape;1143;p6"/>
            <p:cNvPicPr preferRelativeResize="0"/>
            <p:nvPr/>
          </p:nvPicPr>
          <p:blipFill rotWithShape="1">
            <a:blip r:embed="rId31">
              <a:alphaModFix/>
            </a:blip>
            <a:srcRect/>
            <a:stretch/>
          </p:blipFill>
          <p:spPr>
            <a:xfrm>
              <a:off x="15669387" y="1471840"/>
              <a:ext cx="6223" cy="16459"/>
            </a:xfrm>
            <a:prstGeom prst="rect">
              <a:avLst/>
            </a:prstGeom>
            <a:noFill/>
            <a:ln>
              <a:noFill/>
            </a:ln>
          </p:spPr>
        </p:pic>
        <p:pic>
          <p:nvPicPr>
            <p:cNvPr id="45" name="Google Shape;1144;p6"/>
            <p:cNvPicPr preferRelativeResize="0"/>
            <p:nvPr/>
          </p:nvPicPr>
          <p:blipFill rotWithShape="1">
            <a:blip r:embed="rId23">
              <a:alphaModFix/>
            </a:blip>
            <a:srcRect/>
            <a:stretch/>
          </p:blipFill>
          <p:spPr>
            <a:xfrm>
              <a:off x="15855949" y="1307782"/>
              <a:ext cx="7747" cy="7251"/>
            </a:xfrm>
            <a:prstGeom prst="rect">
              <a:avLst/>
            </a:prstGeom>
            <a:noFill/>
            <a:ln>
              <a:noFill/>
            </a:ln>
          </p:spPr>
        </p:pic>
        <p:pic>
          <p:nvPicPr>
            <p:cNvPr id="46" name="Google Shape;1145;p6"/>
            <p:cNvPicPr preferRelativeResize="0"/>
            <p:nvPr/>
          </p:nvPicPr>
          <p:blipFill rotWithShape="1">
            <a:blip r:embed="rId19">
              <a:alphaModFix/>
            </a:blip>
            <a:srcRect/>
            <a:stretch/>
          </p:blipFill>
          <p:spPr>
            <a:xfrm>
              <a:off x="15814928" y="1337019"/>
              <a:ext cx="14478" cy="13536"/>
            </a:xfrm>
            <a:prstGeom prst="rect">
              <a:avLst/>
            </a:prstGeom>
            <a:noFill/>
            <a:ln>
              <a:noFill/>
            </a:ln>
          </p:spPr>
        </p:pic>
        <p:pic>
          <p:nvPicPr>
            <p:cNvPr id="47" name="Google Shape;1146;p6"/>
            <p:cNvPicPr preferRelativeResize="0"/>
            <p:nvPr/>
          </p:nvPicPr>
          <p:blipFill rotWithShape="1">
            <a:blip r:embed="rId32">
              <a:alphaModFix/>
            </a:blip>
            <a:srcRect/>
            <a:stretch/>
          </p:blipFill>
          <p:spPr>
            <a:xfrm>
              <a:off x="15642464" y="1463712"/>
              <a:ext cx="54101" cy="18427"/>
            </a:xfrm>
            <a:prstGeom prst="rect">
              <a:avLst/>
            </a:prstGeom>
            <a:noFill/>
            <a:ln>
              <a:noFill/>
            </a:ln>
          </p:spPr>
        </p:pic>
        <p:pic>
          <p:nvPicPr>
            <p:cNvPr id="48" name="Google Shape;1147;p6"/>
            <p:cNvPicPr preferRelativeResize="0"/>
            <p:nvPr/>
          </p:nvPicPr>
          <p:blipFill rotWithShape="1">
            <a:blip r:embed="rId33">
              <a:alphaModFix/>
            </a:blip>
            <a:srcRect/>
            <a:stretch/>
          </p:blipFill>
          <p:spPr>
            <a:xfrm>
              <a:off x="15736443" y="1349425"/>
              <a:ext cx="19811" cy="21031"/>
            </a:xfrm>
            <a:prstGeom prst="rect">
              <a:avLst/>
            </a:prstGeom>
            <a:noFill/>
            <a:ln>
              <a:noFill/>
            </a:ln>
          </p:spPr>
        </p:pic>
        <p:pic>
          <p:nvPicPr>
            <p:cNvPr id="49" name="Google Shape;1148;p6"/>
            <p:cNvPicPr preferRelativeResize="0"/>
            <p:nvPr/>
          </p:nvPicPr>
          <p:blipFill rotWithShape="1">
            <a:blip r:embed="rId34">
              <a:alphaModFix/>
            </a:blip>
            <a:srcRect/>
            <a:stretch/>
          </p:blipFill>
          <p:spPr>
            <a:xfrm>
              <a:off x="15651227" y="1473301"/>
              <a:ext cx="22858" cy="37363"/>
            </a:xfrm>
            <a:prstGeom prst="rect">
              <a:avLst/>
            </a:prstGeom>
            <a:noFill/>
            <a:ln>
              <a:noFill/>
            </a:ln>
          </p:spPr>
        </p:pic>
        <p:pic>
          <p:nvPicPr>
            <p:cNvPr id="50" name="Google Shape;1149;p6"/>
            <p:cNvPicPr preferRelativeResize="0"/>
            <p:nvPr/>
          </p:nvPicPr>
          <p:blipFill rotWithShape="1">
            <a:blip r:embed="rId26">
              <a:alphaModFix/>
            </a:blip>
            <a:srcRect/>
            <a:stretch/>
          </p:blipFill>
          <p:spPr>
            <a:xfrm>
              <a:off x="15677895" y="1470151"/>
              <a:ext cx="5716" cy="9284"/>
            </a:xfrm>
            <a:prstGeom prst="rect">
              <a:avLst/>
            </a:prstGeom>
            <a:noFill/>
            <a:ln>
              <a:noFill/>
            </a:ln>
          </p:spPr>
        </p:pic>
        <p:pic>
          <p:nvPicPr>
            <p:cNvPr id="51" name="Google Shape;1150;p6"/>
            <p:cNvPicPr preferRelativeResize="0"/>
            <p:nvPr/>
          </p:nvPicPr>
          <p:blipFill rotWithShape="1">
            <a:blip r:embed="rId30">
              <a:alphaModFix/>
            </a:blip>
            <a:srcRect/>
            <a:stretch/>
          </p:blipFill>
          <p:spPr>
            <a:xfrm>
              <a:off x="15670911" y="1472793"/>
              <a:ext cx="2016" cy="2222"/>
            </a:xfrm>
            <a:prstGeom prst="rect">
              <a:avLst/>
            </a:prstGeom>
            <a:noFill/>
            <a:ln>
              <a:noFill/>
            </a:ln>
          </p:spPr>
        </p:pic>
        <p:pic>
          <p:nvPicPr>
            <p:cNvPr id="52" name="Google Shape;1151;p6"/>
            <p:cNvPicPr preferRelativeResize="0"/>
            <p:nvPr/>
          </p:nvPicPr>
          <p:blipFill rotWithShape="1">
            <a:blip r:embed="rId35">
              <a:alphaModFix/>
            </a:blip>
            <a:srcRect/>
            <a:stretch/>
          </p:blipFill>
          <p:spPr>
            <a:xfrm>
              <a:off x="15935325" y="1214271"/>
              <a:ext cx="18032" cy="26936"/>
            </a:xfrm>
            <a:prstGeom prst="rect">
              <a:avLst/>
            </a:prstGeom>
            <a:noFill/>
            <a:ln>
              <a:noFill/>
            </a:ln>
          </p:spPr>
        </p:pic>
        <p:pic>
          <p:nvPicPr>
            <p:cNvPr id="53" name="Google Shape;1152;p6"/>
            <p:cNvPicPr preferRelativeResize="0"/>
            <p:nvPr/>
          </p:nvPicPr>
          <p:blipFill rotWithShape="1">
            <a:blip r:embed="rId36">
              <a:alphaModFix/>
            </a:blip>
            <a:srcRect/>
            <a:stretch/>
          </p:blipFill>
          <p:spPr>
            <a:xfrm>
              <a:off x="15635477" y="1434134"/>
              <a:ext cx="66255" cy="61188"/>
            </a:xfrm>
            <a:prstGeom prst="rect">
              <a:avLst/>
            </a:prstGeom>
            <a:noFill/>
            <a:ln>
              <a:noFill/>
            </a:ln>
          </p:spPr>
        </p:pic>
        <p:pic>
          <p:nvPicPr>
            <p:cNvPr id="54" name="Google Shape;1153;p6"/>
            <p:cNvPicPr preferRelativeResize="0"/>
            <p:nvPr/>
          </p:nvPicPr>
          <p:blipFill rotWithShape="1">
            <a:blip r:embed="rId30">
              <a:alphaModFix/>
            </a:blip>
            <a:srcRect/>
            <a:stretch/>
          </p:blipFill>
          <p:spPr>
            <a:xfrm>
              <a:off x="15682468" y="1428520"/>
              <a:ext cx="1650" cy="1777"/>
            </a:xfrm>
            <a:prstGeom prst="rect">
              <a:avLst/>
            </a:prstGeom>
            <a:noFill/>
            <a:ln>
              <a:noFill/>
            </a:ln>
          </p:spPr>
        </p:pic>
        <p:pic>
          <p:nvPicPr>
            <p:cNvPr id="55" name="Google Shape;1154;p6"/>
            <p:cNvPicPr preferRelativeResize="0"/>
            <p:nvPr/>
          </p:nvPicPr>
          <p:blipFill rotWithShape="1">
            <a:blip r:embed="rId37">
              <a:alphaModFix/>
            </a:blip>
            <a:srcRect/>
            <a:stretch/>
          </p:blipFill>
          <p:spPr>
            <a:xfrm>
              <a:off x="15639413" y="1470418"/>
              <a:ext cx="26036" cy="30924"/>
            </a:xfrm>
            <a:prstGeom prst="rect">
              <a:avLst/>
            </a:prstGeom>
            <a:noFill/>
            <a:ln>
              <a:noFill/>
            </a:ln>
          </p:spPr>
        </p:pic>
        <p:pic>
          <p:nvPicPr>
            <p:cNvPr id="56" name="Google Shape;1155;p6"/>
            <p:cNvPicPr preferRelativeResize="0"/>
            <p:nvPr/>
          </p:nvPicPr>
          <p:blipFill rotWithShape="1">
            <a:blip r:embed="rId38">
              <a:alphaModFix/>
            </a:blip>
            <a:srcRect/>
            <a:stretch/>
          </p:blipFill>
          <p:spPr>
            <a:xfrm>
              <a:off x="15666974" y="1440497"/>
              <a:ext cx="15363" cy="20408"/>
            </a:xfrm>
            <a:prstGeom prst="rect">
              <a:avLst/>
            </a:prstGeom>
            <a:noFill/>
            <a:ln>
              <a:noFill/>
            </a:ln>
          </p:spPr>
        </p:pic>
        <p:pic>
          <p:nvPicPr>
            <p:cNvPr id="57" name="Google Shape;1156;p6"/>
            <p:cNvPicPr preferRelativeResize="0"/>
            <p:nvPr/>
          </p:nvPicPr>
          <p:blipFill rotWithShape="1">
            <a:blip r:embed="rId30">
              <a:alphaModFix/>
            </a:blip>
            <a:srcRect/>
            <a:stretch/>
          </p:blipFill>
          <p:spPr>
            <a:xfrm>
              <a:off x="15953358" y="1215466"/>
              <a:ext cx="2285" cy="1803"/>
            </a:xfrm>
            <a:prstGeom prst="rect">
              <a:avLst/>
            </a:prstGeom>
            <a:noFill/>
            <a:ln>
              <a:noFill/>
            </a:ln>
          </p:spPr>
        </p:pic>
        <p:pic>
          <p:nvPicPr>
            <p:cNvPr id="58" name="Google Shape;1157;p6"/>
            <p:cNvPicPr preferRelativeResize="0"/>
            <p:nvPr/>
          </p:nvPicPr>
          <p:blipFill rotWithShape="1">
            <a:blip r:embed="rId39">
              <a:alphaModFix/>
            </a:blip>
            <a:srcRect/>
            <a:stretch/>
          </p:blipFill>
          <p:spPr>
            <a:xfrm>
              <a:off x="15685896" y="1402969"/>
              <a:ext cx="39878" cy="43675"/>
            </a:xfrm>
            <a:prstGeom prst="rect">
              <a:avLst/>
            </a:prstGeom>
            <a:noFill/>
            <a:ln>
              <a:noFill/>
            </a:ln>
          </p:spPr>
        </p:pic>
        <p:pic>
          <p:nvPicPr>
            <p:cNvPr id="59" name="Google Shape;1158;p6"/>
            <p:cNvPicPr preferRelativeResize="0"/>
            <p:nvPr/>
          </p:nvPicPr>
          <p:blipFill rotWithShape="1">
            <a:blip r:embed="rId40">
              <a:alphaModFix/>
            </a:blip>
            <a:srcRect/>
            <a:stretch/>
          </p:blipFill>
          <p:spPr>
            <a:xfrm>
              <a:off x="15880588" y="1270151"/>
              <a:ext cx="20192" cy="18008"/>
            </a:xfrm>
            <a:prstGeom prst="rect">
              <a:avLst/>
            </a:prstGeom>
            <a:noFill/>
            <a:ln>
              <a:noFill/>
            </a:ln>
          </p:spPr>
        </p:pic>
        <p:pic>
          <p:nvPicPr>
            <p:cNvPr id="60" name="Google Shape;1159;p6"/>
            <p:cNvPicPr preferRelativeResize="0"/>
            <p:nvPr/>
          </p:nvPicPr>
          <p:blipFill rotWithShape="1">
            <a:blip r:embed="rId41">
              <a:alphaModFix/>
            </a:blip>
            <a:srcRect/>
            <a:stretch/>
          </p:blipFill>
          <p:spPr>
            <a:xfrm>
              <a:off x="15668497" y="1475943"/>
              <a:ext cx="10794" cy="10998"/>
            </a:xfrm>
            <a:prstGeom prst="rect">
              <a:avLst/>
            </a:prstGeom>
            <a:noFill/>
            <a:ln>
              <a:noFill/>
            </a:ln>
          </p:spPr>
        </p:pic>
        <p:pic>
          <p:nvPicPr>
            <p:cNvPr id="61" name="Google Shape;1160;p6"/>
            <p:cNvPicPr preferRelativeResize="0"/>
            <p:nvPr/>
          </p:nvPicPr>
          <p:blipFill rotWithShape="1">
            <a:blip r:embed="rId30">
              <a:alphaModFix/>
            </a:blip>
            <a:srcRect/>
            <a:stretch/>
          </p:blipFill>
          <p:spPr>
            <a:xfrm>
              <a:off x="15965170" y="1207667"/>
              <a:ext cx="2031" cy="1511"/>
            </a:xfrm>
            <a:prstGeom prst="rect">
              <a:avLst/>
            </a:prstGeom>
            <a:noFill/>
            <a:ln>
              <a:noFill/>
            </a:ln>
          </p:spPr>
        </p:pic>
        <p:pic>
          <p:nvPicPr>
            <p:cNvPr id="62" name="Google Shape;1161;p6"/>
            <p:cNvPicPr preferRelativeResize="0"/>
            <p:nvPr/>
          </p:nvPicPr>
          <p:blipFill rotWithShape="1">
            <a:blip r:embed="rId30">
              <a:alphaModFix/>
            </a:blip>
            <a:srcRect/>
            <a:stretch/>
          </p:blipFill>
          <p:spPr>
            <a:xfrm>
              <a:off x="15889350" y="1220514"/>
              <a:ext cx="1737" cy="1353"/>
            </a:xfrm>
            <a:prstGeom prst="rect">
              <a:avLst/>
            </a:prstGeom>
            <a:noFill/>
            <a:ln>
              <a:noFill/>
            </a:ln>
          </p:spPr>
        </p:pic>
        <p:pic>
          <p:nvPicPr>
            <p:cNvPr id="63" name="Google Shape;1162;p6"/>
            <p:cNvPicPr preferRelativeResize="0"/>
            <p:nvPr/>
          </p:nvPicPr>
          <p:blipFill rotWithShape="1">
            <a:blip r:embed="rId31">
              <a:alphaModFix/>
            </a:blip>
            <a:srcRect/>
            <a:stretch/>
          </p:blipFill>
          <p:spPr>
            <a:xfrm>
              <a:off x="15948024" y="1190968"/>
              <a:ext cx="2666" cy="11276"/>
            </a:xfrm>
            <a:prstGeom prst="rect">
              <a:avLst/>
            </a:prstGeom>
            <a:noFill/>
            <a:ln>
              <a:noFill/>
            </a:ln>
          </p:spPr>
        </p:pic>
        <p:pic>
          <p:nvPicPr>
            <p:cNvPr id="64" name="Google Shape;1163;p6"/>
            <p:cNvPicPr preferRelativeResize="0"/>
            <p:nvPr/>
          </p:nvPicPr>
          <p:blipFill rotWithShape="1">
            <a:blip r:embed="rId42">
              <a:alphaModFix/>
            </a:blip>
            <a:srcRect/>
            <a:stretch/>
          </p:blipFill>
          <p:spPr>
            <a:xfrm>
              <a:off x="15672053" y="1466291"/>
              <a:ext cx="20955" cy="4953"/>
            </a:xfrm>
            <a:prstGeom prst="rect">
              <a:avLst/>
            </a:prstGeom>
            <a:noFill/>
            <a:ln>
              <a:noFill/>
            </a:ln>
          </p:spPr>
        </p:pic>
        <p:pic>
          <p:nvPicPr>
            <p:cNvPr id="65" name="Google Shape;1164;p6"/>
            <p:cNvPicPr preferRelativeResize="0"/>
            <p:nvPr/>
          </p:nvPicPr>
          <p:blipFill rotWithShape="1">
            <a:blip r:embed="rId41">
              <a:alphaModFix/>
            </a:blip>
            <a:srcRect/>
            <a:stretch/>
          </p:blipFill>
          <p:spPr>
            <a:xfrm>
              <a:off x="15636113" y="1508607"/>
              <a:ext cx="11047" cy="10440"/>
            </a:xfrm>
            <a:prstGeom prst="rect">
              <a:avLst/>
            </a:prstGeom>
            <a:noFill/>
            <a:ln>
              <a:noFill/>
            </a:ln>
          </p:spPr>
        </p:pic>
        <p:pic>
          <p:nvPicPr>
            <p:cNvPr id="66" name="Google Shape;1165;p6"/>
            <p:cNvPicPr preferRelativeResize="0"/>
            <p:nvPr/>
          </p:nvPicPr>
          <p:blipFill rotWithShape="1">
            <a:blip r:embed="rId43">
              <a:alphaModFix/>
            </a:blip>
            <a:srcRect/>
            <a:stretch/>
          </p:blipFill>
          <p:spPr>
            <a:xfrm>
              <a:off x="15891128" y="1207223"/>
              <a:ext cx="68581" cy="70726"/>
            </a:xfrm>
            <a:prstGeom prst="rect">
              <a:avLst/>
            </a:prstGeom>
            <a:noFill/>
            <a:ln>
              <a:noFill/>
            </a:ln>
          </p:spPr>
        </p:pic>
        <p:pic>
          <p:nvPicPr>
            <p:cNvPr id="67" name="Google Shape;1166;p6"/>
            <p:cNvPicPr preferRelativeResize="0"/>
            <p:nvPr/>
          </p:nvPicPr>
          <p:blipFill rotWithShape="1">
            <a:blip r:embed="rId30">
              <a:alphaModFix/>
            </a:blip>
            <a:srcRect/>
            <a:stretch/>
          </p:blipFill>
          <p:spPr>
            <a:xfrm>
              <a:off x="15658338" y="1504264"/>
              <a:ext cx="1142" cy="1396"/>
            </a:xfrm>
            <a:prstGeom prst="rect">
              <a:avLst/>
            </a:prstGeom>
            <a:noFill/>
            <a:ln>
              <a:noFill/>
            </a:ln>
          </p:spPr>
        </p:pic>
        <p:pic>
          <p:nvPicPr>
            <p:cNvPr id="68" name="Google Shape;1167;p6"/>
            <p:cNvPicPr preferRelativeResize="0"/>
            <p:nvPr/>
          </p:nvPicPr>
          <p:blipFill rotWithShape="1">
            <a:blip r:embed="rId27">
              <a:alphaModFix/>
            </a:blip>
            <a:srcRect/>
            <a:stretch/>
          </p:blipFill>
          <p:spPr>
            <a:xfrm>
              <a:off x="15658718" y="1475486"/>
              <a:ext cx="14975" cy="22047"/>
            </a:xfrm>
            <a:prstGeom prst="rect">
              <a:avLst/>
            </a:prstGeom>
            <a:noFill/>
            <a:ln>
              <a:noFill/>
            </a:ln>
          </p:spPr>
        </p:pic>
        <p:pic>
          <p:nvPicPr>
            <p:cNvPr id="69" name="Google Shape;1168;p6"/>
            <p:cNvPicPr preferRelativeResize="0"/>
            <p:nvPr/>
          </p:nvPicPr>
          <p:blipFill rotWithShape="1">
            <a:blip r:embed="rId30">
              <a:alphaModFix/>
            </a:blip>
            <a:srcRect/>
            <a:stretch/>
          </p:blipFill>
          <p:spPr>
            <a:xfrm>
              <a:off x="15635858" y="1500797"/>
              <a:ext cx="1143" cy="1409"/>
            </a:xfrm>
            <a:prstGeom prst="rect">
              <a:avLst/>
            </a:prstGeom>
            <a:noFill/>
            <a:ln>
              <a:noFill/>
            </a:ln>
          </p:spPr>
        </p:pic>
        <p:pic>
          <p:nvPicPr>
            <p:cNvPr id="70" name="Google Shape;1169;p6"/>
            <p:cNvPicPr preferRelativeResize="0"/>
            <p:nvPr/>
          </p:nvPicPr>
          <p:blipFill rotWithShape="1">
            <a:blip r:embed="rId26">
              <a:alphaModFix/>
            </a:blip>
            <a:srcRect/>
            <a:stretch/>
          </p:blipFill>
          <p:spPr>
            <a:xfrm>
              <a:off x="15916403" y="1201216"/>
              <a:ext cx="2412" cy="5473"/>
            </a:xfrm>
            <a:prstGeom prst="rect">
              <a:avLst/>
            </a:prstGeom>
            <a:noFill/>
            <a:ln>
              <a:noFill/>
            </a:ln>
          </p:spPr>
        </p:pic>
        <p:pic>
          <p:nvPicPr>
            <p:cNvPr id="71" name="Google Shape;1170;p6"/>
            <p:cNvPicPr preferRelativeResize="0"/>
            <p:nvPr/>
          </p:nvPicPr>
          <p:blipFill rotWithShape="1">
            <a:blip r:embed="rId30">
              <a:alphaModFix/>
            </a:blip>
            <a:srcRect/>
            <a:stretch/>
          </p:blipFill>
          <p:spPr>
            <a:xfrm>
              <a:off x="15947768" y="1197292"/>
              <a:ext cx="1650" cy="1346"/>
            </a:xfrm>
            <a:prstGeom prst="rect">
              <a:avLst/>
            </a:prstGeom>
            <a:noFill/>
            <a:ln>
              <a:noFill/>
            </a:ln>
          </p:spPr>
        </p:pic>
        <p:pic>
          <p:nvPicPr>
            <p:cNvPr id="72" name="Google Shape;1171;p6"/>
            <p:cNvPicPr preferRelativeResize="0"/>
            <p:nvPr/>
          </p:nvPicPr>
          <p:blipFill rotWithShape="1">
            <a:blip r:embed="rId30">
              <a:alphaModFix/>
            </a:blip>
            <a:srcRect/>
            <a:stretch/>
          </p:blipFill>
          <p:spPr>
            <a:xfrm>
              <a:off x="15933039" y="1198486"/>
              <a:ext cx="1016" cy="901"/>
            </a:xfrm>
            <a:prstGeom prst="rect">
              <a:avLst/>
            </a:prstGeom>
            <a:noFill/>
            <a:ln>
              <a:noFill/>
            </a:ln>
          </p:spPr>
        </p:pic>
        <p:pic>
          <p:nvPicPr>
            <p:cNvPr id="73" name="Google Shape;1172;p6"/>
            <p:cNvPicPr preferRelativeResize="0"/>
            <p:nvPr/>
          </p:nvPicPr>
          <p:blipFill rotWithShape="1">
            <a:blip r:embed="rId41">
              <a:alphaModFix/>
            </a:blip>
            <a:srcRect/>
            <a:stretch/>
          </p:blipFill>
          <p:spPr>
            <a:xfrm>
              <a:off x="15708375" y="1446885"/>
              <a:ext cx="8508" cy="9461"/>
            </a:xfrm>
            <a:prstGeom prst="rect">
              <a:avLst/>
            </a:prstGeom>
            <a:noFill/>
            <a:ln>
              <a:noFill/>
            </a:ln>
          </p:spPr>
        </p:pic>
        <p:pic>
          <p:nvPicPr>
            <p:cNvPr id="74" name="Google Shape;1173;p6"/>
            <p:cNvPicPr preferRelativeResize="0"/>
            <p:nvPr/>
          </p:nvPicPr>
          <p:blipFill rotWithShape="1">
            <a:blip r:embed="rId44">
              <a:alphaModFix/>
            </a:blip>
            <a:srcRect/>
            <a:stretch/>
          </p:blipFill>
          <p:spPr>
            <a:xfrm>
              <a:off x="15635731" y="1459281"/>
              <a:ext cx="44576" cy="50317"/>
            </a:xfrm>
            <a:prstGeom prst="rect">
              <a:avLst/>
            </a:prstGeom>
            <a:noFill/>
            <a:ln>
              <a:noFill/>
            </a:ln>
          </p:spPr>
        </p:pic>
        <p:pic>
          <p:nvPicPr>
            <p:cNvPr id="75" name="Google Shape;1174;p6"/>
            <p:cNvPicPr preferRelativeResize="0"/>
            <p:nvPr/>
          </p:nvPicPr>
          <p:blipFill rotWithShape="1">
            <a:blip r:embed="rId19">
              <a:alphaModFix/>
            </a:blip>
            <a:srcRect/>
            <a:stretch/>
          </p:blipFill>
          <p:spPr>
            <a:xfrm>
              <a:off x="15874619" y="1283156"/>
              <a:ext cx="14985" cy="14605"/>
            </a:xfrm>
            <a:prstGeom prst="rect">
              <a:avLst/>
            </a:prstGeom>
            <a:noFill/>
            <a:ln>
              <a:noFill/>
            </a:ln>
          </p:spPr>
        </p:pic>
        <p:pic>
          <p:nvPicPr>
            <p:cNvPr id="76" name="Google Shape;1175;p6"/>
            <p:cNvPicPr preferRelativeResize="0"/>
            <p:nvPr/>
          </p:nvPicPr>
          <p:blipFill rotWithShape="1">
            <a:blip r:embed="rId26">
              <a:alphaModFix/>
            </a:blip>
            <a:srcRect/>
            <a:stretch/>
          </p:blipFill>
          <p:spPr>
            <a:xfrm>
              <a:off x="15918686" y="1247634"/>
              <a:ext cx="9400" cy="9678"/>
            </a:xfrm>
            <a:prstGeom prst="rect">
              <a:avLst/>
            </a:prstGeom>
            <a:noFill/>
            <a:ln>
              <a:noFill/>
            </a:ln>
          </p:spPr>
        </p:pic>
        <p:pic>
          <p:nvPicPr>
            <p:cNvPr id="77" name="Google Shape;1176;p6"/>
            <p:cNvPicPr preferRelativeResize="0"/>
            <p:nvPr/>
          </p:nvPicPr>
          <p:blipFill rotWithShape="1">
            <a:blip r:embed="rId30">
              <a:alphaModFix/>
            </a:blip>
            <a:srcRect/>
            <a:stretch/>
          </p:blipFill>
          <p:spPr>
            <a:xfrm>
              <a:off x="15679419" y="1471002"/>
              <a:ext cx="761" cy="787"/>
            </a:xfrm>
            <a:prstGeom prst="rect">
              <a:avLst/>
            </a:prstGeom>
            <a:noFill/>
            <a:ln>
              <a:noFill/>
            </a:ln>
          </p:spPr>
        </p:pic>
        <p:pic>
          <p:nvPicPr>
            <p:cNvPr id="78" name="Google Shape;1177;p6"/>
            <p:cNvPicPr preferRelativeResize="0"/>
            <p:nvPr/>
          </p:nvPicPr>
          <p:blipFill rotWithShape="1">
            <a:blip r:embed="rId30">
              <a:alphaModFix/>
            </a:blip>
            <a:srcRect/>
            <a:stretch/>
          </p:blipFill>
          <p:spPr>
            <a:xfrm>
              <a:off x="15943199" y="1229410"/>
              <a:ext cx="1905" cy="1625"/>
            </a:xfrm>
            <a:prstGeom prst="rect">
              <a:avLst/>
            </a:prstGeom>
            <a:noFill/>
            <a:ln>
              <a:noFill/>
            </a:ln>
          </p:spPr>
        </p:pic>
        <p:pic>
          <p:nvPicPr>
            <p:cNvPr id="79" name="Google Shape;1178;p6"/>
            <p:cNvPicPr preferRelativeResize="0"/>
            <p:nvPr/>
          </p:nvPicPr>
          <p:blipFill rotWithShape="1">
            <a:blip r:embed="rId23">
              <a:alphaModFix/>
            </a:blip>
            <a:srcRect/>
            <a:stretch/>
          </p:blipFill>
          <p:spPr>
            <a:xfrm>
              <a:off x="15685389" y="1446009"/>
              <a:ext cx="9270" cy="4195"/>
            </a:xfrm>
            <a:prstGeom prst="rect">
              <a:avLst/>
            </a:prstGeom>
            <a:noFill/>
            <a:ln>
              <a:noFill/>
            </a:ln>
          </p:spPr>
        </p:pic>
        <p:pic>
          <p:nvPicPr>
            <p:cNvPr id="80" name="Google Shape;1179;p6"/>
            <p:cNvPicPr preferRelativeResize="0"/>
            <p:nvPr/>
          </p:nvPicPr>
          <p:blipFill rotWithShape="1">
            <a:blip r:embed="rId23">
              <a:alphaModFix/>
            </a:blip>
            <a:srcRect/>
            <a:stretch/>
          </p:blipFill>
          <p:spPr>
            <a:xfrm>
              <a:off x="15917672" y="1204010"/>
              <a:ext cx="1509" cy="1143"/>
            </a:xfrm>
            <a:prstGeom prst="rect">
              <a:avLst/>
            </a:prstGeom>
            <a:noFill/>
            <a:ln>
              <a:noFill/>
            </a:ln>
          </p:spPr>
        </p:pic>
        <p:pic>
          <p:nvPicPr>
            <p:cNvPr id="81" name="Google Shape;1180;p6"/>
            <p:cNvPicPr preferRelativeResize="0"/>
            <p:nvPr/>
          </p:nvPicPr>
          <p:blipFill rotWithShape="1">
            <a:blip r:embed="rId45">
              <a:alphaModFix/>
            </a:blip>
            <a:srcRect/>
            <a:stretch/>
          </p:blipFill>
          <p:spPr>
            <a:xfrm>
              <a:off x="15655797" y="1465847"/>
              <a:ext cx="29209" cy="40131"/>
            </a:xfrm>
            <a:prstGeom prst="rect">
              <a:avLst/>
            </a:prstGeom>
            <a:noFill/>
            <a:ln>
              <a:noFill/>
            </a:ln>
          </p:spPr>
        </p:pic>
        <p:pic>
          <p:nvPicPr>
            <p:cNvPr id="82" name="Google Shape;1181;p6"/>
            <p:cNvPicPr preferRelativeResize="0"/>
            <p:nvPr/>
          </p:nvPicPr>
          <p:blipFill rotWithShape="1">
            <a:blip r:embed="rId26">
              <a:alphaModFix/>
            </a:blip>
            <a:srcRect/>
            <a:stretch/>
          </p:blipFill>
          <p:spPr>
            <a:xfrm>
              <a:off x="15648431" y="1495513"/>
              <a:ext cx="635" cy="888"/>
            </a:xfrm>
            <a:prstGeom prst="rect">
              <a:avLst/>
            </a:prstGeom>
            <a:noFill/>
            <a:ln>
              <a:noFill/>
            </a:ln>
          </p:spPr>
        </p:pic>
        <p:pic>
          <p:nvPicPr>
            <p:cNvPr id="83" name="Google Shape;1182;p6"/>
            <p:cNvPicPr preferRelativeResize="0"/>
            <p:nvPr/>
          </p:nvPicPr>
          <p:blipFill rotWithShape="1">
            <a:blip r:embed="rId30">
              <a:alphaModFix/>
            </a:blip>
            <a:srcRect/>
            <a:stretch/>
          </p:blipFill>
          <p:spPr>
            <a:xfrm>
              <a:off x="15700882" y="1433945"/>
              <a:ext cx="889" cy="977"/>
            </a:xfrm>
            <a:prstGeom prst="rect">
              <a:avLst/>
            </a:prstGeom>
            <a:noFill/>
            <a:ln>
              <a:noFill/>
            </a:ln>
          </p:spPr>
        </p:pic>
        <p:pic>
          <p:nvPicPr>
            <p:cNvPr id="84" name="Google Shape;1183;p6"/>
            <p:cNvPicPr preferRelativeResize="0"/>
            <p:nvPr/>
          </p:nvPicPr>
          <p:blipFill rotWithShape="1">
            <a:blip r:embed="rId46">
              <a:alphaModFix/>
            </a:blip>
            <a:srcRect/>
            <a:stretch/>
          </p:blipFill>
          <p:spPr>
            <a:xfrm>
              <a:off x="15634335" y="1432801"/>
              <a:ext cx="68198" cy="66675"/>
            </a:xfrm>
            <a:prstGeom prst="rect">
              <a:avLst/>
            </a:prstGeom>
            <a:noFill/>
            <a:ln>
              <a:noFill/>
            </a:ln>
          </p:spPr>
        </p:pic>
        <p:pic>
          <p:nvPicPr>
            <p:cNvPr id="85" name="Google Shape;1184;p6"/>
            <p:cNvPicPr preferRelativeResize="0"/>
            <p:nvPr/>
          </p:nvPicPr>
          <p:blipFill rotWithShape="1">
            <a:blip r:embed="rId47">
              <a:alphaModFix/>
            </a:blip>
            <a:srcRect/>
            <a:stretch/>
          </p:blipFill>
          <p:spPr>
            <a:xfrm>
              <a:off x="15829154" y="1205179"/>
              <a:ext cx="88645" cy="72174"/>
            </a:xfrm>
            <a:prstGeom prst="rect">
              <a:avLst/>
            </a:prstGeom>
            <a:noFill/>
            <a:ln>
              <a:noFill/>
            </a:ln>
          </p:spPr>
        </p:pic>
        <p:pic>
          <p:nvPicPr>
            <p:cNvPr id="86" name="Google Shape;1185;p6"/>
            <p:cNvPicPr preferRelativeResize="0"/>
            <p:nvPr/>
          </p:nvPicPr>
          <p:blipFill rotWithShape="1">
            <a:blip r:embed="rId48">
              <a:alphaModFix/>
            </a:blip>
            <a:srcRect/>
            <a:stretch/>
          </p:blipFill>
          <p:spPr>
            <a:xfrm>
              <a:off x="15914241" y="1200353"/>
              <a:ext cx="12192" cy="4266"/>
            </a:xfrm>
            <a:prstGeom prst="rect">
              <a:avLst/>
            </a:prstGeom>
            <a:noFill/>
            <a:ln>
              <a:noFill/>
            </a:ln>
          </p:spPr>
        </p:pic>
        <p:pic>
          <p:nvPicPr>
            <p:cNvPr id="87" name="Google Shape;1186;p6"/>
            <p:cNvPicPr preferRelativeResize="0"/>
            <p:nvPr/>
          </p:nvPicPr>
          <p:blipFill rotWithShape="1">
            <a:blip r:embed="rId49">
              <a:alphaModFix/>
            </a:blip>
            <a:srcRect/>
            <a:stretch/>
          </p:blipFill>
          <p:spPr>
            <a:xfrm>
              <a:off x="15619221" y="1424419"/>
              <a:ext cx="68835" cy="86803"/>
            </a:xfrm>
            <a:prstGeom prst="rect">
              <a:avLst/>
            </a:prstGeom>
            <a:noFill/>
            <a:ln>
              <a:noFill/>
            </a:ln>
          </p:spPr>
        </p:pic>
        <p:pic>
          <p:nvPicPr>
            <p:cNvPr id="88" name="Google Shape;1187;p6"/>
            <p:cNvPicPr preferRelativeResize="0"/>
            <p:nvPr/>
          </p:nvPicPr>
          <p:blipFill rotWithShape="1">
            <a:blip r:embed="rId30">
              <a:alphaModFix/>
            </a:blip>
            <a:srcRect/>
            <a:stretch/>
          </p:blipFill>
          <p:spPr>
            <a:xfrm>
              <a:off x="15909036" y="1261630"/>
              <a:ext cx="1143" cy="1028"/>
            </a:xfrm>
            <a:prstGeom prst="rect">
              <a:avLst/>
            </a:prstGeom>
            <a:noFill/>
            <a:ln>
              <a:noFill/>
            </a:ln>
          </p:spPr>
        </p:pic>
        <p:pic>
          <p:nvPicPr>
            <p:cNvPr id="89" name="Google Shape;1188;p6"/>
            <p:cNvPicPr preferRelativeResize="0"/>
            <p:nvPr/>
          </p:nvPicPr>
          <p:blipFill rotWithShape="1">
            <a:blip r:embed="rId23">
              <a:alphaModFix/>
            </a:blip>
            <a:srcRect/>
            <a:stretch/>
          </p:blipFill>
          <p:spPr>
            <a:xfrm>
              <a:off x="15915894" y="1250937"/>
              <a:ext cx="9015" cy="7848"/>
            </a:xfrm>
            <a:prstGeom prst="rect">
              <a:avLst/>
            </a:prstGeom>
            <a:noFill/>
            <a:ln>
              <a:noFill/>
            </a:ln>
          </p:spPr>
        </p:pic>
        <p:pic>
          <p:nvPicPr>
            <p:cNvPr id="90" name="Google Shape;1189;p6"/>
            <p:cNvPicPr preferRelativeResize="0"/>
            <p:nvPr/>
          </p:nvPicPr>
          <p:blipFill rotWithShape="1">
            <a:blip r:embed="rId30">
              <a:alphaModFix/>
            </a:blip>
            <a:srcRect/>
            <a:stretch/>
          </p:blipFill>
          <p:spPr>
            <a:xfrm>
              <a:off x="15707866" y="1418919"/>
              <a:ext cx="2158" cy="1435"/>
            </a:xfrm>
            <a:prstGeom prst="rect">
              <a:avLst/>
            </a:prstGeom>
            <a:noFill/>
            <a:ln>
              <a:noFill/>
            </a:ln>
          </p:spPr>
        </p:pic>
        <p:pic>
          <p:nvPicPr>
            <p:cNvPr id="91" name="Google Shape;1190;p6"/>
            <p:cNvPicPr preferRelativeResize="0"/>
            <p:nvPr/>
          </p:nvPicPr>
          <p:blipFill rotWithShape="1">
            <a:blip r:embed="rId22">
              <a:alphaModFix/>
            </a:blip>
            <a:srcRect/>
            <a:stretch/>
          </p:blipFill>
          <p:spPr>
            <a:xfrm>
              <a:off x="15675355" y="1464563"/>
              <a:ext cx="12828" cy="9931"/>
            </a:xfrm>
            <a:prstGeom prst="rect">
              <a:avLst/>
            </a:prstGeom>
            <a:noFill/>
            <a:ln>
              <a:noFill/>
            </a:ln>
          </p:spPr>
        </p:pic>
        <p:pic>
          <p:nvPicPr>
            <p:cNvPr id="92" name="Google Shape;1191;p6"/>
            <p:cNvPicPr preferRelativeResize="0"/>
            <p:nvPr/>
          </p:nvPicPr>
          <p:blipFill rotWithShape="1">
            <a:blip r:embed="rId30">
              <a:alphaModFix/>
            </a:blip>
            <a:srcRect/>
            <a:stretch/>
          </p:blipFill>
          <p:spPr>
            <a:xfrm>
              <a:off x="15673703" y="1459267"/>
              <a:ext cx="634" cy="889"/>
            </a:xfrm>
            <a:prstGeom prst="rect">
              <a:avLst/>
            </a:prstGeom>
            <a:noFill/>
            <a:ln>
              <a:noFill/>
            </a:ln>
          </p:spPr>
        </p:pic>
        <p:pic>
          <p:nvPicPr>
            <p:cNvPr id="93" name="Google Shape;1192;p6"/>
            <p:cNvPicPr preferRelativeResize="0"/>
            <p:nvPr/>
          </p:nvPicPr>
          <p:blipFill rotWithShape="1">
            <a:blip r:embed="rId30">
              <a:alphaModFix/>
            </a:blip>
            <a:srcRect/>
            <a:stretch/>
          </p:blipFill>
          <p:spPr>
            <a:xfrm>
              <a:off x="15725645" y="1400136"/>
              <a:ext cx="1143" cy="1270"/>
            </a:xfrm>
            <a:prstGeom prst="rect">
              <a:avLst/>
            </a:prstGeom>
            <a:noFill/>
            <a:ln>
              <a:noFill/>
            </a:ln>
          </p:spPr>
        </p:pic>
        <p:pic>
          <p:nvPicPr>
            <p:cNvPr id="94" name="Google Shape;1193;p6"/>
            <p:cNvPicPr preferRelativeResize="0"/>
            <p:nvPr/>
          </p:nvPicPr>
          <p:blipFill rotWithShape="1">
            <a:blip r:embed="rId50">
              <a:alphaModFix/>
            </a:blip>
            <a:srcRect/>
            <a:stretch/>
          </p:blipFill>
          <p:spPr>
            <a:xfrm>
              <a:off x="15939136" y="1190789"/>
              <a:ext cx="30605" cy="35103"/>
            </a:xfrm>
            <a:prstGeom prst="rect">
              <a:avLst/>
            </a:prstGeom>
            <a:noFill/>
            <a:ln>
              <a:noFill/>
            </a:ln>
          </p:spPr>
        </p:pic>
        <p:pic>
          <p:nvPicPr>
            <p:cNvPr id="95" name="Google Shape;1194;p6"/>
            <p:cNvPicPr preferRelativeResize="0"/>
            <p:nvPr/>
          </p:nvPicPr>
          <p:blipFill rotWithShape="1">
            <a:blip r:embed="rId30">
              <a:alphaModFix/>
            </a:blip>
            <a:srcRect/>
            <a:stretch/>
          </p:blipFill>
          <p:spPr>
            <a:xfrm>
              <a:off x="15655417" y="1498753"/>
              <a:ext cx="4953" cy="8280"/>
            </a:xfrm>
            <a:prstGeom prst="rect">
              <a:avLst/>
            </a:prstGeom>
            <a:noFill/>
            <a:ln>
              <a:noFill/>
            </a:ln>
          </p:spPr>
        </p:pic>
        <p:pic>
          <p:nvPicPr>
            <p:cNvPr id="96" name="Google Shape;1195;p6"/>
            <p:cNvPicPr preferRelativeResize="0"/>
            <p:nvPr/>
          </p:nvPicPr>
          <p:blipFill rotWithShape="1">
            <a:blip r:embed="rId23">
              <a:alphaModFix/>
            </a:blip>
            <a:srcRect/>
            <a:stretch/>
          </p:blipFill>
          <p:spPr>
            <a:xfrm>
              <a:off x="15684767" y="1425714"/>
              <a:ext cx="5955" cy="2635"/>
            </a:xfrm>
            <a:prstGeom prst="rect">
              <a:avLst/>
            </a:prstGeom>
            <a:noFill/>
            <a:ln>
              <a:noFill/>
            </a:ln>
          </p:spPr>
        </p:pic>
        <p:pic>
          <p:nvPicPr>
            <p:cNvPr id="97" name="Google Shape;1196;p6"/>
            <p:cNvPicPr preferRelativeResize="0"/>
            <p:nvPr/>
          </p:nvPicPr>
          <p:blipFill rotWithShape="1">
            <a:blip r:embed="rId51">
              <a:alphaModFix/>
            </a:blip>
            <a:srcRect/>
            <a:stretch/>
          </p:blipFill>
          <p:spPr>
            <a:xfrm>
              <a:off x="15656434" y="1444103"/>
              <a:ext cx="39496" cy="47854"/>
            </a:xfrm>
            <a:prstGeom prst="rect">
              <a:avLst/>
            </a:prstGeom>
            <a:noFill/>
            <a:ln>
              <a:noFill/>
            </a:ln>
          </p:spPr>
        </p:pic>
        <p:pic>
          <p:nvPicPr>
            <p:cNvPr id="98" name="Google Shape;1197;p6"/>
            <p:cNvPicPr preferRelativeResize="0"/>
            <p:nvPr/>
          </p:nvPicPr>
          <p:blipFill rotWithShape="1">
            <a:blip r:embed="rId52">
              <a:alphaModFix/>
            </a:blip>
            <a:srcRect/>
            <a:stretch/>
          </p:blipFill>
          <p:spPr>
            <a:xfrm>
              <a:off x="15668878" y="1477454"/>
              <a:ext cx="17778" cy="6591"/>
            </a:xfrm>
            <a:prstGeom prst="rect">
              <a:avLst/>
            </a:prstGeom>
            <a:noFill/>
            <a:ln>
              <a:noFill/>
            </a:ln>
          </p:spPr>
        </p:pic>
        <p:pic>
          <p:nvPicPr>
            <p:cNvPr id="99" name="Google Shape;1198;p6"/>
            <p:cNvPicPr preferRelativeResize="0"/>
            <p:nvPr/>
          </p:nvPicPr>
          <p:blipFill rotWithShape="1">
            <a:blip r:embed="rId23">
              <a:alphaModFix/>
            </a:blip>
            <a:srcRect/>
            <a:stretch/>
          </p:blipFill>
          <p:spPr>
            <a:xfrm>
              <a:off x="15680053" y="1459573"/>
              <a:ext cx="8638" cy="4280"/>
            </a:xfrm>
            <a:prstGeom prst="rect">
              <a:avLst/>
            </a:prstGeom>
            <a:noFill/>
            <a:ln>
              <a:noFill/>
            </a:ln>
          </p:spPr>
        </p:pic>
        <p:pic>
          <p:nvPicPr>
            <p:cNvPr id="100" name="Google Shape;1199;p6"/>
            <p:cNvPicPr preferRelativeResize="0"/>
            <p:nvPr/>
          </p:nvPicPr>
          <p:blipFill rotWithShape="1">
            <a:blip r:embed="rId26">
              <a:alphaModFix/>
            </a:blip>
            <a:srcRect/>
            <a:stretch/>
          </p:blipFill>
          <p:spPr>
            <a:xfrm>
              <a:off x="15669387" y="1490953"/>
              <a:ext cx="381" cy="520"/>
            </a:xfrm>
            <a:prstGeom prst="rect">
              <a:avLst/>
            </a:prstGeom>
            <a:noFill/>
            <a:ln>
              <a:noFill/>
            </a:ln>
          </p:spPr>
        </p:pic>
        <p:pic>
          <p:nvPicPr>
            <p:cNvPr id="101" name="Google Shape;1200;p6"/>
            <p:cNvPicPr preferRelativeResize="0"/>
            <p:nvPr/>
          </p:nvPicPr>
          <p:blipFill rotWithShape="1">
            <a:blip r:embed="rId23">
              <a:alphaModFix/>
            </a:blip>
            <a:srcRect/>
            <a:stretch/>
          </p:blipFill>
          <p:spPr>
            <a:xfrm>
              <a:off x="15651606" y="1493113"/>
              <a:ext cx="5715" cy="4977"/>
            </a:xfrm>
            <a:prstGeom prst="rect">
              <a:avLst/>
            </a:prstGeom>
            <a:noFill/>
            <a:ln>
              <a:noFill/>
            </a:ln>
          </p:spPr>
        </p:pic>
        <p:pic>
          <p:nvPicPr>
            <p:cNvPr id="102" name="Google Shape;1201;p6"/>
            <p:cNvPicPr preferRelativeResize="0"/>
            <p:nvPr/>
          </p:nvPicPr>
          <p:blipFill rotWithShape="1">
            <a:blip r:embed="rId23">
              <a:alphaModFix/>
            </a:blip>
            <a:srcRect/>
            <a:stretch/>
          </p:blipFill>
          <p:spPr>
            <a:xfrm>
              <a:off x="15631794" y="1498486"/>
              <a:ext cx="6730" cy="3251"/>
            </a:xfrm>
            <a:prstGeom prst="rect">
              <a:avLst/>
            </a:prstGeom>
            <a:noFill/>
            <a:ln>
              <a:noFill/>
            </a:ln>
          </p:spPr>
        </p:pic>
        <p:pic>
          <p:nvPicPr>
            <p:cNvPr id="103" name="Google Shape;1202;p6"/>
            <p:cNvPicPr preferRelativeResize="0"/>
            <p:nvPr/>
          </p:nvPicPr>
          <p:blipFill rotWithShape="1">
            <a:blip r:embed="rId30">
              <a:alphaModFix/>
            </a:blip>
            <a:srcRect/>
            <a:stretch/>
          </p:blipFill>
          <p:spPr>
            <a:xfrm>
              <a:off x="15664187" y="1472095"/>
              <a:ext cx="1771" cy="2107"/>
            </a:xfrm>
            <a:prstGeom prst="rect">
              <a:avLst/>
            </a:prstGeom>
            <a:noFill/>
            <a:ln>
              <a:noFill/>
            </a:ln>
          </p:spPr>
        </p:pic>
        <p:pic>
          <p:nvPicPr>
            <p:cNvPr id="104" name="Google Shape;1203;p6"/>
            <p:cNvPicPr preferRelativeResize="0"/>
            <p:nvPr/>
          </p:nvPicPr>
          <p:blipFill rotWithShape="1">
            <a:blip r:embed="rId31">
              <a:alphaModFix/>
            </a:blip>
            <a:srcRect/>
            <a:stretch/>
          </p:blipFill>
          <p:spPr>
            <a:xfrm>
              <a:off x="15706091" y="1456893"/>
              <a:ext cx="506" cy="1969"/>
            </a:xfrm>
            <a:prstGeom prst="rect">
              <a:avLst/>
            </a:prstGeom>
            <a:noFill/>
            <a:ln>
              <a:noFill/>
            </a:ln>
          </p:spPr>
        </p:pic>
        <p:pic>
          <p:nvPicPr>
            <p:cNvPr id="105" name="Google Shape;1204;p6"/>
            <p:cNvPicPr preferRelativeResize="0"/>
            <p:nvPr/>
          </p:nvPicPr>
          <p:blipFill rotWithShape="1">
            <a:blip r:embed="rId27">
              <a:alphaModFix/>
            </a:blip>
            <a:srcRect/>
            <a:stretch/>
          </p:blipFill>
          <p:spPr>
            <a:xfrm>
              <a:off x="15656942" y="1470773"/>
              <a:ext cx="17016" cy="21108"/>
            </a:xfrm>
            <a:prstGeom prst="rect">
              <a:avLst/>
            </a:prstGeom>
            <a:noFill/>
            <a:ln>
              <a:noFill/>
            </a:ln>
          </p:spPr>
        </p:pic>
        <p:pic>
          <p:nvPicPr>
            <p:cNvPr id="106" name="Google Shape;1205;p6"/>
            <p:cNvPicPr preferRelativeResize="0"/>
            <p:nvPr/>
          </p:nvPicPr>
          <p:blipFill rotWithShape="1">
            <a:blip r:embed="rId30">
              <a:alphaModFix/>
            </a:blip>
            <a:srcRect/>
            <a:stretch/>
          </p:blipFill>
          <p:spPr>
            <a:xfrm>
              <a:off x="15715488" y="1411998"/>
              <a:ext cx="381" cy="444"/>
            </a:xfrm>
            <a:prstGeom prst="rect">
              <a:avLst/>
            </a:prstGeom>
            <a:noFill/>
            <a:ln>
              <a:noFill/>
            </a:ln>
          </p:spPr>
        </p:pic>
        <p:pic>
          <p:nvPicPr>
            <p:cNvPr id="107" name="Google Shape;1206;p6"/>
            <p:cNvPicPr preferRelativeResize="0"/>
            <p:nvPr/>
          </p:nvPicPr>
          <p:blipFill rotWithShape="1">
            <a:blip r:embed="rId30">
              <a:alphaModFix/>
            </a:blip>
            <a:srcRect/>
            <a:stretch/>
          </p:blipFill>
          <p:spPr>
            <a:xfrm>
              <a:off x="15712057" y="1431912"/>
              <a:ext cx="2412" cy="2946"/>
            </a:xfrm>
            <a:prstGeom prst="rect">
              <a:avLst/>
            </a:prstGeom>
            <a:noFill/>
            <a:ln>
              <a:noFill/>
            </a:ln>
          </p:spPr>
        </p:pic>
        <p:pic>
          <p:nvPicPr>
            <p:cNvPr id="108" name="Google Shape;1207;p6"/>
            <p:cNvPicPr preferRelativeResize="0"/>
            <p:nvPr/>
          </p:nvPicPr>
          <p:blipFill rotWithShape="1">
            <a:blip r:embed="rId30">
              <a:alphaModFix/>
            </a:blip>
            <a:srcRect/>
            <a:stretch/>
          </p:blipFill>
          <p:spPr>
            <a:xfrm>
              <a:off x="15675228" y="1439290"/>
              <a:ext cx="4826" cy="4927"/>
            </a:xfrm>
            <a:prstGeom prst="rect">
              <a:avLst/>
            </a:prstGeom>
            <a:noFill/>
            <a:ln>
              <a:noFill/>
            </a:ln>
          </p:spPr>
        </p:pic>
        <p:pic>
          <p:nvPicPr>
            <p:cNvPr id="109" name="Google Shape;1208;p6"/>
            <p:cNvPicPr preferRelativeResize="0"/>
            <p:nvPr/>
          </p:nvPicPr>
          <p:blipFill rotWithShape="1">
            <a:blip r:embed="rId23">
              <a:alphaModFix/>
            </a:blip>
            <a:srcRect/>
            <a:stretch/>
          </p:blipFill>
          <p:spPr>
            <a:xfrm>
              <a:off x="15727806" y="1371777"/>
              <a:ext cx="6349" cy="6616"/>
            </a:xfrm>
            <a:prstGeom prst="rect">
              <a:avLst/>
            </a:prstGeom>
            <a:noFill/>
            <a:ln>
              <a:noFill/>
            </a:ln>
          </p:spPr>
        </p:pic>
        <p:pic>
          <p:nvPicPr>
            <p:cNvPr id="110" name="Google Shape;1209;p6"/>
            <p:cNvPicPr preferRelativeResize="0"/>
            <p:nvPr/>
          </p:nvPicPr>
          <p:blipFill rotWithShape="1">
            <a:blip r:embed="rId26">
              <a:alphaModFix/>
            </a:blip>
            <a:srcRect/>
            <a:stretch/>
          </p:blipFill>
          <p:spPr>
            <a:xfrm>
              <a:off x="15649828" y="1507413"/>
              <a:ext cx="380" cy="431"/>
            </a:xfrm>
            <a:prstGeom prst="rect">
              <a:avLst/>
            </a:prstGeom>
            <a:noFill/>
            <a:ln>
              <a:noFill/>
            </a:ln>
          </p:spPr>
        </p:pic>
        <p:pic>
          <p:nvPicPr>
            <p:cNvPr id="111" name="Google Shape;1210;p6"/>
            <p:cNvPicPr preferRelativeResize="0"/>
            <p:nvPr/>
          </p:nvPicPr>
          <p:blipFill rotWithShape="1">
            <a:blip r:embed="rId53">
              <a:alphaModFix/>
            </a:blip>
            <a:srcRect/>
            <a:stretch/>
          </p:blipFill>
          <p:spPr>
            <a:xfrm>
              <a:off x="15643097" y="1430021"/>
              <a:ext cx="72643" cy="68173"/>
            </a:xfrm>
            <a:prstGeom prst="rect">
              <a:avLst/>
            </a:prstGeom>
            <a:noFill/>
            <a:ln>
              <a:noFill/>
            </a:ln>
          </p:spPr>
        </p:pic>
        <p:pic>
          <p:nvPicPr>
            <p:cNvPr id="112" name="Google Shape;1211;p6"/>
            <p:cNvPicPr preferRelativeResize="0"/>
            <p:nvPr/>
          </p:nvPicPr>
          <p:blipFill rotWithShape="1">
            <a:blip r:embed="rId54">
              <a:alphaModFix/>
            </a:blip>
            <a:srcRect/>
            <a:stretch/>
          </p:blipFill>
          <p:spPr>
            <a:xfrm>
              <a:off x="15646146" y="1421586"/>
              <a:ext cx="64895" cy="73330"/>
            </a:xfrm>
            <a:prstGeom prst="rect">
              <a:avLst/>
            </a:prstGeom>
            <a:noFill/>
            <a:ln>
              <a:noFill/>
            </a:ln>
          </p:spPr>
        </p:pic>
        <p:pic>
          <p:nvPicPr>
            <p:cNvPr id="113" name="Google Shape;1212;p6"/>
            <p:cNvPicPr preferRelativeResize="0"/>
            <p:nvPr/>
          </p:nvPicPr>
          <p:blipFill rotWithShape="1">
            <a:blip r:embed="rId30">
              <a:alphaModFix/>
            </a:blip>
            <a:srcRect/>
            <a:stretch/>
          </p:blipFill>
          <p:spPr>
            <a:xfrm>
              <a:off x="15847439" y="1259954"/>
              <a:ext cx="507" cy="431"/>
            </a:xfrm>
            <a:prstGeom prst="rect">
              <a:avLst/>
            </a:prstGeom>
            <a:noFill/>
            <a:ln>
              <a:noFill/>
            </a:ln>
          </p:spPr>
        </p:pic>
        <p:pic>
          <p:nvPicPr>
            <p:cNvPr id="114" name="Google Shape;1213;p6"/>
            <p:cNvPicPr preferRelativeResize="0"/>
            <p:nvPr/>
          </p:nvPicPr>
          <p:blipFill rotWithShape="1">
            <a:blip r:embed="rId55">
              <a:alphaModFix/>
            </a:blip>
            <a:srcRect/>
            <a:stretch/>
          </p:blipFill>
          <p:spPr>
            <a:xfrm>
              <a:off x="15867506" y="1222285"/>
              <a:ext cx="21590" cy="22937"/>
            </a:xfrm>
            <a:prstGeom prst="rect">
              <a:avLst/>
            </a:prstGeom>
            <a:noFill/>
            <a:ln>
              <a:noFill/>
            </a:ln>
          </p:spPr>
        </p:pic>
        <p:pic>
          <p:nvPicPr>
            <p:cNvPr id="115" name="Google Shape;1214;p6"/>
            <p:cNvPicPr preferRelativeResize="0"/>
            <p:nvPr/>
          </p:nvPicPr>
          <p:blipFill rotWithShape="1">
            <a:blip r:embed="rId41">
              <a:alphaModFix/>
            </a:blip>
            <a:srcRect/>
            <a:stretch/>
          </p:blipFill>
          <p:spPr>
            <a:xfrm>
              <a:off x="15671038" y="1452854"/>
              <a:ext cx="13716" cy="10451"/>
            </a:xfrm>
            <a:prstGeom prst="rect">
              <a:avLst/>
            </a:prstGeom>
            <a:noFill/>
            <a:ln>
              <a:noFill/>
            </a:ln>
          </p:spPr>
        </p:pic>
        <p:pic>
          <p:nvPicPr>
            <p:cNvPr id="116" name="Google Shape;1215;p6"/>
            <p:cNvPicPr preferRelativeResize="0"/>
            <p:nvPr/>
          </p:nvPicPr>
          <p:blipFill rotWithShape="1">
            <a:blip r:embed="rId30">
              <a:alphaModFix/>
            </a:blip>
            <a:srcRect/>
            <a:stretch/>
          </p:blipFill>
          <p:spPr>
            <a:xfrm>
              <a:off x="15720695" y="1412227"/>
              <a:ext cx="380" cy="406"/>
            </a:xfrm>
            <a:prstGeom prst="rect">
              <a:avLst/>
            </a:prstGeom>
            <a:noFill/>
            <a:ln>
              <a:noFill/>
            </a:ln>
          </p:spPr>
        </p:pic>
        <p:pic>
          <p:nvPicPr>
            <p:cNvPr id="117" name="Google Shape;1216;p6"/>
            <p:cNvPicPr preferRelativeResize="0"/>
            <p:nvPr/>
          </p:nvPicPr>
          <p:blipFill rotWithShape="1">
            <a:blip r:embed="rId41">
              <a:alphaModFix/>
            </a:blip>
            <a:srcRect/>
            <a:stretch/>
          </p:blipFill>
          <p:spPr>
            <a:xfrm>
              <a:off x="15703042" y="1453451"/>
              <a:ext cx="6824" cy="8280"/>
            </a:xfrm>
            <a:prstGeom prst="rect">
              <a:avLst/>
            </a:prstGeom>
            <a:noFill/>
            <a:ln>
              <a:noFill/>
            </a:ln>
          </p:spPr>
        </p:pic>
        <p:pic>
          <p:nvPicPr>
            <p:cNvPr id="118" name="Google Shape;1217;p6"/>
            <p:cNvPicPr preferRelativeResize="0"/>
            <p:nvPr/>
          </p:nvPicPr>
          <p:blipFill rotWithShape="1">
            <a:blip r:embed="rId30">
              <a:alphaModFix/>
            </a:blip>
            <a:srcRect/>
            <a:stretch/>
          </p:blipFill>
          <p:spPr>
            <a:xfrm>
              <a:off x="15743427" y="1388706"/>
              <a:ext cx="1779" cy="1498"/>
            </a:xfrm>
            <a:prstGeom prst="rect">
              <a:avLst/>
            </a:prstGeom>
            <a:noFill/>
            <a:ln>
              <a:noFill/>
            </a:ln>
          </p:spPr>
        </p:pic>
        <p:pic>
          <p:nvPicPr>
            <p:cNvPr id="119" name="Google Shape;1218;p6"/>
            <p:cNvPicPr preferRelativeResize="0"/>
            <p:nvPr/>
          </p:nvPicPr>
          <p:blipFill rotWithShape="1">
            <a:blip r:embed="rId30">
              <a:alphaModFix/>
            </a:blip>
            <a:srcRect/>
            <a:stretch/>
          </p:blipFill>
          <p:spPr>
            <a:xfrm>
              <a:off x="15921353" y="1232217"/>
              <a:ext cx="253" cy="254"/>
            </a:xfrm>
            <a:prstGeom prst="rect">
              <a:avLst/>
            </a:prstGeom>
            <a:noFill/>
            <a:ln>
              <a:noFill/>
            </a:ln>
          </p:spPr>
        </p:pic>
        <p:sp>
          <p:nvSpPr>
            <p:cNvPr id="120" name="Google Shape;1219;p6"/>
            <p:cNvSpPr/>
            <p:nvPr/>
          </p:nvSpPr>
          <p:spPr>
            <a:xfrm>
              <a:off x="7162076" y="957783"/>
              <a:ext cx="2740660" cy="891540"/>
            </a:xfrm>
            <a:custGeom>
              <a:avLst/>
              <a:gdLst/>
              <a:ahLst/>
              <a:cxnLst/>
              <a:rect l="l" t="t" r="r" b="b"/>
              <a:pathLst>
                <a:path w="2740659" h="891539" extrusionOk="0">
                  <a:moveTo>
                    <a:pt x="2740177" y="0"/>
                  </a:moveTo>
                  <a:lnTo>
                    <a:pt x="2283434" y="136270"/>
                  </a:lnTo>
                  <a:lnTo>
                    <a:pt x="1826691" y="0"/>
                  </a:lnTo>
                  <a:lnTo>
                    <a:pt x="1370012" y="136270"/>
                  </a:lnTo>
                  <a:lnTo>
                    <a:pt x="913333" y="0"/>
                  </a:lnTo>
                  <a:lnTo>
                    <a:pt x="456653" y="136270"/>
                  </a:lnTo>
                  <a:lnTo>
                    <a:pt x="0" y="0"/>
                  </a:lnTo>
                  <a:lnTo>
                    <a:pt x="0" y="754811"/>
                  </a:lnTo>
                  <a:lnTo>
                    <a:pt x="456653" y="891070"/>
                  </a:lnTo>
                  <a:lnTo>
                    <a:pt x="913333" y="754811"/>
                  </a:lnTo>
                  <a:lnTo>
                    <a:pt x="1370012" y="891070"/>
                  </a:lnTo>
                  <a:lnTo>
                    <a:pt x="1826691" y="754811"/>
                  </a:lnTo>
                  <a:lnTo>
                    <a:pt x="2283434" y="891070"/>
                  </a:lnTo>
                  <a:lnTo>
                    <a:pt x="2740177" y="754811"/>
                  </a:lnTo>
                  <a:lnTo>
                    <a:pt x="2740177" y="0"/>
                  </a:lnTo>
                  <a:close/>
                </a:path>
              </a:pathLst>
            </a:custGeom>
            <a:solidFill>
              <a:srgbClr val="009733">
                <a:alpha val="33725"/>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21" name="Google Shape;1220;p6"/>
            <p:cNvSpPr/>
            <p:nvPr/>
          </p:nvSpPr>
          <p:spPr>
            <a:xfrm>
              <a:off x="11862388" y="8872313"/>
              <a:ext cx="1170940" cy="881380"/>
            </a:xfrm>
            <a:custGeom>
              <a:avLst/>
              <a:gdLst/>
              <a:ahLst/>
              <a:cxnLst/>
              <a:rect l="l" t="t" r="r" b="b"/>
              <a:pathLst>
                <a:path w="1170940" h="881379" extrusionOk="0">
                  <a:moveTo>
                    <a:pt x="585291" y="0"/>
                  </a:moveTo>
                  <a:lnTo>
                    <a:pt x="0" y="881287"/>
                  </a:lnTo>
                  <a:lnTo>
                    <a:pt x="1170568" y="881287"/>
                  </a:lnTo>
                  <a:lnTo>
                    <a:pt x="585291" y="0"/>
                  </a:lnTo>
                  <a:close/>
                </a:path>
              </a:pathLst>
            </a:custGeom>
            <a:solidFill>
              <a:srgbClr val="ECB31F">
                <a:alpha val="45882"/>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22" name="Google Shape;1221;p6"/>
            <p:cNvSpPr/>
            <p:nvPr/>
          </p:nvSpPr>
          <p:spPr>
            <a:xfrm>
              <a:off x="1596999" y="903820"/>
              <a:ext cx="2660015" cy="1330325"/>
            </a:xfrm>
            <a:custGeom>
              <a:avLst/>
              <a:gdLst/>
              <a:ahLst/>
              <a:cxnLst/>
              <a:rect l="l" t="t" r="r" b="b"/>
              <a:pathLst>
                <a:path w="2660015" h="1330325" extrusionOk="0">
                  <a:moveTo>
                    <a:pt x="1330045" y="0"/>
                  </a:moveTo>
                  <a:lnTo>
                    <a:pt x="1281283" y="877"/>
                  </a:lnTo>
                  <a:lnTo>
                    <a:pt x="1232962" y="3488"/>
                  </a:lnTo>
                  <a:lnTo>
                    <a:pt x="1185115" y="7803"/>
                  </a:lnTo>
                  <a:lnTo>
                    <a:pt x="1137769" y="13793"/>
                  </a:lnTo>
                  <a:lnTo>
                    <a:pt x="1090957" y="21426"/>
                  </a:lnTo>
                  <a:lnTo>
                    <a:pt x="1044706" y="30674"/>
                  </a:lnTo>
                  <a:lnTo>
                    <a:pt x="999049" y="41506"/>
                  </a:lnTo>
                  <a:lnTo>
                    <a:pt x="954014" y="53891"/>
                  </a:lnTo>
                  <a:lnTo>
                    <a:pt x="909632" y="67801"/>
                  </a:lnTo>
                  <a:lnTo>
                    <a:pt x="865932" y="83204"/>
                  </a:lnTo>
                  <a:lnTo>
                    <a:pt x="822945" y="100071"/>
                  </a:lnTo>
                  <a:lnTo>
                    <a:pt x="780701" y="118372"/>
                  </a:lnTo>
                  <a:lnTo>
                    <a:pt x="739230" y="138077"/>
                  </a:lnTo>
                  <a:lnTo>
                    <a:pt x="698562" y="159155"/>
                  </a:lnTo>
                  <a:lnTo>
                    <a:pt x="658727" y="181577"/>
                  </a:lnTo>
                  <a:lnTo>
                    <a:pt x="619755" y="205313"/>
                  </a:lnTo>
                  <a:lnTo>
                    <a:pt x="581675" y="230332"/>
                  </a:lnTo>
                  <a:lnTo>
                    <a:pt x="544519" y="256605"/>
                  </a:lnTo>
                  <a:lnTo>
                    <a:pt x="508316" y="284101"/>
                  </a:lnTo>
                  <a:lnTo>
                    <a:pt x="473096" y="312790"/>
                  </a:lnTo>
                  <a:lnTo>
                    <a:pt x="438890" y="342643"/>
                  </a:lnTo>
                  <a:lnTo>
                    <a:pt x="405726" y="373630"/>
                  </a:lnTo>
                  <a:lnTo>
                    <a:pt x="373636" y="405720"/>
                  </a:lnTo>
                  <a:lnTo>
                    <a:pt x="342649" y="438883"/>
                  </a:lnTo>
                  <a:lnTo>
                    <a:pt x="312796" y="473089"/>
                  </a:lnTo>
                  <a:lnTo>
                    <a:pt x="284106" y="508308"/>
                  </a:lnTo>
                  <a:lnTo>
                    <a:pt x="256609" y="544511"/>
                  </a:lnTo>
                  <a:lnTo>
                    <a:pt x="230336" y="581667"/>
                  </a:lnTo>
                  <a:lnTo>
                    <a:pt x="205316" y="619746"/>
                  </a:lnTo>
                  <a:lnTo>
                    <a:pt x="181580" y="658717"/>
                  </a:lnTo>
                  <a:lnTo>
                    <a:pt x="159158" y="698552"/>
                  </a:lnTo>
                  <a:lnTo>
                    <a:pt x="138079" y="739220"/>
                  </a:lnTo>
                  <a:lnTo>
                    <a:pt x="118374" y="780691"/>
                  </a:lnTo>
                  <a:lnTo>
                    <a:pt x="100073" y="822935"/>
                  </a:lnTo>
                  <a:lnTo>
                    <a:pt x="83206" y="865921"/>
                  </a:lnTo>
                  <a:lnTo>
                    <a:pt x="67802" y="909620"/>
                  </a:lnTo>
                  <a:lnTo>
                    <a:pt x="53892" y="954002"/>
                  </a:lnTo>
                  <a:lnTo>
                    <a:pt x="41507" y="999037"/>
                  </a:lnTo>
                  <a:lnTo>
                    <a:pt x="30675" y="1044694"/>
                  </a:lnTo>
                  <a:lnTo>
                    <a:pt x="21427" y="1090944"/>
                  </a:lnTo>
                  <a:lnTo>
                    <a:pt x="13793" y="1137757"/>
                  </a:lnTo>
                  <a:lnTo>
                    <a:pt x="7804" y="1185102"/>
                  </a:lnTo>
                  <a:lnTo>
                    <a:pt x="3488" y="1232950"/>
                  </a:lnTo>
                  <a:lnTo>
                    <a:pt x="877" y="1281270"/>
                  </a:lnTo>
                  <a:lnTo>
                    <a:pt x="0" y="1330032"/>
                  </a:lnTo>
                  <a:lnTo>
                    <a:pt x="810488" y="1330032"/>
                  </a:lnTo>
                  <a:lnTo>
                    <a:pt x="812611" y="1282743"/>
                  </a:lnTo>
                  <a:lnTo>
                    <a:pt x="818859" y="1236646"/>
                  </a:lnTo>
                  <a:lnTo>
                    <a:pt x="829047" y="1191923"/>
                  </a:lnTo>
                  <a:lnTo>
                    <a:pt x="842993" y="1148758"/>
                  </a:lnTo>
                  <a:lnTo>
                    <a:pt x="860513" y="1107334"/>
                  </a:lnTo>
                  <a:lnTo>
                    <a:pt x="881423" y="1067835"/>
                  </a:lnTo>
                  <a:lnTo>
                    <a:pt x="905540" y="1030443"/>
                  </a:lnTo>
                  <a:lnTo>
                    <a:pt x="932681" y="995341"/>
                  </a:lnTo>
                  <a:lnTo>
                    <a:pt x="962663" y="962713"/>
                  </a:lnTo>
                  <a:lnTo>
                    <a:pt x="995301" y="932743"/>
                  </a:lnTo>
                  <a:lnTo>
                    <a:pt x="1030413" y="905612"/>
                  </a:lnTo>
                  <a:lnTo>
                    <a:pt x="1067815" y="881504"/>
                  </a:lnTo>
                  <a:lnTo>
                    <a:pt x="1107323" y="860603"/>
                  </a:lnTo>
                  <a:lnTo>
                    <a:pt x="1148755" y="843091"/>
                  </a:lnTo>
                  <a:lnTo>
                    <a:pt x="1191926" y="829152"/>
                  </a:lnTo>
                  <a:lnTo>
                    <a:pt x="1236654" y="818969"/>
                  </a:lnTo>
                  <a:lnTo>
                    <a:pt x="1282755" y="812725"/>
                  </a:lnTo>
                  <a:lnTo>
                    <a:pt x="1330045" y="810602"/>
                  </a:lnTo>
                  <a:lnTo>
                    <a:pt x="1377313" y="812725"/>
                  </a:lnTo>
                  <a:lnTo>
                    <a:pt x="1423395" y="818969"/>
                  </a:lnTo>
                  <a:lnTo>
                    <a:pt x="1468105" y="829152"/>
                  </a:lnTo>
                  <a:lnTo>
                    <a:pt x="1511262" y="843091"/>
                  </a:lnTo>
                  <a:lnTo>
                    <a:pt x="1552680" y="860603"/>
                  </a:lnTo>
                  <a:lnTo>
                    <a:pt x="1592177" y="881504"/>
                  </a:lnTo>
                  <a:lnTo>
                    <a:pt x="1629570" y="905612"/>
                  </a:lnTo>
                  <a:lnTo>
                    <a:pt x="1664673" y="932743"/>
                  </a:lnTo>
                  <a:lnTo>
                    <a:pt x="1697305" y="962713"/>
                  </a:lnTo>
                  <a:lnTo>
                    <a:pt x="1727282" y="995341"/>
                  </a:lnTo>
                  <a:lnTo>
                    <a:pt x="1754419" y="1030443"/>
                  </a:lnTo>
                  <a:lnTo>
                    <a:pt x="1778533" y="1067835"/>
                  </a:lnTo>
                  <a:lnTo>
                    <a:pt x="1799441" y="1107334"/>
                  </a:lnTo>
                  <a:lnTo>
                    <a:pt x="1816959" y="1148758"/>
                  </a:lnTo>
                  <a:lnTo>
                    <a:pt x="1830904" y="1191923"/>
                  </a:lnTo>
                  <a:lnTo>
                    <a:pt x="1841092" y="1236646"/>
                  </a:lnTo>
                  <a:lnTo>
                    <a:pt x="1847339" y="1282743"/>
                  </a:lnTo>
                  <a:lnTo>
                    <a:pt x="1849462" y="1330032"/>
                  </a:lnTo>
                  <a:lnTo>
                    <a:pt x="2659951" y="1330032"/>
                  </a:lnTo>
                  <a:lnTo>
                    <a:pt x="2659074" y="1281270"/>
                  </a:lnTo>
                  <a:lnTo>
                    <a:pt x="2656463" y="1232950"/>
                  </a:lnTo>
                  <a:lnTo>
                    <a:pt x="2652147" y="1185102"/>
                  </a:lnTo>
                  <a:lnTo>
                    <a:pt x="2646157" y="1137757"/>
                  </a:lnTo>
                  <a:lnTo>
                    <a:pt x="2638524" y="1090944"/>
                  </a:lnTo>
                  <a:lnTo>
                    <a:pt x="2629276" y="1044694"/>
                  </a:lnTo>
                  <a:lnTo>
                    <a:pt x="2618444" y="999037"/>
                  </a:lnTo>
                  <a:lnTo>
                    <a:pt x="2606059" y="954002"/>
                  </a:lnTo>
                  <a:lnTo>
                    <a:pt x="2592150" y="909620"/>
                  </a:lnTo>
                  <a:lnTo>
                    <a:pt x="2576746" y="865921"/>
                  </a:lnTo>
                  <a:lnTo>
                    <a:pt x="2559879" y="822935"/>
                  </a:lnTo>
                  <a:lnTo>
                    <a:pt x="2541579" y="780691"/>
                  </a:lnTo>
                  <a:lnTo>
                    <a:pt x="2521875" y="739220"/>
                  </a:lnTo>
                  <a:lnTo>
                    <a:pt x="2500797" y="698552"/>
                  </a:lnTo>
                  <a:lnTo>
                    <a:pt x="2478375" y="658717"/>
                  </a:lnTo>
                  <a:lnTo>
                    <a:pt x="2454640" y="619746"/>
                  </a:lnTo>
                  <a:lnTo>
                    <a:pt x="2429622" y="581667"/>
                  </a:lnTo>
                  <a:lnTo>
                    <a:pt x="2403350" y="544511"/>
                  </a:lnTo>
                  <a:lnTo>
                    <a:pt x="2375855" y="508308"/>
                  </a:lnTo>
                  <a:lnTo>
                    <a:pt x="2347167" y="473089"/>
                  </a:lnTo>
                  <a:lnTo>
                    <a:pt x="2317316" y="438883"/>
                  </a:lnTo>
                  <a:lnTo>
                    <a:pt x="2286331" y="405720"/>
                  </a:lnTo>
                  <a:lnTo>
                    <a:pt x="2254243" y="373630"/>
                  </a:lnTo>
                  <a:lnTo>
                    <a:pt x="2221082" y="342643"/>
                  </a:lnTo>
                  <a:lnTo>
                    <a:pt x="2186878" y="312790"/>
                  </a:lnTo>
                  <a:lnTo>
                    <a:pt x="2151661" y="284101"/>
                  </a:lnTo>
                  <a:lnTo>
                    <a:pt x="2115461" y="256605"/>
                  </a:lnTo>
                  <a:lnTo>
                    <a:pt x="2078309" y="230332"/>
                  </a:lnTo>
                  <a:lnTo>
                    <a:pt x="2040233" y="205313"/>
                  </a:lnTo>
                  <a:lnTo>
                    <a:pt x="2001265" y="181577"/>
                  </a:lnTo>
                  <a:lnTo>
                    <a:pt x="1961434" y="159155"/>
                  </a:lnTo>
                  <a:lnTo>
                    <a:pt x="1920770" y="138077"/>
                  </a:lnTo>
                  <a:lnTo>
                    <a:pt x="1879304" y="118372"/>
                  </a:lnTo>
                  <a:lnTo>
                    <a:pt x="1837065" y="100071"/>
                  </a:lnTo>
                  <a:lnTo>
                    <a:pt x="1794084" y="83204"/>
                  </a:lnTo>
                  <a:lnTo>
                    <a:pt x="1750390" y="67801"/>
                  </a:lnTo>
                  <a:lnTo>
                    <a:pt x="1706014" y="53891"/>
                  </a:lnTo>
                  <a:lnTo>
                    <a:pt x="1660986" y="41506"/>
                  </a:lnTo>
                  <a:lnTo>
                    <a:pt x="1615335" y="30674"/>
                  </a:lnTo>
                  <a:lnTo>
                    <a:pt x="1569092" y="21426"/>
                  </a:lnTo>
                  <a:lnTo>
                    <a:pt x="1522287" y="13793"/>
                  </a:lnTo>
                  <a:lnTo>
                    <a:pt x="1474949" y="7803"/>
                  </a:lnTo>
                  <a:lnTo>
                    <a:pt x="1427110" y="3488"/>
                  </a:lnTo>
                  <a:lnTo>
                    <a:pt x="1378799" y="877"/>
                  </a:lnTo>
                  <a:lnTo>
                    <a:pt x="1330045" y="0"/>
                  </a:lnTo>
                  <a:close/>
                </a:path>
              </a:pathLst>
            </a:custGeom>
            <a:solidFill>
              <a:srgbClr val="E3702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23" name="Google Shape;1222;p6"/>
            <p:cNvSpPr/>
            <p:nvPr/>
          </p:nvSpPr>
          <p:spPr>
            <a:xfrm>
              <a:off x="5283504" y="9293704"/>
              <a:ext cx="1797050" cy="460375"/>
            </a:xfrm>
            <a:custGeom>
              <a:avLst/>
              <a:gdLst/>
              <a:ahLst/>
              <a:cxnLst/>
              <a:rect l="l" t="t" r="r" b="b"/>
              <a:pathLst>
                <a:path w="1797050" h="460375" extrusionOk="0">
                  <a:moveTo>
                    <a:pt x="927000" y="0"/>
                  </a:moveTo>
                  <a:lnTo>
                    <a:pt x="869668" y="0"/>
                  </a:lnTo>
                  <a:lnTo>
                    <a:pt x="812440" y="830"/>
                  </a:lnTo>
                  <a:lnTo>
                    <a:pt x="755523" y="2490"/>
                  </a:lnTo>
                  <a:lnTo>
                    <a:pt x="699126" y="4980"/>
                  </a:lnTo>
                  <a:lnTo>
                    <a:pt x="643455" y="8300"/>
                  </a:lnTo>
                  <a:lnTo>
                    <a:pt x="588719" y="12451"/>
                  </a:lnTo>
                  <a:lnTo>
                    <a:pt x="535125" y="17431"/>
                  </a:lnTo>
                  <a:lnTo>
                    <a:pt x="482881" y="23242"/>
                  </a:lnTo>
                  <a:lnTo>
                    <a:pt x="432195" y="29883"/>
                  </a:lnTo>
                  <a:lnTo>
                    <a:pt x="383273" y="37354"/>
                  </a:lnTo>
                  <a:lnTo>
                    <a:pt x="336324" y="45655"/>
                  </a:lnTo>
                  <a:lnTo>
                    <a:pt x="291556" y="54786"/>
                  </a:lnTo>
                  <a:lnTo>
                    <a:pt x="249176" y="64747"/>
                  </a:lnTo>
                  <a:lnTo>
                    <a:pt x="209391" y="75538"/>
                  </a:lnTo>
                  <a:lnTo>
                    <a:pt x="172410" y="87159"/>
                  </a:lnTo>
                  <a:lnTo>
                    <a:pt x="107689" y="112892"/>
                  </a:lnTo>
                  <a:lnTo>
                    <a:pt x="56674" y="141946"/>
                  </a:lnTo>
                  <a:lnTo>
                    <a:pt x="21025" y="174319"/>
                  </a:lnTo>
                  <a:lnTo>
                    <a:pt x="2405" y="210013"/>
                  </a:lnTo>
                  <a:lnTo>
                    <a:pt x="0" y="229104"/>
                  </a:lnTo>
                  <a:lnTo>
                    <a:pt x="0" y="459895"/>
                  </a:lnTo>
                  <a:lnTo>
                    <a:pt x="1796668" y="459895"/>
                  </a:lnTo>
                  <a:lnTo>
                    <a:pt x="1796668" y="229104"/>
                  </a:lnTo>
                  <a:lnTo>
                    <a:pt x="1787185" y="191751"/>
                  </a:lnTo>
                  <a:lnTo>
                    <a:pt x="1759843" y="157717"/>
                  </a:lnTo>
                  <a:lnTo>
                    <a:pt x="1716303" y="127004"/>
                  </a:lnTo>
                  <a:lnTo>
                    <a:pt x="1658227" y="99611"/>
                  </a:lnTo>
                  <a:lnTo>
                    <a:pt x="1587276" y="75538"/>
                  </a:lnTo>
                  <a:lnTo>
                    <a:pt x="1547492" y="64747"/>
                  </a:lnTo>
                  <a:lnTo>
                    <a:pt x="1505112" y="54786"/>
                  </a:lnTo>
                  <a:lnTo>
                    <a:pt x="1460343" y="45655"/>
                  </a:lnTo>
                  <a:lnTo>
                    <a:pt x="1413395" y="37354"/>
                  </a:lnTo>
                  <a:lnTo>
                    <a:pt x="1364473" y="29883"/>
                  </a:lnTo>
                  <a:lnTo>
                    <a:pt x="1313786" y="23242"/>
                  </a:lnTo>
                  <a:lnTo>
                    <a:pt x="1261542" y="17431"/>
                  </a:lnTo>
                  <a:lnTo>
                    <a:pt x="1207948" y="12451"/>
                  </a:lnTo>
                  <a:lnTo>
                    <a:pt x="1153212" y="8300"/>
                  </a:lnTo>
                  <a:lnTo>
                    <a:pt x="1097542" y="4980"/>
                  </a:lnTo>
                  <a:lnTo>
                    <a:pt x="1041144" y="2490"/>
                  </a:lnTo>
                  <a:lnTo>
                    <a:pt x="984228" y="830"/>
                  </a:lnTo>
                  <a:lnTo>
                    <a:pt x="927000" y="0"/>
                  </a:lnTo>
                  <a:close/>
                </a:path>
              </a:pathLst>
            </a:custGeom>
            <a:solidFill>
              <a:srgbClr val="793B88">
                <a:alpha val="13725"/>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24" name="Google Shape;1223;p6"/>
            <p:cNvSpPr/>
            <p:nvPr/>
          </p:nvSpPr>
          <p:spPr>
            <a:xfrm>
              <a:off x="15539999" y="7605077"/>
              <a:ext cx="1143635" cy="1143635"/>
            </a:xfrm>
            <a:custGeom>
              <a:avLst/>
              <a:gdLst/>
              <a:ahLst/>
              <a:cxnLst/>
              <a:rect l="l" t="t" r="r" b="b"/>
              <a:pathLst>
                <a:path w="1143634" h="1143634" extrusionOk="0">
                  <a:moveTo>
                    <a:pt x="571614" y="0"/>
                  </a:moveTo>
                  <a:lnTo>
                    <a:pt x="524732" y="1894"/>
                  </a:lnTo>
                  <a:lnTo>
                    <a:pt x="478894" y="7481"/>
                  </a:lnTo>
                  <a:lnTo>
                    <a:pt x="434247" y="16613"/>
                  </a:lnTo>
                  <a:lnTo>
                    <a:pt x="390938" y="29142"/>
                  </a:lnTo>
                  <a:lnTo>
                    <a:pt x="349115" y="44921"/>
                  </a:lnTo>
                  <a:lnTo>
                    <a:pt x="308923" y="63804"/>
                  </a:lnTo>
                  <a:lnTo>
                    <a:pt x="270511" y="85643"/>
                  </a:lnTo>
                  <a:lnTo>
                    <a:pt x="234025" y="110291"/>
                  </a:lnTo>
                  <a:lnTo>
                    <a:pt x="199612" y="137601"/>
                  </a:lnTo>
                  <a:lnTo>
                    <a:pt x="167420" y="167425"/>
                  </a:lnTo>
                  <a:lnTo>
                    <a:pt x="137596" y="199617"/>
                  </a:lnTo>
                  <a:lnTo>
                    <a:pt x="110287" y="234030"/>
                  </a:lnTo>
                  <a:lnTo>
                    <a:pt x="85640" y="270516"/>
                  </a:lnTo>
                  <a:lnTo>
                    <a:pt x="63802" y="308929"/>
                  </a:lnTo>
                  <a:lnTo>
                    <a:pt x="44919" y="349120"/>
                  </a:lnTo>
                  <a:lnTo>
                    <a:pt x="29141" y="390943"/>
                  </a:lnTo>
                  <a:lnTo>
                    <a:pt x="16612" y="434252"/>
                  </a:lnTo>
                  <a:lnTo>
                    <a:pt x="7481" y="478897"/>
                  </a:lnTo>
                  <a:lnTo>
                    <a:pt x="1894" y="524734"/>
                  </a:lnTo>
                  <a:lnTo>
                    <a:pt x="0" y="571614"/>
                  </a:lnTo>
                  <a:lnTo>
                    <a:pt x="1894" y="618494"/>
                  </a:lnTo>
                  <a:lnTo>
                    <a:pt x="7481" y="664330"/>
                  </a:lnTo>
                  <a:lnTo>
                    <a:pt x="16612" y="708976"/>
                  </a:lnTo>
                  <a:lnTo>
                    <a:pt x="29141" y="752284"/>
                  </a:lnTo>
                  <a:lnTo>
                    <a:pt x="44919" y="794108"/>
                  </a:lnTo>
                  <a:lnTo>
                    <a:pt x="63802" y="834299"/>
                  </a:lnTo>
                  <a:lnTo>
                    <a:pt x="85640" y="872711"/>
                  </a:lnTo>
                  <a:lnTo>
                    <a:pt x="110287" y="909197"/>
                  </a:lnTo>
                  <a:lnTo>
                    <a:pt x="137596" y="943610"/>
                  </a:lnTo>
                  <a:lnTo>
                    <a:pt x="167420" y="975802"/>
                  </a:lnTo>
                  <a:lnTo>
                    <a:pt x="199612" y="1005627"/>
                  </a:lnTo>
                  <a:lnTo>
                    <a:pt x="234025" y="1032937"/>
                  </a:lnTo>
                  <a:lnTo>
                    <a:pt x="270511" y="1057585"/>
                  </a:lnTo>
                  <a:lnTo>
                    <a:pt x="308923" y="1079424"/>
                  </a:lnTo>
                  <a:lnTo>
                    <a:pt x="349115" y="1098306"/>
                  </a:lnTo>
                  <a:lnTo>
                    <a:pt x="390938" y="1114086"/>
                  </a:lnTo>
                  <a:lnTo>
                    <a:pt x="434247" y="1126615"/>
                  </a:lnTo>
                  <a:lnTo>
                    <a:pt x="478894" y="1135746"/>
                  </a:lnTo>
                  <a:lnTo>
                    <a:pt x="524732" y="1141333"/>
                  </a:lnTo>
                  <a:lnTo>
                    <a:pt x="571614" y="1143228"/>
                  </a:lnTo>
                  <a:lnTo>
                    <a:pt x="618495" y="1141333"/>
                  </a:lnTo>
                  <a:lnTo>
                    <a:pt x="664333" y="1135746"/>
                  </a:lnTo>
                  <a:lnTo>
                    <a:pt x="708980" y="1126615"/>
                  </a:lnTo>
                  <a:lnTo>
                    <a:pt x="752289" y="1114086"/>
                  </a:lnTo>
                  <a:lnTo>
                    <a:pt x="794113" y="1098306"/>
                  </a:lnTo>
                  <a:lnTo>
                    <a:pt x="834305" y="1079424"/>
                  </a:lnTo>
                  <a:lnTo>
                    <a:pt x="872717" y="1057585"/>
                  </a:lnTo>
                  <a:lnTo>
                    <a:pt x="909203" y="1032937"/>
                  </a:lnTo>
                  <a:lnTo>
                    <a:pt x="943615" y="1005627"/>
                  </a:lnTo>
                  <a:lnTo>
                    <a:pt x="975807" y="975802"/>
                  </a:lnTo>
                  <a:lnTo>
                    <a:pt x="1005631" y="943610"/>
                  </a:lnTo>
                  <a:lnTo>
                    <a:pt x="1032940" y="909197"/>
                  </a:lnTo>
                  <a:lnTo>
                    <a:pt x="1057588" y="872711"/>
                  </a:lnTo>
                  <a:lnTo>
                    <a:pt x="1079426" y="834299"/>
                  </a:lnTo>
                  <a:lnTo>
                    <a:pt x="1098308" y="794108"/>
                  </a:lnTo>
                  <a:lnTo>
                    <a:pt x="1114087" y="752284"/>
                  </a:lnTo>
                  <a:lnTo>
                    <a:pt x="1126616" y="708976"/>
                  </a:lnTo>
                  <a:lnTo>
                    <a:pt x="1135747" y="664330"/>
                  </a:lnTo>
                  <a:lnTo>
                    <a:pt x="1141333" y="618494"/>
                  </a:lnTo>
                  <a:lnTo>
                    <a:pt x="1143228" y="571614"/>
                  </a:lnTo>
                  <a:lnTo>
                    <a:pt x="1141333" y="524734"/>
                  </a:lnTo>
                  <a:lnTo>
                    <a:pt x="1135747" y="478897"/>
                  </a:lnTo>
                  <a:lnTo>
                    <a:pt x="1126616" y="434252"/>
                  </a:lnTo>
                  <a:lnTo>
                    <a:pt x="1114087" y="390943"/>
                  </a:lnTo>
                  <a:lnTo>
                    <a:pt x="1098308" y="349120"/>
                  </a:lnTo>
                  <a:lnTo>
                    <a:pt x="1079426" y="308929"/>
                  </a:lnTo>
                  <a:lnTo>
                    <a:pt x="1057588" y="270516"/>
                  </a:lnTo>
                  <a:lnTo>
                    <a:pt x="1032940" y="234030"/>
                  </a:lnTo>
                  <a:lnTo>
                    <a:pt x="1005631" y="199617"/>
                  </a:lnTo>
                  <a:lnTo>
                    <a:pt x="975807" y="167425"/>
                  </a:lnTo>
                  <a:lnTo>
                    <a:pt x="943615" y="137601"/>
                  </a:lnTo>
                  <a:lnTo>
                    <a:pt x="909203" y="110291"/>
                  </a:lnTo>
                  <a:lnTo>
                    <a:pt x="872717" y="85643"/>
                  </a:lnTo>
                  <a:lnTo>
                    <a:pt x="834305" y="63804"/>
                  </a:lnTo>
                  <a:lnTo>
                    <a:pt x="794113" y="44921"/>
                  </a:lnTo>
                  <a:lnTo>
                    <a:pt x="752289" y="29142"/>
                  </a:lnTo>
                  <a:lnTo>
                    <a:pt x="708980" y="16613"/>
                  </a:lnTo>
                  <a:lnTo>
                    <a:pt x="664333" y="7481"/>
                  </a:lnTo>
                  <a:lnTo>
                    <a:pt x="618495" y="1894"/>
                  </a:lnTo>
                  <a:lnTo>
                    <a:pt x="571614" y="0"/>
                  </a:lnTo>
                  <a:close/>
                </a:path>
              </a:pathLst>
            </a:custGeom>
            <a:solidFill>
              <a:srgbClr val="315CA4">
                <a:alpha val="23921"/>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grpSp>
      <p:sp>
        <p:nvSpPr>
          <p:cNvPr id="125" name="Google Shape;437;p15"/>
          <p:cNvSpPr/>
          <p:nvPr/>
        </p:nvSpPr>
        <p:spPr>
          <a:xfrm>
            <a:off x="1177041" y="2743302"/>
            <a:ext cx="2252545" cy="2243252"/>
          </a:xfrm>
          <a:prstGeom prst="ellipse">
            <a:avLst/>
          </a:prstGeom>
          <a:solidFill>
            <a:schemeClr val="lt1"/>
          </a:solidFill>
          <a:ln w="762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600"/>
              <a:buFont typeface="Arial"/>
              <a:buNone/>
            </a:pPr>
            <a:r>
              <a:rPr lang="es-ES" sz="9600" b="1" dirty="0">
                <a:solidFill>
                  <a:srgbClr val="7030A0"/>
                </a:solidFill>
                <a:latin typeface="Gotham Rounded Medium" panose="02000000000000000000" pitchFamily="50" charset="0"/>
                <a:cs typeface="Calibri"/>
                <a:sym typeface="Calibri"/>
              </a:rPr>
              <a:t>V</a:t>
            </a:r>
            <a:endParaRPr sz="1400" b="0" i="0" u="none" strike="noStrike" cap="none" dirty="0">
              <a:solidFill>
                <a:srgbClr val="7030A0"/>
              </a:solidFill>
              <a:latin typeface="Gotham Rounded Medium" panose="02000000000000000000" pitchFamily="50" charset="0"/>
              <a:sym typeface="Arial"/>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5"/>
                                        </p:tgtEl>
                                        <p:attrNameLst>
                                          <p:attrName>style.visibility</p:attrName>
                                        </p:attrNameLst>
                                      </p:cBhvr>
                                      <p:to>
                                        <p:strVal val="visible"/>
                                      </p:to>
                                    </p:set>
                                    <p:anim calcmode="lin" valueType="num">
                                      <p:cBhvr additive="base">
                                        <p:cTn id="7" dur="500"/>
                                        <p:tgtEl>
                                          <p:spTgt spid="1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grpSp>
        <p:nvGrpSpPr>
          <p:cNvPr id="5" name="Google Shape;971;p5"/>
          <p:cNvGrpSpPr/>
          <p:nvPr/>
        </p:nvGrpSpPr>
        <p:grpSpPr>
          <a:xfrm>
            <a:off x="-1" y="0"/>
            <a:ext cx="12192001" cy="6963509"/>
            <a:chOff x="-1110540" y="462722"/>
            <a:chExt cx="18164204" cy="12369076"/>
          </a:xfrm>
        </p:grpSpPr>
        <p:pic>
          <p:nvPicPr>
            <p:cNvPr id="6" name="Google Shape;972;p5"/>
            <p:cNvPicPr preferRelativeResize="0"/>
            <p:nvPr/>
          </p:nvPicPr>
          <p:blipFill rotWithShape="1">
            <a:blip r:embed="rId3">
              <a:alphaModFix/>
            </a:blip>
            <a:srcRect/>
            <a:stretch/>
          </p:blipFill>
          <p:spPr>
            <a:xfrm>
              <a:off x="-1110540" y="462722"/>
              <a:ext cx="18164204" cy="12369076"/>
            </a:xfrm>
            <a:prstGeom prst="rect">
              <a:avLst/>
            </a:prstGeom>
            <a:noFill/>
            <a:ln>
              <a:noFill/>
            </a:ln>
          </p:spPr>
        </p:pic>
        <p:sp>
          <p:nvSpPr>
            <p:cNvPr id="7" name="Google Shape;973;p5"/>
            <p:cNvSpPr/>
            <p:nvPr/>
          </p:nvSpPr>
          <p:spPr>
            <a:xfrm>
              <a:off x="7468819" y="516686"/>
              <a:ext cx="2740660" cy="891540"/>
            </a:xfrm>
            <a:custGeom>
              <a:avLst/>
              <a:gdLst/>
              <a:ahLst/>
              <a:cxnLst/>
              <a:rect l="l" t="t" r="r" b="b"/>
              <a:pathLst>
                <a:path w="2740659" h="891540" extrusionOk="0">
                  <a:moveTo>
                    <a:pt x="2740177" y="0"/>
                  </a:moveTo>
                  <a:lnTo>
                    <a:pt x="2283434" y="136270"/>
                  </a:lnTo>
                  <a:lnTo>
                    <a:pt x="1826704" y="0"/>
                  </a:lnTo>
                  <a:lnTo>
                    <a:pt x="1370025" y="136270"/>
                  </a:lnTo>
                  <a:lnTo>
                    <a:pt x="913333" y="0"/>
                  </a:lnTo>
                  <a:lnTo>
                    <a:pt x="456666" y="136270"/>
                  </a:lnTo>
                  <a:lnTo>
                    <a:pt x="0" y="0"/>
                  </a:lnTo>
                  <a:lnTo>
                    <a:pt x="0" y="754811"/>
                  </a:lnTo>
                  <a:lnTo>
                    <a:pt x="456666" y="891070"/>
                  </a:lnTo>
                  <a:lnTo>
                    <a:pt x="913333" y="754811"/>
                  </a:lnTo>
                  <a:lnTo>
                    <a:pt x="1370025" y="891070"/>
                  </a:lnTo>
                  <a:lnTo>
                    <a:pt x="1826704" y="754811"/>
                  </a:lnTo>
                  <a:lnTo>
                    <a:pt x="2283434" y="891070"/>
                  </a:lnTo>
                  <a:lnTo>
                    <a:pt x="2740177" y="754811"/>
                  </a:lnTo>
                  <a:lnTo>
                    <a:pt x="2740177" y="0"/>
                  </a:lnTo>
                  <a:close/>
                </a:path>
              </a:pathLst>
            </a:custGeom>
            <a:solidFill>
              <a:srgbClr val="009733">
                <a:alpha val="862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8" name="Google Shape;974;p5"/>
            <p:cNvSpPr/>
            <p:nvPr/>
          </p:nvSpPr>
          <p:spPr>
            <a:xfrm>
              <a:off x="15582341" y="2075243"/>
              <a:ext cx="1310640" cy="2620010"/>
            </a:xfrm>
            <a:custGeom>
              <a:avLst/>
              <a:gdLst/>
              <a:ahLst/>
              <a:cxnLst/>
              <a:rect l="l" t="t" r="r" b="b"/>
              <a:pathLst>
                <a:path w="1310640" h="2620010" extrusionOk="0">
                  <a:moveTo>
                    <a:pt x="0" y="0"/>
                  </a:moveTo>
                  <a:lnTo>
                    <a:pt x="0" y="798296"/>
                  </a:lnTo>
                  <a:lnTo>
                    <a:pt x="46579" y="800388"/>
                  </a:lnTo>
                  <a:lnTo>
                    <a:pt x="91985" y="806542"/>
                  </a:lnTo>
                  <a:lnTo>
                    <a:pt x="136037" y="816577"/>
                  </a:lnTo>
                  <a:lnTo>
                    <a:pt x="178554" y="830314"/>
                  </a:lnTo>
                  <a:lnTo>
                    <a:pt x="219355" y="847572"/>
                  </a:lnTo>
                  <a:lnTo>
                    <a:pt x="258262" y="868169"/>
                  </a:lnTo>
                  <a:lnTo>
                    <a:pt x="295093" y="891925"/>
                  </a:lnTo>
                  <a:lnTo>
                    <a:pt x="329667" y="918659"/>
                  </a:lnTo>
                  <a:lnTo>
                    <a:pt x="361805" y="948191"/>
                  </a:lnTo>
                  <a:lnTo>
                    <a:pt x="391326" y="980340"/>
                  </a:lnTo>
                  <a:lnTo>
                    <a:pt x="418049" y="1014925"/>
                  </a:lnTo>
                  <a:lnTo>
                    <a:pt x="441795" y="1051766"/>
                  </a:lnTo>
                  <a:lnTo>
                    <a:pt x="462382" y="1090681"/>
                  </a:lnTo>
                  <a:lnTo>
                    <a:pt x="479631" y="1131490"/>
                  </a:lnTo>
                  <a:lnTo>
                    <a:pt x="493361" y="1174013"/>
                  </a:lnTo>
                  <a:lnTo>
                    <a:pt x="503391" y="1218069"/>
                  </a:lnTo>
                  <a:lnTo>
                    <a:pt x="509541" y="1263476"/>
                  </a:lnTo>
                  <a:lnTo>
                    <a:pt x="511632" y="1310055"/>
                  </a:lnTo>
                  <a:lnTo>
                    <a:pt x="509541" y="1356616"/>
                  </a:lnTo>
                  <a:lnTo>
                    <a:pt x="503391" y="1402007"/>
                  </a:lnTo>
                  <a:lnTo>
                    <a:pt x="493361" y="1446048"/>
                  </a:lnTo>
                  <a:lnTo>
                    <a:pt x="479631" y="1488558"/>
                  </a:lnTo>
                  <a:lnTo>
                    <a:pt x="462382" y="1529356"/>
                  </a:lnTo>
                  <a:lnTo>
                    <a:pt x="441795" y="1568261"/>
                  </a:lnTo>
                  <a:lnTo>
                    <a:pt x="418049" y="1605093"/>
                  </a:lnTo>
                  <a:lnTo>
                    <a:pt x="391326" y="1639671"/>
                  </a:lnTo>
                  <a:lnTo>
                    <a:pt x="361805" y="1671813"/>
                  </a:lnTo>
                  <a:lnTo>
                    <a:pt x="329667" y="1701340"/>
                  </a:lnTo>
                  <a:lnTo>
                    <a:pt x="295093" y="1728070"/>
                  </a:lnTo>
                  <a:lnTo>
                    <a:pt x="258262" y="1751822"/>
                  </a:lnTo>
                  <a:lnTo>
                    <a:pt x="219355" y="1772417"/>
                  </a:lnTo>
                  <a:lnTo>
                    <a:pt x="178554" y="1789672"/>
                  </a:lnTo>
                  <a:lnTo>
                    <a:pt x="136037" y="1803408"/>
                  </a:lnTo>
                  <a:lnTo>
                    <a:pt x="91985" y="1813443"/>
                  </a:lnTo>
                  <a:lnTo>
                    <a:pt x="46579" y="1819596"/>
                  </a:lnTo>
                  <a:lnTo>
                    <a:pt x="0" y="1821688"/>
                  </a:lnTo>
                  <a:lnTo>
                    <a:pt x="0" y="2619984"/>
                  </a:lnTo>
                  <a:lnTo>
                    <a:pt x="48029" y="2619120"/>
                  </a:lnTo>
                  <a:lnTo>
                    <a:pt x="95624" y="2616548"/>
                  </a:lnTo>
                  <a:lnTo>
                    <a:pt x="142753" y="2612297"/>
                  </a:lnTo>
                  <a:lnTo>
                    <a:pt x="189386" y="2606398"/>
                  </a:lnTo>
                  <a:lnTo>
                    <a:pt x="235496" y="2598879"/>
                  </a:lnTo>
                  <a:lnTo>
                    <a:pt x="281051" y="2589770"/>
                  </a:lnTo>
                  <a:lnTo>
                    <a:pt x="326023" y="2579102"/>
                  </a:lnTo>
                  <a:lnTo>
                    <a:pt x="370381" y="2566902"/>
                  </a:lnTo>
                  <a:lnTo>
                    <a:pt x="414096" y="2553202"/>
                  </a:lnTo>
                  <a:lnTo>
                    <a:pt x="457139" y="2538030"/>
                  </a:lnTo>
                  <a:lnTo>
                    <a:pt x="499480" y="2521417"/>
                  </a:lnTo>
                  <a:lnTo>
                    <a:pt x="541089" y="2503391"/>
                  </a:lnTo>
                  <a:lnTo>
                    <a:pt x="581937" y="2483983"/>
                  </a:lnTo>
                  <a:lnTo>
                    <a:pt x="621994" y="2463222"/>
                  </a:lnTo>
                  <a:lnTo>
                    <a:pt x="661230" y="2441138"/>
                  </a:lnTo>
                  <a:lnTo>
                    <a:pt x="699617" y="2417760"/>
                  </a:lnTo>
                  <a:lnTo>
                    <a:pt x="737124" y="2393118"/>
                  </a:lnTo>
                  <a:lnTo>
                    <a:pt x="773721" y="2367241"/>
                  </a:lnTo>
                  <a:lnTo>
                    <a:pt x="809380" y="2340159"/>
                  </a:lnTo>
                  <a:lnTo>
                    <a:pt x="844071" y="2311902"/>
                  </a:lnTo>
                  <a:lnTo>
                    <a:pt x="877763" y="2282499"/>
                  </a:lnTo>
                  <a:lnTo>
                    <a:pt x="910428" y="2251980"/>
                  </a:lnTo>
                  <a:lnTo>
                    <a:pt x="942036" y="2220374"/>
                  </a:lnTo>
                  <a:lnTo>
                    <a:pt x="972557" y="2187711"/>
                  </a:lnTo>
                  <a:lnTo>
                    <a:pt x="1001962" y="2154021"/>
                  </a:lnTo>
                  <a:lnTo>
                    <a:pt x="1030221" y="2119333"/>
                  </a:lnTo>
                  <a:lnTo>
                    <a:pt x="1057304" y="2083678"/>
                  </a:lnTo>
                  <a:lnTo>
                    <a:pt x="1083182" y="2047083"/>
                  </a:lnTo>
                  <a:lnTo>
                    <a:pt x="1107825" y="2009579"/>
                  </a:lnTo>
                  <a:lnTo>
                    <a:pt x="1131204" y="1971197"/>
                  </a:lnTo>
                  <a:lnTo>
                    <a:pt x="1153290" y="1931964"/>
                  </a:lnTo>
                  <a:lnTo>
                    <a:pt x="1174052" y="1891911"/>
                  </a:lnTo>
                  <a:lnTo>
                    <a:pt x="1193460" y="1851068"/>
                  </a:lnTo>
                  <a:lnTo>
                    <a:pt x="1211486" y="1809463"/>
                  </a:lnTo>
                  <a:lnTo>
                    <a:pt x="1228100" y="1767127"/>
                  </a:lnTo>
                  <a:lnTo>
                    <a:pt x="1243272" y="1724090"/>
                  </a:lnTo>
                  <a:lnTo>
                    <a:pt x="1256973" y="1680380"/>
                  </a:lnTo>
                  <a:lnTo>
                    <a:pt x="1269172" y="1636028"/>
                  </a:lnTo>
                  <a:lnTo>
                    <a:pt x="1279841" y="1591063"/>
                  </a:lnTo>
                  <a:lnTo>
                    <a:pt x="1288950" y="1545514"/>
                  </a:lnTo>
                  <a:lnTo>
                    <a:pt x="1296469" y="1499411"/>
                  </a:lnTo>
                  <a:lnTo>
                    <a:pt x="1302369" y="1452785"/>
                  </a:lnTo>
                  <a:lnTo>
                    <a:pt x="1306619" y="1405663"/>
                  </a:lnTo>
                  <a:lnTo>
                    <a:pt x="1309191" y="1358077"/>
                  </a:lnTo>
                  <a:lnTo>
                    <a:pt x="1310055" y="1310055"/>
                  </a:lnTo>
                  <a:lnTo>
                    <a:pt x="1309191" y="1262025"/>
                  </a:lnTo>
                  <a:lnTo>
                    <a:pt x="1306619" y="1214431"/>
                  </a:lnTo>
                  <a:lnTo>
                    <a:pt x="1302369" y="1167302"/>
                  </a:lnTo>
                  <a:lnTo>
                    <a:pt x="1296469" y="1120668"/>
                  </a:lnTo>
                  <a:lnTo>
                    <a:pt x="1288950" y="1074559"/>
                  </a:lnTo>
                  <a:lnTo>
                    <a:pt x="1279841" y="1029004"/>
                  </a:lnTo>
                  <a:lnTo>
                    <a:pt x="1269172" y="984032"/>
                  </a:lnTo>
                  <a:lnTo>
                    <a:pt x="1256973" y="939674"/>
                  </a:lnTo>
                  <a:lnTo>
                    <a:pt x="1243272" y="895959"/>
                  </a:lnTo>
                  <a:lnTo>
                    <a:pt x="1228100" y="852916"/>
                  </a:lnTo>
                  <a:lnTo>
                    <a:pt x="1211486" y="810575"/>
                  </a:lnTo>
                  <a:lnTo>
                    <a:pt x="1193460" y="768966"/>
                  </a:lnTo>
                  <a:lnTo>
                    <a:pt x="1174052" y="728118"/>
                  </a:lnTo>
                  <a:lnTo>
                    <a:pt x="1153290" y="688061"/>
                  </a:lnTo>
                  <a:lnTo>
                    <a:pt x="1131204" y="648825"/>
                  </a:lnTo>
                  <a:lnTo>
                    <a:pt x="1107825" y="610438"/>
                  </a:lnTo>
                  <a:lnTo>
                    <a:pt x="1083182" y="572931"/>
                  </a:lnTo>
                  <a:lnTo>
                    <a:pt x="1057304" y="536334"/>
                  </a:lnTo>
                  <a:lnTo>
                    <a:pt x="1030221" y="500675"/>
                  </a:lnTo>
                  <a:lnTo>
                    <a:pt x="1001962" y="465984"/>
                  </a:lnTo>
                  <a:lnTo>
                    <a:pt x="972557" y="432292"/>
                  </a:lnTo>
                  <a:lnTo>
                    <a:pt x="942036" y="399627"/>
                  </a:lnTo>
                  <a:lnTo>
                    <a:pt x="910428" y="368019"/>
                  </a:lnTo>
                  <a:lnTo>
                    <a:pt x="877763" y="337498"/>
                  </a:lnTo>
                  <a:lnTo>
                    <a:pt x="844071" y="308093"/>
                  </a:lnTo>
                  <a:lnTo>
                    <a:pt x="809380" y="279834"/>
                  </a:lnTo>
                  <a:lnTo>
                    <a:pt x="773721" y="252751"/>
                  </a:lnTo>
                  <a:lnTo>
                    <a:pt x="737124" y="226873"/>
                  </a:lnTo>
                  <a:lnTo>
                    <a:pt x="699617" y="202229"/>
                  </a:lnTo>
                  <a:lnTo>
                    <a:pt x="661230" y="178850"/>
                  </a:lnTo>
                  <a:lnTo>
                    <a:pt x="621994" y="156765"/>
                  </a:lnTo>
                  <a:lnTo>
                    <a:pt x="581937" y="136003"/>
                  </a:lnTo>
                  <a:lnTo>
                    <a:pt x="541089" y="116595"/>
                  </a:lnTo>
                  <a:lnTo>
                    <a:pt x="499480" y="98568"/>
                  </a:lnTo>
                  <a:lnTo>
                    <a:pt x="457139" y="81955"/>
                  </a:lnTo>
                  <a:lnTo>
                    <a:pt x="414096" y="66783"/>
                  </a:lnTo>
                  <a:lnTo>
                    <a:pt x="370381" y="53082"/>
                  </a:lnTo>
                  <a:lnTo>
                    <a:pt x="326023" y="40882"/>
                  </a:lnTo>
                  <a:lnTo>
                    <a:pt x="281051" y="30214"/>
                  </a:lnTo>
                  <a:lnTo>
                    <a:pt x="235496" y="21105"/>
                  </a:lnTo>
                  <a:lnTo>
                    <a:pt x="189386" y="13586"/>
                  </a:lnTo>
                  <a:lnTo>
                    <a:pt x="142753" y="7686"/>
                  </a:lnTo>
                  <a:lnTo>
                    <a:pt x="95624" y="3436"/>
                  </a:lnTo>
                  <a:lnTo>
                    <a:pt x="48029" y="863"/>
                  </a:lnTo>
                  <a:lnTo>
                    <a:pt x="0" y="0"/>
                  </a:lnTo>
                  <a:close/>
                </a:path>
              </a:pathLst>
            </a:custGeom>
            <a:solidFill>
              <a:srgbClr val="A22063">
                <a:alpha val="862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9" name="Google Shape;975;p5"/>
            <p:cNvSpPr/>
            <p:nvPr/>
          </p:nvSpPr>
          <p:spPr>
            <a:xfrm>
              <a:off x="1903768" y="462724"/>
              <a:ext cx="2660015" cy="1330325"/>
            </a:xfrm>
            <a:custGeom>
              <a:avLst/>
              <a:gdLst/>
              <a:ahLst/>
              <a:cxnLst/>
              <a:rect l="l" t="t" r="r" b="b"/>
              <a:pathLst>
                <a:path w="2660015" h="1330325" extrusionOk="0">
                  <a:moveTo>
                    <a:pt x="1330032" y="0"/>
                  </a:moveTo>
                  <a:lnTo>
                    <a:pt x="1281270" y="877"/>
                  </a:lnTo>
                  <a:lnTo>
                    <a:pt x="1232950" y="3488"/>
                  </a:lnTo>
                  <a:lnTo>
                    <a:pt x="1185102" y="7803"/>
                  </a:lnTo>
                  <a:lnTo>
                    <a:pt x="1137757" y="13793"/>
                  </a:lnTo>
                  <a:lnTo>
                    <a:pt x="1090944" y="21426"/>
                  </a:lnTo>
                  <a:lnTo>
                    <a:pt x="1044694" y="30674"/>
                  </a:lnTo>
                  <a:lnTo>
                    <a:pt x="999037" y="41506"/>
                  </a:lnTo>
                  <a:lnTo>
                    <a:pt x="954002" y="53891"/>
                  </a:lnTo>
                  <a:lnTo>
                    <a:pt x="909620" y="67801"/>
                  </a:lnTo>
                  <a:lnTo>
                    <a:pt x="865921" y="83204"/>
                  </a:lnTo>
                  <a:lnTo>
                    <a:pt x="822935" y="100071"/>
                  </a:lnTo>
                  <a:lnTo>
                    <a:pt x="780691" y="118372"/>
                  </a:lnTo>
                  <a:lnTo>
                    <a:pt x="739220" y="138077"/>
                  </a:lnTo>
                  <a:lnTo>
                    <a:pt x="698552" y="159155"/>
                  </a:lnTo>
                  <a:lnTo>
                    <a:pt x="658717" y="181577"/>
                  </a:lnTo>
                  <a:lnTo>
                    <a:pt x="619746" y="205313"/>
                  </a:lnTo>
                  <a:lnTo>
                    <a:pt x="581667" y="230332"/>
                  </a:lnTo>
                  <a:lnTo>
                    <a:pt x="544511" y="256605"/>
                  </a:lnTo>
                  <a:lnTo>
                    <a:pt x="508308" y="284101"/>
                  </a:lnTo>
                  <a:lnTo>
                    <a:pt x="473089" y="312790"/>
                  </a:lnTo>
                  <a:lnTo>
                    <a:pt x="438883" y="342643"/>
                  </a:lnTo>
                  <a:lnTo>
                    <a:pt x="405720" y="373630"/>
                  </a:lnTo>
                  <a:lnTo>
                    <a:pt x="373630" y="405720"/>
                  </a:lnTo>
                  <a:lnTo>
                    <a:pt x="342643" y="438883"/>
                  </a:lnTo>
                  <a:lnTo>
                    <a:pt x="312790" y="473089"/>
                  </a:lnTo>
                  <a:lnTo>
                    <a:pt x="284101" y="508308"/>
                  </a:lnTo>
                  <a:lnTo>
                    <a:pt x="256605" y="544511"/>
                  </a:lnTo>
                  <a:lnTo>
                    <a:pt x="230332" y="581667"/>
                  </a:lnTo>
                  <a:lnTo>
                    <a:pt x="205313" y="619746"/>
                  </a:lnTo>
                  <a:lnTo>
                    <a:pt x="181577" y="658717"/>
                  </a:lnTo>
                  <a:lnTo>
                    <a:pt x="159155" y="698552"/>
                  </a:lnTo>
                  <a:lnTo>
                    <a:pt x="138077" y="739220"/>
                  </a:lnTo>
                  <a:lnTo>
                    <a:pt x="118372" y="780691"/>
                  </a:lnTo>
                  <a:lnTo>
                    <a:pt x="100071" y="822935"/>
                  </a:lnTo>
                  <a:lnTo>
                    <a:pt x="83204" y="865921"/>
                  </a:lnTo>
                  <a:lnTo>
                    <a:pt x="67801" y="909620"/>
                  </a:lnTo>
                  <a:lnTo>
                    <a:pt x="53891" y="954002"/>
                  </a:lnTo>
                  <a:lnTo>
                    <a:pt x="41506" y="999037"/>
                  </a:lnTo>
                  <a:lnTo>
                    <a:pt x="30674" y="1044694"/>
                  </a:lnTo>
                  <a:lnTo>
                    <a:pt x="21426" y="1090944"/>
                  </a:lnTo>
                  <a:lnTo>
                    <a:pt x="13793" y="1137757"/>
                  </a:lnTo>
                  <a:lnTo>
                    <a:pt x="7803" y="1185102"/>
                  </a:lnTo>
                  <a:lnTo>
                    <a:pt x="3488" y="1232950"/>
                  </a:lnTo>
                  <a:lnTo>
                    <a:pt x="877" y="1281270"/>
                  </a:lnTo>
                  <a:lnTo>
                    <a:pt x="0" y="1330032"/>
                  </a:lnTo>
                  <a:lnTo>
                    <a:pt x="810475" y="1330032"/>
                  </a:lnTo>
                  <a:lnTo>
                    <a:pt x="812599" y="1282743"/>
                  </a:lnTo>
                  <a:lnTo>
                    <a:pt x="818846" y="1236646"/>
                  </a:lnTo>
                  <a:lnTo>
                    <a:pt x="829034" y="1191923"/>
                  </a:lnTo>
                  <a:lnTo>
                    <a:pt x="842980" y="1148758"/>
                  </a:lnTo>
                  <a:lnTo>
                    <a:pt x="860500" y="1107334"/>
                  </a:lnTo>
                  <a:lnTo>
                    <a:pt x="881410" y="1067835"/>
                  </a:lnTo>
                  <a:lnTo>
                    <a:pt x="905527" y="1030443"/>
                  </a:lnTo>
                  <a:lnTo>
                    <a:pt x="932669" y="995341"/>
                  </a:lnTo>
                  <a:lnTo>
                    <a:pt x="962650" y="962713"/>
                  </a:lnTo>
                  <a:lnTo>
                    <a:pt x="995288" y="932743"/>
                  </a:lnTo>
                  <a:lnTo>
                    <a:pt x="1030400" y="905612"/>
                  </a:lnTo>
                  <a:lnTo>
                    <a:pt x="1067802" y="881504"/>
                  </a:lnTo>
                  <a:lnTo>
                    <a:pt x="1107310" y="860603"/>
                  </a:lnTo>
                  <a:lnTo>
                    <a:pt x="1148742" y="843091"/>
                  </a:lnTo>
                  <a:lnTo>
                    <a:pt x="1191913" y="829152"/>
                  </a:lnTo>
                  <a:lnTo>
                    <a:pt x="1236641" y="818969"/>
                  </a:lnTo>
                  <a:lnTo>
                    <a:pt x="1282742" y="812725"/>
                  </a:lnTo>
                  <a:lnTo>
                    <a:pt x="1330032" y="810602"/>
                  </a:lnTo>
                  <a:lnTo>
                    <a:pt x="1377303" y="812725"/>
                  </a:lnTo>
                  <a:lnTo>
                    <a:pt x="1423386" y="818969"/>
                  </a:lnTo>
                  <a:lnTo>
                    <a:pt x="1468098" y="829152"/>
                  </a:lnTo>
                  <a:lnTo>
                    <a:pt x="1511256" y="843091"/>
                  </a:lnTo>
                  <a:lnTo>
                    <a:pt x="1552675" y="860603"/>
                  </a:lnTo>
                  <a:lnTo>
                    <a:pt x="1592174" y="881504"/>
                  </a:lnTo>
                  <a:lnTo>
                    <a:pt x="1629567" y="905612"/>
                  </a:lnTo>
                  <a:lnTo>
                    <a:pt x="1664671" y="932743"/>
                  </a:lnTo>
                  <a:lnTo>
                    <a:pt x="1697304" y="962713"/>
                  </a:lnTo>
                  <a:lnTo>
                    <a:pt x="1727280" y="995341"/>
                  </a:lnTo>
                  <a:lnTo>
                    <a:pt x="1754418" y="1030443"/>
                  </a:lnTo>
                  <a:lnTo>
                    <a:pt x="1778532" y="1067835"/>
                  </a:lnTo>
                  <a:lnTo>
                    <a:pt x="1799441" y="1107334"/>
                  </a:lnTo>
                  <a:lnTo>
                    <a:pt x="1816959" y="1148758"/>
                  </a:lnTo>
                  <a:lnTo>
                    <a:pt x="1830904" y="1191923"/>
                  </a:lnTo>
                  <a:lnTo>
                    <a:pt x="1841092" y="1236646"/>
                  </a:lnTo>
                  <a:lnTo>
                    <a:pt x="1847339" y="1282743"/>
                  </a:lnTo>
                  <a:lnTo>
                    <a:pt x="1849462" y="1330032"/>
                  </a:lnTo>
                  <a:lnTo>
                    <a:pt x="2659938" y="1330032"/>
                  </a:lnTo>
                  <a:lnTo>
                    <a:pt x="2659061" y="1281270"/>
                  </a:lnTo>
                  <a:lnTo>
                    <a:pt x="2656450" y="1232950"/>
                  </a:lnTo>
                  <a:lnTo>
                    <a:pt x="2652134" y="1185102"/>
                  </a:lnTo>
                  <a:lnTo>
                    <a:pt x="2646145" y="1137757"/>
                  </a:lnTo>
                  <a:lnTo>
                    <a:pt x="2638511" y="1090944"/>
                  </a:lnTo>
                  <a:lnTo>
                    <a:pt x="2629263" y="1044694"/>
                  </a:lnTo>
                  <a:lnTo>
                    <a:pt x="2618432" y="999037"/>
                  </a:lnTo>
                  <a:lnTo>
                    <a:pt x="2606046" y="954002"/>
                  </a:lnTo>
                  <a:lnTo>
                    <a:pt x="2592137" y="909620"/>
                  </a:lnTo>
                  <a:lnTo>
                    <a:pt x="2576734" y="865921"/>
                  </a:lnTo>
                  <a:lnTo>
                    <a:pt x="2559867" y="822935"/>
                  </a:lnTo>
                  <a:lnTo>
                    <a:pt x="2541566" y="780691"/>
                  </a:lnTo>
                  <a:lnTo>
                    <a:pt x="2521862" y="739220"/>
                  </a:lnTo>
                  <a:lnTo>
                    <a:pt x="2500784" y="698552"/>
                  </a:lnTo>
                  <a:lnTo>
                    <a:pt x="2478363" y="658717"/>
                  </a:lnTo>
                  <a:lnTo>
                    <a:pt x="2454628" y="619746"/>
                  </a:lnTo>
                  <a:lnTo>
                    <a:pt x="2429609" y="581667"/>
                  </a:lnTo>
                  <a:lnTo>
                    <a:pt x="2403338" y="544511"/>
                  </a:lnTo>
                  <a:lnTo>
                    <a:pt x="2375843" y="508308"/>
                  </a:lnTo>
                  <a:lnTo>
                    <a:pt x="2347154" y="473089"/>
                  </a:lnTo>
                  <a:lnTo>
                    <a:pt x="2317303" y="438883"/>
                  </a:lnTo>
                  <a:lnTo>
                    <a:pt x="2286318" y="405720"/>
                  </a:lnTo>
                  <a:lnTo>
                    <a:pt x="2254230" y="373630"/>
                  </a:lnTo>
                  <a:lnTo>
                    <a:pt x="2221069" y="342643"/>
                  </a:lnTo>
                  <a:lnTo>
                    <a:pt x="2186865" y="312790"/>
                  </a:lnTo>
                  <a:lnTo>
                    <a:pt x="2151649" y="284101"/>
                  </a:lnTo>
                  <a:lnTo>
                    <a:pt x="2115449" y="256605"/>
                  </a:lnTo>
                  <a:lnTo>
                    <a:pt x="2078296" y="230332"/>
                  </a:lnTo>
                  <a:lnTo>
                    <a:pt x="2040221" y="205313"/>
                  </a:lnTo>
                  <a:lnTo>
                    <a:pt x="2001252" y="181577"/>
                  </a:lnTo>
                  <a:lnTo>
                    <a:pt x="1961421" y="159155"/>
                  </a:lnTo>
                  <a:lnTo>
                    <a:pt x="1920758" y="138077"/>
                  </a:lnTo>
                  <a:lnTo>
                    <a:pt x="1879292" y="118372"/>
                  </a:lnTo>
                  <a:lnTo>
                    <a:pt x="1837053" y="100071"/>
                  </a:lnTo>
                  <a:lnTo>
                    <a:pt x="1794071" y="83204"/>
                  </a:lnTo>
                  <a:lnTo>
                    <a:pt x="1750378" y="67801"/>
                  </a:lnTo>
                  <a:lnTo>
                    <a:pt x="1706002" y="53891"/>
                  </a:lnTo>
                  <a:lnTo>
                    <a:pt x="1660973" y="41506"/>
                  </a:lnTo>
                  <a:lnTo>
                    <a:pt x="1615322" y="30674"/>
                  </a:lnTo>
                  <a:lnTo>
                    <a:pt x="1569079" y="21426"/>
                  </a:lnTo>
                  <a:lnTo>
                    <a:pt x="1522274" y="13793"/>
                  </a:lnTo>
                  <a:lnTo>
                    <a:pt x="1474937" y="7803"/>
                  </a:lnTo>
                  <a:lnTo>
                    <a:pt x="1427097" y="3488"/>
                  </a:lnTo>
                  <a:lnTo>
                    <a:pt x="1378786" y="877"/>
                  </a:lnTo>
                  <a:lnTo>
                    <a:pt x="1330032" y="0"/>
                  </a:lnTo>
                  <a:close/>
                </a:path>
              </a:pathLst>
            </a:custGeom>
            <a:solidFill>
              <a:srgbClr val="E3702C">
                <a:alpha val="862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grpSp>
      <p:sp>
        <p:nvSpPr>
          <p:cNvPr id="578" name="Google Shape;578;p29"/>
          <p:cNvSpPr/>
          <p:nvPr/>
        </p:nvSpPr>
        <p:spPr>
          <a:xfrm>
            <a:off x="569154" y="1317170"/>
            <a:ext cx="11170787" cy="504428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Gotham Rounded Medium" panose="02000000000000000000" pitchFamily="50" charset="0"/>
                <a:sym typeface="Arial"/>
              </a:rPr>
              <a:t>Hasta aquí de</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Gotham Rounded Medium" panose="02000000000000000000" pitchFamily="50" charset="0"/>
                <a:sym typeface="Arial"/>
              </a:rPr>
              <a:t>Internet</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Medium" panose="02000000000000000000" pitchFamily="50" charset="0"/>
                <a:sym typeface="Arial"/>
              </a:rPr>
              <a:t>Ahora empecemos a configurar todo lo necesario para armar</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Medium" panose="02000000000000000000" pitchFamily="50" charset="0"/>
                <a:sym typeface="Arial"/>
              </a:rPr>
              <a:t>nuestro primer sitio web.</a:t>
            </a:r>
            <a:endParaRPr sz="1400" b="0" i="0" u="none" strike="noStrike" cap="none" dirty="0">
              <a:solidFill>
                <a:schemeClr val="tx1"/>
              </a:solidFill>
              <a:latin typeface="Gotham Rounded Medium" panose="02000000000000000000" pitchFamily="50" charset="0"/>
              <a:sym typeface="Arial"/>
            </a:endParaRPr>
          </a:p>
        </p:txBody>
      </p:sp>
      <p:pic>
        <p:nvPicPr>
          <p:cNvPr id="579" name="Google Shape;579;p29"/>
          <p:cNvPicPr preferRelativeResize="0"/>
          <p:nvPr/>
        </p:nvPicPr>
        <p:blipFill rotWithShape="1">
          <a:blip r:embed="rId4">
            <a:alphaModFix/>
          </a:blip>
          <a:srcRect/>
          <a:stretch/>
        </p:blipFill>
        <p:spPr>
          <a:xfrm>
            <a:off x="5377542" y="585457"/>
            <a:ext cx="1436916" cy="1436916"/>
          </a:xfrm>
          <a:prstGeom prst="rect">
            <a:avLst/>
          </a:prstGeom>
          <a:noFill/>
          <a:ln>
            <a:noFill/>
          </a:ln>
        </p:spPr>
      </p:pic>
    </p:spTree>
  </p:cSld>
  <p:clrMapOvr>
    <a:masterClrMapping/>
  </p:clrMapOvr>
  <p:transition spd="slow">
    <p:push/>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grpSp>
        <p:nvGrpSpPr>
          <p:cNvPr id="5" name="Google Shape;971;p5"/>
          <p:cNvGrpSpPr/>
          <p:nvPr/>
        </p:nvGrpSpPr>
        <p:grpSpPr>
          <a:xfrm>
            <a:off x="-1" y="0"/>
            <a:ext cx="12192001" cy="6963509"/>
            <a:chOff x="-1110540" y="462722"/>
            <a:chExt cx="18164204" cy="12369076"/>
          </a:xfrm>
        </p:grpSpPr>
        <p:pic>
          <p:nvPicPr>
            <p:cNvPr id="6" name="Google Shape;972;p5"/>
            <p:cNvPicPr preferRelativeResize="0"/>
            <p:nvPr/>
          </p:nvPicPr>
          <p:blipFill rotWithShape="1">
            <a:blip r:embed="rId3">
              <a:alphaModFix/>
            </a:blip>
            <a:srcRect/>
            <a:stretch/>
          </p:blipFill>
          <p:spPr>
            <a:xfrm>
              <a:off x="-1110540" y="462722"/>
              <a:ext cx="18164204" cy="12369076"/>
            </a:xfrm>
            <a:prstGeom prst="rect">
              <a:avLst/>
            </a:prstGeom>
            <a:noFill/>
            <a:ln>
              <a:noFill/>
            </a:ln>
          </p:spPr>
        </p:pic>
        <p:sp>
          <p:nvSpPr>
            <p:cNvPr id="7" name="Google Shape;973;p5"/>
            <p:cNvSpPr/>
            <p:nvPr/>
          </p:nvSpPr>
          <p:spPr>
            <a:xfrm>
              <a:off x="7468819" y="516686"/>
              <a:ext cx="2740660" cy="891540"/>
            </a:xfrm>
            <a:custGeom>
              <a:avLst/>
              <a:gdLst/>
              <a:ahLst/>
              <a:cxnLst/>
              <a:rect l="l" t="t" r="r" b="b"/>
              <a:pathLst>
                <a:path w="2740659" h="891540" extrusionOk="0">
                  <a:moveTo>
                    <a:pt x="2740177" y="0"/>
                  </a:moveTo>
                  <a:lnTo>
                    <a:pt x="2283434" y="136270"/>
                  </a:lnTo>
                  <a:lnTo>
                    <a:pt x="1826704" y="0"/>
                  </a:lnTo>
                  <a:lnTo>
                    <a:pt x="1370025" y="136270"/>
                  </a:lnTo>
                  <a:lnTo>
                    <a:pt x="913333" y="0"/>
                  </a:lnTo>
                  <a:lnTo>
                    <a:pt x="456666" y="136270"/>
                  </a:lnTo>
                  <a:lnTo>
                    <a:pt x="0" y="0"/>
                  </a:lnTo>
                  <a:lnTo>
                    <a:pt x="0" y="754811"/>
                  </a:lnTo>
                  <a:lnTo>
                    <a:pt x="456666" y="891070"/>
                  </a:lnTo>
                  <a:lnTo>
                    <a:pt x="913333" y="754811"/>
                  </a:lnTo>
                  <a:lnTo>
                    <a:pt x="1370025" y="891070"/>
                  </a:lnTo>
                  <a:lnTo>
                    <a:pt x="1826704" y="754811"/>
                  </a:lnTo>
                  <a:lnTo>
                    <a:pt x="2283434" y="891070"/>
                  </a:lnTo>
                  <a:lnTo>
                    <a:pt x="2740177" y="754811"/>
                  </a:lnTo>
                  <a:lnTo>
                    <a:pt x="2740177" y="0"/>
                  </a:lnTo>
                  <a:close/>
                </a:path>
              </a:pathLst>
            </a:custGeom>
            <a:solidFill>
              <a:srgbClr val="009733">
                <a:alpha val="862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8" name="Google Shape;974;p5"/>
            <p:cNvSpPr/>
            <p:nvPr/>
          </p:nvSpPr>
          <p:spPr>
            <a:xfrm>
              <a:off x="15582341" y="2075243"/>
              <a:ext cx="1310640" cy="2620010"/>
            </a:xfrm>
            <a:custGeom>
              <a:avLst/>
              <a:gdLst/>
              <a:ahLst/>
              <a:cxnLst/>
              <a:rect l="l" t="t" r="r" b="b"/>
              <a:pathLst>
                <a:path w="1310640" h="2620010" extrusionOk="0">
                  <a:moveTo>
                    <a:pt x="0" y="0"/>
                  </a:moveTo>
                  <a:lnTo>
                    <a:pt x="0" y="798296"/>
                  </a:lnTo>
                  <a:lnTo>
                    <a:pt x="46579" y="800388"/>
                  </a:lnTo>
                  <a:lnTo>
                    <a:pt x="91985" y="806542"/>
                  </a:lnTo>
                  <a:lnTo>
                    <a:pt x="136037" y="816577"/>
                  </a:lnTo>
                  <a:lnTo>
                    <a:pt x="178554" y="830314"/>
                  </a:lnTo>
                  <a:lnTo>
                    <a:pt x="219355" y="847572"/>
                  </a:lnTo>
                  <a:lnTo>
                    <a:pt x="258262" y="868169"/>
                  </a:lnTo>
                  <a:lnTo>
                    <a:pt x="295093" y="891925"/>
                  </a:lnTo>
                  <a:lnTo>
                    <a:pt x="329667" y="918659"/>
                  </a:lnTo>
                  <a:lnTo>
                    <a:pt x="361805" y="948191"/>
                  </a:lnTo>
                  <a:lnTo>
                    <a:pt x="391326" y="980340"/>
                  </a:lnTo>
                  <a:lnTo>
                    <a:pt x="418049" y="1014925"/>
                  </a:lnTo>
                  <a:lnTo>
                    <a:pt x="441795" y="1051766"/>
                  </a:lnTo>
                  <a:lnTo>
                    <a:pt x="462382" y="1090681"/>
                  </a:lnTo>
                  <a:lnTo>
                    <a:pt x="479631" y="1131490"/>
                  </a:lnTo>
                  <a:lnTo>
                    <a:pt x="493361" y="1174013"/>
                  </a:lnTo>
                  <a:lnTo>
                    <a:pt x="503391" y="1218069"/>
                  </a:lnTo>
                  <a:lnTo>
                    <a:pt x="509541" y="1263476"/>
                  </a:lnTo>
                  <a:lnTo>
                    <a:pt x="511632" y="1310055"/>
                  </a:lnTo>
                  <a:lnTo>
                    <a:pt x="509541" y="1356616"/>
                  </a:lnTo>
                  <a:lnTo>
                    <a:pt x="503391" y="1402007"/>
                  </a:lnTo>
                  <a:lnTo>
                    <a:pt x="493361" y="1446048"/>
                  </a:lnTo>
                  <a:lnTo>
                    <a:pt x="479631" y="1488558"/>
                  </a:lnTo>
                  <a:lnTo>
                    <a:pt x="462382" y="1529356"/>
                  </a:lnTo>
                  <a:lnTo>
                    <a:pt x="441795" y="1568261"/>
                  </a:lnTo>
                  <a:lnTo>
                    <a:pt x="418049" y="1605093"/>
                  </a:lnTo>
                  <a:lnTo>
                    <a:pt x="391326" y="1639671"/>
                  </a:lnTo>
                  <a:lnTo>
                    <a:pt x="361805" y="1671813"/>
                  </a:lnTo>
                  <a:lnTo>
                    <a:pt x="329667" y="1701340"/>
                  </a:lnTo>
                  <a:lnTo>
                    <a:pt x="295093" y="1728070"/>
                  </a:lnTo>
                  <a:lnTo>
                    <a:pt x="258262" y="1751822"/>
                  </a:lnTo>
                  <a:lnTo>
                    <a:pt x="219355" y="1772417"/>
                  </a:lnTo>
                  <a:lnTo>
                    <a:pt x="178554" y="1789672"/>
                  </a:lnTo>
                  <a:lnTo>
                    <a:pt x="136037" y="1803408"/>
                  </a:lnTo>
                  <a:lnTo>
                    <a:pt x="91985" y="1813443"/>
                  </a:lnTo>
                  <a:lnTo>
                    <a:pt x="46579" y="1819596"/>
                  </a:lnTo>
                  <a:lnTo>
                    <a:pt x="0" y="1821688"/>
                  </a:lnTo>
                  <a:lnTo>
                    <a:pt x="0" y="2619984"/>
                  </a:lnTo>
                  <a:lnTo>
                    <a:pt x="48029" y="2619120"/>
                  </a:lnTo>
                  <a:lnTo>
                    <a:pt x="95624" y="2616548"/>
                  </a:lnTo>
                  <a:lnTo>
                    <a:pt x="142753" y="2612297"/>
                  </a:lnTo>
                  <a:lnTo>
                    <a:pt x="189386" y="2606398"/>
                  </a:lnTo>
                  <a:lnTo>
                    <a:pt x="235496" y="2598879"/>
                  </a:lnTo>
                  <a:lnTo>
                    <a:pt x="281051" y="2589770"/>
                  </a:lnTo>
                  <a:lnTo>
                    <a:pt x="326023" y="2579102"/>
                  </a:lnTo>
                  <a:lnTo>
                    <a:pt x="370381" y="2566902"/>
                  </a:lnTo>
                  <a:lnTo>
                    <a:pt x="414096" y="2553202"/>
                  </a:lnTo>
                  <a:lnTo>
                    <a:pt x="457139" y="2538030"/>
                  </a:lnTo>
                  <a:lnTo>
                    <a:pt x="499480" y="2521417"/>
                  </a:lnTo>
                  <a:lnTo>
                    <a:pt x="541089" y="2503391"/>
                  </a:lnTo>
                  <a:lnTo>
                    <a:pt x="581937" y="2483983"/>
                  </a:lnTo>
                  <a:lnTo>
                    <a:pt x="621994" y="2463222"/>
                  </a:lnTo>
                  <a:lnTo>
                    <a:pt x="661230" y="2441138"/>
                  </a:lnTo>
                  <a:lnTo>
                    <a:pt x="699617" y="2417760"/>
                  </a:lnTo>
                  <a:lnTo>
                    <a:pt x="737124" y="2393118"/>
                  </a:lnTo>
                  <a:lnTo>
                    <a:pt x="773721" y="2367241"/>
                  </a:lnTo>
                  <a:lnTo>
                    <a:pt x="809380" y="2340159"/>
                  </a:lnTo>
                  <a:lnTo>
                    <a:pt x="844071" y="2311902"/>
                  </a:lnTo>
                  <a:lnTo>
                    <a:pt x="877763" y="2282499"/>
                  </a:lnTo>
                  <a:lnTo>
                    <a:pt x="910428" y="2251980"/>
                  </a:lnTo>
                  <a:lnTo>
                    <a:pt x="942036" y="2220374"/>
                  </a:lnTo>
                  <a:lnTo>
                    <a:pt x="972557" y="2187711"/>
                  </a:lnTo>
                  <a:lnTo>
                    <a:pt x="1001962" y="2154021"/>
                  </a:lnTo>
                  <a:lnTo>
                    <a:pt x="1030221" y="2119333"/>
                  </a:lnTo>
                  <a:lnTo>
                    <a:pt x="1057304" y="2083678"/>
                  </a:lnTo>
                  <a:lnTo>
                    <a:pt x="1083182" y="2047083"/>
                  </a:lnTo>
                  <a:lnTo>
                    <a:pt x="1107825" y="2009579"/>
                  </a:lnTo>
                  <a:lnTo>
                    <a:pt x="1131204" y="1971197"/>
                  </a:lnTo>
                  <a:lnTo>
                    <a:pt x="1153290" y="1931964"/>
                  </a:lnTo>
                  <a:lnTo>
                    <a:pt x="1174052" y="1891911"/>
                  </a:lnTo>
                  <a:lnTo>
                    <a:pt x="1193460" y="1851068"/>
                  </a:lnTo>
                  <a:lnTo>
                    <a:pt x="1211486" y="1809463"/>
                  </a:lnTo>
                  <a:lnTo>
                    <a:pt x="1228100" y="1767127"/>
                  </a:lnTo>
                  <a:lnTo>
                    <a:pt x="1243272" y="1724090"/>
                  </a:lnTo>
                  <a:lnTo>
                    <a:pt x="1256973" y="1680380"/>
                  </a:lnTo>
                  <a:lnTo>
                    <a:pt x="1269172" y="1636028"/>
                  </a:lnTo>
                  <a:lnTo>
                    <a:pt x="1279841" y="1591063"/>
                  </a:lnTo>
                  <a:lnTo>
                    <a:pt x="1288950" y="1545514"/>
                  </a:lnTo>
                  <a:lnTo>
                    <a:pt x="1296469" y="1499411"/>
                  </a:lnTo>
                  <a:lnTo>
                    <a:pt x="1302369" y="1452785"/>
                  </a:lnTo>
                  <a:lnTo>
                    <a:pt x="1306619" y="1405663"/>
                  </a:lnTo>
                  <a:lnTo>
                    <a:pt x="1309191" y="1358077"/>
                  </a:lnTo>
                  <a:lnTo>
                    <a:pt x="1310055" y="1310055"/>
                  </a:lnTo>
                  <a:lnTo>
                    <a:pt x="1309191" y="1262025"/>
                  </a:lnTo>
                  <a:lnTo>
                    <a:pt x="1306619" y="1214431"/>
                  </a:lnTo>
                  <a:lnTo>
                    <a:pt x="1302369" y="1167302"/>
                  </a:lnTo>
                  <a:lnTo>
                    <a:pt x="1296469" y="1120668"/>
                  </a:lnTo>
                  <a:lnTo>
                    <a:pt x="1288950" y="1074559"/>
                  </a:lnTo>
                  <a:lnTo>
                    <a:pt x="1279841" y="1029004"/>
                  </a:lnTo>
                  <a:lnTo>
                    <a:pt x="1269172" y="984032"/>
                  </a:lnTo>
                  <a:lnTo>
                    <a:pt x="1256973" y="939674"/>
                  </a:lnTo>
                  <a:lnTo>
                    <a:pt x="1243272" y="895959"/>
                  </a:lnTo>
                  <a:lnTo>
                    <a:pt x="1228100" y="852916"/>
                  </a:lnTo>
                  <a:lnTo>
                    <a:pt x="1211486" y="810575"/>
                  </a:lnTo>
                  <a:lnTo>
                    <a:pt x="1193460" y="768966"/>
                  </a:lnTo>
                  <a:lnTo>
                    <a:pt x="1174052" y="728118"/>
                  </a:lnTo>
                  <a:lnTo>
                    <a:pt x="1153290" y="688061"/>
                  </a:lnTo>
                  <a:lnTo>
                    <a:pt x="1131204" y="648825"/>
                  </a:lnTo>
                  <a:lnTo>
                    <a:pt x="1107825" y="610438"/>
                  </a:lnTo>
                  <a:lnTo>
                    <a:pt x="1083182" y="572931"/>
                  </a:lnTo>
                  <a:lnTo>
                    <a:pt x="1057304" y="536334"/>
                  </a:lnTo>
                  <a:lnTo>
                    <a:pt x="1030221" y="500675"/>
                  </a:lnTo>
                  <a:lnTo>
                    <a:pt x="1001962" y="465984"/>
                  </a:lnTo>
                  <a:lnTo>
                    <a:pt x="972557" y="432292"/>
                  </a:lnTo>
                  <a:lnTo>
                    <a:pt x="942036" y="399627"/>
                  </a:lnTo>
                  <a:lnTo>
                    <a:pt x="910428" y="368019"/>
                  </a:lnTo>
                  <a:lnTo>
                    <a:pt x="877763" y="337498"/>
                  </a:lnTo>
                  <a:lnTo>
                    <a:pt x="844071" y="308093"/>
                  </a:lnTo>
                  <a:lnTo>
                    <a:pt x="809380" y="279834"/>
                  </a:lnTo>
                  <a:lnTo>
                    <a:pt x="773721" y="252751"/>
                  </a:lnTo>
                  <a:lnTo>
                    <a:pt x="737124" y="226873"/>
                  </a:lnTo>
                  <a:lnTo>
                    <a:pt x="699617" y="202229"/>
                  </a:lnTo>
                  <a:lnTo>
                    <a:pt x="661230" y="178850"/>
                  </a:lnTo>
                  <a:lnTo>
                    <a:pt x="621994" y="156765"/>
                  </a:lnTo>
                  <a:lnTo>
                    <a:pt x="581937" y="136003"/>
                  </a:lnTo>
                  <a:lnTo>
                    <a:pt x="541089" y="116595"/>
                  </a:lnTo>
                  <a:lnTo>
                    <a:pt x="499480" y="98568"/>
                  </a:lnTo>
                  <a:lnTo>
                    <a:pt x="457139" y="81955"/>
                  </a:lnTo>
                  <a:lnTo>
                    <a:pt x="414096" y="66783"/>
                  </a:lnTo>
                  <a:lnTo>
                    <a:pt x="370381" y="53082"/>
                  </a:lnTo>
                  <a:lnTo>
                    <a:pt x="326023" y="40882"/>
                  </a:lnTo>
                  <a:lnTo>
                    <a:pt x="281051" y="30214"/>
                  </a:lnTo>
                  <a:lnTo>
                    <a:pt x="235496" y="21105"/>
                  </a:lnTo>
                  <a:lnTo>
                    <a:pt x="189386" y="13586"/>
                  </a:lnTo>
                  <a:lnTo>
                    <a:pt x="142753" y="7686"/>
                  </a:lnTo>
                  <a:lnTo>
                    <a:pt x="95624" y="3436"/>
                  </a:lnTo>
                  <a:lnTo>
                    <a:pt x="48029" y="863"/>
                  </a:lnTo>
                  <a:lnTo>
                    <a:pt x="0" y="0"/>
                  </a:lnTo>
                  <a:close/>
                </a:path>
              </a:pathLst>
            </a:custGeom>
            <a:solidFill>
              <a:srgbClr val="A22063">
                <a:alpha val="862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9" name="Google Shape;975;p5"/>
            <p:cNvSpPr/>
            <p:nvPr/>
          </p:nvSpPr>
          <p:spPr>
            <a:xfrm>
              <a:off x="1903768" y="462724"/>
              <a:ext cx="2660015" cy="1330325"/>
            </a:xfrm>
            <a:custGeom>
              <a:avLst/>
              <a:gdLst/>
              <a:ahLst/>
              <a:cxnLst/>
              <a:rect l="l" t="t" r="r" b="b"/>
              <a:pathLst>
                <a:path w="2660015" h="1330325" extrusionOk="0">
                  <a:moveTo>
                    <a:pt x="1330032" y="0"/>
                  </a:moveTo>
                  <a:lnTo>
                    <a:pt x="1281270" y="877"/>
                  </a:lnTo>
                  <a:lnTo>
                    <a:pt x="1232950" y="3488"/>
                  </a:lnTo>
                  <a:lnTo>
                    <a:pt x="1185102" y="7803"/>
                  </a:lnTo>
                  <a:lnTo>
                    <a:pt x="1137757" y="13793"/>
                  </a:lnTo>
                  <a:lnTo>
                    <a:pt x="1090944" y="21426"/>
                  </a:lnTo>
                  <a:lnTo>
                    <a:pt x="1044694" y="30674"/>
                  </a:lnTo>
                  <a:lnTo>
                    <a:pt x="999037" y="41506"/>
                  </a:lnTo>
                  <a:lnTo>
                    <a:pt x="954002" y="53891"/>
                  </a:lnTo>
                  <a:lnTo>
                    <a:pt x="909620" y="67801"/>
                  </a:lnTo>
                  <a:lnTo>
                    <a:pt x="865921" y="83204"/>
                  </a:lnTo>
                  <a:lnTo>
                    <a:pt x="822935" y="100071"/>
                  </a:lnTo>
                  <a:lnTo>
                    <a:pt x="780691" y="118372"/>
                  </a:lnTo>
                  <a:lnTo>
                    <a:pt x="739220" y="138077"/>
                  </a:lnTo>
                  <a:lnTo>
                    <a:pt x="698552" y="159155"/>
                  </a:lnTo>
                  <a:lnTo>
                    <a:pt x="658717" y="181577"/>
                  </a:lnTo>
                  <a:lnTo>
                    <a:pt x="619746" y="205313"/>
                  </a:lnTo>
                  <a:lnTo>
                    <a:pt x="581667" y="230332"/>
                  </a:lnTo>
                  <a:lnTo>
                    <a:pt x="544511" y="256605"/>
                  </a:lnTo>
                  <a:lnTo>
                    <a:pt x="508308" y="284101"/>
                  </a:lnTo>
                  <a:lnTo>
                    <a:pt x="473089" y="312790"/>
                  </a:lnTo>
                  <a:lnTo>
                    <a:pt x="438883" y="342643"/>
                  </a:lnTo>
                  <a:lnTo>
                    <a:pt x="405720" y="373630"/>
                  </a:lnTo>
                  <a:lnTo>
                    <a:pt x="373630" y="405720"/>
                  </a:lnTo>
                  <a:lnTo>
                    <a:pt x="342643" y="438883"/>
                  </a:lnTo>
                  <a:lnTo>
                    <a:pt x="312790" y="473089"/>
                  </a:lnTo>
                  <a:lnTo>
                    <a:pt x="284101" y="508308"/>
                  </a:lnTo>
                  <a:lnTo>
                    <a:pt x="256605" y="544511"/>
                  </a:lnTo>
                  <a:lnTo>
                    <a:pt x="230332" y="581667"/>
                  </a:lnTo>
                  <a:lnTo>
                    <a:pt x="205313" y="619746"/>
                  </a:lnTo>
                  <a:lnTo>
                    <a:pt x="181577" y="658717"/>
                  </a:lnTo>
                  <a:lnTo>
                    <a:pt x="159155" y="698552"/>
                  </a:lnTo>
                  <a:lnTo>
                    <a:pt x="138077" y="739220"/>
                  </a:lnTo>
                  <a:lnTo>
                    <a:pt x="118372" y="780691"/>
                  </a:lnTo>
                  <a:lnTo>
                    <a:pt x="100071" y="822935"/>
                  </a:lnTo>
                  <a:lnTo>
                    <a:pt x="83204" y="865921"/>
                  </a:lnTo>
                  <a:lnTo>
                    <a:pt x="67801" y="909620"/>
                  </a:lnTo>
                  <a:lnTo>
                    <a:pt x="53891" y="954002"/>
                  </a:lnTo>
                  <a:lnTo>
                    <a:pt x="41506" y="999037"/>
                  </a:lnTo>
                  <a:lnTo>
                    <a:pt x="30674" y="1044694"/>
                  </a:lnTo>
                  <a:lnTo>
                    <a:pt x="21426" y="1090944"/>
                  </a:lnTo>
                  <a:lnTo>
                    <a:pt x="13793" y="1137757"/>
                  </a:lnTo>
                  <a:lnTo>
                    <a:pt x="7803" y="1185102"/>
                  </a:lnTo>
                  <a:lnTo>
                    <a:pt x="3488" y="1232950"/>
                  </a:lnTo>
                  <a:lnTo>
                    <a:pt x="877" y="1281270"/>
                  </a:lnTo>
                  <a:lnTo>
                    <a:pt x="0" y="1330032"/>
                  </a:lnTo>
                  <a:lnTo>
                    <a:pt x="810475" y="1330032"/>
                  </a:lnTo>
                  <a:lnTo>
                    <a:pt x="812599" y="1282743"/>
                  </a:lnTo>
                  <a:lnTo>
                    <a:pt x="818846" y="1236646"/>
                  </a:lnTo>
                  <a:lnTo>
                    <a:pt x="829034" y="1191923"/>
                  </a:lnTo>
                  <a:lnTo>
                    <a:pt x="842980" y="1148758"/>
                  </a:lnTo>
                  <a:lnTo>
                    <a:pt x="860500" y="1107334"/>
                  </a:lnTo>
                  <a:lnTo>
                    <a:pt x="881410" y="1067835"/>
                  </a:lnTo>
                  <a:lnTo>
                    <a:pt x="905527" y="1030443"/>
                  </a:lnTo>
                  <a:lnTo>
                    <a:pt x="932669" y="995341"/>
                  </a:lnTo>
                  <a:lnTo>
                    <a:pt x="962650" y="962713"/>
                  </a:lnTo>
                  <a:lnTo>
                    <a:pt x="995288" y="932743"/>
                  </a:lnTo>
                  <a:lnTo>
                    <a:pt x="1030400" y="905612"/>
                  </a:lnTo>
                  <a:lnTo>
                    <a:pt x="1067802" y="881504"/>
                  </a:lnTo>
                  <a:lnTo>
                    <a:pt x="1107310" y="860603"/>
                  </a:lnTo>
                  <a:lnTo>
                    <a:pt x="1148742" y="843091"/>
                  </a:lnTo>
                  <a:lnTo>
                    <a:pt x="1191913" y="829152"/>
                  </a:lnTo>
                  <a:lnTo>
                    <a:pt x="1236641" y="818969"/>
                  </a:lnTo>
                  <a:lnTo>
                    <a:pt x="1282742" y="812725"/>
                  </a:lnTo>
                  <a:lnTo>
                    <a:pt x="1330032" y="810602"/>
                  </a:lnTo>
                  <a:lnTo>
                    <a:pt x="1377303" y="812725"/>
                  </a:lnTo>
                  <a:lnTo>
                    <a:pt x="1423386" y="818969"/>
                  </a:lnTo>
                  <a:lnTo>
                    <a:pt x="1468098" y="829152"/>
                  </a:lnTo>
                  <a:lnTo>
                    <a:pt x="1511256" y="843091"/>
                  </a:lnTo>
                  <a:lnTo>
                    <a:pt x="1552675" y="860603"/>
                  </a:lnTo>
                  <a:lnTo>
                    <a:pt x="1592174" y="881504"/>
                  </a:lnTo>
                  <a:lnTo>
                    <a:pt x="1629567" y="905612"/>
                  </a:lnTo>
                  <a:lnTo>
                    <a:pt x="1664671" y="932743"/>
                  </a:lnTo>
                  <a:lnTo>
                    <a:pt x="1697304" y="962713"/>
                  </a:lnTo>
                  <a:lnTo>
                    <a:pt x="1727280" y="995341"/>
                  </a:lnTo>
                  <a:lnTo>
                    <a:pt x="1754418" y="1030443"/>
                  </a:lnTo>
                  <a:lnTo>
                    <a:pt x="1778532" y="1067835"/>
                  </a:lnTo>
                  <a:lnTo>
                    <a:pt x="1799441" y="1107334"/>
                  </a:lnTo>
                  <a:lnTo>
                    <a:pt x="1816959" y="1148758"/>
                  </a:lnTo>
                  <a:lnTo>
                    <a:pt x="1830904" y="1191923"/>
                  </a:lnTo>
                  <a:lnTo>
                    <a:pt x="1841092" y="1236646"/>
                  </a:lnTo>
                  <a:lnTo>
                    <a:pt x="1847339" y="1282743"/>
                  </a:lnTo>
                  <a:lnTo>
                    <a:pt x="1849462" y="1330032"/>
                  </a:lnTo>
                  <a:lnTo>
                    <a:pt x="2659938" y="1330032"/>
                  </a:lnTo>
                  <a:lnTo>
                    <a:pt x="2659061" y="1281270"/>
                  </a:lnTo>
                  <a:lnTo>
                    <a:pt x="2656450" y="1232950"/>
                  </a:lnTo>
                  <a:lnTo>
                    <a:pt x="2652134" y="1185102"/>
                  </a:lnTo>
                  <a:lnTo>
                    <a:pt x="2646145" y="1137757"/>
                  </a:lnTo>
                  <a:lnTo>
                    <a:pt x="2638511" y="1090944"/>
                  </a:lnTo>
                  <a:lnTo>
                    <a:pt x="2629263" y="1044694"/>
                  </a:lnTo>
                  <a:lnTo>
                    <a:pt x="2618432" y="999037"/>
                  </a:lnTo>
                  <a:lnTo>
                    <a:pt x="2606046" y="954002"/>
                  </a:lnTo>
                  <a:lnTo>
                    <a:pt x="2592137" y="909620"/>
                  </a:lnTo>
                  <a:lnTo>
                    <a:pt x="2576734" y="865921"/>
                  </a:lnTo>
                  <a:lnTo>
                    <a:pt x="2559867" y="822935"/>
                  </a:lnTo>
                  <a:lnTo>
                    <a:pt x="2541566" y="780691"/>
                  </a:lnTo>
                  <a:lnTo>
                    <a:pt x="2521862" y="739220"/>
                  </a:lnTo>
                  <a:lnTo>
                    <a:pt x="2500784" y="698552"/>
                  </a:lnTo>
                  <a:lnTo>
                    <a:pt x="2478363" y="658717"/>
                  </a:lnTo>
                  <a:lnTo>
                    <a:pt x="2454628" y="619746"/>
                  </a:lnTo>
                  <a:lnTo>
                    <a:pt x="2429609" y="581667"/>
                  </a:lnTo>
                  <a:lnTo>
                    <a:pt x="2403338" y="544511"/>
                  </a:lnTo>
                  <a:lnTo>
                    <a:pt x="2375843" y="508308"/>
                  </a:lnTo>
                  <a:lnTo>
                    <a:pt x="2347154" y="473089"/>
                  </a:lnTo>
                  <a:lnTo>
                    <a:pt x="2317303" y="438883"/>
                  </a:lnTo>
                  <a:lnTo>
                    <a:pt x="2286318" y="405720"/>
                  </a:lnTo>
                  <a:lnTo>
                    <a:pt x="2254230" y="373630"/>
                  </a:lnTo>
                  <a:lnTo>
                    <a:pt x="2221069" y="342643"/>
                  </a:lnTo>
                  <a:lnTo>
                    <a:pt x="2186865" y="312790"/>
                  </a:lnTo>
                  <a:lnTo>
                    <a:pt x="2151649" y="284101"/>
                  </a:lnTo>
                  <a:lnTo>
                    <a:pt x="2115449" y="256605"/>
                  </a:lnTo>
                  <a:lnTo>
                    <a:pt x="2078296" y="230332"/>
                  </a:lnTo>
                  <a:lnTo>
                    <a:pt x="2040221" y="205313"/>
                  </a:lnTo>
                  <a:lnTo>
                    <a:pt x="2001252" y="181577"/>
                  </a:lnTo>
                  <a:lnTo>
                    <a:pt x="1961421" y="159155"/>
                  </a:lnTo>
                  <a:lnTo>
                    <a:pt x="1920758" y="138077"/>
                  </a:lnTo>
                  <a:lnTo>
                    <a:pt x="1879292" y="118372"/>
                  </a:lnTo>
                  <a:lnTo>
                    <a:pt x="1837053" y="100071"/>
                  </a:lnTo>
                  <a:lnTo>
                    <a:pt x="1794071" y="83204"/>
                  </a:lnTo>
                  <a:lnTo>
                    <a:pt x="1750378" y="67801"/>
                  </a:lnTo>
                  <a:lnTo>
                    <a:pt x="1706002" y="53891"/>
                  </a:lnTo>
                  <a:lnTo>
                    <a:pt x="1660973" y="41506"/>
                  </a:lnTo>
                  <a:lnTo>
                    <a:pt x="1615322" y="30674"/>
                  </a:lnTo>
                  <a:lnTo>
                    <a:pt x="1569079" y="21426"/>
                  </a:lnTo>
                  <a:lnTo>
                    <a:pt x="1522274" y="13793"/>
                  </a:lnTo>
                  <a:lnTo>
                    <a:pt x="1474937" y="7803"/>
                  </a:lnTo>
                  <a:lnTo>
                    <a:pt x="1427097" y="3488"/>
                  </a:lnTo>
                  <a:lnTo>
                    <a:pt x="1378786" y="877"/>
                  </a:lnTo>
                  <a:lnTo>
                    <a:pt x="1330032" y="0"/>
                  </a:lnTo>
                  <a:close/>
                </a:path>
              </a:pathLst>
            </a:custGeom>
            <a:solidFill>
              <a:srgbClr val="E3702C">
                <a:alpha val="862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grpSp>
      <p:sp>
        <p:nvSpPr>
          <p:cNvPr id="578" name="Google Shape;578;p29"/>
          <p:cNvSpPr/>
          <p:nvPr/>
        </p:nvSpPr>
        <p:spPr>
          <a:xfrm>
            <a:off x="569154" y="1317170"/>
            <a:ext cx="11170787" cy="5044285"/>
          </a:xfrm>
          <a:prstGeom prst="rect">
            <a:avLst/>
          </a:prstGeom>
          <a:noFill/>
          <a:ln>
            <a:noFill/>
          </a:ln>
        </p:spPr>
        <p:txBody>
          <a:bodyPr spcFirstLastPara="1" wrap="square" lIns="91425" tIns="45700" rIns="91425" bIns="45700" anchor="ctr" anchorCtr="0">
            <a:noAutofit/>
          </a:bodyPr>
          <a:lstStyle/>
          <a:p>
            <a:pPr lvl="0" algn="ctr">
              <a:buSzPts val="7200"/>
            </a:pPr>
            <a:r>
              <a:rPr lang="es-MX" sz="7200" dirty="0">
                <a:solidFill>
                  <a:schemeClr val="tx1"/>
                </a:solidFill>
                <a:latin typeface="Gotham Rounded Medium" panose="02000000000000000000" pitchFamily="50" charset="0"/>
              </a:rPr>
              <a:t>Comencemos por</a:t>
            </a:r>
            <a:endParaRPr lang="es-MX" dirty="0">
              <a:solidFill>
                <a:schemeClr val="tx1"/>
              </a:solidFill>
              <a:latin typeface="Gotham Rounded Medium" panose="02000000000000000000" pitchFamily="50" charset="0"/>
            </a:endParaRPr>
          </a:p>
          <a:p>
            <a:pPr lvl="0" algn="ctr">
              <a:buSzPts val="7200"/>
            </a:pPr>
            <a:r>
              <a:rPr lang="es-MX" sz="7200" dirty="0">
                <a:solidFill>
                  <a:schemeClr val="tx1"/>
                </a:solidFill>
                <a:latin typeface="Gotham Rounded Medium" panose="02000000000000000000" pitchFamily="50" charset="0"/>
              </a:rPr>
              <a:t>Instalar las herramientas</a:t>
            </a:r>
            <a:endParaRPr lang="es-MX" dirty="0">
              <a:solidFill>
                <a:schemeClr val="tx1"/>
              </a:solidFill>
              <a:latin typeface="Gotham Rounded Medium" panose="02000000000000000000" pitchFamily="50" charset="0"/>
            </a:endParaRPr>
          </a:p>
        </p:txBody>
      </p:sp>
    </p:spTree>
    <p:extLst>
      <p:ext uri="{BB962C8B-B14F-4D97-AF65-F5344CB8AC3E}">
        <p14:creationId xmlns:p14="http://schemas.microsoft.com/office/powerpoint/2010/main" val="1893897812"/>
      </p:ext>
    </p:extLst>
  </p:cSld>
  <p:clrMapOvr>
    <a:masterClrMapping/>
  </p:clrMapOvr>
  <p:transition spd="slow">
    <p:push/>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grpSp>
        <p:nvGrpSpPr>
          <p:cNvPr id="5" name="Google Shape;971;p5"/>
          <p:cNvGrpSpPr/>
          <p:nvPr/>
        </p:nvGrpSpPr>
        <p:grpSpPr>
          <a:xfrm>
            <a:off x="-1" y="0"/>
            <a:ext cx="12192001" cy="6963509"/>
            <a:chOff x="-1110540" y="462722"/>
            <a:chExt cx="18164204" cy="12369076"/>
          </a:xfrm>
        </p:grpSpPr>
        <p:pic>
          <p:nvPicPr>
            <p:cNvPr id="6" name="Google Shape;972;p5"/>
            <p:cNvPicPr preferRelativeResize="0"/>
            <p:nvPr/>
          </p:nvPicPr>
          <p:blipFill rotWithShape="1">
            <a:blip r:embed="rId3">
              <a:alphaModFix/>
            </a:blip>
            <a:srcRect/>
            <a:stretch/>
          </p:blipFill>
          <p:spPr>
            <a:xfrm>
              <a:off x="-1110540" y="462722"/>
              <a:ext cx="18164204" cy="12369076"/>
            </a:xfrm>
            <a:prstGeom prst="rect">
              <a:avLst/>
            </a:prstGeom>
            <a:noFill/>
            <a:ln>
              <a:noFill/>
            </a:ln>
          </p:spPr>
        </p:pic>
        <p:sp>
          <p:nvSpPr>
            <p:cNvPr id="7" name="Google Shape;973;p5"/>
            <p:cNvSpPr/>
            <p:nvPr/>
          </p:nvSpPr>
          <p:spPr>
            <a:xfrm>
              <a:off x="7468819" y="516686"/>
              <a:ext cx="2740660" cy="891540"/>
            </a:xfrm>
            <a:custGeom>
              <a:avLst/>
              <a:gdLst/>
              <a:ahLst/>
              <a:cxnLst/>
              <a:rect l="l" t="t" r="r" b="b"/>
              <a:pathLst>
                <a:path w="2740659" h="891540" extrusionOk="0">
                  <a:moveTo>
                    <a:pt x="2740177" y="0"/>
                  </a:moveTo>
                  <a:lnTo>
                    <a:pt x="2283434" y="136270"/>
                  </a:lnTo>
                  <a:lnTo>
                    <a:pt x="1826704" y="0"/>
                  </a:lnTo>
                  <a:lnTo>
                    <a:pt x="1370025" y="136270"/>
                  </a:lnTo>
                  <a:lnTo>
                    <a:pt x="913333" y="0"/>
                  </a:lnTo>
                  <a:lnTo>
                    <a:pt x="456666" y="136270"/>
                  </a:lnTo>
                  <a:lnTo>
                    <a:pt x="0" y="0"/>
                  </a:lnTo>
                  <a:lnTo>
                    <a:pt x="0" y="754811"/>
                  </a:lnTo>
                  <a:lnTo>
                    <a:pt x="456666" y="891070"/>
                  </a:lnTo>
                  <a:lnTo>
                    <a:pt x="913333" y="754811"/>
                  </a:lnTo>
                  <a:lnTo>
                    <a:pt x="1370025" y="891070"/>
                  </a:lnTo>
                  <a:lnTo>
                    <a:pt x="1826704" y="754811"/>
                  </a:lnTo>
                  <a:lnTo>
                    <a:pt x="2283434" y="891070"/>
                  </a:lnTo>
                  <a:lnTo>
                    <a:pt x="2740177" y="754811"/>
                  </a:lnTo>
                  <a:lnTo>
                    <a:pt x="2740177" y="0"/>
                  </a:lnTo>
                  <a:close/>
                </a:path>
              </a:pathLst>
            </a:custGeom>
            <a:solidFill>
              <a:srgbClr val="009733">
                <a:alpha val="862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8" name="Google Shape;974;p5"/>
            <p:cNvSpPr/>
            <p:nvPr/>
          </p:nvSpPr>
          <p:spPr>
            <a:xfrm>
              <a:off x="15582341" y="2075243"/>
              <a:ext cx="1310640" cy="2620010"/>
            </a:xfrm>
            <a:custGeom>
              <a:avLst/>
              <a:gdLst/>
              <a:ahLst/>
              <a:cxnLst/>
              <a:rect l="l" t="t" r="r" b="b"/>
              <a:pathLst>
                <a:path w="1310640" h="2620010" extrusionOk="0">
                  <a:moveTo>
                    <a:pt x="0" y="0"/>
                  </a:moveTo>
                  <a:lnTo>
                    <a:pt x="0" y="798296"/>
                  </a:lnTo>
                  <a:lnTo>
                    <a:pt x="46579" y="800388"/>
                  </a:lnTo>
                  <a:lnTo>
                    <a:pt x="91985" y="806542"/>
                  </a:lnTo>
                  <a:lnTo>
                    <a:pt x="136037" y="816577"/>
                  </a:lnTo>
                  <a:lnTo>
                    <a:pt x="178554" y="830314"/>
                  </a:lnTo>
                  <a:lnTo>
                    <a:pt x="219355" y="847572"/>
                  </a:lnTo>
                  <a:lnTo>
                    <a:pt x="258262" y="868169"/>
                  </a:lnTo>
                  <a:lnTo>
                    <a:pt x="295093" y="891925"/>
                  </a:lnTo>
                  <a:lnTo>
                    <a:pt x="329667" y="918659"/>
                  </a:lnTo>
                  <a:lnTo>
                    <a:pt x="361805" y="948191"/>
                  </a:lnTo>
                  <a:lnTo>
                    <a:pt x="391326" y="980340"/>
                  </a:lnTo>
                  <a:lnTo>
                    <a:pt x="418049" y="1014925"/>
                  </a:lnTo>
                  <a:lnTo>
                    <a:pt x="441795" y="1051766"/>
                  </a:lnTo>
                  <a:lnTo>
                    <a:pt x="462382" y="1090681"/>
                  </a:lnTo>
                  <a:lnTo>
                    <a:pt x="479631" y="1131490"/>
                  </a:lnTo>
                  <a:lnTo>
                    <a:pt x="493361" y="1174013"/>
                  </a:lnTo>
                  <a:lnTo>
                    <a:pt x="503391" y="1218069"/>
                  </a:lnTo>
                  <a:lnTo>
                    <a:pt x="509541" y="1263476"/>
                  </a:lnTo>
                  <a:lnTo>
                    <a:pt x="511632" y="1310055"/>
                  </a:lnTo>
                  <a:lnTo>
                    <a:pt x="509541" y="1356616"/>
                  </a:lnTo>
                  <a:lnTo>
                    <a:pt x="503391" y="1402007"/>
                  </a:lnTo>
                  <a:lnTo>
                    <a:pt x="493361" y="1446048"/>
                  </a:lnTo>
                  <a:lnTo>
                    <a:pt x="479631" y="1488558"/>
                  </a:lnTo>
                  <a:lnTo>
                    <a:pt x="462382" y="1529356"/>
                  </a:lnTo>
                  <a:lnTo>
                    <a:pt x="441795" y="1568261"/>
                  </a:lnTo>
                  <a:lnTo>
                    <a:pt x="418049" y="1605093"/>
                  </a:lnTo>
                  <a:lnTo>
                    <a:pt x="391326" y="1639671"/>
                  </a:lnTo>
                  <a:lnTo>
                    <a:pt x="361805" y="1671813"/>
                  </a:lnTo>
                  <a:lnTo>
                    <a:pt x="329667" y="1701340"/>
                  </a:lnTo>
                  <a:lnTo>
                    <a:pt x="295093" y="1728070"/>
                  </a:lnTo>
                  <a:lnTo>
                    <a:pt x="258262" y="1751822"/>
                  </a:lnTo>
                  <a:lnTo>
                    <a:pt x="219355" y="1772417"/>
                  </a:lnTo>
                  <a:lnTo>
                    <a:pt x="178554" y="1789672"/>
                  </a:lnTo>
                  <a:lnTo>
                    <a:pt x="136037" y="1803408"/>
                  </a:lnTo>
                  <a:lnTo>
                    <a:pt x="91985" y="1813443"/>
                  </a:lnTo>
                  <a:lnTo>
                    <a:pt x="46579" y="1819596"/>
                  </a:lnTo>
                  <a:lnTo>
                    <a:pt x="0" y="1821688"/>
                  </a:lnTo>
                  <a:lnTo>
                    <a:pt x="0" y="2619984"/>
                  </a:lnTo>
                  <a:lnTo>
                    <a:pt x="48029" y="2619120"/>
                  </a:lnTo>
                  <a:lnTo>
                    <a:pt x="95624" y="2616548"/>
                  </a:lnTo>
                  <a:lnTo>
                    <a:pt x="142753" y="2612297"/>
                  </a:lnTo>
                  <a:lnTo>
                    <a:pt x="189386" y="2606398"/>
                  </a:lnTo>
                  <a:lnTo>
                    <a:pt x="235496" y="2598879"/>
                  </a:lnTo>
                  <a:lnTo>
                    <a:pt x="281051" y="2589770"/>
                  </a:lnTo>
                  <a:lnTo>
                    <a:pt x="326023" y="2579102"/>
                  </a:lnTo>
                  <a:lnTo>
                    <a:pt x="370381" y="2566902"/>
                  </a:lnTo>
                  <a:lnTo>
                    <a:pt x="414096" y="2553202"/>
                  </a:lnTo>
                  <a:lnTo>
                    <a:pt x="457139" y="2538030"/>
                  </a:lnTo>
                  <a:lnTo>
                    <a:pt x="499480" y="2521417"/>
                  </a:lnTo>
                  <a:lnTo>
                    <a:pt x="541089" y="2503391"/>
                  </a:lnTo>
                  <a:lnTo>
                    <a:pt x="581937" y="2483983"/>
                  </a:lnTo>
                  <a:lnTo>
                    <a:pt x="621994" y="2463222"/>
                  </a:lnTo>
                  <a:lnTo>
                    <a:pt x="661230" y="2441138"/>
                  </a:lnTo>
                  <a:lnTo>
                    <a:pt x="699617" y="2417760"/>
                  </a:lnTo>
                  <a:lnTo>
                    <a:pt x="737124" y="2393118"/>
                  </a:lnTo>
                  <a:lnTo>
                    <a:pt x="773721" y="2367241"/>
                  </a:lnTo>
                  <a:lnTo>
                    <a:pt x="809380" y="2340159"/>
                  </a:lnTo>
                  <a:lnTo>
                    <a:pt x="844071" y="2311902"/>
                  </a:lnTo>
                  <a:lnTo>
                    <a:pt x="877763" y="2282499"/>
                  </a:lnTo>
                  <a:lnTo>
                    <a:pt x="910428" y="2251980"/>
                  </a:lnTo>
                  <a:lnTo>
                    <a:pt x="942036" y="2220374"/>
                  </a:lnTo>
                  <a:lnTo>
                    <a:pt x="972557" y="2187711"/>
                  </a:lnTo>
                  <a:lnTo>
                    <a:pt x="1001962" y="2154021"/>
                  </a:lnTo>
                  <a:lnTo>
                    <a:pt x="1030221" y="2119333"/>
                  </a:lnTo>
                  <a:lnTo>
                    <a:pt x="1057304" y="2083678"/>
                  </a:lnTo>
                  <a:lnTo>
                    <a:pt x="1083182" y="2047083"/>
                  </a:lnTo>
                  <a:lnTo>
                    <a:pt x="1107825" y="2009579"/>
                  </a:lnTo>
                  <a:lnTo>
                    <a:pt x="1131204" y="1971197"/>
                  </a:lnTo>
                  <a:lnTo>
                    <a:pt x="1153290" y="1931964"/>
                  </a:lnTo>
                  <a:lnTo>
                    <a:pt x="1174052" y="1891911"/>
                  </a:lnTo>
                  <a:lnTo>
                    <a:pt x="1193460" y="1851068"/>
                  </a:lnTo>
                  <a:lnTo>
                    <a:pt x="1211486" y="1809463"/>
                  </a:lnTo>
                  <a:lnTo>
                    <a:pt x="1228100" y="1767127"/>
                  </a:lnTo>
                  <a:lnTo>
                    <a:pt x="1243272" y="1724090"/>
                  </a:lnTo>
                  <a:lnTo>
                    <a:pt x="1256973" y="1680380"/>
                  </a:lnTo>
                  <a:lnTo>
                    <a:pt x="1269172" y="1636028"/>
                  </a:lnTo>
                  <a:lnTo>
                    <a:pt x="1279841" y="1591063"/>
                  </a:lnTo>
                  <a:lnTo>
                    <a:pt x="1288950" y="1545514"/>
                  </a:lnTo>
                  <a:lnTo>
                    <a:pt x="1296469" y="1499411"/>
                  </a:lnTo>
                  <a:lnTo>
                    <a:pt x="1302369" y="1452785"/>
                  </a:lnTo>
                  <a:lnTo>
                    <a:pt x="1306619" y="1405663"/>
                  </a:lnTo>
                  <a:lnTo>
                    <a:pt x="1309191" y="1358077"/>
                  </a:lnTo>
                  <a:lnTo>
                    <a:pt x="1310055" y="1310055"/>
                  </a:lnTo>
                  <a:lnTo>
                    <a:pt x="1309191" y="1262025"/>
                  </a:lnTo>
                  <a:lnTo>
                    <a:pt x="1306619" y="1214431"/>
                  </a:lnTo>
                  <a:lnTo>
                    <a:pt x="1302369" y="1167302"/>
                  </a:lnTo>
                  <a:lnTo>
                    <a:pt x="1296469" y="1120668"/>
                  </a:lnTo>
                  <a:lnTo>
                    <a:pt x="1288950" y="1074559"/>
                  </a:lnTo>
                  <a:lnTo>
                    <a:pt x="1279841" y="1029004"/>
                  </a:lnTo>
                  <a:lnTo>
                    <a:pt x="1269172" y="984032"/>
                  </a:lnTo>
                  <a:lnTo>
                    <a:pt x="1256973" y="939674"/>
                  </a:lnTo>
                  <a:lnTo>
                    <a:pt x="1243272" y="895959"/>
                  </a:lnTo>
                  <a:lnTo>
                    <a:pt x="1228100" y="852916"/>
                  </a:lnTo>
                  <a:lnTo>
                    <a:pt x="1211486" y="810575"/>
                  </a:lnTo>
                  <a:lnTo>
                    <a:pt x="1193460" y="768966"/>
                  </a:lnTo>
                  <a:lnTo>
                    <a:pt x="1174052" y="728118"/>
                  </a:lnTo>
                  <a:lnTo>
                    <a:pt x="1153290" y="688061"/>
                  </a:lnTo>
                  <a:lnTo>
                    <a:pt x="1131204" y="648825"/>
                  </a:lnTo>
                  <a:lnTo>
                    <a:pt x="1107825" y="610438"/>
                  </a:lnTo>
                  <a:lnTo>
                    <a:pt x="1083182" y="572931"/>
                  </a:lnTo>
                  <a:lnTo>
                    <a:pt x="1057304" y="536334"/>
                  </a:lnTo>
                  <a:lnTo>
                    <a:pt x="1030221" y="500675"/>
                  </a:lnTo>
                  <a:lnTo>
                    <a:pt x="1001962" y="465984"/>
                  </a:lnTo>
                  <a:lnTo>
                    <a:pt x="972557" y="432292"/>
                  </a:lnTo>
                  <a:lnTo>
                    <a:pt x="942036" y="399627"/>
                  </a:lnTo>
                  <a:lnTo>
                    <a:pt x="910428" y="368019"/>
                  </a:lnTo>
                  <a:lnTo>
                    <a:pt x="877763" y="337498"/>
                  </a:lnTo>
                  <a:lnTo>
                    <a:pt x="844071" y="308093"/>
                  </a:lnTo>
                  <a:lnTo>
                    <a:pt x="809380" y="279834"/>
                  </a:lnTo>
                  <a:lnTo>
                    <a:pt x="773721" y="252751"/>
                  </a:lnTo>
                  <a:lnTo>
                    <a:pt x="737124" y="226873"/>
                  </a:lnTo>
                  <a:lnTo>
                    <a:pt x="699617" y="202229"/>
                  </a:lnTo>
                  <a:lnTo>
                    <a:pt x="661230" y="178850"/>
                  </a:lnTo>
                  <a:lnTo>
                    <a:pt x="621994" y="156765"/>
                  </a:lnTo>
                  <a:lnTo>
                    <a:pt x="581937" y="136003"/>
                  </a:lnTo>
                  <a:lnTo>
                    <a:pt x="541089" y="116595"/>
                  </a:lnTo>
                  <a:lnTo>
                    <a:pt x="499480" y="98568"/>
                  </a:lnTo>
                  <a:lnTo>
                    <a:pt x="457139" y="81955"/>
                  </a:lnTo>
                  <a:lnTo>
                    <a:pt x="414096" y="66783"/>
                  </a:lnTo>
                  <a:lnTo>
                    <a:pt x="370381" y="53082"/>
                  </a:lnTo>
                  <a:lnTo>
                    <a:pt x="326023" y="40882"/>
                  </a:lnTo>
                  <a:lnTo>
                    <a:pt x="281051" y="30214"/>
                  </a:lnTo>
                  <a:lnTo>
                    <a:pt x="235496" y="21105"/>
                  </a:lnTo>
                  <a:lnTo>
                    <a:pt x="189386" y="13586"/>
                  </a:lnTo>
                  <a:lnTo>
                    <a:pt x="142753" y="7686"/>
                  </a:lnTo>
                  <a:lnTo>
                    <a:pt x="95624" y="3436"/>
                  </a:lnTo>
                  <a:lnTo>
                    <a:pt x="48029" y="863"/>
                  </a:lnTo>
                  <a:lnTo>
                    <a:pt x="0" y="0"/>
                  </a:lnTo>
                  <a:close/>
                </a:path>
              </a:pathLst>
            </a:custGeom>
            <a:solidFill>
              <a:srgbClr val="A22063">
                <a:alpha val="862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9" name="Google Shape;975;p5"/>
            <p:cNvSpPr/>
            <p:nvPr/>
          </p:nvSpPr>
          <p:spPr>
            <a:xfrm>
              <a:off x="1903768" y="462724"/>
              <a:ext cx="2660015" cy="1330325"/>
            </a:xfrm>
            <a:custGeom>
              <a:avLst/>
              <a:gdLst/>
              <a:ahLst/>
              <a:cxnLst/>
              <a:rect l="l" t="t" r="r" b="b"/>
              <a:pathLst>
                <a:path w="2660015" h="1330325" extrusionOk="0">
                  <a:moveTo>
                    <a:pt x="1330032" y="0"/>
                  </a:moveTo>
                  <a:lnTo>
                    <a:pt x="1281270" y="877"/>
                  </a:lnTo>
                  <a:lnTo>
                    <a:pt x="1232950" y="3488"/>
                  </a:lnTo>
                  <a:lnTo>
                    <a:pt x="1185102" y="7803"/>
                  </a:lnTo>
                  <a:lnTo>
                    <a:pt x="1137757" y="13793"/>
                  </a:lnTo>
                  <a:lnTo>
                    <a:pt x="1090944" y="21426"/>
                  </a:lnTo>
                  <a:lnTo>
                    <a:pt x="1044694" y="30674"/>
                  </a:lnTo>
                  <a:lnTo>
                    <a:pt x="999037" y="41506"/>
                  </a:lnTo>
                  <a:lnTo>
                    <a:pt x="954002" y="53891"/>
                  </a:lnTo>
                  <a:lnTo>
                    <a:pt x="909620" y="67801"/>
                  </a:lnTo>
                  <a:lnTo>
                    <a:pt x="865921" y="83204"/>
                  </a:lnTo>
                  <a:lnTo>
                    <a:pt x="822935" y="100071"/>
                  </a:lnTo>
                  <a:lnTo>
                    <a:pt x="780691" y="118372"/>
                  </a:lnTo>
                  <a:lnTo>
                    <a:pt x="739220" y="138077"/>
                  </a:lnTo>
                  <a:lnTo>
                    <a:pt x="698552" y="159155"/>
                  </a:lnTo>
                  <a:lnTo>
                    <a:pt x="658717" y="181577"/>
                  </a:lnTo>
                  <a:lnTo>
                    <a:pt x="619746" y="205313"/>
                  </a:lnTo>
                  <a:lnTo>
                    <a:pt x="581667" y="230332"/>
                  </a:lnTo>
                  <a:lnTo>
                    <a:pt x="544511" y="256605"/>
                  </a:lnTo>
                  <a:lnTo>
                    <a:pt x="508308" y="284101"/>
                  </a:lnTo>
                  <a:lnTo>
                    <a:pt x="473089" y="312790"/>
                  </a:lnTo>
                  <a:lnTo>
                    <a:pt x="438883" y="342643"/>
                  </a:lnTo>
                  <a:lnTo>
                    <a:pt x="405720" y="373630"/>
                  </a:lnTo>
                  <a:lnTo>
                    <a:pt x="373630" y="405720"/>
                  </a:lnTo>
                  <a:lnTo>
                    <a:pt x="342643" y="438883"/>
                  </a:lnTo>
                  <a:lnTo>
                    <a:pt x="312790" y="473089"/>
                  </a:lnTo>
                  <a:lnTo>
                    <a:pt x="284101" y="508308"/>
                  </a:lnTo>
                  <a:lnTo>
                    <a:pt x="256605" y="544511"/>
                  </a:lnTo>
                  <a:lnTo>
                    <a:pt x="230332" y="581667"/>
                  </a:lnTo>
                  <a:lnTo>
                    <a:pt x="205313" y="619746"/>
                  </a:lnTo>
                  <a:lnTo>
                    <a:pt x="181577" y="658717"/>
                  </a:lnTo>
                  <a:lnTo>
                    <a:pt x="159155" y="698552"/>
                  </a:lnTo>
                  <a:lnTo>
                    <a:pt x="138077" y="739220"/>
                  </a:lnTo>
                  <a:lnTo>
                    <a:pt x="118372" y="780691"/>
                  </a:lnTo>
                  <a:lnTo>
                    <a:pt x="100071" y="822935"/>
                  </a:lnTo>
                  <a:lnTo>
                    <a:pt x="83204" y="865921"/>
                  </a:lnTo>
                  <a:lnTo>
                    <a:pt x="67801" y="909620"/>
                  </a:lnTo>
                  <a:lnTo>
                    <a:pt x="53891" y="954002"/>
                  </a:lnTo>
                  <a:lnTo>
                    <a:pt x="41506" y="999037"/>
                  </a:lnTo>
                  <a:lnTo>
                    <a:pt x="30674" y="1044694"/>
                  </a:lnTo>
                  <a:lnTo>
                    <a:pt x="21426" y="1090944"/>
                  </a:lnTo>
                  <a:lnTo>
                    <a:pt x="13793" y="1137757"/>
                  </a:lnTo>
                  <a:lnTo>
                    <a:pt x="7803" y="1185102"/>
                  </a:lnTo>
                  <a:lnTo>
                    <a:pt x="3488" y="1232950"/>
                  </a:lnTo>
                  <a:lnTo>
                    <a:pt x="877" y="1281270"/>
                  </a:lnTo>
                  <a:lnTo>
                    <a:pt x="0" y="1330032"/>
                  </a:lnTo>
                  <a:lnTo>
                    <a:pt x="810475" y="1330032"/>
                  </a:lnTo>
                  <a:lnTo>
                    <a:pt x="812599" y="1282743"/>
                  </a:lnTo>
                  <a:lnTo>
                    <a:pt x="818846" y="1236646"/>
                  </a:lnTo>
                  <a:lnTo>
                    <a:pt x="829034" y="1191923"/>
                  </a:lnTo>
                  <a:lnTo>
                    <a:pt x="842980" y="1148758"/>
                  </a:lnTo>
                  <a:lnTo>
                    <a:pt x="860500" y="1107334"/>
                  </a:lnTo>
                  <a:lnTo>
                    <a:pt x="881410" y="1067835"/>
                  </a:lnTo>
                  <a:lnTo>
                    <a:pt x="905527" y="1030443"/>
                  </a:lnTo>
                  <a:lnTo>
                    <a:pt x="932669" y="995341"/>
                  </a:lnTo>
                  <a:lnTo>
                    <a:pt x="962650" y="962713"/>
                  </a:lnTo>
                  <a:lnTo>
                    <a:pt x="995288" y="932743"/>
                  </a:lnTo>
                  <a:lnTo>
                    <a:pt x="1030400" y="905612"/>
                  </a:lnTo>
                  <a:lnTo>
                    <a:pt x="1067802" y="881504"/>
                  </a:lnTo>
                  <a:lnTo>
                    <a:pt x="1107310" y="860603"/>
                  </a:lnTo>
                  <a:lnTo>
                    <a:pt x="1148742" y="843091"/>
                  </a:lnTo>
                  <a:lnTo>
                    <a:pt x="1191913" y="829152"/>
                  </a:lnTo>
                  <a:lnTo>
                    <a:pt x="1236641" y="818969"/>
                  </a:lnTo>
                  <a:lnTo>
                    <a:pt x="1282742" y="812725"/>
                  </a:lnTo>
                  <a:lnTo>
                    <a:pt x="1330032" y="810602"/>
                  </a:lnTo>
                  <a:lnTo>
                    <a:pt x="1377303" y="812725"/>
                  </a:lnTo>
                  <a:lnTo>
                    <a:pt x="1423386" y="818969"/>
                  </a:lnTo>
                  <a:lnTo>
                    <a:pt x="1468098" y="829152"/>
                  </a:lnTo>
                  <a:lnTo>
                    <a:pt x="1511256" y="843091"/>
                  </a:lnTo>
                  <a:lnTo>
                    <a:pt x="1552675" y="860603"/>
                  </a:lnTo>
                  <a:lnTo>
                    <a:pt x="1592174" y="881504"/>
                  </a:lnTo>
                  <a:lnTo>
                    <a:pt x="1629567" y="905612"/>
                  </a:lnTo>
                  <a:lnTo>
                    <a:pt x="1664671" y="932743"/>
                  </a:lnTo>
                  <a:lnTo>
                    <a:pt x="1697304" y="962713"/>
                  </a:lnTo>
                  <a:lnTo>
                    <a:pt x="1727280" y="995341"/>
                  </a:lnTo>
                  <a:lnTo>
                    <a:pt x="1754418" y="1030443"/>
                  </a:lnTo>
                  <a:lnTo>
                    <a:pt x="1778532" y="1067835"/>
                  </a:lnTo>
                  <a:lnTo>
                    <a:pt x="1799441" y="1107334"/>
                  </a:lnTo>
                  <a:lnTo>
                    <a:pt x="1816959" y="1148758"/>
                  </a:lnTo>
                  <a:lnTo>
                    <a:pt x="1830904" y="1191923"/>
                  </a:lnTo>
                  <a:lnTo>
                    <a:pt x="1841092" y="1236646"/>
                  </a:lnTo>
                  <a:lnTo>
                    <a:pt x="1847339" y="1282743"/>
                  </a:lnTo>
                  <a:lnTo>
                    <a:pt x="1849462" y="1330032"/>
                  </a:lnTo>
                  <a:lnTo>
                    <a:pt x="2659938" y="1330032"/>
                  </a:lnTo>
                  <a:lnTo>
                    <a:pt x="2659061" y="1281270"/>
                  </a:lnTo>
                  <a:lnTo>
                    <a:pt x="2656450" y="1232950"/>
                  </a:lnTo>
                  <a:lnTo>
                    <a:pt x="2652134" y="1185102"/>
                  </a:lnTo>
                  <a:lnTo>
                    <a:pt x="2646145" y="1137757"/>
                  </a:lnTo>
                  <a:lnTo>
                    <a:pt x="2638511" y="1090944"/>
                  </a:lnTo>
                  <a:lnTo>
                    <a:pt x="2629263" y="1044694"/>
                  </a:lnTo>
                  <a:lnTo>
                    <a:pt x="2618432" y="999037"/>
                  </a:lnTo>
                  <a:lnTo>
                    <a:pt x="2606046" y="954002"/>
                  </a:lnTo>
                  <a:lnTo>
                    <a:pt x="2592137" y="909620"/>
                  </a:lnTo>
                  <a:lnTo>
                    <a:pt x="2576734" y="865921"/>
                  </a:lnTo>
                  <a:lnTo>
                    <a:pt x="2559867" y="822935"/>
                  </a:lnTo>
                  <a:lnTo>
                    <a:pt x="2541566" y="780691"/>
                  </a:lnTo>
                  <a:lnTo>
                    <a:pt x="2521862" y="739220"/>
                  </a:lnTo>
                  <a:lnTo>
                    <a:pt x="2500784" y="698552"/>
                  </a:lnTo>
                  <a:lnTo>
                    <a:pt x="2478363" y="658717"/>
                  </a:lnTo>
                  <a:lnTo>
                    <a:pt x="2454628" y="619746"/>
                  </a:lnTo>
                  <a:lnTo>
                    <a:pt x="2429609" y="581667"/>
                  </a:lnTo>
                  <a:lnTo>
                    <a:pt x="2403338" y="544511"/>
                  </a:lnTo>
                  <a:lnTo>
                    <a:pt x="2375843" y="508308"/>
                  </a:lnTo>
                  <a:lnTo>
                    <a:pt x="2347154" y="473089"/>
                  </a:lnTo>
                  <a:lnTo>
                    <a:pt x="2317303" y="438883"/>
                  </a:lnTo>
                  <a:lnTo>
                    <a:pt x="2286318" y="405720"/>
                  </a:lnTo>
                  <a:lnTo>
                    <a:pt x="2254230" y="373630"/>
                  </a:lnTo>
                  <a:lnTo>
                    <a:pt x="2221069" y="342643"/>
                  </a:lnTo>
                  <a:lnTo>
                    <a:pt x="2186865" y="312790"/>
                  </a:lnTo>
                  <a:lnTo>
                    <a:pt x="2151649" y="284101"/>
                  </a:lnTo>
                  <a:lnTo>
                    <a:pt x="2115449" y="256605"/>
                  </a:lnTo>
                  <a:lnTo>
                    <a:pt x="2078296" y="230332"/>
                  </a:lnTo>
                  <a:lnTo>
                    <a:pt x="2040221" y="205313"/>
                  </a:lnTo>
                  <a:lnTo>
                    <a:pt x="2001252" y="181577"/>
                  </a:lnTo>
                  <a:lnTo>
                    <a:pt x="1961421" y="159155"/>
                  </a:lnTo>
                  <a:lnTo>
                    <a:pt x="1920758" y="138077"/>
                  </a:lnTo>
                  <a:lnTo>
                    <a:pt x="1879292" y="118372"/>
                  </a:lnTo>
                  <a:lnTo>
                    <a:pt x="1837053" y="100071"/>
                  </a:lnTo>
                  <a:lnTo>
                    <a:pt x="1794071" y="83204"/>
                  </a:lnTo>
                  <a:lnTo>
                    <a:pt x="1750378" y="67801"/>
                  </a:lnTo>
                  <a:lnTo>
                    <a:pt x="1706002" y="53891"/>
                  </a:lnTo>
                  <a:lnTo>
                    <a:pt x="1660973" y="41506"/>
                  </a:lnTo>
                  <a:lnTo>
                    <a:pt x="1615322" y="30674"/>
                  </a:lnTo>
                  <a:lnTo>
                    <a:pt x="1569079" y="21426"/>
                  </a:lnTo>
                  <a:lnTo>
                    <a:pt x="1522274" y="13793"/>
                  </a:lnTo>
                  <a:lnTo>
                    <a:pt x="1474937" y="7803"/>
                  </a:lnTo>
                  <a:lnTo>
                    <a:pt x="1427097" y="3488"/>
                  </a:lnTo>
                  <a:lnTo>
                    <a:pt x="1378786" y="877"/>
                  </a:lnTo>
                  <a:lnTo>
                    <a:pt x="1330032" y="0"/>
                  </a:lnTo>
                  <a:close/>
                </a:path>
              </a:pathLst>
            </a:custGeom>
            <a:solidFill>
              <a:srgbClr val="E3702C">
                <a:alpha val="862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grpSp>
      <p:sp>
        <p:nvSpPr>
          <p:cNvPr id="578" name="Google Shape;578;p29"/>
          <p:cNvSpPr/>
          <p:nvPr/>
        </p:nvSpPr>
        <p:spPr>
          <a:xfrm>
            <a:off x="569154" y="907814"/>
            <a:ext cx="11170787" cy="5453642"/>
          </a:xfrm>
          <a:prstGeom prst="rect">
            <a:avLst/>
          </a:prstGeom>
          <a:noFill/>
          <a:ln>
            <a:noFill/>
          </a:ln>
        </p:spPr>
        <p:txBody>
          <a:bodyPr spcFirstLastPara="1" wrap="square" lIns="91425" tIns="45700" rIns="91425" bIns="45700" anchor="ctr" anchorCtr="0">
            <a:noAutofit/>
          </a:bodyPr>
          <a:lstStyle/>
          <a:p>
            <a:pPr lvl="0" algn="ctr">
              <a:buSzPts val="7200"/>
            </a:pPr>
            <a:r>
              <a:rPr lang="es-MX" sz="6600" dirty="0">
                <a:solidFill>
                  <a:schemeClr val="tx1"/>
                </a:solidFill>
                <a:latin typeface="Gotham Rounded" pitchFamily="50" charset="0"/>
              </a:rPr>
              <a:t>En esta clase se utilizó el navegador </a:t>
            </a:r>
            <a:r>
              <a:rPr lang="es-MX" sz="6600" b="1" dirty="0">
                <a:solidFill>
                  <a:schemeClr val="tx1"/>
                </a:solidFill>
                <a:latin typeface="Gotham Rounded" pitchFamily="50" charset="0"/>
              </a:rPr>
              <a:t>Microsoft </a:t>
            </a:r>
            <a:r>
              <a:rPr lang="es-MX" sz="6600" b="1" dirty="0" err="1">
                <a:solidFill>
                  <a:schemeClr val="tx1"/>
                </a:solidFill>
                <a:latin typeface="Gotham Rounded" pitchFamily="50" charset="0"/>
              </a:rPr>
              <a:t>Edge</a:t>
            </a:r>
            <a:endParaRPr lang="es-MX" sz="6600" b="1" dirty="0">
              <a:solidFill>
                <a:schemeClr val="tx1"/>
              </a:solidFill>
              <a:latin typeface="Gotham Rounded" pitchFamily="50" charset="0"/>
            </a:endParaRPr>
          </a:p>
          <a:p>
            <a:pPr lvl="0" algn="ctr">
              <a:buSzPts val="2800"/>
            </a:pPr>
            <a:endParaRPr lang="es-MX" sz="4800" dirty="0">
              <a:solidFill>
                <a:schemeClr val="tx1"/>
              </a:solidFill>
              <a:latin typeface="Gotham Rounded" pitchFamily="50" charset="0"/>
              <a:ea typeface="Tahoma"/>
              <a:cs typeface="Tahoma"/>
              <a:sym typeface="Tahoma"/>
            </a:endParaRPr>
          </a:p>
          <a:p>
            <a:pPr lvl="0" algn="ctr">
              <a:buSzPts val="2800"/>
            </a:pPr>
            <a:r>
              <a:rPr lang="es-MX" sz="4800" dirty="0">
                <a:solidFill>
                  <a:schemeClr val="tx1"/>
                </a:solidFill>
                <a:latin typeface="Gotham Rounded" pitchFamily="50" charset="0"/>
              </a:rPr>
              <a:t>A continuación, se detalla un paso a paso para su instalación.</a:t>
            </a:r>
            <a:endParaRPr lang="es-MX" sz="6600" dirty="0">
              <a:solidFill>
                <a:schemeClr val="tx1"/>
              </a:solidFill>
              <a:latin typeface="Gotham Rounded" pitchFamily="50" charset="0"/>
            </a:endParaRPr>
          </a:p>
        </p:txBody>
      </p:sp>
    </p:spTree>
    <p:extLst>
      <p:ext uri="{BB962C8B-B14F-4D97-AF65-F5344CB8AC3E}">
        <p14:creationId xmlns:p14="http://schemas.microsoft.com/office/powerpoint/2010/main" val="2815267934"/>
      </p:ext>
    </p:extLst>
  </p:cSld>
  <p:clrMapOvr>
    <a:masterClrMapping/>
  </p:clrMapOvr>
  <p:transition spd="slow">
    <p:push/>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32"/>
          <p:cNvSpPr/>
          <p:nvPr/>
        </p:nvSpPr>
        <p:spPr>
          <a:xfrm>
            <a:off x="3936619" y="826629"/>
            <a:ext cx="7497390" cy="523654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a:solidFill>
                  <a:schemeClr val="tx1"/>
                </a:solidFill>
                <a:latin typeface="Gotham Rounded" pitchFamily="50" charset="0"/>
                <a:sym typeface="Arial"/>
              </a:rPr>
              <a:t>Microsoft </a:t>
            </a:r>
            <a:r>
              <a:rPr lang="es-ES" sz="2400" b="1" i="0" u="none" strike="noStrike" cap="none" dirty="0" err="1">
                <a:solidFill>
                  <a:schemeClr val="tx1"/>
                </a:solidFill>
                <a:latin typeface="Gotham Rounded" pitchFamily="50" charset="0"/>
                <a:sym typeface="Arial"/>
              </a:rPr>
              <a:t>Edge</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600"/>
              <a:buFont typeface="Arial"/>
              <a:buNone/>
            </a:pPr>
            <a:r>
              <a:rPr lang="es-ES" sz="3600" b="0" i="0" u="none" strike="noStrike" cap="none" dirty="0">
                <a:solidFill>
                  <a:schemeClr val="tx1"/>
                </a:solidFill>
                <a:latin typeface="Gotham Rounded" pitchFamily="50" charset="0"/>
                <a:sym typeface="Arial"/>
              </a:rPr>
              <a:t>Es un navegador web y, como tal, su función es interpretar códigos HTML, CSS y </a:t>
            </a:r>
            <a:r>
              <a:rPr lang="es-ES" sz="3600" b="0" i="0" u="none" strike="noStrike" cap="none" dirty="0" err="1">
                <a:solidFill>
                  <a:schemeClr val="tx1"/>
                </a:solidFill>
                <a:latin typeface="Gotham Rounded" pitchFamily="50" charset="0"/>
                <a:sym typeface="Arial"/>
              </a:rPr>
              <a:t>Javascript</a:t>
            </a:r>
            <a:r>
              <a:rPr lang="es-ES" sz="3600" b="0" i="0" u="none" strike="noStrike" cap="none" dirty="0">
                <a:solidFill>
                  <a:schemeClr val="tx1"/>
                </a:solidFill>
                <a:latin typeface="Gotham Rounded" pitchFamily="50" charset="0"/>
                <a:sym typeface="Arial"/>
              </a:rPr>
              <a:t>. Existen muchos navegadores más, como Chrome, Safari, Mozilla, Opera, </a:t>
            </a:r>
            <a:r>
              <a:rPr lang="es-ES" sz="3600" b="0" i="0" u="none" strike="noStrike" cap="none" dirty="0" err="1">
                <a:solidFill>
                  <a:schemeClr val="tx1"/>
                </a:solidFill>
                <a:latin typeface="Gotham Rounded" pitchFamily="50" charset="0"/>
                <a:sym typeface="Arial"/>
              </a:rPr>
              <a:t>Brave</a:t>
            </a:r>
            <a:r>
              <a:rPr lang="es-ES" sz="3600" b="0" i="0" u="none" strike="noStrike" cap="none" dirty="0">
                <a:solidFill>
                  <a:schemeClr val="tx1"/>
                </a:solidFill>
                <a:latin typeface="Gotham Rounded" pitchFamily="50" charset="0"/>
                <a:sym typeface="Arial"/>
              </a:rPr>
              <a:t>, etc.</a:t>
            </a:r>
            <a:endParaRPr sz="3600" b="0" i="0" u="none" strike="noStrike" cap="none" dirty="0">
              <a:solidFill>
                <a:schemeClr val="tx1"/>
              </a:solidFill>
              <a:latin typeface="Gotham Rounded" pitchFamily="50" charset="0"/>
              <a:sym typeface="Arial"/>
            </a:endParaRPr>
          </a:p>
        </p:txBody>
      </p:sp>
      <p:grpSp>
        <p:nvGrpSpPr>
          <p:cNvPr id="600" name="Google Shape;600;p32"/>
          <p:cNvGrpSpPr/>
          <p:nvPr/>
        </p:nvGrpSpPr>
        <p:grpSpPr>
          <a:xfrm>
            <a:off x="1008362" y="2019526"/>
            <a:ext cx="1916680" cy="2818948"/>
            <a:chOff x="1008362" y="2500727"/>
            <a:chExt cx="1916680" cy="2818948"/>
          </a:xfrm>
        </p:grpSpPr>
        <p:pic>
          <p:nvPicPr>
            <p:cNvPr id="601" name="Google Shape;601;p32"/>
            <p:cNvPicPr preferRelativeResize="0"/>
            <p:nvPr/>
          </p:nvPicPr>
          <p:blipFill rotWithShape="1">
            <a:blip r:embed="rId3">
              <a:alphaModFix/>
            </a:blip>
            <a:srcRect l="16193" r="14637"/>
            <a:stretch/>
          </p:blipFill>
          <p:spPr>
            <a:xfrm>
              <a:off x="1008362" y="2500727"/>
              <a:ext cx="1916680" cy="1847914"/>
            </a:xfrm>
            <a:prstGeom prst="rect">
              <a:avLst/>
            </a:prstGeom>
            <a:noFill/>
            <a:ln>
              <a:noFill/>
            </a:ln>
          </p:spPr>
        </p:pic>
        <p:pic>
          <p:nvPicPr>
            <p:cNvPr id="602" name="Google Shape;602;p32" descr="Imagen que contiene dibujo&#10;&#10;Descripción generada con confianza muy alta"/>
            <p:cNvPicPr preferRelativeResize="0"/>
            <p:nvPr/>
          </p:nvPicPr>
          <p:blipFill rotWithShape="1">
            <a:blip r:embed="rId4">
              <a:alphaModFix/>
            </a:blip>
            <a:srcRect/>
            <a:stretch/>
          </p:blipFill>
          <p:spPr>
            <a:xfrm>
              <a:off x="1434180" y="5095813"/>
              <a:ext cx="1065044" cy="223862"/>
            </a:xfrm>
            <a:prstGeom prst="rect">
              <a:avLst/>
            </a:prstGeom>
            <a:noFill/>
            <a:ln>
              <a:noFill/>
            </a:ln>
          </p:spPr>
        </p:pic>
      </p:grpSp>
      <p:sp>
        <p:nvSpPr>
          <p:cNvPr id="603" name="Google Shape;603;p32"/>
          <p:cNvSpPr/>
          <p:nvPr/>
        </p:nvSpPr>
        <p:spPr>
          <a:xfrm>
            <a:off x="5205046" y="5838076"/>
            <a:ext cx="6228963"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sng" strike="noStrike" cap="none" dirty="0">
                <a:solidFill>
                  <a:schemeClr val="dk1"/>
                </a:solidFill>
                <a:latin typeface="Gotham Rounded" pitchFamily="50" charset="0"/>
                <a:sym typeface="Arial"/>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Descargar: https://www.microsoft.com/en-us/edge</a:t>
            </a:r>
            <a:endParaRPr sz="1800" b="0" i="0" u="none" strike="noStrike" cap="none" dirty="0">
              <a:solidFill>
                <a:schemeClr val="dk1"/>
              </a:solidFill>
              <a:latin typeface="Gotham Rounded" pitchFamily="50" charset="0"/>
              <a:sym typeface="Arial"/>
            </a:endParaRPr>
          </a:p>
        </p:txBody>
      </p:sp>
      <p:pic>
        <p:nvPicPr>
          <p:cNvPr id="127"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rotWithShape="1">
          <a:blip r:embed="rId6">
            <a:extLst>
              <a:ext uri="{28A0092B-C50C-407E-A947-70E740481C1C}">
                <a14:useLocalDpi xmlns:a14="http://schemas.microsoft.com/office/drawing/2010/main" val="0"/>
              </a:ext>
            </a:extLst>
          </a:blip>
          <a:srcRect l="30304" t="90724" r="23779" b="14"/>
          <a:stretch/>
        </p:blipFill>
        <p:spPr bwMode="auto">
          <a:xfrm rot="5400000">
            <a:off x="-2460149" y="3389289"/>
            <a:ext cx="5584874" cy="633047"/>
          </a:xfrm>
          <a:prstGeom prst="rect">
            <a:avLst/>
          </a:prstGeom>
          <a:noFill/>
          <a:extLst>
            <a:ext uri="{909E8E84-426E-40DD-AFC4-6F175D3DCCD1}">
              <a14:hiddenFill xmlns:a14="http://schemas.microsoft.com/office/drawing/2010/main">
                <a:solidFill>
                  <a:srgbClr val="FFFFFF"/>
                </a:solidFill>
              </a14:hiddenFill>
            </a:ext>
          </a:extLst>
        </p:spPr>
      </p:pic>
      <p:grpSp>
        <p:nvGrpSpPr>
          <p:cNvPr id="355" name="Google Shape;1238;p8"/>
          <p:cNvGrpSpPr/>
          <p:nvPr/>
        </p:nvGrpSpPr>
        <p:grpSpPr>
          <a:xfrm>
            <a:off x="10323558" y="134214"/>
            <a:ext cx="1414810" cy="548223"/>
            <a:chOff x="14201902" y="621652"/>
            <a:chExt cx="2318892" cy="951953"/>
          </a:xfrm>
        </p:grpSpPr>
        <p:pic>
          <p:nvPicPr>
            <p:cNvPr id="356" name="Google Shape;1240;p8"/>
            <p:cNvPicPr preferRelativeResize="0"/>
            <p:nvPr/>
          </p:nvPicPr>
          <p:blipFill rotWithShape="1">
            <a:blip r:embed="rId7">
              <a:alphaModFix/>
            </a:blip>
            <a:srcRect/>
            <a:stretch/>
          </p:blipFill>
          <p:spPr>
            <a:xfrm>
              <a:off x="14496301" y="621652"/>
              <a:ext cx="381832" cy="226865"/>
            </a:xfrm>
            <a:prstGeom prst="rect">
              <a:avLst/>
            </a:prstGeom>
            <a:noFill/>
            <a:ln>
              <a:noFill/>
            </a:ln>
          </p:spPr>
        </p:pic>
        <p:sp>
          <p:nvSpPr>
            <p:cNvPr id="357" name="Google Shape;1241;p8"/>
            <p:cNvSpPr/>
            <p:nvPr/>
          </p:nvSpPr>
          <p:spPr>
            <a:xfrm>
              <a:off x="14410042" y="884923"/>
              <a:ext cx="289560" cy="247650"/>
            </a:xfrm>
            <a:custGeom>
              <a:avLst/>
              <a:gdLst/>
              <a:ahLst/>
              <a:cxnLst/>
              <a:rect l="l" t="t" r="r" b="b"/>
              <a:pathLst>
                <a:path w="289559" h="247650" extrusionOk="0">
                  <a:moveTo>
                    <a:pt x="255943" y="0"/>
                  </a:moveTo>
                  <a:lnTo>
                    <a:pt x="240766" y="0"/>
                  </a:lnTo>
                  <a:lnTo>
                    <a:pt x="236550" y="2806"/>
                  </a:lnTo>
                  <a:lnTo>
                    <a:pt x="144741" y="191325"/>
                  </a:lnTo>
                  <a:lnTo>
                    <a:pt x="52603" y="2806"/>
                  </a:lnTo>
                  <a:lnTo>
                    <a:pt x="48374" y="0"/>
                  </a:lnTo>
                  <a:lnTo>
                    <a:pt x="33197" y="0"/>
                  </a:lnTo>
                  <a:lnTo>
                    <a:pt x="28257" y="5981"/>
                  </a:lnTo>
                  <a:lnTo>
                    <a:pt x="0" y="240411"/>
                  </a:lnTo>
                  <a:lnTo>
                    <a:pt x="4216" y="246062"/>
                  </a:lnTo>
                  <a:lnTo>
                    <a:pt x="17297" y="247472"/>
                  </a:lnTo>
                  <a:lnTo>
                    <a:pt x="22580" y="242887"/>
                  </a:lnTo>
                  <a:lnTo>
                    <a:pt x="46964" y="43421"/>
                  </a:lnTo>
                  <a:lnTo>
                    <a:pt x="129209" y="210045"/>
                  </a:lnTo>
                  <a:lnTo>
                    <a:pt x="131673" y="215353"/>
                  </a:lnTo>
                  <a:lnTo>
                    <a:pt x="136283" y="222402"/>
                  </a:lnTo>
                  <a:lnTo>
                    <a:pt x="153212" y="222402"/>
                  </a:lnTo>
                  <a:lnTo>
                    <a:pt x="157810" y="215353"/>
                  </a:lnTo>
                  <a:lnTo>
                    <a:pt x="242176" y="43421"/>
                  </a:lnTo>
                  <a:lnTo>
                    <a:pt x="266522" y="242887"/>
                  </a:lnTo>
                  <a:lnTo>
                    <a:pt x="271843" y="247472"/>
                  </a:lnTo>
                  <a:lnTo>
                    <a:pt x="284899" y="246062"/>
                  </a:lnTo>
                  <a:lnTo>
                    <a:pt x="289128" y="240411"/>
                  </a:lnTo>
                  <a:lnTo>
                    <a:pt x="288429" y="233705"/>
                  </a:lnTo>
                  <a:lnTo>
                    <a:pt x="260896" y="5981"/>
                  </a:lnTo>
                  <a:lnTo>
                    <a:pt x="255943"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358" name="Google Shape;1242;p8"/>
            <p:cNvPicPr preferRelativeResize="0"/>
            <p:nvPr/>
          </p:nvPicPr>
          <p:blipFill rotWithShape="1">
            <a:blip r:embed="rId8">
              <a:alphaModFix/>
            </a:blip>
            <a:srcRect/>
            <a:stretch/>
          </p:blipFill>
          <p:spPr>
            <a:xfrm>
              <a:off x="14755824" y="884923"/>
              <a:ext cx="172262" cy="248538"/>
            </a:xfrm>
            <a:prstGeom prst="rect">
              <a:avLst/>
            </a:prstGeom>
            <a:noFill/>
            <a:ln>
              <a:noFill/>
            </a:ln>
          </p:spPr>
        </p:pic>
        <p:pic>
          <p:nvPicPr>
            <p:cNvPr id="359" name="Google Shape;1243;p8"/>
            <p:cNvPicPr preferRelativeResize="0"/>
            <p:nvPr/>
          </p:nvPicPr>
          <p:blipFill rotWithShape="1">
            <a:blip r:embed="rId9">
              <a:alphaModFix/>
            </a:blip>
            <a:srcRect/>
            <a:stretch/>
          </p:blipFill>
          <p:spPr>
            <a:xfrm>
              <a:off x="14995360" y="884910"/>
              <a:ext cx="296633" cy="246773"/>
            </a:xfrm>
            <a:prstGeom prst="rect">
              <a:avLst/>
            </a:prstGeom>
            <a:noFill/>
            <a:ln>
              <a:noFill/>
            </a:ln>
          </p:spPr>
        </p:pic>
        <p:sp>
          <p:nvSpPr>
            <p:cNvPr id="360" name="Google Shape;1244;p8"/>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361" name="Google Shape;1245;p8"/>
            <p:cNvPicPr preferRelativeResize="0"/>
            <p:nvPr/>
          </p:nvPicPr>
          <p:blipFill rotWithShape="1">
            <a:blip r:embed="rId10">
              <a:alphaModFix/>
            </a:blip>
            <a:srcRect/>
            <a:stretch/>
          </p:blipFill>
          <p:spPr>
            <a:xfrm>
              <a:off x="15426016" y="886663"/>
              <a:ext cx="163791" cy="245021"/>
            </a:xfrm>
            <a:prstGeom prst="rect">
              <a:avLst/>
            </a:prstGeom>
            <a:noFill/>
            <a:ln>
              <a:noFill/>
            </a:ln>
          </p:spPr>
        </p:pic>
        <p:pic>
          <p:nvPicPr>
            <p:cNvPr id="362" name="Google Shape;1246;p8"/>
            <p:cNvPicPr preferRelativeResize="0"/>
            <p:nvPr/>
          </p:nvPicPr>
          <p:blipFill rotWithShape="1">
            <a:blip r:embed="rId11">
              <a:alphaModFix/>
            </a:blip>
            <a:srcRect/>
            <a:stretch/>
          </p:blipFill>
          <p:spPr>
            <a:xfrm>
              <a:off x="15638234" y="884910"/>
              <a:ext cx="128130" cy="245008"/>
            </a:xfrm>
            <a:prstGeom prst="rect">
              <a:avLst/>
            </a:prstGeom>
            <a:noFill/>
            <a:ln>
              <a:noFill/>
            </a:ln>
          </p:spPr>
        </p:pic>
        <p:sp>
          <p:nvSpPr>
            <p:cNvPr id="363" name="Google Shape;1247;p8"/>
            <p:cNvSpPr/>
            <p:nvPr/>
          </p:nvSpPr>
          <p:spPr>
            <a:xfrm>
              <a:off x="15807512" y="884923"/>
              <a:ext cx="23495" cy="247015"/>
            </a:xfrm>
            <a:custGeom>
              <a:avLst/>
              <a:gdLst/>
              <a:ahLst/>
              <a:cxnLst/>
              <a:rect l="l" t="t" r="r" b="b"/>
              <a:pathLst>
                <a:path w="23494" h="247015" extrusionOk="0">
                  <a:moveTo>
                    <a:pt x="18338" y="0"/>
                  </a:moveTo>
                  <a:lnTo>
                    <a:pt x="4927" y="0"/>
                  </a:lnTo>
                  <a:lnTo>
                    <a:pt x="0" y="5283"/>
                  </a:lnTo>
                  <a:lnTo>
                    <a:pt x="0" y="241452"/>
                  </a:lnTo>
                  <a:lnTo>
                    <a:pt x="4927"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364" name="Google Shape;1248;p8"/>
            <p:cNvPicPr preferRelativeResize="0"/>
            <p:nvPr/>
          </p:nvPicPr>
          <p:blipFill rotWithShape="1">
            <a:blip r:embed="rId12">
              <a:alphaModFix/>
            </a:blip>
            <a:srcRect/>
            <a:stretch/>
          </p:blipFill>
          <p:spPr>
            <a:xfrm>
              <a:off x="15884842" y="883856"/>
              <a:ext cx="424116" cy="249605"/>
            </a:xfrm>
            <a:prstGeom prst="rect">
              <a:avLst/>
            </a:prstGeom>
            <a:noFill/>
            <a:ln>
              <a:noFill/>
            </a:ln>
          </p:spPr>
        </p:pic>
        <p:sp>
          <p:nvSpPr>
            <p:cNvPr id="365" name="Google Shape;1249;p8"/>
            <p:cNvSpPr/>
            <p:nvPr/>
          </p:nvSpPr>
          <p:spPr>
            <a:xfrm>
              <a:off x="1506874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66" y="40652"/>
                  </a:lnTo>
                  <a:lnTo>
                    <a:pt x="26466" y="125488"/>
                  </a:lnTo>
                  <a:lnTo>
                    <a:pt x="26114" y="133764"/>
                  </a:lnTo>
                  <a:lnTo>
                    <a:pt x="23985" y="141384"/>
                  </a:lnTo>
                  <a:lnTo>
                    <a:pt x="18896" y="146968"/>
                  </a:lnTo>
                  <a:lnTo>
                    <a:pt x="9664" y="149136"/>
                  </a:lnTo>
                  <a:lnTo>
                    <a:pt x="2628" y="149136"/>
                  </a:lnTo>
                  <a:lnTo>
                    <a:pt x="0" y="151599"/>
                  </a:lnTo>
                  <a:lnTo>
                    <a:pt x="0" y="157911"/>
                  </a:lnTo>
                  <a:lnTo>
                    <a:pt x="2628" y="160350"/>
                  </a:lnTo>
                  <a:lnTo>
                    <a:pt x="9664" y="160350"/>
                  </a:lnTo>
                  <a:lnTo>
                    <a:pt x="23186" y="157662"/>
                  </a:lnTo>
                  <a:lnTo>
                    <a:pt x="31934" y="150277"/>
                  </a:lnTo>
                  <a:lnTo>
                    <a:pt x="36643"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366" name="Google Shape;1250;p8"/>
            <p:cNvPicPr preferRelativeResize="0"/>
            <p:nvPr/>
          </p:nvPicPr>
          <p:blipFill rotWithShape="1">
            <a:blip r:embed="rId13">
              <a:alphaModFix/>
            </a:blip>
            <a:srcRect/>
            <a:stretch/>
          </p:blipFill>
          <p:spPr>
            <a:xfrm>
              <a:off x="15129420" y="1280883"/>
              <a:ext cx="267157" cy="122516"/>
            </a:xfrm>
            <a:prstGeom prst="rect">
              <a:avLst/>
            </a:prstGeom>
            <a:noFill/>
            <a:ln>
              <a:noFill/>
            </a:ln>
          </p:spPr>
        </p:pic>
        <p:pic>
          <p:nvPicPr>
            <p:cNvPr id="367" name="Google Shape;1251;p8"/>
            <p:cNvPicPr preferRelativeResize="0"/>
            <p:nvPr/>
          </p:nvPicPr>
          <p:blipFill rotWithShape="1">
            <a:blip r:embed="rId14">
              <a:alphaModFix/>
            </a:blip>
            <a:srcRect/>
            <a:stretch/>
          </p:blipFill>
          <p:spPr>
            <a:xfrm>
              <a:off x="15417545" y="1318018"/>
              <a:ext cx="70269" cy="84480"/>
            </a:xfrm>
            <a:prstGeom prst="rect">
              <a:avLst/>
            </a:prstGeom>
            <a:noFill/>
            <a:ln>
              <a:noFill/>
            </a:ln>
          </p:spPr>
        </p:pic>
        <p:pic>
          <p:nvPicPr>
            <p:cNvPr id="368" name="Google Shape;1252;p8"/>
            <p:cNvPicPr preferRelativeResize="0"/>
            <p:nvPr/>
          </p:nvPicPr>
          <p:blipFill rotWithShape="1">
            <a:blip r:embed="rId15">
              <a:alphaModFix/>
            </a:blip>
            <a:srcRect/>
            <a:stretch/>
          </p:blipFill>
          <p:spPr>
            <a:xfrm>
              <a:off x="15509772" y="1318018"/>
              <a:ext cx="154457" cy="85382"/>
            </a:xfrm>
            <a:prstGeom prst="rect">
              <a:avLst/>
            </a:prstGeom>
            <a:noFill/>
            <a:ln>
              <a:noFill/>
            </a:ln>
          </p:spPr>
        </p:pic>
        <p:sp>
          <p:nvSpPr>
            <p:cNvPr id="369" name="Google Shape;1253;p8"/>
            <p:cNvSpPr/>
            <p:nvPr/>
          </p:nvSpPr>
          <p:spPr>
            <a:xfrm>
              <a:off x="1591545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43" y="38023"/>
                  </a:lnTo>
                  <a:lnTo>
                    <a:pt x="26479" y="40652"/>
                  </a:lnTo>
                  <a:lnTo>
                    <a:pt x="26479" y="125488"/>
                  </a:lnTo>
                  <a:lnTo>
                    <a:pt x="26119" y="133764"/>
                  </a:lnTo>
                  <a:lnTo>
                    <a:pt x="23983" y="141384"/>
                  </a:lnTo>
                  <a:lnTo>
                    <a:pt x="18885" y="146968"/>
                  </a:lnTo>
                  <a:lnTo>
                    <a:pt x="9639" y="149136"/>
                  </a:lnTo>
                  <a:lnTo>
                    <a:pt x="2628" y="149136"/>
                  </a:lnTo>
                  <a:lnTo>
                    <a:pt x="0" y="151599"/>
                  </a:lnTo>
                  <a:lnTo>
                    <a:pt x="0" y="157911"/>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370" name="Google Shape;1254;p8"/>
            <p:cNvPicPr preferRelativeResize="0"/>
            <p:nvPr/>
          </p:nvPicPr>
          <p:blipFill rotWithShape="1">
            <a:blip r:embed="rId16">
              <a:alphaModFix/>
            </a:blip>
            <a:srcRect/>
            <a:stretch/>
          </p:blipFill>
          <p:spPr>
            <a:xfrm>
              <a:off x="15976003" y="1280883"/>
              <a:ext cx="267157" cy="122516"/>
            </a:xfrm>
            <a:prstGeom prst="rect">
              <a:avLst/>
            </a:prstGeom>
            <a:noFill/>
            <a:ln>
              <a:noFill/>
            </a:ln>
          </p:spPr>
        </p:pic>
        <p:pic>
          <p:nvPicPr>
            <p:cNvPr id="371" name="Google Shape;1255;p8"/>
            <p:cNvPicPr preferRelativeResize="0"/>
            <p:nvPr/>
          </p:nvPicPr>
          <p:blipFill rotWithShape="1">
            <a:blip r:embed="rId17">
              <a:alphaModFix/>
            </a:blip>
            <a:srcRect/>
            <a:stretch/>
          </p:blipFill>
          <p:spPr>
            <a:xfrm>
              <a:off x="16264228" y="1318018"/>
              <a:ext cx="70294" cy="84480"/>
            </a:xfrm>
            <a:prstGeom prst="rect">
              <a:avLst/>
            </a:prstGeom>
            <a:noFill/>
            <a:ln>
              <a:noFill/>
            </a:ln>
          </p:spPr>
        </p:pic>
        <p:pic>
          <p:nvPicPr>
            <p:cNvPr id="372" name="Google Shape;1256;p8"/>
            <p:cNvPicPr preferRelativeResize="0"/>
            <p:nvPr/>
          </p:nvPicPr>
          <p:blipFill rotWithShape="1">
            <a:blip r:embed="rId18">
              <a:alphaModFix/>
            </a:blip>
            <a:srcRect/>
            <a:stretch/>
          </p:blipFill>
          <p:spPr>
            <a:xfrm>
              <a:off x="16356482" y="1318018"/>
              <a:ext cx="154457" cy="85382"/>
            </a:xfrm>
            <a:prstGeom prst="rect">
              <a:avLst/>
            </a:prstGeom>
            <a:noFill/>
            <a:ln>
              <a:noFill/>
            </a:ln>
          </p:spPr>
        </p:pic>
        <p:pic>
          <p:nvPicPr>
            <p:cNvPr id="373" name="Google Shape;1257;p8"/>
            <p:cNvPicPr preferRelativeResize="0"/>
            <p:nvPr/>
          </p:nvPicPr>
          <p:blipFill rotWithShape="1">
            <a:blip r:embed="rId19">
              <a:alphaModFix/>
            </a:blip>
            <a:srcRect/>
            <a:stretch/>
          </p:blipFill>
          <p:spPr>
            <a:xfrm>
              <a:off x="14201902" y="762152"/>
              <a:ext cx="2318892" cy="491782"/>
            </a:xfrm>
            <a:prstGeom prst="rect">
              <a:avLst/>
            </a:prstGeom>
            <a:noFill/>
            <a:ln>
              <a:noFill/>
            </a:ln>
          </p:spPr>
        </p:pic>
        <p:pic>
          <p:nvPicPr>
            <p:cNvPr id="374" name="Google Shape;1258;p8"/>
            <p:cNvPicPr preferRelativeResize="0"/>
            <p:nvPr/>
          </p:nvPicPr>
          <p:blipFill rotWithShape="1">
            <a:blip r:embed="rId20">
              <a:alphaModFix/>
            </a:blip>
            <a:srcRect/>
            <a:stretch/>
          </p:blipFill>
          <p:spPr>
            <a:xfrm>
              <a:off x="15628112" y="1170902"/>
              <a:ext cx="343027" cy="402703"/>
            </a:xfrm>
            <a:prstGeom prst="rect">
              <a:avLst/>
            </a:prstGeom>
            <a:noFill/>
            <a:ln>
              <a:noFill/>
            </a:ln>
          </p:spPr>
        </p:pic>
        <p:pic>
          <p:nvPicPr>
            <p:cNvPr id="375" name="Google Shape;1259;p8"/>
            <p:cNvPicPr preferRelativeResize="0"/>
            <p:nvPr/>
          </p:nvPicPr>
          <p:blipFill rotWithShape="1">
            <a:blip r:embed="rId21">
              <a:alphaModFix/>
            </a:blip>
            <a:srcRect/>
            <a:stretch/>
          </p:blipFill>
          <p:spPr>
            <a:xfrm>
              <a:off x="15688054" y="1399069"/>
              <a:ext cx="75693" cy="71500"/>
            </a:xfrm>
            <a:prstGeom prst="rect">
              <a:avLst/>
            </a:prstGeom>
            <a:noFill/>
            <a:ln>
              <a:noFill/>
            </a:ln>
          </p:spPr>
        </p:pic>
        <p:pic>
          <p:nvPicPr>
            <p:cNvPr id="376" name="Google Shape;1260;p8"/>
            <p:cNvPicPr preferRelativeResize="0"/>
            <p:nvPr/>
          </p:nvPicPr>
          <p:blipFill rotWithShape="1">
            <a:blip r:embed="rId22">
              <a:alphaModFix/>
            </a:blip>
            <a:srcRect/>
            <a:stretch/>
          </p:blipFill>
          <p:spPr>
            <a:xfrm>
              <a:off x="15685006" y="1433904"/>
              <a:ext cx="365" cy="357"/>
            </a:xfrm>
            <a:prstGeom prst="rect">
              <a:avLst/>
            </a:prstGeom>
            <a:noFill/>
            <a:ln>
              <a:noFill/>
            </a:ln>
          </p:spPr>
        </p:pic>
        <p:pic>
          <p:nvPicPr>
            <p:cNvPr id="377" name="Google Shape;1261;p8"/>
            <p:cNvPicPr preferRelativeResize="0"/>
            <p:nvPr/>
          </p:nvPicPr>
          <p:blipFill rotWithShape="1">
            <a:blip r:embed="rId23">
              <a:alphaModFix/>
            </a:blip>
            <a:srcRect/>
            <a:stretch/>
          </p:blipFill>
          <p:spPr>
            <a:xfrm>
              <a:off x="15609698" y="1489519"/>
              <a:ext cx="39623" cy="43522"/>
            </a:xfrm>
            <a:prstGeom prst="rect">
              <a:avLst/>
            </a:prstGeom>
            <a:noFill/>
            <a:ln>
              <a:noFill/>
            </a:ln>
          </p:spPr>
        </p:pic>
        <p:pic>
          <p:nvPicPr>
            <p:cNvPr id="378" name="Google Shape;1262;p8"/>
            <p:cNvPicPr preferRelativeResize="0"/>
            <p:nvPr/>
          </p:nvPicPr>
          <p:blipFill rotWithShape="1">
            <a:blip r:embed="rId24">
              <a:alphaModFix/>
            </a:blip>
            <a:srcRect/>
            <a:stretch/>
          </p:blipFill>
          <p:spPr>
            <a:xfrm>
              <a:off x="15665195" y="1482038"/>
              <a:ext cx="12445" cy="15214"/>
            </a:xfrm>
            <a:prstGeom prst="rect">
              <a:avLst/>
            </a:prstGeom>
            <a:noFill/>
            <a:ln>
              <a:noFill/>
            </a:ln>
          </p:spPr>
        </p:pic>
        <p:pic>
          <p:nvPicPr>
            <p:cNvPr id="379" name="Google Shape;1263;p8"/>
            <p:cNvPicPr preferRelativeResize="0"/>
            <p:nvPr/>
          </p:nvPicPr>
          <p:blipFill rotWithShape="1">
            <a:blip r:embed="rId24">
              <a:alphaModFix/>
            </a:blip>
            <a:srcRect/>
            <a:stretch/>
          </p:blipFill>
          <p:spPr>
            <a:xfrm>
              <a:off x="15665831" y="1458128"/>
              <a:ext cx="11683" cy="14601"/>
            </a:xfrm>
            <a:prstGeom prst="rect">
              <a:avLst/>
            </a:prstGeom>
            <a:noFill/>
            <a:ln>
              <a:noFill/>
            </a:ln>
          </p:spPr>
        </p:pic>
        <p:pic>
          <p:nvPicPr>
            <p:cNvPr id="380" name="Google Shape;1264;p8"/>
            <p:cNvPicPr preferRelativeResize="0"/>
            <p:nvPr/>
          </p:nvPicPr>
          <p:blipFill rotWithShape="1">
            <a:blip r:embed="rId25">
              <a:alphaModFix/>
            </a:blip>
            <a:srcRect/>
            <a:stretch/>
          </p:blipFill>
          <p:spPr>
            <a:xfrm>
              <a:off x="15824835" y="1228966"/>
              <a:ext cx="64007" cy="65811"/>
            </a:xfrm>
            <a:prstGeom prst="rect">
              <a:avLst/>
            </a:prstGeom>
            <a:noFill/>
            <a:ln>
              <a:noFill/>
            </a:ln>
          </p:spPr>
        </p:pic>
        <p:pic>
          <p:nvPicPr>
            <p:cNvPr id="381" name="Google Shape;1265;p8"/>
            <p:cNvPicPr preferRelativeResize="0"/>
            <p:nvPr/>
          </p:nvPicPr>
          <p:blipFill rotWithShape="1">
            <a:blip r:embed="rId26">
              <a:alphaModFix/>
            </a:blip>
            <a:srcRect/>
            <a:stretch/>
          </p:blipFill>
          <p:spPr>
            <a:xfrm>
              <a:off x="15624047" y="1433779"/>
              <a:ext cx="77215" cy="82550"/>
            </a:xfrm>
            <a:prstGeom prst="rect">
              <a:avLst/>
            </a:prstGeom>
            <a:noFill/>
            <a:ln>
              <a:noFill/>
            </a:ln>
          </p:spPr>
        </p:pic>
        <p:pic>
          <p:nvPicPr>
            <p:cNvPr id="382" name="Google Shape;1266;p8"/>
            <p:cNvPicPr preferRelativeResize="0"/>
            <p:nvPr/>
          </p:nvPicPr>
          <p:blipFill rotWithShape="1">
            <a:blip r:embed="rId27">
              <a:alphaModFix/>
            </a:blip>
            <a:srcRect/>
            <a:stretch/>
          </p:blipFill>
          <p:spPr>
            <a:xfrm>
              <a:off x="15901288" y="1256068"/>
              <a:ext cx="16763" cy="12903"/>
            </a:xfrm>
            <a:prstGeom prst="rect">
              <a:avLst/>
            </a:prstGeom>
            <a:noFill/>
            <a:ln>
              <a:noFill/>
            </a:ln>
          </p:spPr>
        </p:pic>
        <p:pic>
          <p:nvPicPr>
            <p:cNvPr id="383" name="Google Shape;1267;p8"/>
            <p:cNvPicPr preferRelativeResize="0"/>
            <p:nvPr/>
          </p:nvPicPr>
          <p:blipFill rotWithShape="1">
            <a:blip r:embed="rId24">
              <a:alphaModFix/>
            </a:blip>
            <a:srcRect/>
            <a:stretch/>
          </p:blipFill>
          <p:spPr>
            <a:xfrm>
              <a:off x="15680309" y="1443710"/>
              <a:ext cx="12953" cy="15138"/>
            </a:xfrm>
            <a:prstGeom prst="rect">
              <a:avLst/>
            </a:prstGeom>
            <a:noFill/>
            <a:ln>
              <a:noFill/>
            </a:ln>
          </p:spPr>
        </p:pic>
        <p:pic>
          <p:nvPicPr>
            <p:cNvPr id="384" name="Google Shape;1268;p8"/>
            <p:cNvPicPr preferRelativeResize="0"/>
            <p:nvPr/>
          </p:nvPicPr>
          <p:blipFill rotWithShape="1">
            <a:blip r:embed="rId28">
              <a:alphaModFix/>
            </a:blip>
            <a:srcRect/>
            <a:stretch/>
          </p:blipFill>
          <p:spPr>
            <a:xfrm>
              <a:off x="15931515" y="1237411"/>
              <a:ext cx="9779" cy="7467"/>
            </a:xfrm>
            <a:prstGeom prst="rect">
              <a:avLst/>
            </a:prstGeom>
            <a:noFill/>
            <a:ln>
              <a:noFill/>
            </a:ln>
          </p:spPr>
        </p:pic>
        <p:pic>
          <p:nvPicPr>
            <p:cNvPr id="385" name="Google Shape;1269;p8"/>
            <p:cNvPicPr preferRelativeResize="0"/>
            <p:nvPr/>
          </p:nvPicPr>
          <p:blipFill rotWithShape="1">
            <a:blip r:embed="rId29">
              <a:alphaModFix/>
            </a:blip>
            <a:srcRect/>
            <a:stretch/>
          </p:blipFill>
          <p:spPr>
            <a:xfrm>
              <a:off x="15934562" y="1189837"/>
              <a:ext cx="38226" cy="32524"/>
            </a:xfrm>
            <a:prstGeom prst="rect">
              <a:avLst/>
            </a:prstGeom>
            <a:noFill/>
            <a:ln>
              <a:noFill/>
            </a:ln>
          </p:spPr>
        </p:pic>
        <p:pic>
          <p:nvPicPr>
            <p:cNvPr id="386" name="Google Shape;1270;p8"/>
            <p:cNvPicPr preferRelativeResize="0"/>
            <p:nvPr/>
          </p:nvPicPr>
          <p:blipFill rotWithShape="1">
            <a:blip r:embed="rId30">
              <a:alphaModFix/>
            </a:blip>
            <a:srcRect/>
            <a:stretch/>
          </p:blipFill>
          <p:spPr>
            <a:xfrm>
              <a:off x="15645637" y="1455178"/>
              <a:ext cx="40257" cy="24193"/>
            </a:xfrm>
            <a:prstGeom prst="rect">
              <a:avLst/>
            </a:prstGeom>
            <a:noFill/>
            <a:ln>
              <a:noFill/>
            </a:ln>
          </p:spPr>
        </p:pic>
        <p:pic>
          <p:nvPicPr>
            <p:cNvPr id="387" name="Google Shape;1271;p8"/>
            <p:cNvPicPr preferRelativeResize="0"/>
            <p:nvPr/>
          </p:nvPicPr>
          <p:blipFill rotWithShape="1">
            <a:blip r:embed="rId31">
              <a:alphaModFix/>
            </a:blip>
            <a:srcRect/>
            <a:stretch/>
          </p:blipFill>
          <p:spPr>
            <a:xfrm>
              <a:off x="15687295" y="1443595"/>
              <a:ext cx="5969" cy="6934"/>
            </a:xfrm>
            <a:prstGeom prst="rect">
              <a:avLst/>
            </a:prstGeom>
            <a:noFill/>
            <a:ln>
              <a:noFill/>
            </a:ln>
          </p:spPr>
        </p:pic>
        <p:pic>
          <p:nvPicPr>
            <p:cNvPr id="388" name="Google Shape;1272;p8"/>
            <p:cNvPicPr preferRelativeResize="0"/>
            <p:nvPr/>
          </p:nvPicPr>
          <p:blipFill rotWithShape="1">
            <a:blip r:embed="rId32">
              <a:alphaModFix/>
            </a:blip>
            <a:srcRect/>
            <a:stretch/>
          </p:blipFill>
          <p:spPr>
            <a:xfrm>
              <a:off x="15900400" y="1202498"/>
              <a:ext cx="17907" cy="15088"/>
            </a:xfrm>
            <a:prstGeom prst="rect">
              <a:avLst/>
            </a:prstGeom>
            <a:noFill/>
            <a:ln>
              <a:noFill/>
            </a:ln>
          </p:spPr>
        </p:pic>
        <p:pic>
          <p:nvPicPr>
            <p:cNvPr id="389" name="Google Shape;1273;p8"/>
            <p:cNvPicPr preferRelativeResize="0"/>
            <p:nvPr/>
          </p:nvPicPr>
          <p:blipFill rotWithShape="1">
            <a:blip r:embed="rId33">
              <a:alphaModFix/>
            </a:blip>
            <a:srcRect/>
            <a:stretch/>
          </p:blipFill>
          <p:spPr>
            <a:xfrm>
              <a:off x="15696945" y="1384351"/>
              <a:ext cx="36195" cy="49428"/>
            </a:xfrm>
            <a:prstGeom prst="rect">
              <a:avLst/>
            </a:prstGeom>
            <a:noFill/>
            <a:ln>
              <a:noFill/>
            </a:ln>
          </p:spPr>
        </p:pic>
        <p:pic>
          <p:nvPicPr>
            <p:cNvPr id="390" name="Google Shape;1274;p8"/>
            <p:cNvPicPr preferRelativeResize="0"/>
            <p:nvPr/>
          </p:nvPicPr>
          <p:blipFill rotWithShape="1">
            <a:blip r:embed="rId34">
              <a:alphaModFix/>
            </a:blip>
            <a:srcRect/>
            <a:stretch/>
          </p:blipFill>
          <p:spPr>
            <a:xfrm>
              <a:off x="15621381" y="1488414"/>
              <a:ext cx="43306" cy="44855"/>
            </a:xfrm>
            <a:prstGeom prst="rect">
              <a:avLst/>
            </a:prstGeom>
            <a:noFill/>
            <a:ln>
              <a:noFill/>
            </a:ln>
          </p:spPr>
        </p:pic>
        <p:pic>
          <p:nvPicPr>
            <p:cNvPr id="391" name="Google Shape;1275;p8"/>
            <p:cNvPicPr preferRelativeResize="0"/>
            <p:nvPr/>
          </p:nvPicPr>
          <p:blipFill rotWithShape="1">
            <a:blip r:embed="rId35">
              <a:alphaModFix/>
            </a:blip>
            <a:srcRect/>
            <a:stretch/>
          </p:blipFill>
          <p:spPr>
            <a:xfrm>
              <a:off x="15655416" y="1424228"/>
              <a:ext cx="62101" cy="58038"/>
            </a:xfrm>
            <a:prstGeom prst="rect">
              <a:avLst/>
            </a:prstGeom>
            <a:noFill/>
            <a:ln>
              <a:noFill/>
            </a:ln>
          </p:spPr>
        </p:pic>
        <p:pic>
          <p:nvPicPr>
            <p:cNvPr id="392" name="Google Shape;1276;p8"/>
            <p:cNvPicPr preferRelativeResize="0"/>
            <p:nvPr/>
          </p:nvPicPr>
          <p:blipFill rotWithShape="1">
            <a:blip r:embed="rId34">
              <a:alphaModFix/>
            </a:blip>
            <a:srcRect/>
            <a:stretch/>
          </p:blipFill>
          <p:spPr>
            <a:xfrm>
              <a:off x="15735425" y="1384478"/>
              <a:ext cx="41404" cy="44323"/>
            </a:xfrm>
            <a:prstGeom prst="rect">
              <a:avLst/>
            </a:prstGeom>
            <a:noFill/>
            <a:ln>
              <a:noFill/>
            </a:ln>
          </p:spPr>
        </p:pic>
        <p:pic>
          <p:nvPicPr>
            <p:cNvPr id="393" name="Google Shape;1277;p8"/>
            <p:cNvPicPr preferRelativeResize="0"/>
            <p:nvPr/>
          </p:nvPicPr>
          <p:blipFill rotWithShape="1">
            <a:blip r:embed="rId22">
              <a:alphaModFix/>
            </a:blip>
            <a:srcRect/>
            <a:stretch/>
          </p:blipFill>
          <p:spPr>
            <a:xfrm>
              <a:off x="15792070" y="1308544"/>
              <a:ext cx="3683" cy="3086"/>
            </a:xfrm>
            <a:prstGeom prst="rect">
              <a:avLst/>
            </a:prstGeom>
            <a:noFill/>
            <a:ln>
              <a:noFill/>
            </a:ln>
          </p:spPr>
        </p:pic>
        <p:pic>
          <p:nvPicPr>
            <p:cNvPr id="394" name="Google Shape;1278;p8"/>
            <p:cNvPicPr preferRelativeResize="0"/>
            <p:nvPr/>
          </p:nvPicPr>
          <p:blipFill rotWithShape="1">
            <a:blip r:embed="rId36">
              <a:alphaModFix/>
            </a:blip>
            <a:srcRect/>
            <a:stretch/>
          </p:blipFill>
          <p:spPr>
            <a:xfrm>
              <a:off x="15669386" y="1471827"/>
              <a:ext cx="6223" cy="16472"/>
            </a:xfrm>
            <a:prstGeom prst="rect">
              <a:avLst/>
            </a:prstGeom>
            <a:noFill/>
            <a:ln>
              <a:noFill/>
            </a:ln>
          </p:spPr>
        </p:pic>
        <p:pic>
          <p:nvPicPr>
            <p:cNvPr id="395" name="Google Shape;1279;p8"/>
            <p:cNvPicPr preferRelativeResize="0"/>
            <p:nvPr/>
          </p:nvPicPr>
          <p:blipFill rotWithShape="1">
            <a:blip r:embed="rId28">
              <a:alphaModFix/>
            </a:blip>
            <a:srcRect/>
            <a:stretch/>
          </p:blipFill>
          <p:spPr>
            <a:xfrm>
              <a:off x="15855950" y="1307782"/>
              <a:ext cx="7747" cy="7251"/>
            </a:xfrm>
            <a:prstGeom prst="rect">
              <a:avLst/>
            </a:prstGeom>
            <a:noFill/>
            <a:ln>
              <a:noFill/>
            </a:ln>
          </p:spPr>
        </p:pic>
        <p:pic>
          <p:nvPicPr>
            <p:cNvPr id="396" name="Google Shape;1280;p8"/>
            <p:cNvPicPr preferRelativeResize="0"/>
            <p:nvPr/>
          </p:nvPicPr>
          <p:blipFill rotWithShape="1">
            <a:blip r:embed="rId24">
              <a:alphaModFix/>
            </a:blip>
            <a:srcRect/>
            <a:stretch/>
          </p:blipFill>
          <p:spPr>
            <a:xfrm>
              <a:off x="15815056" y="1337019"/>
              <a:ext cx="14351" cy="13257"/>
            </a:xfrm>
            <a:prstGeom prst="rect">
              <a:avLst/>
            </a:prstGeom>
            <a:noFill/>
            <a:ln>
              <a:noFill/>
            </a:ln>
          </p:spPr>
        </p:pic>
        <p:pic>
          <p:nvPicPr>
            <p:cNvPr id="397" name="Google Shape;1281;p8"/>
            <p:cNvPicPr preferRelativeResize="0"/>
            <p:nvPr/>
          </p:nvPicPr>
          <p:blipFill rotWithShape="1">
            <a:blip r:embed="rId37">
              <a:alphaModFix/>
            </a:blip>
            <a:srcRect/>
            <a:stretch/>
          </p:blipFill>
          <p:spPr>
            <a:xfrm>
              <a:off x="15642463" y="1463712"/>
              <a:ext cx="54101" cy="18427"/>
            </a:xfrm>
            <a:prstGeom prst="rect">
              <a:avLst/>
            </a:prstGeom>
            <a:noFill/>
            <a:ln>
              <a:noFill/>
            </a:ln>
          </p:spPr>
        </p:pic>
        <p:pic>
          <p:nvPicPr>
            <p:cNvPr id="398" name="Google Shape;1282;p8"/>
            <p:cNvPicPr preferRelativeResize="0"/>
            <p:nvPr/>
          </p:nvPicPr>
          <p:blipFill rotWithShape="1">
            <a:blip r:embed="rId38">
              <a:alphaModFix/>
            </a:blip>
            <a:srcRect/>
            <a:stretch/>
          </p:blipFill>
          <p:spPr>
            <a:xfrm>
              <a:off x="15736444" y="1349412"/>
              <a:ext cx="19811" cy="21044"/>
            </a:xfrm>
            <a:prstGeom prst="rect">
              <a:avLst/>
            </a:prstGeom>
            <a:noFill/>
            <a:ln>
              <a:noFill/>
            </a:ln>
          </p:spPr>
        </p:pic>
        <p:pic>
          <p:nvPicPr>
            <p:cNvPr id="399" name="Google Shape;1283;p8"/>
            <p:cNvPicPr preferRelativeResize="0"/>
            <p:nvPr/>
          </p:nvPicPr>
          <p:blipFill rotWithShape="1">
            <a:blip r:embed="rId39">
              <a:alphaModFix/>
            </a:blip>
            <a:srcRect/>
            <a:stretch/>
          </p:blipFill>
          <p:spPr>
            <a:xfrm>
              <a:off x="15651227" y="1473301"/>
              <a:ext cx="22858" cy="37363"/>
            </a:xfrm>
            <a:prstGeom prst="rect">
              <a:avLst/>
            </a:prstGeom>
            <a:noFill/>
            <a:ln>
              <a:noFill/>
            </a:ln>
          </p:spPr>
        </p:pic>
        <p:pic>
          <p:nvPicPr>
            <p:cNvPr id="400" name="Google Shape;1284;p8"/>
            <p:cNvPicPr preferRelativeResize="0"/>
            <p:nvPr/>
          </p:nvPicPr>
          <p:blipFill rotWithShape="1">
            <a:blip r:embed="rId40">
              <a:alphaModFix/>
            </a:blip>
            <a:srcRect/>
            <a:stretch/>
          </p:blipFill>
          <p:spPr>
            <a:xfrm>
              <a:off x="15670911" y="1472793"/>
              <a:ext cx="9395" cy="6642"/>
            </a:xfrm>
            <a:prstGeom prst="rect">
              <a:avLst/>
            </a:prstGeom>
            <a:noFill/>
            <a:ln>
              <a:noFill/>
            </a:ln>
          </p:spPr>
        </p:pic>
        <p:pic>
          <p:nvPicPr>
            <p:cNvPr id="401" name="Google Shape;1285;p8"/>
            <p:cNvPicPr preferRelativeResize="0"/>
            <p:nvPr/>
          </p:nvPicPr>
          <p:blipFill rotWithShape="1">
            <a:blip r:embed="rId41">
              <a:alphaModFix/>
            </a:blip>
            <a:srcRect/>
            <a:stretch/>
          </p:blipFill>
          <p:spPr>
            <a:xfrm>
              <a:off x="15935325" y="1214271"/>
              <a:ext cx="18032" cy="26936"/>
            </a:xfrm>
            <a:prstGeom prst="rect">
              <a:avLst/>
            </a:prstGeom>
            <a:noFill/>
            <a:ln>
              <a:noFill/>
            </a:ln>
          </p:spPr>
        </p:pic>
        <p:pic>
          <p:nvPicPr>
            <p:cNvPr id="402" name="Google Shape;1286;p8"/>
            <p:cNvPicPr preferRelativeResize="0"/>
            <p:nvPr/>
          </p:nvPicPr>
          <p:blipFill rotWithShape="1">
            <a:blip r:embed="rId42">
              <a:alphaModFix/>
            </a:blip>
            <a:srcRect/>
            <a:stretch/>
          </p:blipFill>
          <p:spPr>
            <a:xfrm>
              <a:off x="15635478" y="1434121"/>
              <a:ext cx="66292" cy="61213"/>
            </a:xfrm>
            <a:prstGeom prst="rect">
              <a:avLst/>
            </a:prstGeom>
            <a:noFill/>
            <a:ln>
              <a:noFill/>
            </a:ln>
          </p:spPr>
        </p:pic>
        <p:pic>
          <p:nvPicPr>
            <p:cNvPr id="403" name="Google Shape;1287;p8"/>
            <p:cNvPicPr preferRelativeResize="0"/>
            <p:nvPr/>
          </p:nvPicPr>
          <p:blipFill rotWithShape="1">
            <a:blip r:embed="rId31">
              <a:alphaModFix/>
            </a:blip>
            <a:srcRect/>
            <a:stretch/>
          </p:blipFill>
          <p:spPr>
            <a:xfrm>
              <a:off x="15682467" y="1428520"/>
              <a:ext cx="1523" cy="1777"/>
            </a:xfrm>
            <a:prstGeom prst="rect">
              <a:avLst/>
            </a:prstGeom>
            <a:noFill/>
            <a:ln>
              <a:noFill/>
            </a:ln>
          </p:spPr>
        </p:pic>
        <p:pic>
          <p:nvPicPr>
            <p:cNvPr id="404" name="Google Shape;1288;p8"/>
            <p:cNvPicPr preferRelativeResize="0"/>
            <p:nvPr/>
          </p:nvPicPr>
          <p:blipFill rotWithShape="1">
            <a:blip r:embed="rId43">
              <a:alphaModFix/>
            </a:blip>
            <a:srcRect/>
            <a:stretch/>
          </p:blipFill>
          <p:spPr>
            <a:xfrm>
              <a:off x="15639414" y="1470417"/>
              <a:ext cx="26036" cy="30924"/>
            </a:xfrm>
            <a:prstGeom prst="rect">
              <a:avLst/>
            </a:prstGeom>
            <a:noFill/>
            <a:ln>
              <a:noFill/>
            </a:ln>
          </p:spPr>
        </p:pic>
        <p:pic>
          <p:nvPicPr>
            <p:cNvPr id="405" name="Google Shape;1289;p8"/>
            <p:cNvPicPr preferRelativeResize="0"/>
            <p:nvPr/>
          </p:nvPicPr>
          <p:blipFill rotWithShape="1">
            <a:blip r:embed="rId44">
              <a:alphaModFix/>
            </a:blip>
            <a:srcRect/>
            <a:stretch/>
          </p:blipFill>
          <p:spPr>
            <a:xfrm>
              <a:off x="15666975" y="1440484"/>
              <a:ext cx="15351" cy="20421"/>
            </a:xfrm>
            <a:prstGeom prst="rect">
              <a:avLst/>
            </a:prstGeom>
            <a:noFill/>
            <a:ln>
              <a:noFill/>
            </a:ln>
          </p:spPr>
        </p:pic>
        <p:pic>
          <p:nvPicPr>
            <p:cNvPr id="406" name="Google Shape;1290;p8"/>
            <p:cNvPicPr preferRelativeResize="0"/>
            <p:nvPr/>
          </p:nvPicPr>
          <p:blipFill rotWithShape="1">
            <a:blip r:embed="rId22">
              <a:alphaModFix/>
            </a:blip>
            <a:srcRect/>
            <a:stretch/>
          </p:blipFill>
          <p:spPr>
            <a:xfrm>
              <a:off x="15953359" y="1215466"/>
              <a:ext cx="2285" cy="1803"/>
            </a:xfrm>
            <a:prstGeom prst="rect">
              <a:avLst/>
            </a:prstGeom>
            <a:noFill/>
            <a:ln>
              <a:noFill/>
            </a:ln>
          </p:spPr>
        </p:pic>
        <p:pic>
          <p:nvPicPr>
            <p:cNvPr id="407" name="Google Shape;1291;p8"/>
            <p:cNvPicPr preferRelativeResize="0"/>
            <p:nvPr/>
          </p:nvPicPr>
          <p:blipFill rotWithShape="1">
            <a:blip r:embed="rId45">
              <a:alphaModFix/>
            </a:blip>
            <a:srcRect/>
            <a:stretch/>
          </p:blipFill>
          <p:spPr>
            <a:xfrm>
              <a:off x="15685896" y="1402969"/>
              <a:ext cx="39878" cy="43662"/>
            </a:xfrm>
            <a:prstGeom prst="rect">
              <a:avLst/>
            </a:prstGeom>
            <a:noFill/>
            <a:ln>
              <a:noFill/>
            </a:ln>
          </p:spPr>
        </p:pic>
        <p:pic>
          <p:nvPicPr>
            <p:cNvPr id="408" name="Google Shape;1292;p8"/>
            <p:cNvPicPr preferRelativeResize="0"/>
            <p:nvPr/>
          </p:nvPicPr>
          <p:blipFill rotWithShape="1">
            <a:blip r:embed="rId46">
              <a:alphaModFix/>
            </a:blip>
            <a:srcRect/>
            <a:stretch/>
          </p:blipFill>
          <p:spPr>
            <a:xfrm>
              <a:off x="15880588" y="1270139"/>
              <a:ext cx="20192" cy="18021"/>
            </a:xfrm>
            <a:prstGeom prst="rect">
              <a:avLst/>
            </a:prstGeom>
            <a:noFill/>
            <a:ln>
              <a:noFill/>
            </a:ln>
          </p:spPr>
        </p:pic>
        <p:pic>
          <p:nvPicPr>
            <p:cNvPr id="409" name="Google Shape;1293;p8"/>
            <p:cNvPicPr preferRelativeResize="0"/>
            <p:nvPr/>
          </p:nvPicPr>
          <p:blipFill rotWithShape="1">
            <a:blip r:embed="rId40">
              <a:alphaModFix/>
            </a:blip>
            <a:srcRect/>
            <a:stretch/>
          </p:blipFill>
          <p:spPr>
            <a:xfrm>
              <a:off x="15668497" y="1475943"/>
              <a:ext cx="10794" cy="10998"/>
            </a:xfrm>
            <a:prstGeom prst="rect">
              <a:avLst/>
            </a:prstGeom>
            <a:noFill/>
            <a:ln>
              <a:noFill/>
            </a:ln>
          </p:spPr>
        </p:pic>
        <p:pic>
          <p:nvPicPr>
            <p:cNvPr id="410" name="Google Shape;1294;p8"/>
            <p:cNvPicPr preferRelativeResize="0"/>
            <p:nvPr/>
          </p:nvPicPr>
          <p:blipFill rotWithShape="1">
            <a:blip r:embed="rId22">
              <a:alphaModFix/>
            </a:blip>
            <a:srcRect/>
            <a:stretch/>
          </p:blipFill>
          <p:spPr>
            <a:xfrm>
              <a:off x="15965169" y="1207654"/>
              <a:ext cx="2031" cy="1524"/>
            </a:xfrm>
            <a:prstGeom prst="rect">
              <a:avLst/>
            </a:prstGeom>
            <a:noFill/>
            <a:ln>
              <a:noFill/>
            </a:ln>
          </p:spPr>
        </p:pic>
        <p:pic>
          <p:nvPicPr>
            <p:cNvPr id="411" name="Google Shape;1295;p8"/>
            <p:cNvPicPr preferRelativeResize="0"/>
            <p:nvPr/>
          </p:nvPicPr>
          <p:blipFill rotWithShape="1">
            <a:blip r:embed="rId28">
              <a:alphaModFix/>
            </a:blip>
            <a:srcRect/>
            <a:stretch/>
          </p:blipFill>
          <p:spPr>
            <a:xfrm>
              <a:off x="15889351" y="1220528"/>
              <a:ext cx="1687" cy="1338"/>
            </a:xfrm>
            <a:prstGeom prst="rect">
              <a:avLst/>
            </a:prstGeom>
            <a:noFill/>
            <a:ln>
              <a:noFill/>
            </a:ln>
          </p:spPr>
        </p:pic>
        <p:pic>
          <p:nvPicPr>
            <p:cNvPr id="412" name="Google Shape;1296;p8"/>
            <p:cNvPicPr preferRelativeResize="0"/>
            <p:nvPr/>
          </p:nvPicPr>
          <p:blipFill rotWithShape="1">
            <a:blip r:embed="rId36">
              <a:alphaModFix/>
            </a:blip>
            <a:srcRect/>
            <a:stretch/>
          </p:blipFill>
          <p:spPr>
            <a:xfrm>
              <a:off x="15948025" y="1190980"/>
              <a:ext cx="2666" cy="11263"/>
            </a:xfrm>
            <a:prstGeom prst="rect">
              <a:avLst/>
            </a:prstGeom>
            <a:noFill/>
            <a:ln>
              <a:noFill/>
            </a:ln>
          </p:spPr>
        </p:pic>
        <p:pic>
          <p:nvPicPr>
            <p:cNvPr id="413" name="Google Shape;1297;p8"/>
            <p:cNvPicPr preferRelativeResize="0"/>
            <p:nvPr/>
          </p:nvPicPr>
          <p:blipFill rotWithShape="1">
            <a:blip r:embed="rId47">
              <a:alphaModFix/>
            </a:blip>
            <a:srcRect/>
            <a:stretch/>
          </p:blipFill>
          <p:spPr>
            <a:xfrm>
              <a:off x="15672054" y="1466291"/>
              <a:ext cx="20955" cy="4953"/>
            </a:xfrm>
            <a:prstGeom prst="rect">
              <a:avLst/>
            </a:prstGeom>
            <a:noFill/>
            <a:ln>
              <a:noFill/>
            </a:ln>
          </p:spPr>
        </p:pic>
        <p:pic>
          <p:nvPicPr>
            <p:cNvPr id="414" name="Google Shape;1298;p8"/>
            <p:cNvPicPr preferRelativeResize="0"/>
            <p:nvPr/>
          </p:nvPicPr>
          <p:blipFill rotWithShape="1">
            <a:blip r:embed="rId40">
              <a:alphaModFix/>
            </a:blip>
            <a:srcRect/>
            <a:stretch/>
          </p:blipFill>
          <p:spPr>
            <a:xfrm>
              <a:off x="15635985" y="1508619"/>
              <a:ext cx="11174" cy="10465"/>
            </a:xfrm>
            <a:prstGeom prst="rect">
              <a:avLst/>
            </a:prstGeom>
            <a:noFill/>
            <a:ln>
              <a:noFill/>
            </a:ln>
          </p:spPr>
        </p:pic>
        <p:pic>
          <p:nvPicPr>
            <p:cNvPr id="415" name="Google Shape;1299;p8"/>
            <p:cNvPicPr preferRelativeResize="0"/>
            <p:nvPr/>
          </p:nvPicPr>
          <p:blipFill rotWithShape="1">
            <a:blip r:embed="rId48">
              <a:alphaModFix/>
            </a:blip>
            <a:srcRect/>
            <a:stretch/>
          </p:blipFill>
          <p:spPr>
            <a:xfrm>
              <a:off x="15891127" y="1207211"/>
              <a:ext cx="68581" cy="70726"/>
            </a:xfrm>
            <a:prstGeom prst="rect">
              <a:avLst/>
            </a:prstGeom>
            <a:noFill/>
            <a:ln>
              <a:noFill/>
            </a:ln>
          </p:spPr>
        </p:pic>
        <p:pic>
          <p:nvPicPr>
            <p:cNvPr id="416" name="Google Shape;1300;p8"/>
            <p:cNvPicPr preferRelativeResize="0"/>
            <p:nvPr/>
          </p:nvPicPr>
          <p:blipFill rotWithShape="1">
            <a:blip r:embed="rId22">
              <a:alphaModFix/>
            </a:blip>
            <a:srcRect/>
            <a:stretch/>
          </p:blipFill>
          <p:spPr>
            <a:xfrm>
              <a:off x="15658337" y="1504276"/>
              <a:ext cx="1142" cy="1384"/>
            </a:xfrm>
            <a:prstGeom prst="rect">
              <a:avLst/>
            </a:prstGeom>
            <a:noFill/>
            <a:ln>
              <a:noFill/>
            </a:ln>
          </p:spPr>
        </p:pic>
        <p:pic>
          <p:nvPicPr>
            <p:cNvPr id="417" name="Google Shape;1301;p8"/>
            <p:cNvPicPr preferRelativeResize="0"/>
            <p:nvPr/>
          </p:nvPicPr>
          <p:blipFill rotWithShape="1">
            <a:blip r:embed="rId32">
              <a:alphaModFix/>
            </a:blip>
            <a:srcRect/>
            <a:stretch/>
          </p:blipFill>
          <p:spPr>
            <a:xfrm>
              <a:off x="15658718" y="1475473"/>
              <a:ext cx="14986" cy="22047"/>
            </a:xfrm>
            <a:prstGeom prst="rect">
              <a:avLst/>
            </a:prstGeom>
            <a:noFill/>
            <a:ln>
              <a:noFill/>
            </a:ln>
          </p:spPr>
        </p:pic>
        <p:pic>
          <p:nvPicPr>
            <p:cNvPr id="418" name="Google Shape;1302;p8"/>
            <p:cNvPicPr preferRelativeResize="0"/>
            <p:nvPr/>
          </p:nvPicPr>
          <p:blipFill rotWithShape="1">
            <a:blip r:embed="rId22">
              <a:alphaModFix/>
            </a:blip>
            <a:srcRect/>
            <a:stretch/>
          </p:blipFill>
          <p:spPr>
            <a:xfrm>
              <a:off x="15635859" y="1500797"/>
              <a:ext cx="1143" cy="1409"/>
            </a:xfrm>
            <a:prstGeom prst="rect">
              <a:avLst/>
            </a:prstGeom>
            <a:noFill/>
            <a:ln>
              <a:noFill/>
            </a:ln>
          </p:spPr>
        </p:pic>
        <p:pic>
          <p:nvPicPr>
            <p:cNvPr id="419" name="Google Shape;1303;p8"/>
            <p:cNvPicPr preferRelativeResize="0"/>
            <p:nvPr/>
          </p:nvPicPr>
          <p:blipFill rotWithShape="1">
            <a:blip r:embed="rId31">
              <a:alphaModFix/>
            </a:blip>
            <a:srcRect/>
            <a:stretch/>
          </p:blipFill>
          <p:spPr>
            <a:xfrm>
              <a:off x="15916402" y="1201216"/>
              <a:ext cx="2412" cy="5461"/>
            </a:xfrm>
            <a:prstGeom prst="rect">
              <a:avLst/>
            </a:prstGeom>
            <a:noFill/>
            <a:ln>
              <a:noFill/>
            </a:ln>
          </p:spPr>
        </p:pic>
        <p:pic>
          <p:nvPicPr>
            <p:cNvPr id="420" name="Google Shape;1304;p8"/>
            <p:cNvPicPr preferRelativeResize="0"/>
            <p:nvPr/>
          </p:nvPicPr>
          <p:blipFill rotWithShape="1">
            <a:blip r:embed="rId22">
              <a:alphaModFix/>
            </a:blip>
            <a:srcRect/>
            <a:stretch/>
          </p:blipFill>
          <p:spPr>
            <a:xfrm>
              <a:off x="15947769" y="1197362"/>
              <a:ext cx="1650" cy="1276"/>
            </a:xfrm>
            <a:prstGeom prst="rect">
              <a:avLst/>
            </a:prstGeom>
            <a:noFill/>
            <a:ln>
              <a:noFill/>
            </a:ln>
          </p:spPr>
        </p:pic>
        <p:pic>
          <p:nvPicPr>
            <p:cNvPr id="421" name="Google Shape;1305;p8"/>
            <p:cNvPicPr preferRelativeResize="0"/>
            <p:nvPr/>
          </p:nvPicPr>
          <p:blipFill rotWithShape="1">
            <a:blip r:embed="rId22">
              <a:alphaModFix/>
            </a:blip>
            <a:srcRect/>
            <a:stretch/>
          </p:blipFill>
          <p:spPr>
            <a:xfrm>
              <a:off x="15933039" y="1198499"/>
              <a:ext cx="1016" cy="901"/>
            </a:xfrm>
            <a:prstGeom prst="rect">
              <a:avLst/>
            </a:prstGeom>
            <a:noFill/>
            <a:ln>
              <a:noFill/>
            </a:ln>
          </p:spPr>
        </p:pic>
        <p:pic>
          <p:nvPicPr>
            <p:cNvPr id="422" name="Google Shape;1306;p8"/>
            <p:cNvPicPr preferRelativeResize="0"/>
            <p:nvPr/>
          </p:nvPicPr>
          <p:blipFill rotWithShape="1">
            <a:blip r:embed="rId40">
              <a:alphaModFix/>
            </a:blip>
            <a:srcRect/>
            <a:stretch/>
          </p:blipFill>
          <p:spPr>
            <a:xfrm>
              <a:off x="15708376" y="1446885"/>
              <a:ext cx="8508" cy="9461"/>
            </a:xfrm>
            <a:prstGeom prst="rect">
              <a:avLst/>
            </a:prstGeom>
            <a:noFill/>
            <a:ln>
              <a:noFill/>
            </a:ln>
          </p:spPr>
        </p:pic>
        <p:pic>
          <p:nvPicPr>
            <p:cNvPr id="423" name="Google Shape;1307;p8"/>
            <p:cNvPicPr preferRelativeResize="0"/>
            <p:nvPr/>
          </p:nvPicPr>
          <p:blipFill rotWithShape="1">
            <a:blip r:embed="rId31">
              <a:alphaModFix/>
            </a:blip>
            <a:srcRect/>
            <a:stretch/>
          </p:blipFill>
          <p:spPr>
            <a:xfrm>
              <a:off x="15918687" y="1247634"/>
              <a:ext cx="9400" cy="9678"/>
            </a:xfrm>
            <a:prstGeom prst="rect">
              <a:avLst/>
            </a:prstGeom>
            <a:noFill/>
            <a:ln>
              <a:noFill/>
            </a:ln>
          </p:spPr>
        </p:pic>
        <p:pic>
          <p:nvPicPr>
            <p:cNvPr id="424" name="Google Shape;1308;p8"/>
            <p:cNvPicPr preferRelativeResize="0"/>
            <p:nvPr/>
          </p:nvPicPr>
          <p:blipFill rotWithShape="1">
            <a:blip r:embed="rId49">
              <a:alphaModFix/>
            </a:blip>
            <a:srcRect/>
            <a:stretch/>
          </p:blipFill>
          <p:spPr>
            <a:xfrm>
              <a:off x="15635732" y="1459293"/>
              <a:ext cx="44576" cy="50304"/>
            </a:xfrm>
            <a:prstGeom prst="rect">
              <a:avLst/>
            </a:prstGeom>
            <a:noFill/>
            <a:ln>
              <a:noFill/>
            </a:ln>
          </p:spPr>
        </p:pic>
        <p:pic>
          <p:nvPicPr>
            <p:cNvPr id="425" name="Google Shape;1309;p8"/>
            <p:cNvPicPr preferRelativeResize="0"/>
            <p:nvPr/>
          </p:nvPicPr>
          <p:blipFill rotWithShape="1">
            <a:blip r:embed="rId24">
              <a:alphaModFix/>
            </a:blip>
            <a:srcRect/>
            <a:stretch/>
          </p:blipFill>
          <p:spPr>
            <a:xfrm>
              <a:off x="15874620" y="1283169"/>
              <a:ext cx="14985" cy="14592"/>
            </a:xfrm>
            <a:prstGeom prst="rect">
              <a:avLst/>
            </a:prstGeom>
            <a:noFill/>
            <a:ln>
              <a:noFill/>
            </a:ln>
          </p:spPr>
        </p:pic>
        <p:pic>
          <p:nvPicPr>
            <p:cNvPr id="426" name="Google Shape;1310;p8"/>
            <p:cNvPicPr preferRelativeResize="0"/>
            <p:nvPr/>
          </p:nvPicPr>
          <p:blipFill rotWithShape="1">
            <a:blip r:embed="rId22">
              <a:alphaModFix/>
            </a:blip>
            <a:srcRect/>
            <a:stretch/>
          </p:blipFill>
          <p:spPr>
            <a:xfrm>
              <a:off x="15679419" y="1471002"/>
              <a:ext cx="761" cy="787"/>
            </a:xfrm>
            <a:prstGeom prst="rect">
              <a:avLst/>
            </a:prstGeom>
            <a:noFill/>
            <a:ln>
              <a:noFill/>
            </a:ln>
          </p:spPr>
        </p:pic>
        <p:pic>
          <p:nvPicPr>
            <p:cNvPr id="427" name="Google Shape;1311;p8"/>
            <p:cNvPicPr preferRelativeResize="0"/>
            <p:nvPr/>
          </p:nvPicPr>
          <p:blipFill rotWithShape="1">
            <a:blip r:embed="rId22">
              <a:alphaModFix/>
            </a:blip>
            <a:srcRect/>
            <a:stretch/>
          </p:blipFill>
          <p:spPr>
            <a:xfrm>
              <a:off x="15943198" y="1229410"/>
              <a:ext cx="1905" cy="1612"/>
            </a:xfrm>
            <a:prstGeom prst="rect">
              <a:avLst/>
            </a:prstGeom>
            <a:noFill/>
            <a:ln>
              <a:noFill/>
            </a:ln>
          </p:spPr>
        </p:pic>
        <p:pic>
          <p:nvPicPr>
            <p:cNvPr id="428" name="Google Shape;1312;p8"/>
            <p:cNvPicPr preferRelativeResize="0"/>
            <p:nvPr/>
          </p:nvPicPr>
          <p:blipFill rotWithShape="1">
            <a:blip r:embed="rId28">
              <a:alphaModFix/>
            </a:blip>
            <a:srcRect/>
            <a:stretch/>
          </p:blipFill>
          <p:spPr>
            <a:xfrm>
              <a:off x="15685389" y="1446009"/>
              <a:ext cx="9270" cy="4178"/>
            </a:xfrm>
            <a:prstGeom prst="rect">
              <a:avLst/>
            </a:prstGeom>
            <a:noFill/>
            <a:ln>
              <a:noFill/>
            </a:ln>
          </p:spPr>
        </p:pic>
        <p:pic>
          <p:nvPicPr>
            <p:cNvPr id="429" name="Google Shape;1313;p8"/>
            <p:cNvPicPr preferRelativeResize="0"/>
            <p:nvPr/>
          </p:nvPicPr>
          <p:blipFill rotWithShape="1">
            <a:blip r:embed="rId50">
              <a:alphaModFix/>
            </a:blip>
            <a:srcRect/>
            <a:stretch/>
          </p:blipFill>
          <p:spPr>
            <a:xfrm>
              <a:off x="15655797" y="1465834"/>
              <a:ext cx="29209" cy="40144"/>
            </a:xfrm>
            <a:prstGeom prst="rect">
              <a:avLst/>
            </a:prstGeom>
            <a:noFill/>
            <a:ln>
              <a:noFill/>
            </a:ln>
          </p:spPr>
        </p:pic>
        <p:pic>
          <p:nvPicPr>
            <p:cNvPr id="430" name="Google Shape;1314;p8"/>
            <p:cNvPicPr preferRelativeResize="0"/>
            <p:nvPr/>
          </p:nvPicPr>
          <p:blipFill rotWithShape="1">
            <a:blip r:embed="rId28">
              <a:alphaModFix/>
            </a:blip>
            <a:srcRect/>
            <a:stretch/>
          </p:blipFill>
          <p:spPr>
            <a:xfrm>
              <a:off x="15917671" y="1204010"/>
              <a:ext cx="1505" cy="1143"/>
            </a:xfrm>
            <a:prstGeom prst="rect">
              <a:avLst/>
            </a:prstGeom>
            <a:noFill/>
            <a:ln>
              <a:noFill/>
            </a:ln>
          </p:spPr>
        </p:pic>
        <p:pic>
          <p:nvPicPr>
            <p:cNvPr id="431" name="Google Shape;1315;p8"/>
            <p:cNvPicPr preferRelativeResize="0"/>
            <p:nvPr/>
          </p:nvPicPr>
          <p:blipFill rotWithShape="1">
            <a:blip r:embed="rId31">
              <a:alphaModFix/>
            </a:blip>
            <a:srcRect/>
            <a:stretch/>
          </p:blipFill>
          <p:spPr>
            <a:xfrm>
              <a:off x="15648432" y="1495513"/>
              <a:ext cx="635" cy="888"/>
            </a:xfrm>
            <a:prstGeom prst="rect">
              <a:avLst/>
            </a:prstGeom>
            <a:noFill/>
            <a:ln>
              <a:noFill/>
            </a:ln>
          </p:spPr>
        </p:pic>
        <p:pic>
          <p:nvPicPr>
            <p:cNvPr id="432" name="Google Shape;1316;p8"/>
            <p:cNvPicPr preferRelativeResize="0"/>
            <p:nvPr/>
          </p:nvPicPr>
          <p:blipFill rotWithShape="1">
            <a:blip r:embed="rId22">
              <a:alphaModFix/>
            </a:blip>
            <a:srcRect/>
            <a:stretch/>
          </p:blipFill>
          <p:spPr>
            <a:xfrm>
              <a:off x="15700883" y="1433957"/>
              <a:ext cx="889" cy="977"/>
            </a:xfrm>
            <a:prstGeom prst="rect">
              <a:avLst/>
            </a:prstGeom>
            <a:noFill/>
            <a:ln>
              <a:noFill/>
            </a:ln>
          </p:spPr>
        </p:pic>
        <p:pic>
          <p:nvPicPr>
            <p:cNvPr id="433" name="Google Shape;1317;p8"/>
            <p:cNvPicPr preferRelativeResize="0"/>
            <p:nvPr/>
          </p:nvPicPr>
          <p:blipFill rotWithShape="1">
            <a:blip r:embed="rId51">
              <a:alphaModFix/>
            </a:blip>
            <a:srcRect/>
            <a:stretch/>
          </p:blipFill>
          <p:spPr>
            <a:xfrm>
              <a:off x="15634335" y="1432801"/>
              <a:ext cx="68198" cy="66688"/>
            </a:xfrm>
            <a:prstGeom prst="rect">
              <a:avLst/>
            </a:prstGeom>
            <a:noFill/>
            <a:ln>
              <a:noFill/>
            </a:ln>
          </p:spPr>
        </p:pic>
        <p:pic>
          <p:nvPicPr>
            <p:cNvPr id="434" name="Google Shape;1318;p8"/>
            <p:cNvPicPr preferRelativeResize="0"/>
            <p:nvPr/>
          </p:nvPicPr>
          <p:blipFill rotWithShape="1">
            <a:blip r:embed="rId52">
              <a:alphaModFix/>
            </a:blip>
            <a:srcRect/>
            <a:stretch/>
          </p:blipFill>
          <p:spPr>
            <a:xfrm>
              <a:off x="15829153" y="1205191"/>
              <a:ext cx="88645" cy="72161"/>
            </a:xfrm>
            <a:prstGeom prst="rect">
              <a:avLst/>
            </a:prstGeom>
            <a:noFill/>
            <a:ln>
              <a:noFill/>
            </a:ln>
          </p:spPr>
        </p:pic>
        <p:pic>
          <p:nvPicPr>
            <p:cNvPr id="435" name="Google Shape;1319;p8"/>
            <p:cNvPicPr preferRelativeResize="0"/>
            <p:nvPr/>
          </p:nvPicPr>
          <p:blipFill rotWithShape="1">
            <a:blip r:embed="rId53">
              <a:alphaModFix/>
            </a:blip>
            <a:srcRect/>
            <a:stretch/>
          </p:blipFill>
          <p:spPr>
            <a:xfrm>
              <a:off x="15914242" y="1200353"/>
              <a:ext cx="12192" cy="4254"/>
            </a:xfrm>
            <a:prstGeom prst="rect">
              <a:avLst/>
            </a:prstGeom>
            <a:noFill/>
            <a:ln>
              <a:noFill/>
            </a:ln>
          </p:spPr>
        </p:pic>
        <p:pic>
          <p:nvPicPr>
            <p:cNvPr id="436" name="Google Shape;1320;p8"/>
            <p:cNvPicPr preferRelativeResize="0"/>
            <p:nvPr/>
          </p:nvPicPr>
          <p:blipFill rotWithShape="1">
            <a:blip r:embed="rId22">
              <a:alphaModFix/>
            </a:blip>
            <a:srcRect/>
            <a:stretch/>
          </p:blipFill>
          <p:spPr>
            <a:xfrm>
              <a:off x="15909036" y="1261630"/>
              <a:ext cx="1143" cy="1028"/>
            </a:xfrm>
            <a:prstGeom prst="rect">
              <a:avLst/>
            </a:prstGeom>
            <a:noFill/>
            <a:ln>
              <a:noFill/>
            </a:ln>
          </p:spPr>
        </p:pic>
        <p:pic>
          <p:nvPicPr>
            <p:cNvPr id="437" name="Google Shape;1321;p8"/>
            <p:cNvPicPr preferRelativeResize="0"/>
            <p:nvPr/>
          </p:nvPicPr>
          <p:blipFill rotWithShape="1">
            <a:blip r:embed="rId54">
              <a:alphaModFix/>
            </a:blip>
            <a:srcRect/>
            <a:stretch/>
          </p:blipFill>
          <p:spPr>
            <a:xfrm>
              <a:off x="15619220" y="1424432"/>
              <a:ext cx="68835" cy="86791"/>
            </a:xfrm>
            <a:prstGeom prst="rect">
              <a:avLst/>
            </a:prstGeom>
            <a:noFill/>
            <a:ln>
              <a:noFill/>
            </a:ln>
          </p:spPr>
        </p:pic>
        <p:pic>
          <p:nvPicPr>
            <p:cNvPr id="438" name="Google Shape;1322;p8"/>
            <p:cNvPicPr preferRelativeResize="0"/>
            <p:nvPr/>
          </p:nvPicPr>
          <p:blipFill rotWithShape="1">
            <a:blip r:embed="rId22">
              <a:alphaModFix/>
            </a:blip>
            <a:srcRect/>
            <a:stretch/>
          </p:blipFill>
          <p:spPr>
            <a:xfrm>
              <a:off x="15663290" y="1472539"/>
              <a:ext cx="507" cy="622"/>
            </a:xfrm>
            <a:prstGeom prst="rect">
              <a:avLst/>
            </a:prstGeom>
            <a:noFill/>
            <a:ln>
              <a:noFill/>
            </a:ln>
          </p:spPr>
        </p:pic>
        <p:pic>
          <p:nvPicPr>
            <p:cNvPr id="439" name="Google Shape;1323;p8"/>
            <p:cNvPicPr preferRelativeResize="0"/>
            <p:nvPr/>
          </p:nvPicPr>
          <p:blipFill rotWithShape="1">
            <a:blip r:embed="rId28">
              <a:alphaModFix/>
            </a:blip>
            <a:srcRect/>
            <a:stretch/>
          </p:blipFill>
          <p:spPr>
            <a:xfrm>
              <a:off x="15915893" y="1250937"/>
              <a:ext cx="9015" cy="7848"/>
            </a:xfrm>
            <a:prstGeom prst="rect">
              <a:avLst/>
            </a:prstGeom>
            <a:noFill/>
            <a:ln>
              <a:noFill/>
            </a:ln>
          </p:spPr>
        </p:pic>
        <p:pic>
          <p:nvPicPr>
            <p:cNvPr id="440" name="Google Shape;1324;p8"/>
            <p:cNvPicPr preferRelativeResize="0"/>
            <p:nvPr/>
          </p:nvPicPr>
          <p:blipFill rotWithShape="1">
            <a:blip r:embed="rId22">
              <a:alphaModFix/>
            </a:blip>
            <a:srcRect/>
            <a:stretch/>
          </p:blipFill>
          <p:spPr>
            <a:xfrm>
              <a:off x="15707867" y="1418907"/>
              <a:ext cx="2158" cy="1447"/>
            </a:xfrm>
            <a:prstGeom prst="rect">
              <a:avLst/>
            </a:prstGeom>
            <a:noFill/>
            <a:ln>
              <a:noFill/>
            </a:ln>
          </p:spPr>
        </p:pic>
        <p:pic>
          <p:nvPicPr>
            <p:cNvPr id="441" name="Google Shape;1325;p8"/>
            <p:cNvPicPr preferRelativeResize="0"/>
            <p:nvPr/>
          </p:nvPicPr>
          <p:blipFill rotWithShape="1">
            <a:blip r:embed="rId22">
              <a:alphaModFix/>
            </a:blip>
            <a:srcRect/>
            <a:stretch/>
          </p:blipFill>
          <p:spPr>
            <a:xfrm>
              <a:off x="15725646" y="1400136"/>
              <a:ext cx="1143" cy="1270"/>
            </a:xfrm>
            <a:prstGeom prst="rect">
              <a:avLst/>
            </a:prstGeom>
            <a:noFill/>
            <a:ln>
              <a:noFill/>
            </a:ln>
          </p:spPr>
        </p:pic>
        <p:pic>
          <p:nvPicPr>
            <p:cNvPr id="442" name="Google Shape;1326;p8"/>
            <p:cNvPicPr preferRelativeResize="0"/>
            <p:nvPr/>
          </p:nvPicPr>
          <p:blipFill rotWithShape="1">
            <a:blip r:embed="rId55">
              <a:alphaModFix/>
            </a:blip>
            <a:srcRect/>
            <a:stretch/>
          </p:blipFill>
          <p:spPr>
            <a:xfrm>
              <a:off x="15939135" y="1190776"/>
              <a:ext cx="30605" cy="35116"/>
            </a:xfrm>
            <a:prstGeom prst="rect">
              <a:avLst/>
            </a:prstGeom>
            <a:noFill/>
            <a:ln>
              <a:noFill/>
            </a:ln>
          </p:spPr>
        </p:pic>
        <p:pic>
          <p:nvPicPr>
            <p:cNvPr id="443" name="Google Shape;1327;p8"/>
            <p:cNvPicPr preferRelativeResize="0"/>
            <p:nvPr/>
          </p:nvPicPr>
          <p:blipFill rotWithShape="1">
            <a:blip r:embed="rId22">
              <a:alphaModFix/>
            </a:blip>
            <a:srcRect/>
            <a:stretch/>
          </p:blipFill>
          <p:spPr>
            <a:xfrm>
              <a:off x="15655289" y="1498752"/>
              <a:ext cx="5080" cy="8280"/>
            </a:xfrm>
            <a:prstGeom prst="rect">
              <a:avLst/>
            </a:prstGeom>
            <a:noFill/>
            <a:ln>
              <a:noFill/>
            </a:ln>
          </p:spPr>
        </p:pic>
        <p:pic>
          <p:nvPicPr>
            <p:cNvPr id="444" name="Google Shape;1328;p8"/>
            <p:cNvPicPr preferRelativeResize="0"/>
            <p:nvPr/>
          </p:nvPicPr>
          <p:blipFill rotWithShape="1">
            <a:blip r:embed="rId28">
              <a:alphaModFix/>
            </a:blip>
            <a:srcRect/>
            <a:stretch/>
          </p:blipFill>
          <p:spPr>
            <a:xfrm>
              <a:off x="15684769" y="1425714"/>
              <a:ext cx="5954" cy="2634"/>
            </a:xfrm>
            <a:prstGeom prst="rect">
              <a:avLst/>
            </a:prstGeom>
            <a:noFill/>
            <a:ln>
              <a:noFill/>
            </a:ln>
          </p:spPr>
        </p:pic>
        <p:pic>
          <p:nvPicPr>
            <p:cNvPr id="445" name="Google Shape;1329;p8"/>
            <p:cNvPicPr preferRelativeResize="0"/>
            <p:nvPr/>
          </p:nvPicPr>
          <p:blipFill rotWithShape="1">
            <a:blip r:embed="rId56">
              <a:alphaModFix/>
            </a:blip>
            <a:srcRect/>
            <a:stretch/>
          </p:blipFill>
          <p:spPr>
            <a:xfrm>
              <a:off x="15656433" y="1444090"/>
              <a:ext cx="39496" cy="47867"/>
            </a:xfrm>
            <a:prstGeom prst="rect">
              <a:avLst/>
            </a:prstGeom>
            <a:noFill/>
            <a:ln>
              <a:noFill/>
            </a:ln>
          </p:spPr>
        </p:pic>
        <p:pic>
          <p:nvPicPr>
            <p:cNvPr id="446" name="Google Shape;1330;p8"/>
            <p:cNvPicPr preferRelativeResize="0"/>
            <p:nvPr/>
          </p:nvPicPr>
          <p:blipFill rotWithShape="1">
            <a:blip r:embed="rId57">
              <a:alphaModFix/>
            </a:blip>
            <a:srcRect/>
            <a:stretch/>
          </p:blipFill>
          <p:spPr>
            <a:xfrm>
              <a:off x="15668877" y="1477454"/>
              <a:ext cx="17778" cy="6591"/>
            </a:xfrm>
            <a:prstGeom prst="rect">
              <a:avLst/>
            </a:prstGeom>
            <a:noFill/>
            <a:ln>
              <a:noFill/>
            </a:ln>
          </p:spPr>
        </p:pic>
        <p:pic>
          <p:nvPicPr>
            <p:cNvPr id="447" name="Google Shape;1331;p8"/>
            <p:cNvPicPr preferRelativeResize="0"/>
            <p:nvPr/>
          </p:nvPicPr>
          <p:blipFill rotWithShape="1">
            <a:blip r:embed="rId28">
              <a:alphaModFix/>
            </a:blip>
            <a:srcRect/>
            <a:stretch/>
          </p:blipFill>
          <p:spPr>
            <a:xfrm>
              <a:off x="15680053" y="1459573"/>
              <a:ext cx="8765" cy="4280"/>
            </a:xfrm>
            <a:prstGeom prst="rect">
              <a:avLst/>
            </a:prstGeom>
            <a:noFill/>
            <a:ln>
              <a:noFill/>
            </a:ln>
          </p:spPr>
        </p:pic>
        <p:pic>
          <p:nvPicPr>
            <p:cNvPr id="448" name="Google Shape;1332;p8"/>
            <p:cNvPicPr preferRelativeResize="0"/>
            <p:nvPr/>
          </p:nvPicPr>
          <p:blipFill rotWithShape="1">
            <a:blip r:embed="rId31">
              <a:alphaModFix/>
            </a:blip>
            <a:srcRect/>
            <a:stretch/>
          </p:blipFill>
          <p:spPr>
            <a:xfrm>
              <a:off x="15669387" y="1490953"/>
              <a:ext cx="381" cy="520"/>
            </a:xfrm>
            <a:prstGeom prst="rect">
              <a:avLst/>
            </a:prstGeom>
            <a:noFill/>
            <a:ln>
              <a:noFill/>
            </a:ln>
          </p:spPr>
        </p:pic>
        <p:pic>
          <p:nvPicPr>
            <p:cNvPr id="449" name="Google Shape;1333;p8"/>
            <p:cNvPicPr preferRelativeResize="0"/>
            <p:nvPr/>
          </p:nvPicPr>
          <p:blipFill rotWithShape="1">
            <a:blip r:embed="rId28">
              <a:alphaModFix/>
            </a:blip>
            <a:srcRect/>
            <a:stretch/>
          </p:blipFill>
          <p:spPr>
            <a:xfrm>
              <a:off x="15651605" y="1493126"/>
              <a:ext cx="5842" cy="4965"/>
            </a:xfrm>
            <a:prstGeom prst="rect">
              <a:avLst/>
            </a:prstGeom>
            <a:noFill/>
            <a:ln>
              <a:noFill/>
            </a:ln>
          </p:spPr>
        </p:pic>
        <p:pic>
          <p:nvPicPr>
            <p:cNvPr id="450" name="Google Shape;1334;p8"/>
            <p:cNvPicPr preferRelativeResize="0"/>
            <p:nvPr/>
          </p:nvPicPr>
          <p:blipFill rotWithShape="1">
            <a:blip r:embed="rId28">
              <a:alphaModFix/>
            </a:blip>
            <a:srcRect/>
            <a:stretch/>
          </p:blipFill>
          <p:spPr>
            <a:xfrm>
              <a:off x="15631794" y="1498498"/>
              <a:ext cx="6730" cy="3238"/>
            </a:xfrm>
            <a:prstGeom prst="rect">
              <a:avLst/>
            </a:prstGeom>
            <a:noFill/>
            <a:ln>
              <a:noFill/>
            </a:ln>
          </p:spPr>
        </p:pic>
        <p:pic>
          <p:nvPicPr>
            <p:cNvPr id="451" name="Google Shape;1335;p8"/>
            <p:cNvPicPr preferRelativeResize="0"/>
            <p:nvPr/>
          </p:nvPicPr>
          <p:blipFill rotWithShape="1">
            <a:blip r:embed="rId22">
              <a:alphaModFix/>
            </a:blip>
            <a:srcRect/>
            <a:stretch/>
          </p:blipFill>
          <p:spPr>
            <a:xfrm>
              <a:off x="15664186" y="1472108"/>
              <a:ext cx="1771" cy="2095"/>
            </a:xfrm>
            <a:prstGeom prst="rect">
              <a:avLst/>
            </a:prstGeom>
            <a:noFill/>
            <a:ln>
              <a:noFill/>
            </a:ln>
          </p:spPr>
        </p:pic>
        <p:pic>
          <p:nvPicPr>
            <p:cNvPr id="452" name="Google Shape;1336;p8"/>
            <p:cNvPicPr preferRelativeResize="0"/>
            <p:nvPr/>
          </p:nvPicPr>
          <p:blipFill rotWithShape="1">
            <a:blip r:embed="rId36">
              <a:alphaModFix/>
            </a:blip>
            <a:srcRect/>
            <a:stretch/>
          </p:blipFill>
          <p:spPr>
            <a:xfrm>
              <a:off x="15706090" y="1456893"/>
              <a:ext cx="506" cy="1969"/>
            </a:xfrm>
            <a:prstGeom prst="rect">
              <a:avLst/>
            </a:prstGeom>
            <a:noFill/>
            <a:ln>
              <a:noFill/>
            </a:ln>
          </p:spPr>
        </p:pic>
        <p:pic>
          <p:nvPicPr>
            <p:cNvPr id="453" name="Google Shape;1337;p8"/>
            <p:cNvPicPr preferRelativeResize="0"/>
            <p:nvPr/>
          </p:nvPicPr>
          <p:blipFill rotWithShape="1">
            <a:blip r:embed="rId32">
              <a:alphaModFix/>
            </a:blip>
            <a:srcRect/>
            <a:stretch/>
          </p:blipFill>
          <p:spPr>
            <a:xfrm>
              <a:off x="15656941" y="1470773"/>
              <a:ext cx="17016" cy="21108"/>
            </a:xfrm>
            <a:prstGeom prst="rect">
              <a:avLst/>
            </a:prstGeom>
            <a:noFill/>
            <a:ln>
              <a:noFill/>
            </a:ln>
          </p:spPr>
        </p:pic>
        <p:pic>
          <p:nvPicPr>
            <p:cNvPr id="454" name="Google Shape;1338;p8"/>
            <p:cNvPicPr preferRelativeResize="0"/>
            <p:nvPr/>
          </p:nvPicPr>
          <p:blipFill rotWithShape="1">
            <a:blip r:embed="rId22">
              <a:alphaModFix/>
            </a:blip>
            <a:srcRect/>
            <a:stretch/>
          </p:blipFill>
          <p:spPr>
            <a:xfrm>
              <a:off x="15715488" y="1411998"/>
              <a:ext cx="381" cy="431"/>
            </a:xfrm>
            <a:prstGeom prst="rect">
              <a:avLst/>
            </a:prstGeom>
            <a:noFill/>
            <a:ln>
              <a:noFill/>
            </a:ln>
          </p:spPr>
        </p:pic>
        <p:pic>
          <p:nvPicPr>
            <p:cNvPr id="455" name="Google Shape;1339;p8"/>
            <p:cNvPicPr preferRelativeResize="0"/>
            <p:nvPr/>
          </p:nvPicPr>
          <p:blipFill rotWithShape="1">
            <a:blip r:embed="rId22">
              <a:alphaModFix/>
            </a:blip>
            <a:srcRect/>
            <a:stretch/>
          </p:blipFill>
          <p:spPr>
            <a:xfrm>
              <a:off x="15712058" y="1431912"/>
              <a:ext cx="2412" cy="2946"/>
            </a:xfrm>
            <a:prstGeom prst="rect">
              <a:avLst/>
            </a:prstGeom>
            <a:noFill/>
            <a:ln>
              <a:noFill/>
            </a:ln>
          </p:spPr>
        </p:pic>
        <p:pic>
          <p:nvPicPr>
            <p:cNvPr id="456" name="Google Shape;1340;p8"/>
            <p:cNvPicPr preferRelativeResize="0"/>
            <p:nvPr/>
          </p:nvPicPr>
          <p:blipFill rotWithShape="1">
            <a:blip r:embed="rId22">
              <a:alphaModFix/>
            </a:blip>
            <a:srcRect/>
            <a:stretch/>
          </p:blipFill>
          <p:spPr>
            <a:xfrm>
              <a:off x="15675229" y="1439290"/>
              <a:ext cx="4826" cy="4927"/>
            </a:xfrm>
            <a:prstGeom prst="rect">
              <a:avLst/>
            </a:prstGeom>
            <a:noFill/>
            <a:ln>
              <a:noFill/>
            </a:ln>
          </p:spPr>
        </p:pic>
        <p:pic>
          <p:nvPicPr>
            <p:cNvPr id="457" name="Google Shape;1341;p8"/>
            <p:cNvPicPr preferRelativeResize="0"/>
            <p:nvPr/>
          </p:nvPicPr>
          <p:blipFill rotWithShape="1">
            <a:blip r:embed="rId32">
              <a:alphaModFix/>
            </a:blip>
            <a:srcRect/>
            <a:stretch/>
          </p:blipFill>
          <p:spPr>
            <a:xfrm>
              <a:off x="15721076" y="1371777"/>
              <a:ext cx="13462" cy="20748"/>
            </a:xfrm>
            <a:prstGeom prst="rect">
              <a:avLst/>
            </a:prstGeom>
            <a:noFill/>
            <a:ln>
              <a:noFill/>
            </a:ln>
          </p:spPr>
        </p:pic>
        <p:pic>
          <p:nvPicPr>
            <p:cNvPr id="458" name="Google Shape;1342;p8"/>
            <p:cNvPicPr preferRelativeResize="0"/>
            <p:nvPr/>
          </p:nvPicPr>
          <p:blipFill rotWithShape="1">
            <a:blip r:embed="rId31">
              <a:alphaModFix/>
            </a:blip>
            <a:srcRect/>
            <a:stretch/>
          </p:blipFill>
          <p:spPr>
            <a:xfrm>
              <a:off x="15649829" y="1507413"/>
              <a:ext cx="380" cy="431"/>
            </a:xfrm>
            <a:prstGeom prst="rect">
              <a:avLst/>
            </a:prstGeom>
            <a:noFill/>
            <a:ln>
              <a:noFill/>
            </a:ln>
          </p:spPr>
        </p:pic>
        <p:pic>
          <p:nvPicPr>
            <p:cNvPr id="459" name="Google Shape;1343;p8"/>
            <p:cNvPicPr preferRelativeResize="0"/>
            <p:nvPr/>
          </p:nvPicPr>
          <p:blipFill rotWithShape="1">
            <a:blip r:embed="rId58">
              <a:alphaModFix/>
            </a:blip>
            <a:srcRect/>
            <a:stretch/>
          </p:blipFill>
          <p:spPr>
            <a:xfrm>
              <a:off x="15643097" y="1430008"/>
              <a:ext cx="72643" cy="68173"/>
            </a:xfrm>
            <a:prstGeom prst="rect">
              <a:avLst/>
            </a:prstGeom>
            <a:noFill/>
            <a:ln>
              <a:noFill/>
            </a:ln>
          </p:spPr>
        </p:pic>
        <p:pic>
          <p:nvPicPr>
            <p:cNvPr id="460" name="Google Shape;1344;p8"/>
            <p:cNvPicPr preferRelativeResize="0"/>
            <p:nvPr/>
          </p:nvPicPr>
          <p:blipFill rotWithShape="1">
            <a:blip r:embed="rId59">
              <a:alphaModFix/>
            </a:blip>
            <a:srcRect/>
            <a:stretch/>
          </p:blipFill>
          <p:spPr>
            <a:xfrm>
              <a:off x="15646147" y="1421586"/>
              <a:ext cx="64895" cy="73330"/>
            </a:xfrm>
            <a:prstGeom prst="rect">
              <a:avLst/>
            </a:prstGeom>
            <a:noFill/>
            <a:ln>
              <a:noFill/>
            </a:ln>
          </p:spPr>
        </p:pic>
        <p:pic>
          <p:nvPicPr>
            <p:cNvPr id="461" name="Google Shape;1345;p8"/>
            <p:cNvPicPr preferRelativeResize="0"/>
            <p:nvPr/>
          </p:nvPicPr>
          <p:blipFill rotWithShape="1">
            <a:blip r:embed="rId22">
              <a:alphaModFix/>
            </a:blip>
            <a:srcRect/>
            <a:stretch/>
          </p:blipFill>
          <p:spPr>
            <a:xfrm>
              <a:off x="15847440" y="1259954"/>
              <a:ext cx="507" cy="431"/>
            </a:xfrm>
            <a:prstGeom prst="rect">
              <a:avLst/>
            </a:prstGeom>
            <a:noFill/>
            <a:ln>
              <a:noFill/>
            </a:ln>
          </p:spPr>
        </p:pic>
        <p:pic>
          <p:nvPicPr>
            <p:cNvPr id="462" name="Google Shape;1346;p8"/>
            <p:cNvPicPr preferRelativeResize="0"/>
            <p:nvPr/>
          </p:nvPicPr>
          <p:blipFill rotWithShape="1">
            <a:blip r:embed="rId60">
              <a:alphaModFix/>
            </a:blip>
            <a:srcRect/>
            <a:stretch/>
          </p:blipFill>
          <p:spPr>
            <a:xfrm>
              <a:off x="15862679" y="1222285"/>
              <a:ext cx="26417" cy="27127"/>
            </a:xfrm>
            <a:prstGeom prst="rect">
              <a:avLst/>
            </a:prstGeom>
            <a:noFill/>
            <a:ln>
              <a:noFill/>
            </a:ln>
          </p:spPr>
        </p:pic>
        <p:pic>
          <p:nvPicPr>
            <p:cNvPr id="463" name="Google Shape;1347;p8"/>
            <p:cNvPicPr preferRelativeResize="0"/>
            <p:nvPr/>
          </p:nvPicPr>
          <p:blipFill rotWithShape="1">
            <a:blip r:embed="rId40">
              <a:alphaModFix/>
            </a:blip>
            <a:srcRect/>
            <a:stretch/>
          </p:blipFill>
          <p:spPr>
            <a:xfrm>
              <a:off x="15671037" y="1452867"/>
              <a:ext cx="13716" cy="10439"/>
            </a:xfrm>
            <a:prstGeom prst="rect">
              <a:avLst/>
            </a:prstGeom>
            <a:noFill/>
            <a:ln>
              <a:noFill/>
            </a:ln>
          </p:spPr>
        </p:pic>
        <p:pic>
          <p:nvPicPr>
            <p:cNvPr id="464" name="Google Shape;1348;p8"/>
            <p:cNvPicPr preferRelativeResize="0"/>
            <p:nvPr/>
          </p:nvPicPr>
          <p:blipFill rotWithShape="1">
            <a:blip r:embed="rId22">
              <a:alphaModFix/>
            </a:blip>
            <a:srcRect/>
            <a:stretch/>
          </p:blipFill>
          <p:spPr>
            <a:xfrm>
              <a:off x="15720694" y="1412227"/>
              <a:ext cx="380" cy="406"/>
            </a:xfrm>
            <a:prstGeom prst="rect">
              <a:avLst/>
            </a:prstGeom>
            <a:noFill/>
            <a:ln>
              <a:noFill/>
            </a:ln>
          </p:spPr>
        </p:pic>
        <p:pic>
          <p:nvPicPr>
            <p:cNvPr id="465" name="Google Shape;1349;p8"/>
            <p:cNvPicPr preferRelativeResize="0"/>
            <p:nvPr/>
          </p:nvPicPr>
          <p:blipFill rotWithShape="1">
            <a:blip r:embed="rId40">
              <a:alphaModFix/>
            </a:blip>
            <a:srcRect/>
            <a:stretch/>
          </p:blipFill>
          <p:spPr>
            <a:xfrm>
              <a:off x="15703041" y="1453451"/>
              <a:ext cx="6813" cy="8280"/>
            </a:xfrm>
            <a:prstGeom prst="rect">
              <a:avLst/>
            </a:prstGeom>
            <a:noFill/>
            <a:ln>
              <a:noFill/>
            </a:ln>
          </p:spPr>
        </p:pic>
        <p:pic>
          <p:nvPicPr>
            <p:cNvPr id="466" name="Google Shape;1350;p8"/>
            <p:cNvPicPr preferRelativeResize="0"/>
            <p:nvPr/>
          </p:nvPicPr>
          <p:blipFill rotWithShape="1">
            <a:blip r:embed="rId22">
              <a:alphaModFix/>
            </a:blip>
            <a:srcRect/>
            <a:stretch/>
          </p:blipFill>
          <p:spPr>
            <a:xfrm>
              <a:off x="15743428" y="1388706"/>
              <a:ext cx="1779" cy="1498"/>
            </a:xfrm>
            <a:prstGeom prst="rect">
              <a:avLst/>
            </a:prstGeom>
            <a:noFill/>
            <a:ln>
              <a:noFill/>
            </a:ln>
          </p:spPr>
        </p:pic>
        <p:pic>
          <p:nvPicPr>
            <p:cNvPr id="467" name="Google Shape;1351;p8"/>
            <p:cNvPicPr preferRelativeResize="0"/>
            <p:nvPr/>
          </p:nvPicPr>
          <p:blipFill rotWithShape="1">
            <a:blip r:embed="rId22">
              <a:alphaModFix/>
            </a:blip>
            <a:srcRect/>
            <a:stretch/>
          </p:blipFill>
          <p:spPr>
            <a:xfrm>
              <a:off x="15921353" y="1232230"/>
              <a:ext cx="253" cy="241"/>
            </a:xfrm>
            <a:prstGeom prst="rect">
              <a:avLst/>
            </a:prstGeom>
            <a:noFill/>
            <a:ln>
              <a:noFill/>
            </a:ln>
          </p:spPr>
        </p:pic>
      </p:grpSp>
    </p:spTree>
  </p:cSld>
  <p:clrMapOvr>
    <a:masterClrMapping/>
  </p:clrMapOvr>
  <p:transition spd="slow">
    <p:push/>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pic>
        <p:nvPicPr>
          <p:cNvPr id="608" name="Google Shape;608;p33"/>
          <p:cNvPicPr preferRelativeResize="0"/>
          <p:nvPr/>
        </p:nvPicPr>
        <p:blipFill rotWithShape="1">
          <a:blip r:embed="rId3">
            <a:alphaModFix/>
          </a:blip>
          <a:srcRect/>
          <a:stretch/>
        </p:blipFill>
        <p:spPr>
          <a:xfrm>
            <a:off x="929088" y="676888"/>
            <a:ext cx="10305689" cy="5785578"/>
          </a:xfrm>
          <a:prstGeom prst="rect">
            <a:avLst/>
          </a:prstGeom>
          <a:noFill/>
          <a:ln>
            <a:noFill/>
          </a:ln>
        </p:spPr>
      </p:pic>
      <p:sp>
        <p:nvSpPr>
          <p:cNvPr id="609" name="Google Shape;609;p33"/>
          <p:cNvSpPr/>
          <p:nvPr/>
        </p:nvSpPr>
        <p:spPr>
          <a:xfrm>
            <a:off x="1148696" y="4835890"/>
            <a:ext cx="2069971" cy="856209"/>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10" name="Google Shape;610;p33">
            <a:hlinkClick r:id="rId4"/>
          </p:cNvPr>
          <p:cNvPicPr preferRelativeResize="0"/>
          <p:nvPr/>
        </p:nvPicPr>
        <p:blipFill rotWithShape="1">
          <a:blip r:embed="rId5">
            <a:alphaModFix/>
          </a:blip>
          <a:srcRect/>
          <a:stretch/>
        </p:blipFill>
        <p:spPr>
          <a:xfrm>
            <a:off x="2691825" y="5263994"/>
            <a:ext cx="526842" cy="526842"/>
          </a:xfrm>
          <a:prstGeom prst="rect">
            <a:avLst/>
          </a:prstGeom>
          <a:noFill/>
          <a:ln>
            <a:noFill/>
          </a:ln>
        </p:spPr>
      </p:pic>
      <p:grpSp>
        <p:nvGrpSpPr>
          <p:cNvPr id="119" name="Google Shape;1238;p8"/>
          <p:cNvGrpSpPr/>
          <p:nvPr/>
        </p:nvGrpSpPr>
        <p:grpSpPr>
          <a:xfrm>
            <a:off x="10675250" y="128665"/>
            <a:ext cx="1414810" cy="548223"/>
            <a:chOff x="14201902" y="621652"/>
            <a:chExt cx="2318892" cy="951953"/>
          </a:xfrm>
        </p:grpSpPr>
        <p:pic>
          <p:nvPicPr>
            <p:cNvPr id="120" name="Google Shape;1240;p8"/>
            <p:cNvPicPr preferRelativeResize="0"/>
            <p:nvPr/>
          </p:nvPicPr>
          <p:blipFill rotWithShape="1">
            <a:blip r:embed="rId6">
              <a:alphaModFix/>
            </a:blip>
            <a:srcRect/>
            <a:stretch/>
          </p:blipFill>
          <p:spPr>
            <a:xfrm>
              <a:off x="14496301" y="621652"/>
              <a:ext cx="381832" cy="226865"/>
            </a:xfrm>
            <a:prstGeom prst="rect">
              <a:avLst/>
            </a:prstGeom>
            <a:noFill/>
            <a:ln>
              <a:noFill/>
            </a:ln>
          </p:spPr>
        </p:pic>
        <p:sp>
          <p:nvSpPr>
            <p:cNvPr id="121" name="Google Shape;1241;p8"/>
            <p:cNvSpPr/>
            <p:nvPr/>
          </p:nvSpPr>
          <p:spPr>
            <a:xfrm>
              <a:off x="14410042" y="884923"/>
              <a:ext cx="289560" cy="247650"/>
            </a:xfrm>
            <a:custGeom>
              <a:avLst/>
              <a:gdLst/>
              <a:ahLst/>
              <a:cxnLst/>
              <a:rect l="l" t="t" r="r" b="b"/>
              <a:pathLst>
                <a:path w="289559" h="247650" extrusionOk="0">
                  <a:moveTo>
                    <a:pt x="255943" y="0"/>
                  </a:moveTo>
                  <a:lnTo>
                    <a:pt x="240766" y="0"/>
                  </a:lnTo>
                  <a:lnTo>
                    <a:pt x="236550" y="2806"/>
                  </a:lnTo>
                  <a:lnTo>
                    <a:pt x="144741" y="191325"/>
                  </a:lnTo>
                  <a:lnTo>
                    <a:pt x="52603" y="2806"/>
                  </a:lnTo>
                  <a:lnTo>
                    <a:pt x="48374" y="0"/>
                  </a:lnTo>
                  <a:lnTo>
                    <a:pt x="33197" y="0"/>
                  </a:lnTo>
                  <a:lnTo>
                    <a:pt x="28257" y="5981"/>
                  </a:lnTo>
                  <a:lnTo>
                    <a:pt x="0" y="240411"/>
                  </a:lnTo>
                  <a:lnTo>
                    <a:pt x="4216" y="246062"/>
                  </a:lnTo>
                  <a:lnTo>
                    <a:pt x="17297" y="247472"/>
                  </a:lnTo>
                  <a:lnTo>
                    <a:pt x="22580" y="242887"/>
                  </a:lnTo>
                  <a:lnTo>
                    <a:pt x="46964" y="43421"/>
                  </a:lnTo>
                  <a:lnTo>
                    <a:pt x="129209" y="210045"/>
                  </a:lnTo>
                  <a:lnTo>
                    <a:pt x="131673" y="215353"/>
                  </a:lnTo>
                  <a:lnTo>
                    <a:pt x="136283" y="222402"/>
                  </a:lnTo>
                  <a:lnTo>
                    <a:pt x="153212" y="222402"/>
                  </a:lnTo>
                  <a:lnTo>
                    <a:pt x="157810" y="215353"/>
                  </a:lnTo>
                  <a:lnTo>
                    <a:pt x="242176" y="43421"/>
                  </a:lnTo>
                  <a:lnTo>
                    <a:pt x="266522" y="242887"/>
                  </a:lnTo>
                  <a:lnTo>
                    <a:pt x="271843" y="247472"/>
                  </a:lnTo>
                  <a:lnTo>
                    <a:pt x="284899" y="246062"/>
                  </a:lnTo>
                  <a:lnTo>
                    <a:pt x="289128" y="240411"/>
                  </a:lnTo>
                  <a:lnTo>
                    <a:pt x="288429" y="233705"/>
                  </a:lnTo>
                  <a:lnTo>
                    <a:pt x="260896" y="5981"/>
                  </a:lnTo>
                  <a:lnTo>
                    <a:pt x="255943"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22" name="Google Shape;1242;p8"/>
            <p:cNvPicPr preferRelativeResize="0"/>
            <p:nvPr/>
          </p:nvPicPr>
          <p:blipFill rotWithShape="1">
            <a:blip r:embed="rId7">
              <a:alphaModFix/>
            </a:blip>
            <a:srcRect/>
            <a:stretch/>
          </p:blipFill>
          <p:spPr>
            <a:xfrm>
              <a:off x="14755824" y="884923"/>
              <a:ext cx="172262" cy="248538"/>
            </a:xfrm>
            <a:prstGeom prst="rect">
              <a:avLst/>
            </a:prstGeom>
            <a:noFill/>
            <a:ln>
              <a:noFill/>
            </a:ln>
          </p:spPr>
        </p:pic>
        <p:pic>
          <p:nvPicPr>
            <p:cNvPr id="123" name="Google Shape;1243;p8"/>
            <p:cNvPicPr preferRelativeResize="0"/>
            <p:nvPr/>
          </p:nvPicPr>
          <p:blipFill rotWithShape="1">
            <a:blip r:embed="rId8">
              <a:alphaModFix/>
            </a:blip>
            <a:srcRect/>
            <a:stretch/>
          </p:blipFill>
          <p:spPr>
            <a:xfrm>
              <a:off x="14995360" y="884910"/>
              <a:ext cx="296633" cy="246773"/>
            </a:xfrm>
            <a:prstGeom prst="rect">
              <a:avLst/>
            </a:prstGeom>
            <a:noFill/>
            <a:ln>
              <a:noFill/>
            </a:ln>
          </p:spPr>
        </p:pic>
        <p:sp>
          <p:nvSpPr>
            <p:cNvPr id="124" name="Google Shape;1244;p8"/>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25" name="Google Shape;1245;p8"/>
            <p:cNvPicPr preferRelativeResize="0"/>
            <p:nvPr/>
          </p:nvPicPr>
          <p:blipFill rotWithShape="1">
            <a:blip r:embed="rId9">
              <a:alphaModFix/>
            </a:blip>
            <a:srcRect/>
            <a:stretch/>
          </p:blipFill>
          <p:spPr>
            <a:xfrm>
              <a:off x="15426016" y="886663"/>
              <a:ext cx="163791" cy="245021"/>
            </a:xfrm>
            <a:prstGeom prst="rect">
              <a:avLst/>
            </a:prstGeom>
            <a:noFill/>
            <a:ln>
              <a:noFill/>
            </a:ln>
          </p:spPr>
        </p:pic>
        <p:pic>
          <p:nvPicPr>
            <p:cNvPr id="126" name="Google Shape;1246;p8"/>
            <p:cNvPicPr preferRelativeResize="0"/>
            <p:nvPr/>
          </p:nvPicPr>
          <p:blipFill rotWithShape="1">
            <a:blip r:embed="rId10">
              <a:alphaModFix/>
            </a:blip>
            <a:srcRect/>
            <a:stretch/>
          </p:blipFill>
          <p:spPr>
            <a:xfrm>
              <a:off x="15638234" y="884910"/>
              <a:ext cx="128130" cy="245008"/>
            </a:xfrm>
            <a:prstGeom prst="rect">
              <a:avLst/>
            </a:prstGeom>
            <a:noFill/>
            <a:ln>
              <a:noFill/>
            </a:ln>
          </p:spPr>
        </p:pic>
        <p:sp>
          <p:nvSpPr>
            <p:cNvPr id="127" name="Google Shape;1247;p8"/>
            <p:cNvSpPr/>
            <p:nvPr/>
          </p:nvSpPr>
          <p:spPr>
            <a:xfrm>
              <a:off x="15807512" y="884923"/>
              <a:ext cx="23495" cy="247015"/>
            </a:xfrm>
            <a:custGeom>
              <a:avLst/>
              <a:gdLst/>
              <a:ahLst/>
              <a:cxnLst/>
              <a:rect l="l" t="t" r="r" b="b"/>
              <a:pathLst>
                <a:path w="23494" h="247015" extrusionOk="0">
                  <a:moveTo>
                    <a:pt x="18338" y="0"/>
                  </a:moveTo>
                  <a:lnTo>
                    <a:pt x="4927" y="0"/>
                  </a:lnTo>
                  <a:lnTo>
                    <a:pt x="0" y="5283"/>
                  </a:lnTo>
                  <a:lnTo>
                    <a:pt x="0" y="241452"/>
                  </a:lnTo>
                  <a:lnTo>
                    <a:pt x="4927"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28" name="Google Shape;1248;p8"/>
            <p:cNvPicPr preferRelativeResize="0"/>
            <p:nvPr/>
          </p:nvPicPr>
          <p:blipFill rotWithShape="1">
            <a:blip r:embed="rId11">
              <a:alphaModFix/>
            </a:blip>
            <a:srcRect/>
            <a:stretch/>
          </p:blipFill>
          <p:spPr>
            <a:xfrm>
              <a:off x="15884842" y="883856"/>
              <a:ext cx="424116" cy="249605"/>
            </a:xfrm>
            <a:prstGeom prst="rect">
              <a:avLst/>
            </a:prstGeom>
            <a:noFill/>
            <a:ln>
              <a:noFill/>
            </a:ln>
          </p:spPr>
        </p:pic>
        <p:sp>
          <p:nvSpPr>
            <p:cNvPr id="129" name="Google Shape;1249;p8"/>
            <p:cNvSpPr/>
            <p:nvPr/>
          </p:nvSpPr>
          <p:spPr>
            <a:xfrm>
              <a:off x="1506874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66" y="40652"/>
                  </a:lnTo>
                  <a:lnTo>
                    <a:pt x="26466" y="125488"/>
                  </a:lnTo>
                  <a:lnTo>
                    <a:pt x="26114" y="133764"/>
                  </a:lnTo>
                  <a:lnTo>
                    <a:pt x="23985" y="141384"/>
                  </a:lnTo>
                  <a:lnTo>
                    <a:pt x="18896" y="146968"/>
                  </a:lnTo>
                  <a:lnTo>
                    <a:pt x="9664" y="149136"/>
                  </a:lnTo>
                  <a:lnTo>
                    <a:pt x="2628" y="149136"/>
                  </a:lnTo>
                  <a:lnTo>
                    <a:pt x="0" y="151599"/>
                  </a:lnTo>
                  <a:lnTo>
                    <a:pt x="0" y="157911"/>
                  </a:lnTo>
                  <a:lnTo>
                    <a:pt x="2628" y="160350"/>
                  </a:lnTo>
                  <a:lnTo>
                    <a:pt x="9664" y="160350"/>
                  </a:lnTo>
                  <a:lnTo>
                    <a:pt x="23186" y="157662"/>
                  </a:lnTo>
                  <a:lnTo>
                    <a:pt x="31934" y="150277"/>
                  </a:lnTo>
                  <a:lnTo>
                    <a:pt x="36643"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30" name="Google Shape;1250;p8"/>
            <p:cNvPicPr preferRelativeResize="0"/>
            <p:nvPr/>
          </p:nvPicPr>
          <p:blipFill rotWithShape="1">
            <a:blip r:embed="rId12">
              <a:alphaModFix/>
            </a:blip>
            <a:srcRect/>
            <a:stretch/>
          </p:blipFill>
          <p:spPr>
            <a:xfrm>
              <a:off x="15129420" y="1280883"/>
              <a:ext cx="267157" cy="122516"/>
            </a:xfrm>
            <a:prstGeom prst="rect">
              <a:avLst/>
            </a:prstGeom>
            <a:noFill/>
            <a:ln>
              <a:noFill/>
            </a:ln>
          </p:spPr>
        </p:pic>
        <p:pic>
          <p:nvPicPr>
            <p:cNvPr id="131" name="Google Shape;1251;p8"/>
            <p:cNvPicPr preferRelativeResize="0"/>
            <p:nvPr/>
          </p:nvPicPr>
          <p:blipFill rotWithShape="1">
            <a:blip r:embed="rId13">
              <a:alphaModFix/>
            </a:blip>
            <a:srcRect/>
            <a:stretch/>
          </p:blipFill>
          <p:spPr>
            <a:xfrm>
              <a:off x="15417545" y="1318018"/>
              <a:ext cx="70269" cy="84480"/>
            </a:xfrm>
            <a:prstGeom prst="rect">
              <a:avLst/>
            </a:prstGeom>
            <a:noFill/>
            <a:ln>
              <a:noFill/>
            </a:ln>
          </p:spPr>
        </p:pic>
        <p:pic>
          <p:nvPicPr>
            <p:cNvPr id="132" name="Google Shape;1252;p8"/>
            <p:cNvPicPr preferRelativeResize="0"/>
            <p:nvPr/>
          </p:nvPicPr>
          <p:blipFill rotWithShape="1">
            <a:blip r:embed="rId14">
              <a:alphaModFix/>
            </a:blip>
            <a:srcRect/>
            <a:stretch/>
          </p:blipFill>
          <p:spPr>
            <a:xfrm>
              <a:off x="15509772" y="1318018"/>
              <a:ext cx="154457" cy="85382"/>
            </a:xfrm>
            <a:prstGeom prst="rect">
              <a:avLst/>
            </a:prstGeom>
            <a:noFill/>
            <a:ln>
              <a:noFill/>
            </a:ln>
          </p:spPr>
        </p:pic>
        <p:sp>
          <p:nvSpPr>
            <p:cNvPr id="133" name="Google Shape;1253;p8"/>
            <p:cNvSpPr/>
            <p:nvPr/>
          </p:nvSpPr>
          <p:spPr>
            <a:xfrm>
              <a:off x="1591545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43" y="38023"/>
                  </a:lnTo>
                  <a:lnTo>
                    <a:pt x="26479" y="40652"/>
                  </a:lnTo>
                  <a:lnTo>
                    <a:pt x="26479" y="125488"/>
                  </a:lnTo>
                  <a:lnTo>
                    <a:pt x="26119" y="133764"/>
                  </a:lnTo>
                  <a:lnTo>
                    <a:pt x="23983" y="141384"/>
                  </a:lnTo>
                  <a:lnTo>
                    <a:pt x="18885" y="146968"/>
                  </a:lnTo>
                  <a:lnTo>
                    <a:pt x="9639" y="149136"/>
                  </a:lnTo>
                  <a:lnTo>
                    <a:pt x="2628" y="149136"/>
                  </a:lnTo>
                  <a:lnTo>
                    <a:pt x="0" y="151599"/>
                  </a:lnTo>
                  <a:lnTo>
                    <a:pt x="0" y="157911"/>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34" name="Google Shape;1254;p8"/>
            <p:cNvPicPr preferRelativeResize="0"/>
            <p:nvPr/>
          </p:nvPicPr>
          <p:blipFill rotWithShape="1">
            <a:blip r:embed="rId15">
              <a:alphaModFix/>
            </a:blip>
            <a:srcRect/>
            <a:stretch/>
          </p:blipFill>
          <p:spPr>
            <a:xfrm>
              <a:off x="15976003" y="1280883"/>
              <a:ext cx="267157" cy="122516"/>
            </a:xfrm>
            <a:prstGeom prst="rect">
              <a:avLst/>
            </a:prstGeom>
            <a:noFill/>
            <a:ln>
              <a:noFill/>
            </a:ln>
          </p:spPr>
        </p:pic>
        <p:pic>
          <p:nvPicPr>
            <p:cNvPr id="135" name="Google Shape;1255;p8"/>
            <p:cNvPicPr preferRelativeResize="0"/>
            <p:nvPr/>
          </p:nvPicPr>
          <p:blipFill rotWithShape="1">
            <a:blip r:embed="rId16">
              <a:alphaModFix/>
            </a:blip>
            <a:srcRect/>
            <a:stretch/>
          </p:blipFill>
          <p:spPr>
            <a:xfrm>
              <a:off x="16264228" y="1318018"/>
              <a:ext cx="70294" cy="84480"/>
            </a:xfrm>
            <a:prstGeom prst="rect">
              <a:avLst/>
            </a:prstGeom>
            <a:noFill/>
            <a:ln>
              <a:noFill/>
            </a:ln>
          </p:spPr>
        </p:pic>
        <p:pic>
          <p:nvPicPr>
            <p:cNvPr id="136" name="Google Shape;1256;p8"/>
            <p:cNvPicPr preferRelativeResize="0"/>
            <p:nvPr/>
          </p:nvPicPr>
          <p:blipFill rotWithShape="1">
            <a:blip r:embed="rId17">
              <a:alphaModFix/>
            </a:blip>
            <a:srcRect/>
            <a:stretch/>
          </p:blipFill>
          <p:spPr>
            <a:xfrm>
              <a:off x="16356482" y="1318018"/>
              <a:ext cx="154457" cy="85382"/>
            </a:xfrm>
            <a:prstGeom prst="rect">
              <a:avLst/>
            </a:prstGeom>
            <a:noFill/>
            <a:ln>
              <a:noFill/>
            </a:ln>
          </p:spPr>
        </p:pic>
        <p:pic>
          <p:nvPicPr>
            <p:cNvPr id="137" name="Google Shape;1257;p8"/>
            <p:cNvPicPr preferRelativeResize="0"/>
            <p:nvPr/>
          </p:nvPicPr>
          <p:blipFill rotWithShape="1">
            <a:blip r:embed="rId18">
              <a:alphaModFix/>
            </a:blip>
            <a:srcRect/>
            <a:stretch/>
          </p:blipFill>
          <p:spPr>
            <a:xfrm>
              <a:off x="14201902" y="762152"/>
              <a:ext cx="2318892" cy="491782"/>
            </a:xfrm>
            <a:prstGeom prst="rect">
              <a:avLst/>
            </a:prstGeom>
            <a:noFill/>
            <a:ln>
              <a:noFill/>
            </a:ln>
          </p:spPr>
        </p:pic>
        <p:pic>
          <p:nvPicPr>
            <p:cNvPr id="138" name="Google Shape;1258;p8"/>
            <p:cNvPicPr preferRelativeResize="0"/>
            <p:nvPr/>
          </p:nvPicPr>
          <p:blipFill rotWithShape="1">
            <a:blip r:embed="rId19">
              <a:alphaModFix/>
            </a:blip>
            <a:srcRect/>
            <a:stretch/>
          </p:blipFill>
          <p:spPr>
            <a:xfrm>
              <a:off x="15628112" y="1170902"/>
              <a:ext cx="343027" cy="402703"/>
            </a:xfrm>
            <a:prstGeom prst="rect">
              <a:avLst/>
            </a:prstGeom>
            <a:noFill/>
            <a:ln>
              <a:noFill/>
            </a:ln>
          </p:spPr>
        </p:pic>
        <p:pic>
          <p:nvPicPr>
            <p:cNvPr id="139" name="Google Shape;1259;p8"/>
            <p:cNvPicPr preferRelativeResize="0"/>
            <p:nvPr/>
          </p:nvPicPr>
          <p:blipFill rotWithShape="1">
            <a:blip r:embed="rId20">
              <a:alphaModFix/>
            </a:blip>
            <a:srcRect/>
            <a:stretch/>
          </p:blipFill>
          <p:spPr>
            <a:xfrm>
              <a:off x="15688054" y="1399069"/>
              <a:ext cx="75693" cy="71500"/>
            </a:xfrm>
            <a:prstGeom prst="rect">
              <a:avLst/>
            </a:prstGeom>
            <a:noFill/>
            <a:ln>
              <a:noFill/>
            </a:ln>
          </p:spPr>
        </p:pic>
        <p:pic>
          <p:nvPicPr>
            <p:cNvPr id="140" name="Google Shape;1260;p8"/>
            <p:cNvPicPr preferRelativeResize="0"/>
            <p:nvPr/>
          </p:nvPicPr>
          <p:blipFill rotWithShape="1">
            <a:blip r:embed="rId21">
              <a:alphaModFix/>
            </a:blip>
            <a:srcRect/>
            <a:stretch/>
          </p:blipFill>
          <p:spPr>
            <a:xfrm>
              <a:off x="15685006" y="1433904"/>
              <a:ext cx="365" cy="357"/>
            </a:xfrm>
            <a:prstGeom prst="rect">
              <a:avLst/>
            </a:prstGeom>
            <a:noFill/>
            <a:ln>
              <a:noFill/>
            </a:ln>
          </p:spPr>
        </p:pic>
        <p:pic>
          <p:nvPicPr>
            <p:cNvPr id="141" name="Google Shape;1261;p8"/>
            <p:cNvPicPr preferRelativeResize="0"/>
            <p:nvPr/>
          </p:nvPicPr>
          <p:blipFill rotWithShape="1">
            <a:blip r:embed="rId22">
              <a:alphaModFix/>
            </a:blip>
            <a:srcRect/>
            <a:stretch/>
          </p:blipFill>
          <p:spPr>
            <a:xfrm>
              <a:off x="15609698" y="1489519"/>
              <a:ext cx="39623" cy="43522"/>
            </a:xfrm>
            <a:prstGeom prst="rect">
              <a:avLst/>
            </a:prstGeom>
            <a:noFill/>
            <a:ln>
              <a:noFill/>
            </a:ln>
          </p:spPr>
        </p:pic>
        <p:pic>
          <p:nvPicPr>
            <p:cNvPr id="142" name="Google Shape;1262;p8"/>
            <p:cNvPicPr preferRelativeResize="0"/>
            <p:nvPr/>
          </p:nvPicPr>
          <p:blipFill rotWithShape="1">
            <a:blip r:embed="rId23">
              <a:alphaModFix/>
            </a:blip>
            <a:srcRect/>
            <a:stretch/>
          </p:blipFill>
          <p:spPr>
            <a:xfrm>
              <a:off x="15665195" y="1482038"/>
              <a:ext cx="12445" cy="15214"/>
            </a:xfrm>
            <a:prstGeom prst="rect">
              <a:avLst/>
            </a:prstGeom>
            <a:noFill/>
            <a:ln>
              <a:noFill/>
            </a:ln>
          </p:spPr>
        </p:pic>
        <p:pic>
          <p:nvPicPr>
            <p:cNvPr id="143" name="Google Shape;1263;p8"/>
            <p:cNvPicPr preferRelativeResize="0"/>
            <p:nvPr/>
          </p:nvPicPr>
          <p:blipFill rotWithShape="1">
            <a:blip r:embed="rId23">
              <a:alphaModFix/>
            </a:blip>
            <a:srcRect/>
            <a:stretch/>
          </p:blipFill>
          <p:spPr>
            <a:xfrm>
              <a:off x="15665831" y="1458128"/>
              <a:ext cx="11683" cy="14601"/>
            </a:xfrm>
            <a:prstGeom prst="rect">
              <a:avLst/>
            </a:prstGeom>
            <a:noFill/>
            <a:ln>
              <a:noFill/>
            </a:ln>
          </p:spPr>
        </p:pic>
        <p:pic>
          <p:nvPicPr>
            <p:cNvPr id="144" name="Google Shape;1264;p8"/>
            <p:cNvPicPr preferRelativeResize="0"/>
            <p:nvPr/>
          </p:nvPicPr>
          <p:blipFill rotWithShape="1">
            <a:blip r:embed="rId24">
              <a:alphaModFix/>
            </a:blip>
            <a:srcRect/>
            <a:stretch/>
          </p:blipFill>
          <p:spPr>
            <a:xfrm>
              <a:off x="15824835" y="1228966"/>
              <a:ext cx="64007" cy="65811"/>
            </a:xfrm>
            <a:prstGeom prst="rect">
              <a:avLst/>
            </a:prstGeom>
            <a:noFill/>
            <a:ln>
              <a:noFill/>
            </a:ln>
          </p:spPr>
        </p:pic>
        <p:pic>
          <p:nvPicPr>
            <p:cNvPr id="145" name="Google Shape;1265;p8"/>
            <p:cNvPicPr preferRelativeResize="0"/>
            <p:nvPr/>
          </p:nvPicPr>
          <p:blipFill rotWithShape="1">
            <a:blip r:embed="rId25">
              <a:alphaModFix/>
            </a:blip>
            <a:srcRect/>
            <a:stretch/>
          </p:blipFill>
          <p:spPr>
            <a:xfrm>
              <a:off x="15624047" y="1433779"/>
              <a:ext cx="77215" cy="82550"/>
            </a:xfrm>
            <a:prstGeom prst="rect">
              <a:avLst/>
            </a:prstGeom>
            <a:noFill/>
            <a:ln>
              <a:noFill/>
            </a:ln>
          </p:spPr>
        </p:pic>
        <p:pic>
          <p:nvPicPr>
            <p:cNvPr id="146" name="Google Shape;1266;p8"/>
            <p:cNvPicPr preferRelativeResize="0"/>
            <p:nvPr/>
          </p:nvPicPr>
          <p:blipFill rotWithShape="1">
            <a:blip r:embed="rId26">
              <a:alphaModFix/>
            </a:blip>
            <a:srcRect/>
            <a:stretch/>
          </p:blipFill>
          <p:spPr>
            <a:xfrm>
              <a:off x="15901288" y="1256068"/>
              <a:ext cx="16763" cy="12903"/>
            </a:xfrm>
            <a:prstGeom prst="rect">
              <a:avLst/>
            </a:prstGeom>
            <a:noFill/>
            <a:ln>
              <a:noFill/>
            </a:ln>
          </p:spPr>
        </p:pic>
        <p:pic>
          <p:nvPicPr>
            <p:cNvPr id="147" name="Google Shape;1267;p8"/>
            <p:cNvPicPr preferRelativeResize="0"/>
            <p:nvPr/>
          </p:nvPicPr>
          <p:blipFill rotWithShape="1">
            <a:blip r:embed="rId23">
              <a:alphaModFix/>
            </a:blip>
            <a:srcRect/>
            <a:stretch/>
          </p:blipFill>
          <p:spPr>
            <a:xfrm>
              <a:off x="15680309" y="1443710"/>
              <a:ext cx="12953" cy="15138"/>
            </a:xfrm>
            <a:prstGeom prst="rect">
              <a:avLst/>
            </a:prstGeom>
            <a:noFill/>
            <a:ln>
              <a:noFill/>
            </a:ln>
          </p:spPr>
        </p:pic>
        <p:pic>
          <p:nvPicPr>
            <p:cNvPr id="148" name="Google Shape;1268;p8"/>
            <p:cNvPicPr preferRelativeResize="0"/>
            <p:nvPr/>
          </p:nvPicPr>
          <p:blipFill rotWithShape="1">
            <a:blip r:embed="rId27">
              <a:alphaModFix/>
            </a:blip>
            <a:srcRect/>
            <a:stretch/>
          </p:blipFill>
          <p:spPr>
            <a:xfrm>
              <a:off x="15931515" y="1237411"/>
              <a:ext cx="9779" cy="7467"/>
            </a:xfrm>
            <a:prstGeom prst="rect">
              <a:avLst/>
            </a:prstGeom>
            <a:noFill/>
            <a:ln>
              <a:noFill/>
            </a:ln>
          </p:spPr>
        </p:pic>
        <p:pic>
          <p:nvPicPr>
            <p:cNvPr id="149" name="Google Shape;1269;p8"/>
            <p:cNvPicPr preferRelativeResize="0"/>
            <p:nvPr/>
          </p:nvPicPr>
          <p:blipFill rotWithShape="1">
            <a:blip r:embed="rId28">
              <a:alphaModFix/>
            </a:blip>
            <a:srcRect/>
            <a:stretch/>
          </p:blipFill>
          <p:spPr>
            <a:xfrm>
              <a:off x="15934562" y="1189837"/>
              <a:ext cx="38226" cy="32524"/>
            </a:xfrm>
            <a:prstGeom prst="rect">
              <a:avLst/>
            </a:prstGeom>
            <a:noFill/>
            <a:ln>
              <a:noFill/>
            </a:ln>
          </p:spPr>
        </p:pic>
        <p:pic>
          <p:nvPicPr>
            <p:cNvPr id="150" name="Google Shape;1270;p8"/>
            <p:cNvPicPr preferRelativeResize="0"/>
            <p:nvPr/>
          </p:nvPicPr>
          <p:blipFill rotWithShape="1">
            <a:blip r:embed="rId29">
              <a:alphaModFix/>
            </a:blip>
            <a:srcRect/>
            <a:stretch/>
          </p:blipFill>
          <p:spPr>
            <a:xfrm>
              <a:off x="15645637" y="1455178"/>
              <a:ext cx="40257" cy="24193"/>
            </a:xfrm>
            <a:prstGeom prst="rect">
              <a:avLst/>
            </a:prstGeom>
            <a:noFill/>
            <a:ln>
              <a:noFill/>
            </a:ln>
          </p:spPr>
        </p:pic>
        <p:pic>
          <p:nvPicPr>
            <p:cNvPr id="151" name="Google Shape;1271;p8"/>
            <p:cNvPicPr preferRelativeResize="0"/>
            <p:nvPr/>
          </p:nvPicPr>
          <p:blipFill rotWithShape="1">
            <a:blip r:embed="rId30">
              <a:alphaModFix/>
            </a:blip>
            <a:srcRect/>
            <a:stretch/>
          </p:blipFill>
          <p:spPr>
            <a:xfrm>
              <a:off x="15687295" y="1443595"/>
              <a:ext cx="5969" cy="6934"/>
            </a:xfrm>
            <a:prstGeom prst="rect">
              <a:avLst/>
            </a:prstGeom>
            <a:noFill/>
            <a:ln>
              <a:noFill/>
            </a:ln>
          </p:spPr>
        </p:pic>
        <p:pic>
          <p:nvPicPr>
            <p:cNvPr id="152" name="Google Shape;1272;p8"/>
            <p:cNvPicPr preferRelativeResize="0"/>
            <p:nvPr/>
          </p:nvPicPr>
          <p:blipFill rotWithShape="1">
            <a:blip r:embed="rId31">
              <a:alphaModFix/>
            </a:blip>
            <a:srcRect/>
            <a:stretch/>
          </p:blipFill>
          <p:spPr>
            <a:xfrm>
              <a:off x="15900400" y="1202498"/>
              <a:ext cx="17907" cy="15088"/>
            </a:xfrm>
            <a:prstGeom prst="rect">
              <a:avLst/>
            </a:prstGeom>
            <a:noFill/>
            <a:ln>
              <a:noFill/>
            </a:ln>
          </p:spPr>
        </p:pic>
        <p:pic>
          <p:nvPicPr>
            <p:cNvPr id="153" name="Google Shape;1273;p8"/>
            <p:cNvPicPr preferRelativeResize="0"/>
            <p:nvPr/>
          </p:nvPicPr>
          <p:blipFill rotWithShape="1">
            <a:blip r:embed="rId32">
              <a:alphaModFix/>
            </a:blip>
            <a:srcRect/>
            <a:stretch/>
          </p:blipFill>
          <p:spPr>
            <a:xfrm>
              <a:off x="15696945" y="1384351"/>
              <a:ext cx="36195" cy="49428"/>
            </a:xfrm>
            <a:prstGeom prst="rect">
              <a:avLst/>
            </a:prstGeom>
            <a:noFill/>
            <a:ln>
              <a:noFill/>
            </a:ln>
          </p:spPr>
        </p:pic>
        <p:pic>
          <p:nvPicPr>
            <p:cNvPr id="154" name="Google Shape;1274;p8"/>
            <p:cNvPicPr preferRelativeResize="0"/>
            <p:nvPr/>
          </p:nvPicPr>
          <p:blipFill rotWithShape="1">
            <a:blip r:embed="rId33">
              <a:alphaModFix/>
            </a:blip>
            <a:srcRect/>
            <a:stretch/>
          </p:blipFill>
          <p:spPr>
            <a:xfrm>
              <a:off x="15621381" y="1488414"/>
              <a:ext cx="43306" cy="44855"/>
            </a:xfrm>
            <a:prstGeom prst="rect">
              <a:avLst/>
            </a:prstGeom>
            <a:noFill/>
            <a:ln>
              <a:noFill/>
            </a:ln>
          </p:spPr>
        </p:pic>
        <p:pic>
          <p:nvPicPr>
            <p:cNvPr id="155" name="Google Shape;1275;p8"/>
            <p:cNvPicPr preferRelativeResize="0"/>
            <p:nvPr/>
          </p:nvPicPr>
          <p:blipFill rotWithShape="1">
            <a:blip r:embed="rId34">
              <a:alphaModFix/>
            </a:blip>
            <a:srcRect/>
            <a:stretch/>
          </p:blipFill>
          <p:spPr>
            <a:xfrm>
              <a:off x="15655416" y="1424228"/>
              <a:ext cx="62101" cy="58038"/>
            </a:xfrm>
            <a:prstGeom prst="rect">
              <a:avLst/>
            </a:prstGeom>
            <a:noFill/>
            <a:ln>
              <a:noFill/>
            </a:ln>
          </p:spPr>
        </p:pic>
        <p:pic>
          <p:nvPicPr>
            <p:cNvPr id="156" name="Google Shape;1276;p8"/>
            <p:cNvPicPr preferRelativeResize="0"/>
            <p:nvPr/>
          </p:nvPicPr>
          <p:blipFill rotWithShape="1">
            <a:blip r:embed="rId33">
              <a:alphaModFix/>
            </a:blip>
            <a:srcRect/>
            <a:stretch/>
          </p:blipFill>
          <p:spPr>
            <a:xfrm>
              <a:off x="15735425" y="1384478"/>
              <a:ext cx="41404" cy="44323"/>
            </a:xfrm>
            <a:prstGeom prst="rect">
              <a:avLst/>
            </a:prstGeom>
            <a:noFill/>
            <a:ln>
              <a:noFill/>
            </a:ln>
          </p:spPr>
        </p:pic>
        <p:pic>
          <p:nvPicPr>
            <p:cNvPr id="157" name="Google Shape;1277;p8"/>
            <p:cNvPicPr preferRelativeResize="0"/>
            <p:nvPr/>
          </p:nvPicPr>
          <p:blipFill rotWithShape="1">
            <a:blip r:embed="rId21">
              <a:alphaModFix/>
            </a:blip>
            <a:srcRect/>
            <a:stretch/>
          </p:blipFill>
          <p:spPr>
            <a:xfrm>
              <a:off x="15792070" y="1308544"/>
              <a:ext cx="3683" cy="3086"/>
            </a:xfrm>
            <a:prstGeom prst="rect">
              <a:avLst/>
            </a:prstGeom>
            <a:noFill/>
            <a:ln>
              <a:noFill/>
            </a:ln>
          </p:spPr>
        </p:pic>
        <p:pic>
          <p:nvPicPr>
            <p:cNvPr id="158" name="Google Shape;1278;p8"/>
            <p:cNvPicPr preferRelativeResize="0"/>
            <p:nvPr/>
          </p:nvPicPr>
          <p:blipFill rotWithShape="1">
            <a:blip r:embed="rId35">
              <a:alphaModFix/>
            </a:blip>
            <a:srcRect/>
            <a:stretch/>
          </p:blipFill>
          <p:spPr>
            <a:xfrm>
              <a:off x="15669386" y="1471827"/>
              <a:ext cx="6223" cy="16472"/>
            </a:xfrm>
            <a:prstGeom prst="rect">
              <a:avLst/>
            </a:prstGeom>
            <a:noFill/>
            <a:ln>
              <a:noFill/>
            </a:ln>
          </p:spPr>
        </p:pic>
        <p:pic>
          <p:nvPicPr>
            <p:cNvPr id="159" name="Google Shape;1279;p8"/>
            <p:cNvPicPr preferRelativeResize="0"/>
            <p:nvPr/>
          </p:nvPicPr>
          <p:blipFill rotWithShape="1">
            <a:blip r:embed="rId27">
              <a:alphaModFix/>
            </a:blip>
            <a:srcRect/>
            <a:stretch/>
          </p:blipFill>
          <p:spPr>
            <a:xfrm>
              <a:off x="15855950" y="1307782"/>
              <a:ext cx="7747" cy="7251"/>
            </a:xfrm>
            <a:prstGeom prst="rect">
              <a:avLst/>
            </a:prstGeom>
            <a:noFill/>
            <a:ln>
              <a:noFill/>
            </a:ln>
          </p:spPr>
        </p:pic>
        <p:pic>
          <p:nvPicPr>
            <p:cNvPr id="160" name="Google Shape;1280;p8"/>
            <p:cNvPicPr preferRelativeResize="0"/>
            <p:nvPr/>
          </p:nvPicPr>
          <p:blipFill rotWithShape="1">
            <a:blip r:embed="rId23">
              <a:alphaModFix/>
            </a:blip>
            <a:srcRect/>
            <a:stretch/>
          </p:blipFill>
          <p:spPr>
            <a:xfrm>
              <a:off x="15815056" y="1337019"/>
              <a:ext cx="14351" cy="13257"/>
            </a:xfrm>
            <a:prstGeom prst="rect">
              <a:avLst/>
            </a:prstGeom>
            <a:noFill/>
            <a:ln>
              <a:noFill/>
            </a:ln>
          </p:spPr>
        </p:pic>
        <p:pic>
          <p:nvPicPr>
            <p:cNvPr id="161" name="Google Shape;1281;p8"/>
            <p:cNvPicPr preferRelativeResize="0"/>
            <p:nvPr/>
          </p:nvPicPr>
          <p:blipFill rotWithShape="1">
            <a:blip r:embed="rId36">
              <a:alphaModFix/>
            </a:blip>
            <a:srcRect/>
            <a:stretch/>
          </p:blipFill>
          <p:spPr>
            <a:xfrm>
              <a:off x="15642463" y="1463712"/>
              <a:ext cx="54101" cy="18427"/>
            </a:xfrm>
            <a:prstGeom prst="rect">
              <a:avLst/>
            </a:prstGeom>
            <a:noFill/>
            <a:ln>
              <a:noFill/>
            </a:ln>
          </p:spPr>
        </p:pic>
        <p:pic>
          <p:nvPicPr>
            <p:cNvPr id="162" name="Google Shape;1282;p8"/>
            <p:cNvPicPr preferRelativeResize="0"/>
            <p:nvPr/>
          </p:nvPicPr>
          <p:blipFill rotWithShape="1">
            <a:blip r:embed="rId37">
              <a:alphaModFix/>
            </a:blip>
            <a:srcRect/>
            <a:stretch/>
          </p:blipFill>
          <p:spPr>
            <a:xfrm>
              <a:off x="15736444" y="1349412"/>
              <a:ext cx="19811" cy="21044"/>
            </a:xfrm>
            <a:prstGeom prst="rect">
              <a:avLst/>
            </a:prstGeom>
            <a:noFill/>
            <a:ln>
              <a:noFill/>
            </a:ln>
          </p:spPr>
        </p:pic>
        <p:pic>
          <p:nvPicPr>
            <p:cNvPr id="163" name="Google Shape;1283;p8"/>
            <p:cNvPicPr preferRelativeResize="0"/>
            <p:nvPr/>
          </p:nvPicPr>
          <p:blipFill rotWithShape="1">
            <a:blip r:embed="rId38">
              <a:alphaModFix/>
            </a:blip>
            <a:srcRect/>
            <a:stretch/>
          </p:blipFill>
          <p:spPr>
            <a:xfrm>
              <a:off x="15651227" y="1473301"/>
              <a:ext cx="22858" cy="37363"/>
            </a:xfrm>
            <a:prstGeom prst="rect">
              <a:avLst/>
            </a:prstGeom>
            <a:noFill/>
            <a:ln>
              <a:noFill/>
            </a:ln>
          </p:spPr>
        </p:pic>
        <p:pic>
          <p:nvPicPr>
            <p:cNvPr id="164" name="Google Shape;1284;p8"/>
            <p:cNvPicPr preferRelativeResize="0"/>
            <p:nvPr/>
          </p:nvPicPr>
          <p:blipFill rotWithShape="1">
            <a:blip r:embed="rId39">
              <a:alphaModFix/>
            </a:blip>
            <a:srcRect/>
            <a:stretch/>
          </p:blipFill>
          <p:spPr>
            <a:xfrm>
              <a:off x="15670911" y="1472793"/>
              <a:ext cx="9395" cy="6642"/>
            </a:xfrm>
            <a:prstGeom prst="rect">
              <a:avLst/>
            </a:prstGeom>
            <a:noFill/>
            <a:ln>
              <a:noFill/>
            </a:ln>
          </p:spPr>
        </p:pic>
        <p:pic>
          <p:nvPicPr>
            <p:cNvPr id="165" name="Google Shape;1285;p8"/>
            <p:cNvPicPr preferRelativeResize="0"/>
            <p:nvPr/>
          </p:nvPicPr>
          <p:blipFill rotWithShape="1">
            <a:blip r:embed="rId40">
              <a:alphaModFix/>
            </a:blip>
            <a:srcRect/>
            <a:stretch/>
          </p:blipFill>
          <p:spPr>
            <a:xfrm>
              <a:off x="15935325" y="1214271"/>
              <a:ext cx="18032" cy="26936"/>
            </a:xfrm>
            <a:prstGeom prst="rect">
              <a:avLst/>
            </a:prstGeom>
            <a:noFill/>
            <a:ln>
              <a:noFill/>
            </a:ln>
          </p:spPr>
        </p:pic>
        <p:pic>
          <p:nvPicPr>
            <p:cNvPr id="166" name="Google Shape;1286;p8"/>
            <p:cNvPicPr preferRelativeResize="0"/>
            <p:nvPr/>
          </p:nvPicPr>
          <p:blipFill rotWithShape="1">
            <a:blip r:embed="rId41">
              <a:alphaModFix/>
            </a:blip>
            <a:srcRect/>
            <a:stretch/>
          </p:blipFill>
          <p:spPr>
            <a:xfrm>
              <a:off x="15635478" y="1434121"/>
              <a:ext cx="66292" cy="61213"/>
            </a:xfrm>
            <a:prstGeom prst="rect">
              <a:avLst/>
            </a:prstGeom>
            <a:noFill/>
            <a:ln>
              <a:noFill/>
            </a:ln>
          </p:spPr>
        </p:pic>
        <p:pic>
          <p:nvPicPr>
            <p:cNvPr id="167" name="Google Shape;1287;p8"/>
            <p:cNvPicPr preferRelativeResize="0"/>
            <p:nvPr/>
          </p:nvPicPr>
          <p:blipFill rotWithShape="1">
            <a:blip r:embed="rId30">
              <a:alphaModFix/>
            </a:blip>
            <a:srcRect/>
            <a:stretch/>
          </p:blipFill>
          <p:spPr>
            <a:xfrm>
              <a:off x="15682467" y="1428520"/>
              <a:ext cx="1523" cy="1777"/>
            </a:xfrm>
            <a:prstGeom prst="rect">
              <a:avLst/>
            </a:prstGeom>
            <a:noFill/>
            <a:ln>
              <a:noFill/>
            </a:ln>
          </p:spPr>
        </p:pic>
        <p:pic>
          <p:nvPicPr>
            <p:cNvPr id="168" name="Google Shape;1288;p8"/>
            <p:cNvPicPr preferRelativeResize="0"/>
            <p:nvPr/>
          </p:nvPicPr>
          <p:blipFill rotWithShape="1">
            <a:blip r:embed="rId42">
              <a:alphaModFix/>
            </a:blip>
            <a:srcRect/>
            <a:stretch/>
          </p:blipFill>
          <p:spPr>
            <a:xfrm>
              <a:off x="15639414" y="1470417"/>
              <a:ext cx="26036" cy="30924"/>
            </a:xfrm>
            <a:prstGeom prst="rect">
              <a:avLst/>
            </a:prstGeom>
            <a:noFill/>
            <a:ln>
              <a:noFill/>
            </a:ln>
          </p:spPr>
        </p:pic>
        <p:pic>
          <p:nvPicPr>
            <p:cNvPr id="169" name="Google Shape;1289;p8"/>
            <p:cNvPicPr preferRelativeResize="0"/>
            <p:nvPr/>
          </p:nvPicPr>
          <p:blipFill rotWithShape="1">
            <a:blip r:embed="rId43">
              <a:alphaModFix/>
            </a:blip>
            <a:srcRect/>
            <a:stretch/>
          </p:blipFill>
          <p:spPr>
            <a:xfrm>
              <a:off x="15666975" y="1440484"/>
              <a:ext cx="15351" cy="20421"/>
            </a:xfrm>
            <a:prstGeom prst="rect">
              <a:avLst/>
            </a:prstGeom>
            <a:noFill/>
            <a:ln>
              <a:noFill/>
            </a:ln>
          </p:spPr>
        </p:pic>
        <p:pic>
          <p:nvPicPr>
            <p:cNvPr id="170" name="Google Shape;1290;p8"/>
            <p:cNvPicPr preferRelativeResize="0"/>
            <p:nvPr/>
          </p:nvPicPr>
          <p:blipFill rotWithShape="1">
            <a:blip r:embed="rId21">
              <a:alphaModFix/>
            </a:blip>
            <a:srcRect/>
            <a:stretch/>
          </p:blipFill>
          <p:spPr>
            <a:xfrm>
              <a:off x="15953359" y="1215466"/>
              <a:ext cx="2285" cy="1803"/>
            </a:xfrm>
            <a:prstGeom prst="rect">
              <a:avLst/>
            </a:prstGeom>
            <a:noFill/>
            <a:ln>
              <a:noFill/>
            </a:ln>
          </p:spPr>
        </p:pic>
        <p:pic>
          <p:nvPicPr>
            <p:cNvPr id="171" name="Google Shape;1291;p8"/>
            <p:cNvPicPr preferRelativeResize="0"/>
            <p:nvPr/>
          </p:nvPicPr>
          <p:blipFill rotWithShape="1">
            <a:blip r:embed="rId44">
              <a:alphaModFix/>
            </a:blip>
            <a:srcRect/>
            <a:stretch/>
          </p:blipFill>
          <p:spPr>
            <a:xfrm>
              <a:off x="15685896" y="1402969"/>
              <a:ext cx="39878" cy="43662"/>
            </a:xfrm>
            <a:prstGeom prst="rect">
              <a:avLst/>
            </a:prstGeom>
            <a:noFill/>
            <a:ln>
              <a:noFill/>
            </a:ln>
          </p:spPr>
        </p:pic>
        <p:pic>
          <p:nvPicPr>
            <p:cNvPr id="172" name="Google Shape;1292;p8"/>
            <p:cNvPicPr preferRelativeResize="0"/>
            <p:nvPr/>
          </p:nvPicPr>
          <p:blipFill rotWithShape="1">
            <a:blip r:embed="rId45">
              <a:alphaModFix/>
            </a:blip>
            <a:srcRect/>
            <a:stretch/>
          </p:blipFill>
          <p:spPr>
            <a:xfrm>
              <a:off x="15880588" y="1270139"/>
              <a:ext cx="20192" cy="18021"/>
            </a:xfrm>
            <a:prstGeom prst="rect">
              <a:avLst/>
            </a:prstGeom>
            <a:noFill/>
            <a:ln>
              <a:noFill/>
            </a:ln>
          </p:spPr>
        </p:pic>
        <p:pic>
          <p:nvPicPr>
            <p:cNvPr id="173" name="Google Shape;1293;p8"/>
            <p:cNvPicPr preferRelativeResize="0"/>
            <p:nvPr/>
          </p:nvPicPr>
          <p:blipFill rotWithShape="1">
            <a:blip r:embed="rId39">
              <a:alphaModFix/>
            </a:blip>
            <a:srcRect/>
            <a:stretch/>
          </p:blipFill>
          <p:spPr>
            <a:xfrm>
              <a:off x="15668497" y="1475943"/>
              <a:ext cx="10794" cy="10998"/>
            </a:xfrm>
            <a:prstGeom prst="rect">
              <a:avLst/>
            </a:prstGeom>
            <a:noFill/>
            <a:ln>
              <a:noFill/>
            </a:ln>
          </p:spPr>
        </p:pic>
        <p:pic>
          <p:nvPicPr>
            <p:cNvPr id="174" name="Google Shape;1294;p8"/>
            <p:cNvPicPr preferRelativeResize="0"/>
            <p:nvPr/>
          </p:nvPicPr>
          <p:blipFill rotWithShape="1">
            <a:blip r:embed="rId21">
              <a:alphaModFix/>
            </a:blip>
            <a:srcRect/>
            <a:stretch/>
          </p:blipFill>
          <p:spPr>
            <a:xfrm>
              <a:off x="15965169" y="1207654"/>
              <a:ext cx="2031" cy="1524"/>
            </a:xfrm>
            <a:prstGeom prst="rect">
              <a:avLst/>
            </a:prstGeom>
            <a:noFill/>
            <a:ln>
              <a:noFill/>
            </a:ln>
          </p:spPr>
        </p:pic>
        <p:pic>
          <p:nvPicPr>
            <p:cNvPr id="175" name="Google Shape;1295;p8"/>
            <p:cNvPicPr preferRelativeResize="0"/>
            <p:nvPr/>
          </p:nvPicPr>
          <p:blipFill rotWithShape="1">
            <a:blip r:embed="rId27">
              <a:alphaModFix/>
            </a:blip>
            <a:srcRect/>
            <a:stretch/>
          </p:blipFill>
          <p:spPr>
            <a:xfrm>
              <a:off x="15889351" y="1220528"/>
              <a:ext cx="1687" cy="1338"/>
            </a:xfrm>
            <a:prstGeom prst="rect">
              <a:avLst/>
            </a:prstGeom>
            <a:noFill/>
            <a:ln>
              <a:noFill/>
            </a:ln>
          </p:spPr>
        </p:pic>
        <p:pic>
          <p:nvPicPr>
            <p:cNvPr id="176" name="Google Shape;1296;p8"/>
            <p:cNvPicPr preferRelativeResize="0"/>
            <p:nvPr/>
          </p:nvPicPr>
          <p:blipFill rotWithShape="1">
            <a:blip r:embed="rId35">
              <a:alphaModFix/>
            </a:blip>
            <a:srcRect/>
            <a:stretch/>
          </p:blipFill>
          <p:spPr>
            <a:xfrm>
              <a:off x="15948025" y="1190980"/>
              <a:ext cx="2666" cy="11263"/>
            </a:xfrm>
            <a:prstGeom prst="rect">
              <a:avLst/>
            </a:prstGeom>
            <a:noFill/>
            <a:ln>
              <a:noFill/>
            </a:ln>
          </p:spPr>
        </p:pic>
        <p:pic>
          <p:nvPicPr>
            <p:cNvPr id="177" name="Google Shape;1297;p8"/>
            <p:cNvPicPr preferRelativeResize="0"/>
            <p:nvPr/>
          </p:nvPicPr>
          <p:blipFill rotWithShape="1">
            <a:blip r:embed="rId46">
              <a:alphaModFix/>
            </a:blip>
            <a:srcRect/>
            <a:stretch/>
          </p:blipFill>
          <p:spPr>
            <a:xfrm>
              <a:off x="15672054" y="1466291"/>
              <a:ext cx="20955" cy="4953"/>
            </a:xfrm>
            <a:prstGeom prst="rect">
              <a:avLst/>
            </a:prstGeom>
            <a:noFill/>
            <a:ln>
              <a:noFill/>
            </a:ln>
          </p:spPr>
        </p:pic>
        <p:pic>
          <p:nvPicPr>
            <p:cNvPr id="178" name="Google Shape;1298;p8"/>
            <p:cNvPicPr preferRelativeResize="0"/>
            <p:nvPr/>
          </p:nvPicPr>
          <p:blipFill rotWithShape="1">
            <a:blip r:embed="rId39">
              <a:alphaModFix/>
            </a:blip>
            <a:srcRect/>
            <a:stretch/>
          </p:blipFill>
          <p:spPr>
            <a:xfrm>
              <a:off x="15635985" y="1508619"/>
              <a:ext cx="11174" cy="10465"/>
            </a:xfrm>
            <a:prstGeom prst="rect">
              <a:avLst/>
            </a:prstGeom>
            <a:noFill/>
            <a:ln>
              <a:noFill/>
            </a:ln>
          </p:spPr>
        </p:pic>
        <p:pic>
          <p:nvPicPr>
            <p:cNvPr id="179" name="Google Shape;1299;p8"/>
            <p:cNvPicPr preferRelativeResize="0"/>
            <p:nvPr/>
          </p:nvPicPr>
          <p:blipFill rotWithShape="1">
            <a:blip r:embed="rId47">
              <a:alphaModFix/>
            </a:blip>
            <a:srcRect/>
            <a:stretch/>
          </p:blipFill>
          <p:spPr>
            <a:xfrm>
              <a:off x="15891127" y="1207211"/>
              <a:ext cx="68581" cy="70726"/>
            </a:xfrm>
            <a:prstGeom prst="rect">
              <a:avLst/>
            </a:prstGeom>
            <a:noFill/>
            <a:ln>
              <a:noFill/>
            </a:ln>
          </p:spPr>
        </p:pic>
        <p:pic>
          <p:nvPicPr>
            <p:cNvPr id="180" name="Google Shape;1300;p8"/>
            <p:cNvPicPr preferRelativeResize="0"/>
            <p:nvPr/>
          </p:nvPicPr>
          <p:blipFill rotWithShape="1">
            <a:blip r:embed="rId21">
              <a:alphaModFix/>
            </a:blip>
            <a:srcRect/>
            <a:stretch/>
          </p:blipFill>
          <p:spPr>
            <a:xfrm>
              <a:off x="15658337" y="1504276"/>
              <a:ext cx="1142" cy="1384"/>
            </a:xfrm>
            <a:prstGeom prst="rect">
              <a:avLst/>
            </a:prstGeom>
            <a:noFill/>
            <a:ln>
              <a:noFill/>
            </a:ln>
          </p:spPr>
        </p:pic>
        <p:pic>
          <p:nvPicPr>
            <p:cNvPr id="181" name="Google Shape;1301;p8"/>
            <p:cNvPicPr preferRelativeResize="0"/>
            <p:nvPr/>
          </p:nvPicPr>
          <p:blipFill rotWithShape="1">
            <a:blip r:embed="rId31">
              <a:alphaModFix/>
            </a:blip>
            <a:srcRect/>
            <a:stretch/>
          </p:blipFill>
          <p:spPr>
            <a:xfrm>
              <a:off x="15658718" y="1475473"/>
              <a:ext cx="14986" cy="22047"/>
            </a:xfrm>
            <a:prstGeom prst="rect">
              <a:avLst/>
            </a:prstGeom>
            <a:noFill/>
            <a:ln>
              <a:noFill/>
            </a:ln>
          </p:spPr>
        </p:pic>
        <p:pic>
          <p:nvPicPr>
            <p:cNvPr id="182" name="Google Shape;1302;p8"/>
            <p:cNvPicPr preferRelativeResize="0"/>
            <p:nvPr/>
          </p:nvPicPr>
          <p:blipFill rotWithShape="1">
            <a:blip r:embed="rId21">
              <a:alphaModFix/>
            </a:blip>
            <a:srcRect/>
            <a:stretch/>
          </p:blipFill>
          <p:spPr>
            <a:xfrm>
              <a:off x="15635859" y="1500797"/>
              <a:ext cx="1143" cy="1409"/>
            </a:xfrm>
            <a:prstGeom prst="rect">
              <a:avLst/>
            </a:prstGeom>
            <a:noFill/>
            <a:ln>
              <a:noFill/>
            </a:ln>
          </p:spPr>
        </p:pic>
        <p:pic>
          <p:nvPicPr>
            <p:cNvPr id="183" name="Google Shape;1303;p8"/>
            <p:cNvPicPr preferRelativeResize="0"/>
            <p:nvPr/>
          </p:nvPicPr>
          <p:blipFill rotWithShape="1">
            <a:blip r:embed="rId30">
              <a:alphaModFix/>
            </a:blip>
            <a:srcRect/>
            <a:stretch/>
          </p:blipFill>
          <p:spPr>
            <a:xfrm>
              <a:off x="15916402" y="1201216"/>
              <a:ext cx="2412" cy="5461"/>
            </a:xfrm>
            <a:prstGeom prst="rect">
              <a:avLst/>
            </a:prstGeom>
            <a:noFill/>
            <a:ln>
              <a:noFill/>
            </a:ln>
          </p:spPr>
        </p:pic>
        <p:pic>
          <p:nvPicPr>
            <p:cNvPr id="184" name="Google Shape;1304;p8"/>
            <p:cNvPicPr preferRelativeResize="0"/>
            <p:nvPr/>
          </p:nvPicPr>
          <p:blipFill rotWithShape="1">
            <a:blip r:embed="rId21">
              <a:alphaModFix/>
            </a:blip>
            <a:srcRect/>
            <a:stretch/>
          </p:blipFill>
          <p:spPr>
            <a:xfrm>
              <a:off x="15947769" y="1197362"/>
              <a:ext cx="1650" cy="1276"/>
            </a:xfrm>
            <a:prstGeom prst="rect">
              <a:avLst/>
            </a:prstGeom>
            <a:noFill/>
            <a:ln>
              <a:noFill/>
            </a:ln>
          </p:spPr>
        </p:pic>
        <p:pic>
          <p:nvPicPr>
            <p:cNvPr id="185" name="Google Shape;1305;p8"/>
            <p:cNvPicPr preferRelativeResize="0"/>
            <p:nvPr/>
          </p:nvPicPr>
          <p:blipFill rotWithShape="1">
            <a:blip r:embed="rId21">
              <a:alphaModFix/>
            </a:blip>
            <a:srcRect/>
            <a:stretch/>
          </p:blipFill>
          <p:spPr>
            <a:xfrm>
              <a:off x="15933039" y="1198499"/>
              <a:ext cx="1016" cy="901"/>
            </a:xfrm>
            <a:prstGeom prst="rect">
              <a:avLst/>
            </a:prstGeom>
            <a:noFill/>
            <a:ln>
              <a:noFill/>
            </a:ln>
          </p:spPr>
        </p:pic>
        <p:pic>
          <p:nvPicPr>
            <p:cNvPr id="186" name="Google Shape;1306;p8"/>
            <p:cNvPicPr preferRelativeResize="0"/>
            <p:nvPr/>
          </p:nvPicPr>
          <p:blipFill rotWithShape="1">
            <a:blip r:embed="rId39">
              <a:alphaModFix/>
            </a:blip>
            <a:srcRect/>
            <a:stretch/>
          </p:blipFill>
          <p:spPr>
            <a:xfrm>
              <a:off x="15708376" y="1446885"/>
              <a:ext cx="8508" cy="9461"/>
            </a:xfrm>
            <a:prstGeom prst="rect">
              <a:avLst/>
            </a:prstGeom>
            <a:noFill/>
            <a:ln>
              <a:noFill/>
            </a:ln>
          </p:spPr>
        </p:pic>
        <p:pic>
          <p:nvPicPr>
            <p:cNvPr id="187" name="Google Shape;1307;p8"/>
            <p:cNvPicPr preferRelativeResize="0"/>
            <p:nvPr/>
          </p:nvPicPr>
          <p:blipFill rotWithShape="1">
            <a:blip r:embed="rId30">
              <a:alphaModFix/>
            </a:blip>
            <a:srcRect/>
            <a:stretch/>
          </p:blipFill>
          <p:spPr>
            <a:xfrm>
              <a:off x="15918687" y="1247634"/>
              <a:ext cx="9400" cy="9678"/>
            </a:xfrm>
            <a:prstGeom prst="rect">
              <a:avLst/>
            </a:prstGeom>
            <a:noFill/>
            <a:ln>
              <a:noFill/>
            </a:ln>
          </p:spPr>
        </p:pic>
        <p:pic>
          <p:nvPicPr>
            <p:cNvPr id="188" name="Google Shape;1308;p8"/>
            <p:cNvPicPr preferRelativeResize="0"/>
            <p:nvPr/>
          </p:nvPicPr>
          <p:blipFill rotWithShape="1">
            <a:blip r:embed="rId48">
              <a:alphaModFix/>
            </a:blip>
            <a:srcRect/>
            <a:stretch/>
          </p:blipFill>
          <p:spPr>
            <a:xfrm>
              <a:off x="15635732" y="1459293"/>
              <a:ext cx="44576" cy="50304"/>
            </a:xfrm>
            <a:prstGeom prst="rect">
              <a:avLst/>
            </a:prstGeom>
            <a:noFill/>
            <a:ln>
              <a:noFill/>
            </a:ln>
          </p:spPr>
        </p:pic>
        <p:pic>
          <p:nvPicPr>
            <p:cNvPr id="189" name="Google Shape;1309;p8"/>
            <p:cNvPicPr preferRelativeResize="0"/>
            <p:nvPr/>
          </p:nvPicPr>
          <p:blipFill rotWithShape="1">
            <a:blip r:embed="rId23">
              <a:alphaModFix/>
            </a:blip>
            <a:srcRect/>
            <a:stretch/>
          </p:blipFill>
          <p:spPr>
            <a:xfrm>
              <a:off x="15874620" y="1283169"/>
              <a:ext cx="14985" cy="14592"/>
            </a:xfrm>
            <a:prstGeom prst="rect">
              <a:avLst/>
            </a:prstGeom>
            <a:noFill/>
            <a:ln>
              <a:noFill/>
            </a:ln>
          </p:spPr>
        </p:pic>
        <p:pic>
          <p:nvPicPr>
            <p:cNvPr id="190" name="Google Shape;1310;p8"/>
            <p:cNvPicPr preferRelativeResize="0"/>
            <p:nvPr/>
          </p:nvPicPr>
          <p:blipFill rotWithShape="1">
            <a:blip r:embed="rId21">
              <a:alphaModFix/>
            </a:blip>
            <a:srcRect/>
            <a:stretch/>
          </p:blipFill>
          <p:spPr>
            <a:xfrm>
              <a:off x="15679419" y="1471002"/>
              <a:ext cx="761" cy="787"/>
            </a:xfrm>
            <a:prstGeom prst="rect">
              <a:avLst/>
            </a:prstGeom>
            <a:noFill/>
            <a:ln>
              <a:noFill/>
            </a:ln>
          </p:spPr>
        </p:pic>
        <p:pic>
          <p:nvPicPr>
            <p:cNvPr id="191" name="Google Shape;1311;p8"/>
            <p:cNvPicPr preferRelativeResize="0"/>
            <p:nvPr/>
          </p:nvPicPr>
          <p:blipFill rotWithShape="1">
            <a:blip r:embed="rId21">
              <a:alphaModFix/>
            </a:blip>
            <a:srcRect/>
            <a:stretch/>
          </p:blipFill>
          <p:spPr>
            <a:xfrm>
              <a:off x="15943198" y="1229410"/>
              <a:ext cx="1905" cy="1612"/>
            </a:xfrm>
            <a:prstGeom prst="rect">
              <a:avLst/>
            </a:prstGeom>
            <a:noFill/>
            <a:ln>
              <a:noFill/>
            </a:ln>
          </p:spPr>
        </p:pic>
        <p:pic>
          <p:nvPicPr>
            <p:cNvPr id="192" name="Google Shape;1312;p8"/>
            <p:cNvPicPr preferRelativeResize="0"/>
            <p:nvPr/>
          </p:nvPicPr>
          <p:blipFill rotWithShape="1">
            <a:blip r:embed="rId27">
              <a:alphaModFix/>
            </a:blip>
            <a:srcRect/>
            <a:stretch/>
          </p:blipFill>
          <p:spPr>
            <a:xfrm>
              <a:off x="15685389" y="1446009"/>
              <a:ext cx="9270" cy="4178"/>
            </a:xfrm>
            <a:prstGeom prst="rect">
              <a:avLst/>
            </a:prstGeom>
            <a:noFill/>
            <a:ln>
              <a:noFill/>
            </a:ln>
          </p:spPr>
        </p:pic>
        <p:pic>
          <p:nvPicPr>
            <p:cNvPr id="193" name="Google Shape;1313;p8"/>
            <p:cNvPicPr preferRelativeResize="0"/>
            <p:nvPr/>
          </p:nvPicPr>
          <p:blipFill rotWithShape="1">
            <a:blip r:embed="rId49">
              <a:alphaModFix/>
            </a:blip>
            <a:srcRect/>
            <a:stretch/>
          </p:blipFill>
          <p:spPr>
            <a:xfrm>
              <a:off x="15655797" y="1465834"/>
              <a:ext cx="29209" cy="40144"/>
            </a:xfrm>
            <a:prstGeom prst="rect">
              <a:avLst/>
            </a:prstGeom>
            <a:noFill/>
            <a:ln>
              <a:noFill/>
            </a:ln>
          </p:spPr>
        </p:pic>
        <p:pic>
          <p:nvPicPr>
            <p:cNvPr id="194" name="Google Shape;1314;p8"/>
            <p:cNvPicPr preferRelativeResize="0"/>
            <p:nvPr/>
          </p:nvPicPr>
          <p:blipFill rotWithShape="1">
            <a:blip r:embed="rId27">
              <a:alphaModFix/>
            </a:blip>
            <a:srcRect/>
            <a:stretch/>
          </p:blipFill>
          <p:spPr>
            <a:xfrm>
              <a:off x="15917671" y="1204010"/>
              <a:ext cx="1505" cy="1143"/>
            </a:xfrm>
            <a:prstGeom prst="rect">
              <a:avLst/>
            </a:prstGeom>
            <a:noFill/>
            <a:ln>
              <a:noFill/>
            </a:ln>
          </p:spPr>
        </p:pic>
        <p:pic>
          <p:nvPicPr>
            <p:cNvPr id="195" name="Google Shape;1315;p8"/>
            <p:cNvPicPr preferRelativeResize="0"/>
            <p:nvPr/>
          </p:nvPicPr>
          <p:blipFill rotWithShape="1">
            <a:blip r:embed="rId30">
              <a:alphaModFix/>
            </a:blip>
            <a:srcRect/>
            <a:stretch/>
          </p:blipFill>
          <p:spPr>
            <a:xfrm>
              <a:off x="15648432" y="1495513"/>
              <a:ext cx="635" cy="888"/>
            </a:xfrm>
            <a:prstGeom prst="rect">
              <a:avLst/>
            </a:prstGeom>
            <a:noFill/>
            <a:ln>
              <a:noFill/>
            </a:ln>
          </p:spPr>
        </p:pic>
        <p:pic>
          <p:nvPicPr>
            <p:cNvPr id="196" name="Google Shape;1316;p8"/>
            <p:cNvPicPr preferRelativeResize="0"/>
            <p:nvPr/>
          </p:nvPicPr>
          <p:blipFill rotWithShape="1">
            <a:blip r:embed="rId21">
              <a:alphaModFix/>
            </a:blip>
            <a:srcRect/>
            <a:stretch/>
          </p:blipFill>
          <p:spPr>
            <a:xfrm>
              <a:off x="15700883" y="1433957"/>
              <a:ext cx="889" cy="977"/>
            </a:xfrm>
            <a:prstGeom prst="rect">
              <a:avLst/>
            </a:prstGeom>
            <a:noFill/>
            <a:ln>
              <a:noFill/>
            </a:ln>
          </p:spPr>
        </p:pic>
        <p:pic>
          <p:nvPicPr>
            <p:cNvPr id="197" name="Google Shape;1317;p8"/>
            <p:cNvPicPr preferRelativeResize="0"/>
            <p:nvPr/>
          </p:nvPicPr>
          <p:blipFill rotWithShape="1">
            <a:blip r:embed="rId50">
              <a:alphaModFix/>
            </a:blip>
            <a:srcRect/>
            <a:stretch/>
          </p:blipFill>
          <p:spPr>
            <a:xfrm>
              <a:off x="15634335" y="1432801"/>
              <a:ext cx="68198" cy="66688"/>
            </a:xfrm>
            <a:prstGeom prst="rect">
              <a:avLst/>
            </a:prstGeom>
            <a:noFill/>
            <a:ln>
              <a:noFill/>
            </a:ln>
          </p:spPr>
        </p:pic>
        <p:pic>
          <p:nvPicPr>
            <p:cNvPr id="198" name="Google Shape;1318;p8"/>
            <p:cNvPicPr preferRelativeResize="0"/>
            <p:nvPr/>
          </p:nvPicPr>
          <p:blipFill rotWithShape="1">
            <a:blip r:embed="rId51">
              <a:alphaModFix/>
            </a:blip>
            <a:srcRect/>
            <a:stretch/>
          </p:blipFill>
          <p:spPr>
            <a:xfrm>
              <a:off x="15829153" y="1205191"/>
              <a:ext cx="88645" cy="72161"/>
            </a:xfrm>
            <a:prstGeom prst="rect">
              <a:avLst/>
            </a:prstGeom>
            <a:noFill/>
            <a:ln>
              <a:noFill/>
            </a:ln>
          </p:spPr>
        </p:pic>
        <p:pic>
          <p:nvPicPr>
            <p:cNvPr id="199" name="Google Shape;1319;p8"/>
            <p:cNvPicPr preferRelativeResize="0"/>
            <p:nvPr/>
          </p:nvPicPr>
          <p:blipFill rotWithShape="1">
            <a:blip r:embed="rId52">
              <a:alphaModFix/>
            </a:blip>
            <a:srcRect/>
            <a:stretch/>
          </p:blipFill>
          <p:spPr>
            <a:xfrm>
              <a:off x="15914242" y="1200353"/>
              <a:ext cx="12192" cy="4254"/>
            </a:xfrm>
            <a:prstGeom prst="rect">
              <a:avLst/>
            </a:prstGeom>
            <a:noFill/>
            <a:ln>
              <a:noFill/>
            </a:ln>
          </p:spPr>
        </p:pic>
        <p:pic>
          <p:nvPicPr>
            <p:cNvPr id="200" name="Google Shape;1320;p8"/>
            <p:cNvPicPr preferRelativeResize="0"/>
            <p:nvPr/>
          </p:nvPicPr>
          <p:blipFill rotWithShape="1">
            <a:blip r:embed="rId21">
              <a:alphaModFix/>
            </a:blip>
            <a:srcRect/>
            <a:stretch/>
          </p:blipFill>
          <p:spPr>
            <a:xfrm>
              <a:off x="15909036" y="1261630"/>
              <a:ext cx="1143" cy="1028"/>
            </a:xfrm>
            <a:prstGeom prst="rect">
              <a:avLst/>
            </a:prstGeom>
            <a:noFill/>
            <a:ln>
              <a:noFill/>
            </a:ln>
          </p:spPr>
        </p:pic>
        <p:pic>
          <p:nvPicPr>
            <p:cNvPr id="201" name="Google Shape;1321;p8"/>
            <p:cNvPicPr preferRelativeResize="0"/>
            <p:nvPr/>
          </p:nvPicPr>
          <p:blipFill rotWithShape="1">
            <a:blip r:embed="rId53">
              <a:alphaModFix/>
            </a:blip>
            <a:srcRect/>
            <a:stretch/>
          </p:blipFill>
          <p:spPr>
            <a:xfrm>
              <a:off x="15619220" y="1424432"/>
              <a:ext cx="68835" cy="86791"/>
            </a:xfrm>
            <a:prstGeom prst="rect">
              <a:avLst/>
            </a:prstGeom>
            <a:noFill/>
            <a:ln>
              <a:noFill/>
            </a:ln>
          </p:spPr>
        </p:pic>
        <p:pic>
          <p:nvPicPr>
            <p:cNvPr id="202" name="Google Shape;1322;p8"/>
            <p:cNvPicPr preferRelativeResize="0"/>
            <p:nvPr/>
          </p:nvPicPr>
          <p:blipFill rotWithShape="1">
            <a:blip r:embed="rId21">
              <a:alphaModFix/>
            </a:blip>
            <a:srcRect/>
            <a:stretch/>
          </p:blipFill>
          <p:spPr>
            <a:xfrm>
              <a:off x="15663290" y="1472539"/>
              <a:ext cx="507" cy="622"/>
            </a:xfrm>
            <a:prstGeom prst="rect">
              <a:avLst/>
            </a:prstGeom>
            <a:noFill/>
            <a:ln>
              <a:noFill/>
            </a:ln>
          </p:spPr>
        </p:pic>
        <p:pic>
          <p:nvPicPr>
            <p:cNvPr id="203" name="Google Shape;1323;p8"/>
            <p:cNvPicPr preferRelativeResize="0"/>
            <p:nvPr/>
          </p:nvPicPr>
          <p:blipFill rotWithShape="1">
            <a:blip r:embed="rId27">
              <a:alphaModFix/>
            </a:blip>
            <a:srcRect/>
            <a:stretch/>
          </p:blipFill>
          <p:spPr>
            <a:xfrm>
              <a:off x="15915893" y="1250937"/>
              <a:ext cx="9015" cy="7848"/>
            </a:xfrm>
            <a:prstGeom prst="rect">
              <a:avLst/>
            </a:prstGeom>
            <a:noFill/>
            <a:ln>
              <a:noFill/>
            </a:ln>
          </p:spPr>
        </p:pic>
        <p:pic>
          <p:nvPicPr>
            <p:cNvPr id="204" name="Google Shape;1324;p8"/>
            <p:cNvPicPr preferRelativeResize="0"/>
            <p:nvPr/>
          </p:nvPicPr>
          <p:blipFill rotWithShape="1">
            <a:blip r:embed="rId21">
              <a:alphaModFix/>
            </a:blip>
            <a:srcRect/>
            <a:stretch/>
          </p:blipFill>
          <p:spPr>
            <a:xfrm>
              <a:off x="15707867" y="1418907"/>
              <a:ext cx="2158" cy="1447"/>
            </a:xfrm>
            <a:prstGeom prst="rect">
              <a:avLst/>
            </a:prstGeom>
            <a:noFill/>
            <a:ln>
              <a:noFill/>
            </a:ln>
          </p:spPr>
        </p:pic>
        <p:pic>
          <p:nvPicPr>
            <p:cNvPr id="205" name="Google Shape;1325;p8"/>
            <p:cNvPicPr preferRelativeResize="0"/>
            <p:nvPr/>
          </p:nvPicPr>
          <p:blipFill rotWithShape="1">
            <a:blip r:embed="rId21">
              <a:alphaModFix/>
            </a:blip>
            <a:srcRect/>
            <a:stretch/>
          </p:blipFill>
          <p:spPr>
            <a:xfrm>
              <a:off x="15725646" y="1400136"/>
              <a:ext cx="1143" cy="1270"/>
            </a:xfrm>
            <a:prstGeom prst="rect">
              <a:avLst/>
            </a:prstGeom>
            <a:noFill/>
            <a:ln>
              <a:noFill/>
            </a:ln>
          </p:spPr>
        </p:pic>
        <p:pic>
          <p:nvPicPr>
            <p:cNvPr id="206" name="Google Shape;1326;p8"/>
            <p:cNvPicPr preferRelativeResize="0"/>
            <p:nvPr/>
          </p:nvPicPr>
          <p:blipFill rotWithShape="1">
            <a:blip r:embed="rId54">
              <a:alphaModFix/>
            </a:blip>
            <a:srcRect/>
            <a:stretch/>
          </p:blipFill>
          <p:spPr>
            <a:xfrm>
              <a:off x="15939135" y="1190776"/>
              <a:ext cx="30605" cy="35116"/>
            </a:xfrm>
            <a:prstGeom prst="rect">
              <a:avLst/>
            </a:prstGeom>
            <a:noFill/>
            <a:ln>
              <a:noFill/>
            </a:ln>
          </p:spPr>
        </p:pic>
        <p:pic>
          <p:nvPicPr>
            <p:cNvPr id="207" name="Google Shape;1327;p8"/>
            <p:cNvPicPr preferRelativeResize="0"/>
            <p:nvPr/>
          </p:nvPicPr>
          <p:blipFill rotWithShape="1">
            <a:blip r:embed="rId21">
              <a:alphaModFix/>
            </a:blip>
            <a:srcRect/>
            <a:stretch/>
          </p:blipFill>
          <p:spPr>
            <a:xfrm>
              <a:off x="15655289" y="1498752"/>
              <a:ext cx="5080" cy="8280"/>
            </a:xfrm>
            <a:prstGeom prst="rect">
              <a:avLst/>
            </a:prstGeom>
            <a:noFill/>
            <a:ln>
              <a:noFill/>
            </a:ln>
          </p:spPr>
        </p:pic>
        <p:pic>
          <p:nvPicPr>
            <p:cNvPr id="208" name="Google Shape;1328;p8"/>
            <p:cNvPicPr preferRelativeResize="0"/>
            <p:nvPr/>
          </p:nvPicPr>
          <p:blipFill rotWithShape="1">
            <a:blip r:embed="rId27">
              <a:alphaModFix/>
            </a:blip>
            <a:srcRect/>
            <a:stretch/>
          </p:blipFill>
          <p:spPr>
            <a:xfrm>
              <a:off x="15684769" y="1425714"/>
              <a:ext cx="5954" cy="2634"/>
            </a:xfrm>
            <a:prstGeom prst="rect">
              <a:avLst/>
            </a:prstGeom>
            <a:noFill/>
            <a:ln>
              <a:noFill/>
            </a:ln>
          </p:spPr>
        </p:pic>
        <p:pic>
          <p:nvPicPr>
            <p:cNvPr id="209" name="Google Shape;1329;p8"/>
            <p:cNvPicPr preferRelativeResize="0"/>
            <p:nvPr/>
          </p:nvPicPr>
          <p:blipFill rotWithShape="1">
            <a:blip r:embed="rId55">
              <a:alphaModFix/>
            </a:blip>
            <a:srcRect/>
            <a:stretch/>
          </p:blipFill>
          <p:spPr>
            <a:xfrm>
              <a:off x="15656433" y="1444090"/>
              <a:ext cx="39496" cy="47867"/>
            </a:xfrm>
            <a:prstGeom prst="rect">
              <a:avLst/>
            </a:prstGeom>
            <a:noFill/>
            <a:ln>
              <a:noFill/>
            </a:ln>
          </p:spPr>
        </p:pic>
        <p:pic>
          <p:nvPicPr>
            <p:cNvPr id="210" name="Google Shape;1330;p8"/>
            <p:cNvPicPr preferRelativeResize="0"/>
            <p:nvPr/>
          </p:nvPicPr>
          <p:blipFill rotWithShape="1">
            <a:blip r:embed="rId56">
              <a:alphaModFix/>
            </a:blip>
            <a:srcRect/>
            <a:stretch/>
          </p:blipFill>
          <p:spPr>
            <a:xfrm>
              <a:off x="15668877" y="1477454"/>
              <a:ext cx="17778" cy="6591"/>
            </a:xfrm>
            <a:prstGeom prst="rect">
              <a:avLst/>
            </a:prstGeom>
            <a:noFill/>
            <a:ln>
              <a:noFill/>
            </a:ln>
          </p:spPr>
        </p:pic>
        <p:pic>
          <p:nvPicPr>
            <p:cNvPr id="211" name="Google Shape;1331;p8"/>
            <p:cNvPicPr preferRelativeResize="0"/>
            <p:nvPr/>
          </p:nvPicPr>
          <p:blipFill rotWithShape="1">
            <a:blip r:embed="rId27">
              <a:alphaModFix/>
            </a:blip>
            <a:srcRect/>
            <a:stretch/>
          </p:blipFill>
          <p:spPr>
            <a:xfrm>
              <a:off x="15680053" y="1459573"/>
              <a:ext cx="8765" cy="4280"/>
            </a:xfrm>
            <a:prstGeom prst="rect">
              <a:avLst/>
            </a:prstGeom>
            <a:noFill/>
            <a:ln>
              <a:noFill/>
            </a:ln>
          </p:spPr>
        </p:pic>
        <p:pic>
          <p:nvPicPr>
            <p:cNvPr id="212" name="Google Shape;1332;p8"/>
            <p:cNvPicPr preferRelativeResize="0"/>
            <p:nvPr/>
          </p:nvPicPr>
          <p:blipFill rotWithShape="1">
            <a:blip r:embed="rId30">
              <a:alphaModFix/>
            </a:blip>
            <a:srcRect/>
            <a:stretch/>
          </p:blipFill>
          <p:spPr>
            <a:xfrm>
              <a:off x="15669387" y="1490953"/>
              <a:ext cx="381" cy="520"/>
            </a:xfrm>
            <a:prstGeom prst="rect">
              <a:avLst/>
            </a:prstGeom>
            <a:noFill/>
            <a:ln>
              <a:noFill/>
            </a:ln>
          </p:spPr>
        </p:pic>
        <p:pic>
          <p:nvPicPr>
            <p:cNvPr id="213" name="Google Shape;1333;p8"/>
            <p:cNvPicPr preferRelativeResize="0"/>
            <p:nvPr/>
          </p:nvPicPr>
          <p:blipFill rotWithShape="1">
            <a:blip r:embed="rId27">
              <a:alphaModFix/>
            </a:blip>
            <a:srcRect/>
            <a:stretch/>
          </p:blipFill>
          <p:spPr>
            <a:xfrm>
              <a:off x="15651605" y="1493126"/>
              <a:ext cx="5842" cy="4965"/>
            </a:xfrm>
            <a:prstGeom prst="rect">
              <a:avLst/>
            </a:prstGeom>
            <a:noFill/>
            <a:ln>
              <a:noFill/>
            </a:ln>
          </p:spPr>
        </p:pic>
        <p:pic>
          <p:nvPicPr>
            <p:cNvPr id="214" name="Google Shape;1334;p8"/>
            <p:cNvPicPr preferRelativeResize="0"/>
            <p:nvPr/>
          </p:nvPicPr>
          <p:blipFill rotWithShape="1">
            <a:blip r:embed="rId27">
              <a:alphaModFix/>
            </a:blip>
            <a:srcRect/>
            <a:stretch/>
          </p:blipFill>
          <p:spPr>
            <a:xfrm>
              <a:off x="15631794" y="1498498"/>
              <a:ext cx="6730" cy="3238"/>
            </a:xfrm>
            <a:prstGeom prst="rect">
              <a:avLst/>
            </a:prstGeom>
            <a:noFill/>
            <a:ln>
              <a:noFill/>
            </a:ln>
          </p:spPr>
        </p:pic>
        <p:pic>
          <p:nvPicPr>
            <p:cNvPr id="215" name="Google Shape;1335;p8"/>
            <p:cNvPicPr preferRelativeResize="0"/>
            <p:nvPr/>
          </p:nvPicPr>
          <p:blipFill rotWithShape="1">
            <a:blip r:embed="rId21">
              <a:alphaModFix/>
            </a:blip>
            <a:srcRect/>
            <a:stretch/>
          </p:blipFill>
          <p:spPr>
            <a:xfrm>
              <a:off x="15664186" y="1472108"/>
              <a:ext cx="1771" cy="2095"/>
            </a:xfrm>
            <a:prstGeom prst="rect">
              <a:avLst/>
            </a:prstGeom>
            <a:noFill/>
            <a:ln>
              <a:noFill/>
            </a:ln>
          </p:spPr>
        </p:pic>
        <p:pic>
          <p:nvPicPr>
            <p:cNvPr id="216" name="Google Shape;1336;p8"/>
            <p:cNvPicPr preferRelativeResize="0"/>
            <p:nvPr/>
          </p:nvPicPr>
          <p:blipFill rotWithShape="1">
            <a:blip r:embed="rId35">
              <a:alphaModFix/>
            </a:blip>
            <a:srcRect/>
            <a:stretch/>
          </p:blipFill>
          <p:spPr>
            <a:xfrm>
              <a:off x="15706090" y="1456893"/>
              <a:ext cx="506" cy="1969"/>
            </a:xfrm>
            <a:prstGeom prst="rect">
              <a:avLst/>
            </a:prstGeom>
            <a:noFill/>
            <a:ln>
              <a:noFill/>
            </a:ln>
          </p:spPr>
        </p:pic>
        <p:pic>
          <p:nvPicPr>
            <p:cNvPr id="217" name="Google Shape;1337;p8"/>
            <p:cNvPicPr preferRelativeResize="0"/>
            <p:nvPr/>
          </p:nvPicPr>
          <p:blipFill rotWithShape="1">
            <a:blip r:embed="rId31">
              <a:alphaModFix/>
            </a:blip>
            <a:srcRect/>
            <a:stretch/>
          </p:blipFill>
          <p:spPr>
            <a:xfrm>
              <a:off x="15656941" y="1470773"/>
              <a:ext cx="17016" cy="21108"/>
            </a:xfrm>
            <a:prstGeom prst="rect">
              <a:avLst/>
            </a:prstGeom>
            <a:noFill/>
            <a:ln>
              <a:noFill/>
            </a:ln>
          </p:spPr>
        </p:pic>
        <p:pic>
          <p:nvPicPr>
            <p:cNvPr id="218" name="Google Shape;1338;p8"/>
            <p:cNvPicPr preferRelativeResize="0"/>
            <p:nvPr/>
          </p:nvPicPr>
          <p:blipFill rotWithShape="1">
            <a:blip r:embed="rId21">
              <a:alphaModFix/>
            </a:blip>
            <a:srcRect/>
            <a:stretch/>
          </p:blipFill>
          <p:spPr>
            <a:xfrm>
              <a:off x="15715488" y="1411998"/>
              <a:ext cx="381" cy="431"/>
            </a:xfrm>
            <a:prstGeom prst="rect">
              <a:avLst/>
            </a:prstGeom>
            <a:noFill/>
            <a:ln>
              <a:noFill/>
            </a:ln>
          </p:spPr>
        </p:pic>
        <p:pic>
          <p:nvPicPr>
            <p:cNvPr id="219" name="Google Shape;1339;p8"/>
            <p:cNvPicPr preferRelativeResize="0"/>
            <p:nvPr/>
          </p:nvPicPr>
          <p:blipFill rotWithShape="1">
            <a:blip r:embed="rId21">
              <a:alphaModFix/>
            </a:blip>
            <a:srcRect/>
            <a:stretch/>
          </p:blipFill>
          <p:spPr>
            <a:xfrm>
              <a:off x="15712058" y="1431912"/>
              <a:ext cx="2412" cy="2946"/>
            </a:xfrm>
            <a:prstGeom prst="rect">
              <a:avLst/>
            </a:prstGeom>
            <a:noFill/>
            <a:ln>
              <a:noFill/>
            </a:ln>
          </p:spPr>
        </p:pic>
        <p:pic>
          <p:nvPicPr>
            <p:cNvPr id="220" name="Google Shape;1340;p8"/>
            <p:cNvPicPr preferRelativeResize="0"/>
            <p:nvPr/>
          </p:nvPicPr>
          <p:blipFill rotWithShape="1">
            <a:blip r:embed="rId21">
              <a:alphaModFix/>
            </a:blip>
            <a:srcRect/>
            <a:stretch/>
          </p:blipFill>
          <p:spPr>
            <a:xfrm>
              <a:off x="15675229" y="1439290"/>
              <a:ext cx="4826" cy="4927"/>
            </a:xfrm>
            <a:prstGeom prst="rect">
              <a:avLst/>
            </a:prstGeom>
            <a:noFill/>
            <a:ln>
              <a:noFill/>
            </a:ln>
          </p:spPr>
        </p:pic>
        <p:pic>
          <p:nvPicPr>
            <p:cNvPr id="221" name="Google Shape;1341;p8"/>
            <p:cNvPicPr preferRelativeResize="0"/>
            <p:nvPr/>
          </p:nvPicPr>
          <p:blipFill rotWithShape="1">
            <a:blip r:embed="rId31">
              <a:alphaModFix/>
            </a:blip>
            <a:srcRect/>
            <a:stretch/>
          </p:blipFill>
          <p:spPr>
            <a:xfrm>
              <a:off x="15721076" y="1371777"/>
              <a:ext cx="13462" cy="20748"/>
            </a:xfrm>
            <a:prstGeom prst="rect">
              <a:avLst/>
            </a:prstGeom>
            <a:noFill/>
            <a:ln>
              <a:noFill/>
            </a:ln>
          </p:spPr>
        </p:pic>
        <p:pic>
          <p:nvPicPr>
            <p:cNvPr id="222" name="Google Shape;1342;p8"/>
            <p:cNvPicPr preferRelativeResize="0"/>
            <p:nvPr/>
          </p:nvPicPr>
          <p:blipFill rotWithShape="1">
            <a:blip r:embed="rId30">
              <a:alphaModFix/>
            </a:blip>
            <a:srcRect/>
            <a:stretch/>
          </p:blipFill>
          <p:spPr>
            <a:xfrm>
              <a:off x="15649829" y="1507413"/>
              <a:ext cx="380" cy="431"/>
            </a:xfrm>
            <a:prstGeom prst="rect">
              <a:avLst/>
            </a:prstGeom>
            <a:noFill/>
            <a:ln>
              <a:noFill/>
            </a:ln>
          </p:spPr>
        </p:pic>
        <p:pic>
          <p:nvPicPr>
            <p:cNvPr id="223" name="Google Shape;1343;p8"/>
            <p:cNvPicPr preferRelativeResize="0"/>
            <p:nvPr/>
          </p:nvPicPr>
          <p:blipFill rotWithShape="1">
            <a:blip r:embed="rId57">
              <a:alphaModFix/>
            </a:blip>
            <a:srcRect/>
            <a:stretch/>
          </p:blipFill>
          <p:spPr>
            <a:xfrm>
              <a:off x="15643097" y="1430008"/>
              <a:ext cx="72643" cy="68173"/>
            </a:xfrm>
            <a:prstGeom prst="rect">
              <a:avLst/>
            </a:prstGeom>
            <a:noFill/>
            <a:ln>
              <a:noFill/>
            </a:ln>
          </p:spPr>
        </p:pic>
        <p:pic>
          <p:nvPicPr>
            <p:cNvPr id="224" name="Google Shape;1344;p8"/>
            <p:cNvPicPr preferRelativeResize="0"/>
            <p:nvPr/>
          </p:nvPicPr>
          <p:blipFill rotWithShape="1">
            <a:blip r:embed="rId58">
              <a:alphaModFix/>
            </a:blip>
            <a:srcRect/>
            <a:stretch/>
          </p:blipFill>
          <p:spPr>
            <a:xfrm>
              <a:off x="15646147" y="1421586"/>
              <a:ext cx="64895" cy="73330"/>
            </a:xfrm>
            <a:prstGeom prst="rect">
              <a:avLst/>
            </a:prstGeom>
            <a:noFill/>
            <a:ln>
              <a:noFill/>
            </a:ln>
          </p:spPr>
        </p:pic>
        <p:pic>
          <p:nvPicPr>
            <p:cNvPr id="225" name="Google Shape;1345;p8"/>
            <p:cNvPicPr preferRelativeResize="0"/>
            <p:nvPr/>
          </p:nvPicPr>
          <p:blipFill rotWithShape="1">
            <a:blip r:embed="rId21">
              <a:alphaModFix/>
            </a:blip>
            <a:srcRect/>
            <a:stretch/>
          </p:blipFill>
          <p:spPr>
            <a:xfrm>
              <a:off x="15847440" y="1259954"/>
              <a:ext cx="507" cy="431"/>
            </a:xfrm>
            <a:prstGeom prst="rect">
              <a:avLst/>
            </a:prstGeom>
            <a:noFill/>
            <a:ln>
              <a:noFill/>
            </a:ln>
          </p:spPr>
        </p:pic>
        <p:pic>
          <p:nvPicPr>
            <p:cNvPr id="226" name="Google Shape;1346;p8"/>
            <p:cNvPicPr preferRelativeResize="0"/>
            <p:nvPr/>
          </p:nvPicPr>
          <p:blipFill rotWithShape="1">
            <a:blip r:embed="rId59">
              <a:alphaModFix/>
            </a:blip>
            <a:srcRect/>
            <a:stretch/>
          </p:blipFill>
          <p:spPr>
            <a:xfrm>
              <a:off x="15862679" y="1222285"/>
              <a:ext cx="26417" cy="27127"/>
            </a:xfrm>
            <a:prstGeom prst="rect">
              <a:avLst/>
            </a:prstGeom>
            <a:noFill/>
            <a:ln>
              <a:noFill/>
            </a:ln>
          </p:spPr>
        </p:pic>
        <p:pic>
          <p:nvPicPr>
            <p:cNvPr id="227" name="Google Shape;1347;p8"/>
            <p:cNvPicPr preferRelativeResize="0"/>
            <p:nvPr/>
          </p:nvPicPr>
          <p:blipFill rotWithShape="1">
            <a:blip r:embed="rId39">
              <a:alphaModFix/>
            </a:blip>
            <a:srcRect/>
            <a:stretch/>
          </p:blipFill>
          <p:spPr>
            <a:xfrm>
              <a:off x="15671037" y="1452867"/>
              <a:ext cx="13716" cy="10439"/>
            </a:xfrm>
            <a:prstGeom prst="rect">
              <a:avLst/>
            </a:prstGeom>
            <a:noFill/>
            <a:ln>
              <a:noFill/>
            </a:ln>
          </p:spPr>
        </p:pic>
        <p:pic>
          <p:nvPicPr>
            <p:cNvPr id="228" name="Google Shape;1348;p8"/>
            <p:cNvPicPr preferRelativeResize="0"/>
            <p:nvPr/>
          </p:nvPicPr>
          <p:blipFill rotWithShape="1">
            <a:blip r:embed="rId21">
              <a:alphaModFix/>
            </a:blip>
            <a:srcRect/>
            <a:stretch/>
          </p:blipFill>
          <p:spPr>
            <a:xfrm>
              <a:off x="15720694" y="1412227"/>
              <a:ext cx="380" cy="406"/>
            </a:xfrm>
            <a:prstGeom prst="rect">
              <a:avLst/>
            </a:prstGeom>
            <a:noFill/>
            <a:ln>
              <a:noFill/>
            </a:ln>
          </p:spPr>
        </p:pic>
        <p:pic>
          <p:nvPicPr>
            <p:cNvPr id="229" name="Google Shape;1349;p8"/>
            <p:cNvPicPr preferRelativeResize="0"/>
            <p:nvPr/>
          </p:nvPicPr>
          <p:blipFill rotWithShape="1">
            <a:blip r:embed="rId39">
              <a:alphaModFix/>
            </a:blip>
            <a:srcRect/>
            <a:stretch/>
          </p:blipFill>
          <p:spPr>
            <a:xfrm>
              <a:off x="15703041" y="1453451"/>
              <a:ext cx="6813" cy="8280"/>
            </a:xfrm>
            <a:prstGeom prst="rect">
              <a:avLst/>
            </a:prstGeom>
            <a:noFill/>
            <a:ln>
              <a:noFill/>
            </a:ln>
          </p:spPr>
        </p:pic>
        <p:pic>
          <p:nvPicPr>
            <p:cNvPr id="230" name="Google Shape;1350;p8"/>
            <p:cNvPicPr preferRelativeResize="0"/>
            <p:nvPr/>
          </p:nvPicPr>
          <p:blipFill rotWithShape="1">
            <a:blip r:embed="rId21">
              <a:alphaModFix/>
            </a:blip>
            <a:srcRect/>
            <a:stretch/>
          </p:blipFill>
          <p:spPr>
            <a:xfrm>
              <a:off x="15743428" y="1388706"/>
              <a:ext cx="1779" cy="1498"/>
            </a:xfrm>
            <a:prstGeom prst="rect">
              <a:avLst/>
            </a:prstGeom>
            <a:noFill/>
            <a:ln>
              <a:noFill/>
            </a:ln>
          </p:spPr>
        </p:pic>
        <p:pic>
          <p:nvPicPr>
            <p:cNvPr id="231" name="Google Shape;1351;p8"/>
            <p:cNvPicPr preferRelativeResize="0"/>
            <p:nvPr/>
          </p:nvPicPr>
          <p:blipFill rotWithShape="1">
            <a:blip r:embed="rId21">
              <a:alphaModFix/>
            </a:blip>
            <a:srcRect/>
            <a:stretch/>
          </p:blipFill>
          <p:spPr>
            <a:xfrm>
              <a:off x="15921353" y="1232230"/>
              <a:ext cx="253" cy="241"/>
            </a:xfrm>
            <a:prstGeom prst="rect">
              <a:avLst/>
            </a:prstGeom>
            <a:noFill/>
            <a:ln>
              <a:noFill/>
            </a:ln>
          </p:spPr>
        </p:pic>
      </p:grpSp>
      <p:pic>
        <p:nvPicPr>
          <p:cNvPr id="232"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rotWithShape="1">
          <a:blip r:embed="rId60">
            <a:extLst>
              <a:ext uri="{28A0092B-C50C-407E-A947-70E740481C1C}">
                <a14:useLocalDpi xmlns:a14="http://schemas.microsoft.com/office/drawing/2010/main" val="0"/>
              </a:ext>
            </a:extLst>
          </a:blip>
          <a:srcRect l="30304" t="90724" r="23779" b="14"/>
          <a:stretch/>
        </p:blipFill>
        <p:spPr bwMode="auto">
          <a:xfrm rot="5400000">
            <a:off x="-2460149" y="3389289"/>
            <a:ext cx="5584874" cy="63304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pic>
        <p:nvPicPr>
          <p:cNvPr id="615" name="Google Shape;615;p34"/>
          <p:cNvPicPr preferRelativeResize="0"/>
          <p:nvPr/>
        </p:nvPicPr>
        <p:blipFill rotWithShape="1">
          <a:blip r:embed="rId3">
            <a:alphaModFix/>
          </a:blip>
          <a:srcRect/>
          <a:stretch/>
        </p:blipFill>
        <p:spPr>
          <a:xfrm>
            <a:off x="946628" y="731519"/>
            <a:ext cx="10314669" cy="5591751"/>
          </a:xfrm>
          <a:prstGeom prst="rect">
            <a:avLst/>
          </a:prstGeom>
          <a:noFill/>
          <a:ln>
            <a:noFill/>
          </a:ln>
          <a:effectLst>
            <a:outerShdw blurRad="101600" dist="50800" sx="101000" sy="101000" algn="ctr" rotWithShape="0">
              <a:srgbClr val="7F7F7F">
                <a:alpha val="20000"/>
              </a:srgbClr>
            </a:outerShdw>
          </a:effectLst>
        </p:spPr>
      </p:pic>
      <p:sp>
        <p:nvSpPr>
          <p:cNvPr id="616" name="Google Shape;616;p34"/>
          <p:cNvSpPr/>
          <p:nvPr/>
        </p:nvSpPr>
        <p:spPr>
          <a:xfrm>
            <a:off x="7784032" y="5034995"/>
            <a:ext cx="1575121" cy="651523"/>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17" name="Google Shape;617;p34">
            <a:hlinkClick r:id="rId4"/>
          </p:cNvPr>
          <p:cNvPicPr preferRelativeResize="0"/>
          <p:nvPr/>
        </p:nvPicPr>
        <p:blipFill rotWithShape="1">
          <a:blip r:embed="rId5">
            <a:alphaModFix/>
          </a:blip>
          <a:srcRect/>
          <a:stretch/>
        </p:blipFill>
        <p:spPr>
          <a:xfrm>
            <a:off x="8832311" y="5360756"/>
            <a:ext cx="526842" cy="526842"/>
          </a:xfrm>
          <a:prstGeom prst="rect">
            <a:avLst/>
          </a:prstGeom>
          <a:noFill/>
          <a:ln>
            <a:noFill/>
          </a:ln>
        </p:spPr>
      </p:pic>
      <p:pic>
        <p:nvPicPr>
          <p:cNvPr id="5"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rotWithShape="1">
          <a:blip r:embed="rId6">
            <a:extLst>
              <a:ext uri="{28A0092B-C50C-407E-A947-70E740481C1C}">
                <a14:useLocalDpi xmlns:a14="http://schemas.microsoft.com/office/drawing/2010/main" val="0"/>
              </a:ext>
            </a:extLst>
          </a:blip>
          <a:srcRect l="30304" t="90724" r="23779" b="14"/>
          <a:stretch/>
        </p:blipFill>
        <p:spPr bwMode="auto">
          <a:xfrm rot="5400000">
            <a:off x="-2460149" y="3389289"/>
            <a:ext cx="5584874" cy="633047"/>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oogle Shape;1238;p8"/>
          <p:cNvGrpSpPr/>
          <p:nvPr/>
        </p:nvGrpSpPr>
        <p:grpSpPr>
          <a:xfrm>
            <a:off x="10664649" y="183296"/>
            <a:ext cx="1414810" cy="548223"/>
            <a:chOff x="14201902" y="621652"/>
            <a:chExt cx="2318892" cy="951953"/>
          </a:xfrm>
        </p:grpSpPr>
        <p:pic>
          <p:nvPicPr>
            <p:cNvPr id="7" name="Google Shape;1240;p8"/>
            <p:cNvPicPr preferRelativeResize="0"/>
            <p:nvPr/>
          </p:nvPicPr>
          <p:blipFill rotWithShape="1">
            <a:blip r:embed="rId7">
              <a:alphaModFix/>
            </a:blip>
            <a:srcRect/>
            <a:stretch/>
          </p:blipFill>
          <p:spPr>
            <a:xfrm>
              <a:off x="14496301" y="621652"/>
              <a:ext cx="381832" cy="226865"/>
            </a:xfrm>
            <a:prstGeom prst="rect">
              <a:avLst/>
            </a:prstGeom>
            <a:noFill/>
            <a:ln>
              <a:noFill/>
            </a:ln>
          </p:spPr>
        </p:pic>
        <p:sp>
          <p:nvSpPr>
            <p:cNvPr id="8" name="Google Shape;1241;p8"/>
            <p:cNvSpPr/>
            <p:nvPr/>
          </p:nvSpPr>
          <p:spPr>
            <a:xfrm>
              <a:off x="14410042" y="884923"/>
              <a:ext cx="289560" cy="247650"/>
            </a:xfrm>
            <a:custGeom>
              <a:avLst/>
              <a:gdLst/>
              <a:ahLst/>
              <a:cxnLst/>
              <a:rect l="l" t="t" r="r" b="b"/>
              <a:pathLst>
                <a:path w="289559" h="247650" extrusionOk="0">
                  <a:moveTo>
                    <a:pt x="255943" y="0"/>
                  </a:moveTo>
                  <a:lnTo>
                    <a:pt x="240766" y="0"/>
                  </a:lnTo>
                  <a:lnTo>
                    <a:pt x="236550" y="2806"/>
                  </a:lnTo>
                  <a:lnTo>
                    <a:pt x="144741" y="191325"/>
                  </a:lnTo>
                  <a:lnTo>
                    <a:pt x="52603" y="2806"/>
                  </a:lnTo>
                  <a:lnTo>
                    <a:pt x="48374" y="0"/>
                  </a:lnTo>
                  <a:lnTo>
                    <a:pt x="33197" y="0"/>
                  </a:lnTo>
                  <a:lnTo>
                    <a:pt x="28257" y="5981"/>
                  </a:lnTo>
                  <a:lnTo>
                    <a:pt x="0" y="240411"/>
                  </a:lnTo>
                  <a:lnTo>
                    <a:pt x="4216" y="246062"/>
                  </a:lnTo>
                  <a:lnTo>
                    <a:pt x="17297" y="247472"/>
                  </a:lnTo>
                  <a:lnTo>
                    <a:pt x="22580" y="242887"/>
                  </a:lnTo>
                  <a:lnTo>
                    <a:pt x="46964" y="43421"/>
                  </a:lnTo>
                  <a:lnTo>
                    <a:pt x="129209" y="210045"/>
                  </a:lnTo>
                  <a:lnTo>
                    <a:pt x="131673" y="215353"/>
                  </a:lnTo>
                  <a:lnTo>
                    <a:pt x="136283" y="222402"/>
                  </a:lnTo>
                  <a:lnTo>
                    <a:pt x="153212" y="222402"/>
                  </a:lnTo>
                  <a:lnTo>
                    <a:pt x="157810" y="215353"/>
                  </a:lnTo>
                  <a:lnTo>
                    <a:pt x="242176" y="43421"/>
                  </a:lnTo>
                  <a:lnTo>
                    <a:pt x="266522" y="242887"/>
                  </a:lnTo>
                  <a:lnTo>
                    <a:pt x="271843" y="247472"/>
                  </a:lnTo>
                  <a:lnTo>
                    <a:pt x="284899" y="246062"/>
                  </a:lnTo>
                  <a:lnTo>
                    <a:pt x="289128" y="240411"/>
                  </a:lnTo>
                  <a:lnTo>
                    <a:pt x="288429" y="233705"/>
                  </a:lnTo>
                  <a:lnTo>
                    <a:pt x="260896" y="5981"/>
                  </a:lnTo>
                  <a:lnTo>
                    <a:pt x="255943"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9" name="Google Shape;1242;p8"/>
            <p:cNvPicPr preferRelativeResize="0"/>
            <p:nvPr/>
          </p:nvPicPr>
          <p:blipFill rotWithShape="1">
            <a:blip r:embed="rId8">
              <a:alphaModFix/>
            </a:blip>
            <a:srcRect/>
            <a:stretch/>
          </p:blipFill>
          <p:spPr>
            <a:xfrm>
              <a:off x="14755824" y="884923"/>
              <a:ext cx="172262" cy="248538"/>
            </a:xfrm>
            <a:prstGeom prst="rect">
              <a:avLst/>
            </a:prstGeom>
            <a:noFill/>
            <a:ln>
              <a:noFill/>
            </a:ln>
          </p:spPr>
        </p:pic>
        <p:pic>
          <p:nvPicPr>
            <p:cNvPr id="10" name="Google Shape;1243;p8"/>
            <p:cNvPicPr preferRelativeResize="0"/>
            <p:nvPr/>
          </p:nvPicPr>
          <p:blipFill rotWithShape="1">
            <a:blip r:embed="rId9">
              <a:alphaModFix/>
            </a:blip>
            <a:srcRect/>
            <a:stretch/>
          </p:blipFill>
          <p:spPr>
            <a:xfrm>
              <a:off x="14995360" y="884910"/>
              <a:ext cx="296633" cy="246773"/>
            </a:xfrm>
            <a:prstGeom prst="rect">
              <a:avLst/>
            </a:prstGeom>
            <a:noFill/>
            <a:ln>
              <a:noFill/>
            </a:ln>
          </p:spPr>
        </p:pic>
        <p:sp>
          <p:nvSpPr>
            <p:cNvPr id="11" name="Google Shape;1244;p8"/>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2" name="Google Shape;1245;p8"/>
            <p:cNvPicPr preferRelativeResize="0"/>
            <p:nvPr/>
          </p:nvPicPr>
          <p:blipFill rotWithShape="1">
            <a:blip r:embed="rId10">
              <a:alphaModFix/>
            </a:blip>
            <a:srcRect/>
            <a:stretch/>
          </p:blipFill>
          <p:spPr>
            <a:xfrm>
              <a:off x="15426016" y="886663"/>
              <a:ext cx="163791" cy="245021"/>
            </a:xfrm>
            <a:prstGeom prst="rect">
              <a:avLst/>
            </a:prstGeom>
            <a:noFill/>
            <a:ln>
              <a:noFill/>
            </a:ln>
          </p:spPr>
        </p:pic>
        <p:pic>
          <p:nvPicPr>
            <p:cNvPr id="13" name="Google Shape;1246;p8"/>
            <p:cNvPicPr preferRelativeResize="0"/>
            <p:nvPr/>
          </p:nvPicPr>
          <p:blipFill rotWithShape="1">
            <a:blip r:embed="rId11">
              <a:alphaModFix/>
            </a:blip>
            <a:srcRect/>
            <a:stretch/>
          </p:blipFill>
          <p:spPr>
            <a:xfrm>
              <a:off x="15638234" y="884910"/>
              <a:ext cx="128130" cy="245008"/>
            </a:xfrm>
            <a:prstGeom prst="rect">
              <a:avLst/>
            </a:prstGeom>
            <a:noFill/>
            <a:ln>
              <a:noFill/>
            </a:ln>
          </p:spPr>
        </p:pic>
        <p:sp>
          <p:nvSpPr>
            <p:cNvPr id="14" name="Google Shape;1247;p8"/>
            <p:cNvSpPr/>
            <p:nvPr/>
          </p:nvSpPr>
          <p:spPr>
            <a:xfrm>
              <a:off x="15807512" y="884923"/>
              <a:ext cx="23495" cy="247015"/>
            </a:xfrm>
            <a:custGeom>
              <a:avLst/>
              <a:gdLst/>
              <a:ahLst/>
              <a:cxnLst/>
              <a:rect l="l" t="t" r="r" b="b"/>
              <a:pathLst>
                <a:path w="23494" h="247015" extrusionOk="0">
                  <a:moveTo>
                    <a:pt x="18338" y="0"/>
                  </a:moveTo>
                  <a:lnTo>
                    <a:pt x="4927" y="0"/>
                  </a:lnTo>
                  <a:lnTo>
                    <a:pt x="0" y="5283"/>
                  </a:lnTo>
                  <a:lnTo>
                    <a:pt x="0" y="241452"/>
                  </a:lnTo>
                  <a:lnTo>
                    <a:pt x="4927"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5" name="Google Shape;1248;p8"/>
            <p:cNvPicPr preferRelativeResize="0"/>
            <p:nvPr/>
          </p:nvPicPr>
          <p:blipFill rotWithShape="1">
            <a:blip r:embed="rId12">
              <a:alphaModFix/>
            </a:blip>
            <a:srcRect/>
            <a:stretch/>
          </p:blipFill>
          <p:spPr>
            <a:xfrm>
              <a:off x="15884842" y="883856"/>
              <a:ext cx="424116" cy="249605"/>
            </a:xfrm>
            <a:prstGeom prst="rect">
              <a:avLst/>
            </a:prstGeom>
            <a:noFill/>
            <a:ln>
              <a:noFill/>
            </a:ln>
          </p:spPr>
        </p:pic>
        <p:sp>
          <p:nvSpPr>
            <p:cNvPr id="16" name="Google Shape;1249;p8"/>
            <p:cNvSpPr/>
            <p:nvPr/>
          </p:nvSpPr>
          <p:spPr>
            <a:xfrm>
              <a:off x="1506874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66" y="40652"/>
                  </a:lnTo>
                  <a:lnTo>
                    <a:pt x="26466" y="125488"/>
                  </a:lnTo>
                  <a:lnTo>
                    <a:pt x="26114" y="133764"/>
                  </a:lnTo>
                  <a:lnTo>
                    <a:pt x="23985" y="141384"/>
                  </a:lnTo>
                  <a:lnTo>
                    <a:pt x="18896" y="146968"/>
                  </a:lnTo>
                  <a:lnTo>
                    <a:pt x="9664" y="149136"/>
                  </a:lnTo>
                  <a:lnTo>
                    <a:pt x="2628" y="149136"/>
                  </a:lnTo>
                  <a:lnTo>
                    <a:pt x="0" y="151599"/>
                  </a:lnTo>
                  <a:lnTo>
                    <a:pt x="0" y="157911"/>
                  </a:lnTo>
                  <a:lnTo>
                    <a:pt x="2628" y="160350"/>
                  </a:lnTo>
                  <a:lnTo>
                    <a:pt x="9664" y="160350"/>
                  </a:lnTo>
                  <a:lnTo>
                    <a:pt x="23186" y="157662"/>
                  </a:lnTo>
                  <a:lnTo>
                    <a:pt x="31934" y="150277"/>
                  </a:lnTo>
                  <a:lnTo>
                    <a:pt x="36643"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7" name="Google Shape;1250;p8"/>
            <p:cNvPicPr preferRelativeResize="0"/>
            <p:nvPr/>
          </p:nvPicPr>
          <p:blipFill rotWithShape="1">
            <a:blip r:embed="rId13">
              <a:alphaModFix/>
            </a:blip>
            <a:srcRect/>
            <a:stretch/>
          </p:blipFill>
          <p:spPr>
            <a:xfrm>
              <a:off x="15129420" y="1280883"/>
              <a:ext cx="267157" cy="122516"/>
            </a:xfrm>
            <a:prstGeom prst="rect">
              <a:avLst/>
            </a:prstGeom>
            <a:noFill/>
            <a:ln>
              <a:noFill/>
            </a:ln>
          </p:spPr>
        </p:pic>
        <p:pic>
          <p:nvPicPr>
            <p:cNvPr id="18" name="Google Shape;1251;p8"/>
            <p:cNvPicPr preferRelativeResize="0"/>
            <p:nvPr/>
          </p:nvPicPr>
          <p:blipFill rotWithShape="1">
            <a:blip r:embed="rId14">
              <a:alphaModFix/>
            </a:blip>
            <a:srcRect/>
            <a:stretch/>
          </p:blipFill>
          <p:spPr>
            <a:xfrm>
              <a:off x="15417545" y="1318018"/>
              <a:ext cx="70269" cy="84480"/>
            </a:xfrm>
            <a:prstGeom prst="rect">
              <a:avLst/>
            </a:prstGeom>
            <a:noFill/>
            <a:ln>
              <a:noFill/>
            </a:ln>
          </p:spPr>
        </p:pic>
        <p:pic>
          <p:nvPicPr>
            <p:cNvPr id="19" name="Google Shape;1252;p8"/>
            <p:cNvPicPr preferRelativeResize="0"/>
            <p:nvPr/>
          </p:nvPicPr>
          <p:blipFill rotWithShape="1">
            <a:blip r:embed="rId15">
              <a:alphaModFix/>
            </a:blip>
            <a:srcRect/>
            <a:stretch/>
          </p:blipFill>
          <p:spPr>
            <a:xfrm>
              <a:off x="15509772" y="1318018"/>
              <a:ext cx="154457" cy="85382"/>
            </a:xfrm>
            <a:prstGeom prst="rect">
              <a:avLst/>
            </a:prstGeom>
            <a:noFill/>
            <a:ln>
              <a:noFill/>
            </a:ln>
          </p:spPr>
        </p:pic>
        <p:sp>
          <p:nvSpPr>
            <p:cNvPr id="20" name="Google Shape;1253;p8"/>
            <p:cNvSpPr/>
            <p:nvPr/>
          </p:nvSpPr>
          <p:spPr>
            <a:xfrm>
              <a:off x="1591545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43" y="38023"/>
                  </a:lnTo>
                  <a:lnTo>
                    <a:pt x="26479" y="40652"/>
                  </a:lnTo>
                  <a:lnTo>
                    <a:pt x="26479" y="125488"/>
                  </a:lnTo>
                  <a:lnTo>
                    <a:pt x="26119" y="133764"/>
                  </a:lnTo>
                  <a:lnTo>
                    <a:pt x="23983" y="141384"/>
                  </a:lnTo>
                  <a:lnTo>
                    <a:pt x="18885" y="146968"/>
                  </a:lnTo>
                  <a:lnTo>
                    <a:pt x="9639" y="149136"/>
                  </a:lnTo>
                  <a:lnTo>
                    <a:pt x="2628" y="149136"/>
                  </a:lnTo>
                  <a:lnTo>
                    <a:pt x="0" y="151599"/>
                  </a:lnTo>
                  <a:lnTo>
                    <a:pt x="0" y="157911"/>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1" name="Google Shape;1254;p8"/>
            <p:cNvPicPr preferRelativeResize="0"/>
            <p:nvPr/>
          </p:nvPicPr>
          <p:blipFill rotWithShape="1">
            <a:blip r:embed="rId16">
              <a:alphaModFix/>
            </a:blip>
            <a:srcRect/>
            <a:stretch/>
          </p:blipFill>
          <p:spPr>
            <a:xfrm>
              <a:off x="15976003" y="1280883"/>
              <a:ext cx="267157" cy="122516"/>
            </a:xfrm>
            <a:prstGeom prst="rect">
              <a:avLst/>
            </a:prstGeom>
            <a:noFill/>
            <a:ln>
              <a:noFill/>
            </a:ln>
          </p:spPr>
        </p:pic>
        <p:pic>
          <p:nvPicPr>
            <p:cNvPr id="22" name="Google Shape;1255;p8"/>
            <p:cNvPicPr preferRelativeResize="0"/>
            <p:nvPr/>
          </p:nvPicPr>
          <p:blipFill rotWithShape="1">
            <a:blip r:embed="rId17">
              <a:alphaModFix/>
            </a:blip>
            <a:srcRect/>
            <a:stretch/>
          </p:blipFill>
          <p:spPr>
            <a:xfrm>
              <a:off x="16264228" y="1318018"/>
              <a:ext cx="70294" cy="84480"/>
            </a:xfrm>
            <a:prstGeom prst="rect">
              <a:avLst/>
            </a:prstGeom>
            <a:noFill/>
            <a:ln>
              <a:noFill/>
            </a:ln>
          </p:spPr>
        </p:pic>
        <p:pic>
          <p:nvPicPr>
            <p:cNvPr id="23" name="Google Shape;1256;p8"/>
            <p:cNvPicPr preferRelativeResize="0"/>
            <p:nvPr/>
          </p:nvPicPr>
          <p:blipFill rotWithShape="1">
            <a:blip r:embed="rId18">
              <a:alphaModFix/>
            </a:blip>
            <a:srcRect/>
            <a:stretch/>
          </p:blipFill>
          <p:spPr>
            <a:xfrm>
              <a:off x="16356482" y="1318018"/>
              <a:ext cx="154457" cy="85382"/>
            </a:xfrm>
            <a:prstGeom prst="rect">
              <a:avLst/>
            </a:prstGeom>
            <a:noFill/>
            <a:ln>
              <a:noFill/>
            </a:ln>
          </p:spPr>
        </p:pic>
        <p:pic>
          <p:nvPicPr>
            <p:cNvPr id="24" name="Google Shape;1257;p8"/>
            <p:cNvPicPr preferRelativeResize="0"/>
            <p:nvPr/>
          </p:nvPicPr>
          <p:blipFill rotWithShape="1">
            <a:blip r:embed="rId19">
              <a:alphaModFix/>
            </a:blip>
            <a:srcRect/>
            <a:stretch/>
          </p:blipFill>
          <p:spPr>
            <a:xfrm>
              <a:off x="14201902" y="762152"/>
              <a:ext cx="2318892" cy="491782"/>
            </a:xfrm>
            <a:prstGeom prst="rect">
              <a:avLst/>
            </a:prstGeom>
            <a:noFill/>
            <a:ln>
              <a:noFill/>
            </a:ln>
          </p:spPr>
        </p:pic>
        <p:pic>
          <p:nvPicPr>
            <p:cNvPr id="25" name="Google Shape;1258;p8"/>
            <p:cNvPicPr preferRelativeResize="0"/>
            <p:nvPr/>
          </p:nvPicPr>
          <p:blipFill rotWithShape="1">
            <a:blip r:embed="rId20">
              <a:alphaModFix/>
            </a:blip>
            <a:srcRect/>
            <a:stretch/>
          </p:blipFill>
          <p:spPr>
            <a:xfrm>
              <a:off x="15628112" y="1170902"/>
              <a:ext cx="343027" cy="402703"/>
            </a:xfrm>
            <a:prstGeom prst="rect">
              <a:avLst/>
            </a:prstGeom>
            <a:noFill/>
            <a:ln>
              <a:noFill/>
            </a:ln>
          </p:spPr>
        </p:pic>
        <p:pic>
          <p:nvPicPr>
            <p:cNvPr id="26" name="Google Shape;1259;p8"/>
            <p:cNvPicPr preferRelativeResize="0"/>
            <p:nvPr/>
          </p:nvPicPr>
          <p:blipFill rotWithShape="1">
            <a:blip r:embed="rId21">
              <a:alphaModFix/>
            </a:blip>
            <a:srcRect/>
            <a:stretch/>
          </p:blipFill>
          <p:spPr>
            <a:xfrm>
              <a:off x="15688054" y="1399069"/>
              <a:ext cx="75693" cy="71500"/>
            </a:xfrm>
            <a:prstGeom prst="rect">
              <a:avLst/>
            </a:prstGeom>
            <a:noFill/>
            <a:ln>
              <a:noFill/>
            </a:ln>
          </p:spPr>
        </p:pic>
        <p:pic>
          <p:nvPicPr>
            <p:cNvPr id="27" name="Google Shape;1260;p8"/>
            <p:cNvPicPr preferRelativeResize="0"/>
            <p:nvPr/>
          </p:nvPicPr>
          <p:blipFill rotWithShape="1">
            <a:blip r:embed="rId22">
              <a:alphaModFix/>
            </a:blip>
            <a:srcRect/>
            <a:stretch/>
          </p:blipFill>
          <p:spPr>
            <a:xfrm>
              <a:off x="15685006" y="1433904"/>
              <a:ext cx="365" cy="357"/>
            </a:xfrm>
            <a:prstGeom prst="rect">
              <a:avLst/>
            </a:prstGeom>
            <a:noFill/>
            <a:ln>
              <a:noFill/>
            </a:ln>
          </p:spPr>
        </p:pic>
        <p:pic>
          <p:nvPicPr>
            <p:cNvPr id="28" name="Google Shape;1261;p8"/>
            <p:cNvPicPr preferRelativeResize="0"/>
            <p:nvPr/>
          </p:nvPicPr>
          <p:blipFill rotWithShape="1">
            <a:blip r:embed="rId23">
              <a:alphaModFix/>
            </a:blip>
            <a:srcRect/>
            <a:stretch/>
          </p:blipFill>
          <p:spPr>
            <a:xfrm>
              <a:off x="15609698" y="1489519"/>
              <a:ext cx="39623" cy="43522"/>
            </a:xfrm>
            <a:prstGeom prst="rect">
              <a:avLst/>
            </a:prstGeom>
            <a:noFill/>
            <a:ln>
              <a:noFill/>
            </a:ln>
          </p:spPr>
        </p:pic>
        <p:pic>
          <p:nvPicPr>
            <p:cNvPr id="29" name="Google Shape;1262;p8"/>
            <p:cNvPicPr preferRelativeResize="0"/>
            <p:nvPr/>
          </p:nvPicPr>
          <p:blipFill rotWithShape="1">
            <a:blip r:embed="rId24">
              <a:alphaModFix/>
            </a:blip>
            <a:srcRect/>
            <a:stretch/>
          </p:blipFill>
          <p:spPr>
            <a:xfrm>
              <a:off x="15665195" y="1482038"/>
              <a:ext cx="12445" cy="15214"/>
            </a:xfrm>
            <a:prstGeom prst="rect">
              <a:avLst/>
            </a:prstGeom>
            <a:noFill/>
            <a:ln>
              <a:noFill/>
            </a:ln>
          </p:spPr>
        </p:pic>
        <p:pic>
          <p:nvPicPr>
            <p:cNvPr id="30" name="Google Shape;1263;p8"/>
            <p:cNvPicPr preferRelativeResize="0"/>
            <p:nvPr/>
          </p:nvPicPr>
          <p:blipFill rotWithShape="1">
            <a:blip r:embed="rId24">
              <a:alphaModFix/>
            </a:blip>
            <a:srcRect/>
            <a:stretch/>
          </p:blipFill>
          <p:spPr>
            <a:xfrm>
              <a:off x="15665831" y="1458128"/>
              <a:ext cx="11683" cy="14601"/>
            </a:xfrm>
            <a:prstGeom prst="rect">
              <a:avLst/>
            </a:prstGeom>
            <a:noFill/>
            <a:ln>
              <a:noFill/>
            </a:ln>
          </p:spPr>
        </p:pic>
        <p:pic>
          <p:nvPicPr>
            <p:cNvPr id="31" name="Google Shape;1264;p8"/>
            <p:cNvPicPr preferRelativeResize="0"/>
            <p:nvPr/>
          </p:nvPicPr>
          <p:blipFill rotWithShape="1">
            <a:blip r:embed="rId25">
              <a:alphaModFix/>
            </a:blip>
            <a:srcRect/>
            <a:stretch/>
          </p:blipFill>
          <p:spPr>
            <a:xfrm>
              <a:off x="15824835" y="1228966"/>
              <a:ext cx="64007" cy="65811"/>
            </a:xfrm>
            <a:prstGeom prst="rect">
              <a:avLst/>
            </a:prstGeom>
            <a:noFill/>
            <a:ln>
              <a:noFill/>
            </a:ln>
          </p:spPr>
        </p:pic>
        <p:pic>
          <p:nvPicPr>
            <p:cNvPr id="32" name="Google Shape;1265;p8"/>
            <p:cNvPicPr preferRelativeResize="0"/>
            <p:nvPr/>
          </p:nvPicPr>
          <p:blipFill rotWithShape="1">
            <a:blip r:embed="rId26">
              <a:alphaModFix/>
            </a:blip>
            <a:srcRect/>
            <a:stretch/>
          </p:blipFill>
          <p:spPr>
            <a:xfrm>
              <a:off x="15624047" y="1433779"/>
              <a:ext cx="77215" cy="82550"/>
            </a:xfrm>
            <a:prstGeom prst="rect">
              <a:avLst/>
            </a:prstGeom>
            <a:noFill/>
            <a:ln>
              <a:noFill/>
            </a:ln>
          </p:spPr>
        </p:pic>
        <p:pic>
          <p:nvPicPr>
            <p:cNvPr id="33" name="Google Shape;1266;p8"/>
            <p:cNvPicPr preferRelativeResize="0"/>
            <p:nvPr/>
          </p:nvPicPr>
          <p:blipFill rotWithShape="1">
            <a:blip r:embed="rId27">
              <a:alphaModFix/>
            </a:blip>
            <a:srcRect/>
            <a:stretch/>
          </p:blipFill>
          <p:spPr>
            <a:xfrm>
              <a:off x="15901288" y="1256068"/>
              <a:ext cx="16763" cy="12903"/>
            </a:xfrm>
            <a:prstGeom prst="rect">
              <a:avLst/>
            </a:prstGeom>
            <a:noFill/>
            <a:ln>
              <a:noFill/>
            </a:ln>
          </p:spPr>
        </p:pic>
        <p:pic>
          <p:nvPicPr>
            <p:cNvPr id="34" name="Google Shape;1267;p8"/>
            <p:cNvPicPr preferRelativeResize="0"/>
            <p:nvPr/>
          </p:nvPicPr>
          <p:blipFill rotWithShape="1">
            <a:blip r:embed="rId24">
              <a:alphaModFix/>
            </a:blip>
            <a:srcRect/>
            <a:stretch/>
          </p:blipFill>
          <p:spPr>
            <a:xfrm>
              <a:off x="15680309" y="1443710"/>
              <a:ext cx="12953" cy="15138"/>
            </a:xfrm>
            <a:prstGeom prst="rect">
              <a:avLst/>
            </a:prstGeom>
            <a:noFill/>
            <a:ln>
              <a:noFill/>
            </a:ln>
          </p:spPr>
        </p:pic>
        <p:pic>
          <p:nvPicPr>
            <p:cNvPr id="35" name="Google Shape;1268;p8"/>
            <p:cNvPicPr preferRelativeResize="0"/>
            <p:nvPr/>
          </p:nvPicPr>
          <p:blipFill rotWithShape="1">
            <a:blip r:embed="rId28">
              <a:alphaModFix/>
            </a:blip>
            <a:srcRect/>
            <a:stretch/>
          </p:blipFill>
          <p:spPr>
            <a:xfrm>
              <a:off x="15931515" y="1237411"/>
              <a:ext cx="9779" cy="7467"/>
            </a:xfrm>
            <a:prstGeom prst="rect">
              <a:avLst/>
            </a:prstGeom>
            <a:noFill/>
            <a:ln>
              <a:noFill/>
            </a:ln>
          </p:spPr>
        </p:pic>
        <p:pic>
          <p:nvPicPr>
            <p:cNvPr id="36" name="Google Shape;1269;p8"/>
            <p:cNvPicPr preferRelativeResize="0"/>
            <p:nvPr/>
          </p:nvPicPr>
          <p:blipFill rotWithShape="1">
            <a:blip r:embed="rId29">
              <a:alphaModFix/>
            </a:blip>
            <a:srcRect/>
            <a:stretch/>
          </p:blipFill>
          <p:spPr>
            <a:xfrm>
              <a:off x="15934562" y="1189837"/>
              <a:ext cx="38226" cy="32524"/>
            </a:xfrm>
            <a:prstGeom prst="rect">
              <a:avLst/>
            </a:prstGeom>
            <a:noFill/>
            <a:ln>
              <a:noFill/>
            </a:ln>
          </p:spPr>
        </p:pic>
        <p:pic>
          <p:nvPicPr>
            <p:cNvPr id="37" name="Google Shape;1270;p8"/>
            <p:cNvPicPr preferRelativeResize="0"/>
            <p:nvPr/>
          </p:nvPicPr>
          <p:blipFill rotWithShape="1">
            <a:blip r:embed="rId30">
              <a:alphaModFix/>
            </a:blip>
            <a:srcRect/>
            <a:stretch/>
          </p:blipFill>
          <p:spPr>
            <a:xfrm>
              <a:off x="15645637" y="1455178"/>
              <a:ext cx="40257" cy="24193"/>
            </a:xfrm>
            <a:prstGeom prst="rect">
              <a:avLst/>
            </a:prstGeom>
            <a:noFill/>
            <a:ln>
              <a:noFill/>
            </a:ln>
          </p:spPr>
        </p:pic>
        <p:pic>
          <p:nvPicPr>
            <p:cNvPr id="38" name="Google Shape;1271;p8"/>
            <p:cNvPicPr preferRelativeResize="0"/>
            <p:nvPr/>
          </p:nvPicPr>
          <p:blipFill rotWithShape="1">
            <a:blip r:embed="rId31">
              <a:alphaModFix/>
            </a:blip>
            <a:srcRect/>
            <a:stretch/>
          </p:blipFill>
          <p:spPr>
            <a:xfrm>
              <a:off x="15687295" y="1443595"/>
              <a:ext cx="5969" cy="6934"/>
            </a:xfrm>
            <a:prstGeom prst="rect">
              <a:avLst/>
            </a:prstGeom>
            <a:noFill/>
            <a:ln>
              <a:noFill/>
            </a:ln>
          </p:spPr>
        </p:pic>
        <p:pic>
          <p:nvPicPr>
            <p:cNvPr id="39" name="Google Shape;1272;p8"/>
            <p:cNvPicPr preferRelativeResize="0"/>
            <p:nvPr/>
          </p:nvPicPr>
          <p:blipFill rotWithShape="1">
            <a:blip r:embed="rId32">
              <a:alphaModFix/>
            </a:blip>
            <a:srcRect/>
            <a:stretch/>
          </p:blipFill>
          <p:spPr>
            <a:xfrm>
              <a:off x="15900400" y="1202498"/>
              <a:ext cx="17907" cy="15088"/>
            </a:xfrm>
            <a:prstGeom prst="rect">
              <a:avLst/>
            </a:prstGeom>
            <a:noFill/>
            <a:ln>
              <a:noFill/>
            </a:ln>
          </p:spPr>
        </p:pic>
        <p:pic>
          <p:nvPicPr>
            <p:cNvPr id="40" name="Google Shape;1273;p8"/>
            <p:cNvPicPr preferRelativeResize="0"/>
            <p:nvPr/>
          </p:nvPicPr>
          <p:blipFill rotWithShape="1">
            <a:blip r:embed="rId33">
              <a:alphaModFix/>
            </a:blip>
            <a:srcRect/>
            <a:stretch/>
          </p:blipFill>
          <p:spPr>
            <a:xfrm>
              <a:off x="15696945" y="1384351"/>
              <a:ext cx="36195" cy="49428"/>
            </a:xfrm>
            <a:prstGeom prst="rect">
              <a:avLst/>
            </a:prstGeom>
            <a:noFill/>
            <a:ln>
              <a:noFill/>
            </a:ln>
          </p:spPr>
        </p:pic>
        <p:pic>
          <p:nvPicPr>
            <p:cNvPr id="41" name="Google Shape;1274;p8"/>
            <p:cNvPicPr preferRelativeResize="0"/>
            <p:nvPr/>
          </p:nvPicPr>
          <p:blipFill rotWithShape="1">
            <a:blip r:embed="rId34">
              <a:alphaModFix/>
            </a:blip>
            <a:srcRect/>
            <a:stretch/>
          </p:blipFill>
          <p:spPr>
            <a:xfrm>
              <a:off x="15621381" y="1488414"/>
              <a:ext cx="43306" cy="44855"/>
            </a:xfrm>
            <a:prstGeom prst="rect">
              <a:avLst/>
            </a:prstGeom>
            <a:noFill/>
            <a:ln>
              <a:noFill/>
            </a:ln>
          </p:spPr>
        </p:pic>
        <p:pic>
          <p:nvPicPr>
            <p:cNvPr id="42" name="Google Shape;1275;p8"/>
            <p:cNvPicPr preferRelativeResize="0"/>
            <p:nvPr/>
          </p:nvPicPr>
          <p:blipFill rotWithShape="1">
            <a:blip r:embed="rId35">
              <a:alphaModFix/>
            </a:blip>
            <a:srcRect/>
            <a:stretch/>
          </p:blipFill>
          <p:spPr>
            <a:xfrm>
              <a:off x="15655416" y="1424228"/>
              <a:ext cx="62101" cy="58038"/>
            </a:xfrm>
            <a:prstGeom prst="rect">
              <a:avLst/>
            </a:prstGeom>
            <a:noFill/>
            <a:ln>
              <a:noFill/>
            </a:ln>
          </p:spPr>
        </p:pic>
        <p:pic>
          <p:nvPicPr>
            <p:cNvPr id="43" name="Google Shape;1276;p8"/>
            <p:cNvPicPr preferRelativeResize="0"/>
            <p:nvPr/>
          </p:nvPicPr>
          <p:blipFill rotWithShape="1">
            <a:blip r:embed="rId34">
              <a:alphaModFix/>
            </a:blip>
            <a:srcRect/>
            <a:stretch/>
          </p:blipFill>
          <p:spPr>
            <a:xfrm>
              <a:off x="15735425" y="1384478"/>
              <a:ext cx="41404" cy="44323"/>
            </a:xfrm>
            <a:prstGeom prst="rect">
              <a:avLst/>
            </a:prstGeom>
            <a:noFill/>
            <a:ln>
              <a:noFill/>
            </a:ln>
          </p:spPr>
        </p:pic>
        <p:pic>
          <p:nvPicPr>
            <p:cNvPr id="44" name="Google Shape;1277;p8"/>
            <p:cNvPicPr preferRelativeResize="0"/>
            <p:nvPr/>
          </p:nvPicPr>
          <p:blipFill rotWithShape="1">
            <a:blip r:embed="rId22">
              <a:alphaModFix/>
            </a:blip>
            <a:srcRect/>
            <a:stretch/>
          </p:blipFill>
          <p:spPr>
            <a:xfrm>
              <a:off x="15792070" y="1308544"/>
              <a:ext cx="3683" cy="3086"/>
            </a:xfrm>
            <a:prstGeom prst="rect">
              <a:avLst/>
            </a:prstGeom>
            <a:noFill/>
            <a:ln>
              <a:noFill/>
            </a:ln>
          </p:spPr>
        </p:pic>
        <p:pic>
          <p:nvPicPr>
            <p:cNvPr id="45" name="Google Shape;1278;p8"/>
            <p:cNvPicPr preferRelativeResize="0"/>
            <p:nvPr/>
          </p:nvPicPr>
          <p:blipFill rotWithShape="1">
            <a:blip r:embed="rId36">
              <a:alphaModFix/>
            </a:blip>
            <a:srcRect/>
            <a:stretch/>
          </p:blipFill>
          <p:spPr>
            <a:xfrm>
              <a:off x="15669386" y="1471827"/>
              <a:ext cx="6223" cy="16472"/>
            </a:xfrm>
            <a:prstGeom prst="rect">
              <a:avLst/>
            </a:prstGeom>
            <a:noFill/>
            <a:ln>
              <a:noFill/>
            </a:ln>
          </p:spPr>
        </p:pic>
        <p:pic>
          <p:nvPicPr>
            <p:cNvPr id="46" name="Google Shape;1279;p8"/>
            <p:cNvPicPr preferRelativeResize="0"/>
            <p:nvPr/>
          </p:nvPicPr>
          <p:blipFill rotWithShape="1">
            <a:blip r:embed="rId28">
              <a:alphaModFix/>
            </a:blip>
            <a:srcRect/>
            <a:stretch/>
          </p:blipFill>
          <p:spPr>
            <a:xfrm>
              <a:off x="15855950" y="1307782"/>
              <a:ext cx="7747" cy="7251"/>
            </a:xfrm>
            <a:prstGeom prst="rect">
              <a:avLst/>
            </a:prstGeom>
            <a:noFill/>
            <a:ln>
              <a:noFill/>
            </a:ln>
          </p:spPr>
        </p:pic>
        <p:pic>
          <p:nvPicPr>
            <p:cNvPr id="47" name="Google Shape;1280;p8"/>
            <p:cNvPicPr preferRelativeResize="0"/>
            <p:nvPr/>
          </p:nvPicPr>
          <p:blipFill rotWithShape="1">
            <a:blip r:embed="rId24">
              <a:alphaModFix/>
            </a:blip>
            <a:srcRect/>
            <a:stretch/>
          </p:blipFill>
          <p:spPr>
            <a:xfrm>
              <a:off x="15815056" y="1337019"/>
              <a:ext cx="14351" cy="13257"/>
            </a:xfrm>
            <a:prstGeom prst="rect">
              <a:avLst/>
            </a:prstGeom>
            <a:noFill/>
            <a:ln>
              <a:noFill/>
            </a:ln>
          </p:spPr>
        </p:pic>
        <p:pic>
          <p:nvPicPr>
            <p:cNvPr id="48" name="Google Shape;1281;p8"/>
            <p:cNvPicPr preferRelativeResize="0"/>
            <p:nvPr/>
          </p:nvPicPr>
          <p:blipFill rotWithShape="1">
            <a:blip r:embed="rId37">
              <a:alphaModFix/>
            </a:blip>
            <a:srcRect/>
            <a:stretch/>
          </p:blipFill>
          <p:spPr>
            <a:xfrm>
              <a:off x="15642463" y="1463712"/>
              <a:ext cx="54101" cy="18427"/>
            </a:xfrm>
            <a:prstGeom prst="rect">
              <a:avLst/>
            </a:prstGeom>
            <a:noFill/>
            <a:ln>
              <a:noFill/>
            </a:ln>
          </p:spPr>
        </p:pic>
        <p:pic>
          <p:nvPicPr>
            <p:cNvPr id="49" name="Google Shape;1282;p8"/>
            <p:cNvPicPr preferRelativeResize="0"/>
            <p:nvPr/>
          </p:nvPicPr>
          <p:blipFill rotWithShape="1">
            <a:blip r:embed="rId38">
              <a:alphaModFix/>
            </a:blip>
            <a:srcRect/>
            <a:stretch/>
          </p:blipFill>
          <p:spPr>
            <a:xfrm>
              <a:off x="15736444" y="1349412"/>
              <a:ext cx="19811" cy="21044"/>
            </a:xfrm>
            <a:prstGeom prst="rect">
              <a:avLst/>
            </a:prstGeom>
            <a:noFill/>
            <a:ln>
              <a:noFill/>
            </a:ln>
          </p:spPr>
        </p:pic>
        <p:pic>
          <p:nvPicPr>
            <p:cNvPr id="50" name="Google Shape;1283;p8"/>
            <p:cNvPicPr preferRelativeResize="0"/>
            <p:nvPr/>
          </p:nvPicPr>
          <p:blipFill rotWithShape="1">
            <a:blip r:embed="rId39">
              <a:alphaModFix/>
            </a:blip>
            <a:srcRect/>
            <a:stretch/>
          </p:blipFill>
          <p:spPr>
            <a:xfrm>
              <a:off x="15651227" y="1473301"/>
              <a:ext cx="22858" cy="37363"/>
            </a:xfrm>
            <a:prstGeom prst="rect">
              <a:avLst/>
            </a:prstGeom>
            <a:noFill/>
            <a:ln>
              <a:noFill/>
            </a:ln>
          </p:spPr>
        </p:pic>
        <p:pic>
          <p:nvPicPr>
            <p:cNvPr id="51" name="Google Shape;1284;p8"/>
            <p:cNvPicPr preferRelativeResize="0"/>
            <p:nvPr/>
          </p:nvPicPr>
          <p:blipFill rotWithShape="1">
            <a:blip r:embed="rId40">
              <a:alphaModFix/>
            </a:blip>
            <a:srcRect/>
            <a:stretch/>
          </p:blipFill>
          <p:spPr>
            <a:xfrm>
              <a:off x="15670911" y="1472793"/>
              <a:ext cx="9395" cy="6642"/>
            </a:xfrm>
            <a:prstGeom prst="rect">
              <a:avLst/>
            </a:prstGeom>
            <a:noFill/>
            <a:ln>
              <a:noFill/>
            </a:ln>
          </p:spPr>
        </p:pic>
        <p:pic>
          <p:nvPicPr>
            <p:cNvPr id="52" name="Google Shape;1285;p8"/>
            <p:cNvPicPr preferRelativeResize="0"/>
            <p:nvPr/>
          </p:nvPicPr>
          <p:blipFill rotWithShape="1">
            <a:blip r:embed="rId41">
              <a:alphaModFix/>
            </a:blip>
            <a:srcRect/>
            <a:stretch/>
          </p:blipFill>
          <p:spPr>
            <a:xfrm>
              <a:off x="15935325" y="1214271"/>
              <a:ext cx="18032" cy="26936"/>
            </a:xfrm>
            <a:prstGeom prst="rect">
              <a:avLst/>
            </a:prstGeom>
            <a:noFill/>
            <a:ln>
              <a:noFill/>
            </a:ln>
          </p:spPr>
        </p:pic>
        <p:pic>
          <p:nvPicPr>
            <p:cNvPr id="53" name="Google Shape;1286;p8"/>
            <p:cNvPicPr preferRelativeResize="0"/>
            <p:nvPr/>
          </p:nvPicPr>
          <p:blipFill rotWithShape="1">
            <a:blip r:embed="rId42">
              <a:alphaModFix/>
            </a:blip>
            <a:srcRect/>
            <a:stretch/>
          </p:blipFill>
          <p:spPr>
            <a:xfrm>
              <a:off x="15635478" y="1434121"/>
              <a:ext cx="66292" cy="61213"/>
            </a:xfrm>
            <a:prstGeom prst="rect">
              <a:avLst/>
            </a:prstGeom>
            <a:noFill/>
            <a:ln>
              <a:noFill/>
            </a:ln>
          </p:spPr>
        </p:pic>
        <p:pic>
          <p:nvPicPr>
            <p:cNvPr id="54" name="Google Shape;1287;p8"/>
            <p:cNvPicPr preferRelativeResize="0"/>
            <p:nvPr/>
          </p:nvPicPr>
          <p:blipFill rotWithShape="1">
            <a:blip r:embed="rId31">
              <a:alphaModFix/>
            </a:blip>
            <a:srcRect/>
            <a:stretch/>
          </p:blipFill>
          <p:spPr>
            <a:xfrm>
              <a:off x="15682467" y="1428520"/>
              <a:ext cx="1523" cy="1777"/>
            </a:xfrm>
            <a:prstGeom prst="rect">
              <a:avLst/>
            </a:prstGeom>
            <a:noFill/>
            <a:ln>
              <a:noFill/>
            </a:ln>
          </p:spPr>
        </p:pic>
        <p:pic>
          <p:nvPicPr>
            <p:cNvPr id="55" name="Google Shape;1288;p8"/>
            <p:cNvPicPr preferRelativeResize="0"/>
            <p:nvPr/>
          </p:nvPicPr>
          <p:blipFill rotWithShape="1">
            <a:blip r:embed="rId43">
              <a:alphaModFix/>
            </a:blip>
            <a:srcRect/>
            <a:stretch/>
          </p:blipFill>
          <p:spPr>
            <a:xfrm>
              <a:off x="15639414" y="1470417"/>
              <a:ext cx="26036" cy="30924"/>
            </a:xfrm>
            <a:prstGeom prst="rect">
              <a:avLst/>
            </a:prstGeom>
            <a:noFill/>
            <a:ln>
              <a:noFill/>
            </a:ln>
          </p:spPr>
        </p:pic>
        <p:pic>
          <p:nvPicPr>
            <p:cNvPr id="56" name="Google Shape;1289;p8"/>
            <p:cNvPicPr preferRelativeResize="0"/>
            <p:nvPr/>
          </p:nvPicPr>
          <p:blipFill rotWithShape="1">
            <a:blip r:embed="rId44">
              <a:alphaModFix/>
            </a:blip>
            <a:srcRect/>
            <a:stretch/>
          </p:blipFill>
          <p:spPr>
            <a:xfrm>
              <a:off x="15666975" y="1440484"/>
              <a:ext cx="15351" cy="20421"/>
            </a:xfrm>
            <a:prstGeom prst="rect">
              <a:avLst/>
            </a:prstGeom>
            <a:noFill/>
            <a:ln>
              <a:noFill/>
            </a:ln>
          </p:spPr>
        </p:pic>
        <p:pic>
          <p:nvPicPr>
            <p:cNvPr id="57" name="Google Shape;1290;p8"/>
            <p:cNvPicPr preferRelativeResize="0"/>
            <p:nvPr/>
          </p:nvPicPr>
          <p:blipFill rotWithShape="1">
            <a:blip r:embed="rId22">
              <a:alphaModFix/>
            </a:blip>
            <a:srcRect/>
            <a:stretch/>
          </p:blipFill>
          <p:spPr>
            <a:xfrm>
              <a:off x="15953359" y="1215466"/>
              <a:ext cx="2285" cy="1803"/>
            </a:xfrm>
            <a:prstGeom prst="rect">
              <a:avLst/>
            </a:prstGeom>
            <a:noFill/>
            <a:ln>
              <a:noFill/>
            </a:ln>
          </p:spPr>
        </p:pic>
        <p:pic>
          <p:nvPicPr>
            <p:cNvPr id="58" name="Google Shape;1291;p8"/>
            <p:cNvPicPr preferRelativeResize="0"/>
            <p:nvPr/>
          </p:nvPicPr>
          <p:blipFill rotWithShape="1">
            <a:blip r:embed="rId45">
              <a:alphaModFix/>
            </a:blip>
            <a:srcRect/>
            <a:stretch/>
          </p:blipFill>
          <p:spPr>
            <a:xfrm>
              <a:off x="15685896" y="1402969"/>
              <a:ext cx="39878" cy="43662"/>
            </a:xfrm>
            <a:prstGeom prst="rect">
              <a:avLst/>
            </a:prstGeom>
            <a:noFill/>
            <a:ln>
              <a:noFill/>
            </a:ln>
          </p:spPr>
        </p:pic>
        <p:pic>
          <p:nvPicPr>
            <p:cNvPr id="59" name="Google Shape;1292;p8"/>
            <p:cNvPicPr preferRelativeResize="0"/>
            <p:nvPr/>
          </p:nvPicPr>
          <p:blipFill rotWithShape="1">
            <a:blip r:embed="rId46">
              <a:alphaModFix/>
            </a:blip>
            <a:srcRect/>
            <a:stretch/>
          </p:blipFill>
          <p:spPr>
            <a:xfrm>
              <a:off x="15880588" y="1270139"/>
              <a:ext cx="20192" cy="18021"/>
            </a:xfrm>
            <a:prstGeom prst="rect">
              <a:avLst/>
            </a:prstGeom>
            <a:noFill/>
            <a:ln>
              <a:noFill/>
            </a:ln>
          </p:spPr>
        </p:pic>
        <p:pic>
          <p:nvPicPr>
            <p:cNvPr id="60" name="Google Shape;1293;p8"/>
            <p:cNvPicPr preferRelativeResize="0"/>
            <p:nvPr/>
          </p:nvPicPr>
          <p:blipFill rotWithShape="1">
            <a:blip r:embed="rId40">
              <a:alphaModFix/>
            </a:blip>
            <a:srcRect/>
            <a:stretch/>
          </p:blipFill>
          <p:spPr>
            <a:xfrm>
              <a:off x="15668497" y="1475943"/>
              <a:ext cx="10794" cy="10998"/>
            </a:xfrm>
            <a:prstGeom prst="rect">
              <a:avLst/>
            </a:prstGeom>
            <a:noFill/>
            <a:ln>
              <a:noFill/>
            </a:ln>
          </p:spPr>
        </p:pic>
        <p:pic>
          <p:nvPicPr>
            <p:cNvPr id="61" name="Google Shape;1294;p8"/>
            <p:cNvPicPr preferRelativeResize="0"/>
            <p:nvPr/>
          </p:nvPicPr>
          <p:blipFill rotWithShape="1">
            <a:blip r:embed="rId22">
              <a:alphaModFix/>
            </a:blip>
            <a:srcRect/>
            <a:stretch/>
          </p:blipFill>
          <p:spPr>
            <a:xfrm>
              <a:off x="15965169" y="1207654"/>
              <a:ext cx="2031" cy="1524"/>
            </a:xfrm>
            <a:prstGeom prst="rect">
              <a:avLst/>
            </a:prstGeom>
            <a:noFill/>
            <a:ln>
              <a:noFill/>
            </a:ln>
          </p:spPr>
        </p:pic>
        <p:pic>
          <p:nvPicPr>
            <p:cNvPr id="62" name="Google Shape;1295;p8"/>
            <p:cNvPicPr preferRelativeResize="0"/>
            <p:nvPr/>
          </p:nvPicPr>
          <p:blipFill rotWithShape="1">
            <a:blip r:embed="rId28">
              <a:alphaModFix/>
            </a:blip>
            <a:srcRect/>
            <a:stretch/>
          </p:blipFill>
          <p:spPr>
            <a:xfrm>
              <a:off x="15889351" y="1220528"/>
              <a:ext cx="1687" cy="1338"/>
            </a:xfrm>
            <a:prstGeom prst="rect">
              <a:avLst/>
            </a:prstGeom>
            <a:noFill/>
            <a:ln>
              <a:noFill/>
            </a:ln>
          </p:spPr>
        </p:pic>
        <p:pic>
          <p:nvPicPr>
            <p:cNvPr id="63" name="Google Shape;1296;p8"/>
            <p:cNvPicPr preferRelativeResize="0"/>
            <p:nvPr/>
          </p:nvPicPr>
          <p:blipFill rotWithShape="1">
            <a:blip r:embed="rId36">
              <a:alphaModFix/>
            </a:blip>
            <a:srcRect/>
            <a:stretch/>
          </p:blipFill>
          <p:spPr>
            <a:xfrm>
              <a:off x="15948025" y="1190980"/>
              <a:ext cx="2666" cy="11263"/>
            </a:xfrm>
            <a:prstGeom prst="rect">
              <a:avLst/>
            </a:prstGeom>
            <a:noFill/>
            <a:ln>
              <a:noFill/>
            </a:ln>
          </p:spPr>
        </p:pic>
        <p:pic>
          <p:nvPicPr>
            <p:cNvPr id="64" name="Google Shape;1297;p8"/>
            <p:cNvPicPr preferRelativeResize="0"/>
            <p:nvPr/>
          </p:nvPicPr>
          <p:blipFill rotWithShape="1">
            <a:blip r:embed="rId47">
              <a:alphaModFix/>
            </a:blip>
            <a:srcRect/>
            <a:stretch/>
          </p:blipFill>
          <p:spPr>
            <a:xfrm>
              <a:off x="15672054" y="1466291"/>
              <a:ext cx="20955" cy="4953"/>
            </a:xfrm>
            <a:prstGeom prst="rect">
              <a:avLst/>
            </a:prstGeom>
            <a:noFill/>
            <a:ln>
              <a:noFill/>
            </a:ln>
          </p:spPr>
        </p:pic>
        <p:pic>
          <p:nvPicPr>
            <p:cNvPr id="65" name="Google Shape;1298;p8"/>
            <p:cNvPicPr preferRelativeResize="0"/>
            <p:nvPr/>
          </p:nvPicPr>
          <p:blipFill rotWithShape="1">
            <a:blip r:embed="rId40">
              <a:alphaModFix/>
            </a:blip>
            <a:srcRect/>
            <a:stretch/>
          </p:blipFill>
          <p:spPr>
            <a:xfrm>
              <a:off x="15635985" y="1508619"/>
              <a:ext cx="11174" cy="10465"/>
            </a:xfrm>
            <a:prstGeom prst="rect">
              <a:avLst/>
            </a:prstGeom>
            <a:noFill/>
            <a:ln>
              <a:noFill/>
            </a:ln>
          </p:spPr>
        </p:pic>
        <p:pic>
          <p:nvPicPr>
            <p:cNvPr id="66" name="Google Shape;1299;p8"/>
            <p:cNvPicPr preferRelativeResize="0"/>
            <p:nvPr/>
          </p:nvPicPr>
          <p:blipFill rotWithShape="1">
            <a:blip r:embed="rId48">
              <a:alphaModFix/>
            </a:blip>
            <a:srcRect/>
            <a:stretch/>
          </p:blipFill>
          <p:spPr>
            <a:xfrm>
              <a:off x="15891127" y="1207211"/>
              <a:ext cx="68581" cy="70726"/>
            </a:xfrm>
            <a:prstGeom prst="rect">
              <a:avLst/>
            </a:prstGeom>
            <a:noFill/>
            <a:ln>
              <a:noFill/>
            </a:ln>
          </p:spPr>
        </p:pic>
        <p:pic>
          <p:nvPicPr>
            <p:cNvPr id="67" name="Google Shape;1300;p8"/>
            <p:cNvPicPr preferRelativeResize="0"/>
            <p:nvPr/>
          </p:nvPicPr>
          <p:blipFill rotWithShape="1">
            <a:blip r:embed="rId22">
              <a:alphaModFix/>
            </a:blip>
            <a:srcRect/>
            <a:stretch/>
          </p:blipFill>
          <p:spPr>
            <a:xfrm>
              <a:off x="15658337" y="1504276"/>
              <a:ext cx="1142" cy="1384"/>
            </a:xfrm>
            <a:prstGeom prst="rect">
              <a:avLst/>
            </a:prstGeom>
            <a:noFill/>
            <a:ln>
              <a:noFill/>
            </a:ln>
          </p:spPr>
        </p:pic>
        <p:pic>
          <p:nvPicPr>
            <p:cNvPr id="68" name="Google Shape;1301;p8"/>
            <p:cNvPicPr preferRelativeResize="0"/>
            <p:nvPr/>
          </p:nvPicPr>
          <p:blipFill rotWithShape="1">
            <a:blip r:embed="rId32">
              <a:alphaModFix/>
            </a:blip>
            <a:srcRect/>
            <a:stretch/>
          </p:blipFill>
          <p:spPr>
            <a:xfrm>
              <a:off x="15658718" y="1475473"/>
              <a:ext cx="14986" cy="22047"/>
            </a:xfrm>
            <a:prstGeom prst="rect">
              <a:avLst/>
            </a:prstGeom>
            <a:noFill/>
            <a:ln>
              <a:noFill/>
            </a:ln>
          </p:spPr>
        </p:pic>
        <p:pic>
          <p:nvPicPr>
            <p:cNvPr id="69" name="Google Shape;1302;p8"/>
            <p:cNvPicPr preferRelativeResize="0"/>
            <p:nvPr/>
          </p:nvPicPr>
          <p:blipFill rotWithShape="1">
            <a:blip r:embed="rId22">
              <a:alphaModFix/>
            </a:blip>
            <a:srcRect/>
            <a:stretch/>
          </p:blipFill>
          <p:spPr>
            <a:xfrm>
              <a:off x="15635859" y="1500797"/>
              <a:ext cx="1143" cy="1409"/>
            </a:xfrm>
            <a:prstGeom prst="rect">
              <a:avLst/>
            </a:prstGeom>
            <a:noFill/>
            <a:ln>
              <a:noFill/>
            </a:ln>
          </p:spPr>
        </p:pic>
        <p:pic>
          <p:nvPicPr>
            <p:cNvPr id="70" name="Google Shape;1303;p8"/>
            <p:cNvPicPr preferRelativeResize="0"/>
            <p:nvPr/>
          </p:nvPicPr>
          <p:blipFill rotWithShape="1">
            <a:blip r:embed="rId31">
              <a:alphaModFix/>
            </a:blip>
            <a:srcRect/>
            <a:stretch/>
          </p:blipFill>
          <p:spPr>
            <a:xfrm>
              <a:off x="15916402" y="1201216"/>
              <a:ext cx="2412" cy="5461"/>
            </a:xfrm>
            <a:prstGeom prst="rect">
              <a:avLst/>
            </a:prstGeom>
            <a:noFill/>
            <a:ln>
              <a:noFill/>
            </a:ln>
          </p:spPr>
        </p:pic>
        <p:pic>
          <p:nvPicPr>
            <p:cNvPr id="71" name="Google Shape;1304;p8"/>
            <p:cNvPicPr preferRelativeResize="0"/>
            <p:nvPr/>
          </p:nvPicPr>
          <p:blipFill rotWithShape="1">
            <a:blip r:embed="rId22">
              <a:alphaModFix/>
            </a:blip>
            <a:srcRect/>
            <a:stretch/>
          </p:blipFill>
          <p:spPr>
            <a:xfrm>
              <a:off x="15947769" y="1197362"/>
              <a:ext cx="1650" cy="1276"/>
            </a:xfrm>
            <a:prstGeom prst="rect">
              <a:avLst/>
            </a:prstGeom>
            <a:noFill/>
            <a:ln>
              <a:noFill/>
            </a:ln>
          </p:spPr>
        </p:pic>
        <p:pic>
          <p:nvPicPr>
            <p:cNvPr id="72" name="Google Shape;1305;p8"/>
            <p:cNvPicPr preferRelativeResize="0"/>
            <p:nvPr/>
          </p:nvPicPr>
          <p:blipFill rotWithShape="1">
            <a:blip r:embed="rId22">
              <a:alphaModFix/>
            </a:blip>
            <a:srcRect/>
            <a:stretch/>
          </p:blipFill>
          <p:spPr>
            <a:xfrm>
              <a:off x="15933039" y="1198499"/>
              <a:ext cx="1016" cy="901"/>
            </a:xfrm>
            <a:prstGeom prst="rect">
              <a:avLst/>
            </a:prstGeom>
            <a:noFill/>
            <a:ln>
              <a:noFill/>
            </a:ln>
          </p:spPr>
        </p:pic>
        <p:pic>
          <p:nvPicPr>
            <p:cNvPr id="73" name="Google Shape;1306;p8"/>
            <p:cNvPicPr preferRelativeResize="0"/>
            <p:nvPr/>
          </p:nvPicPr>
          <p:blipFill rotWithShape="1">
            <a:blip r:embed="rId40">
              <a:alphaModFix/>
            </a:blip>
            <a:srcRect/>
            <a:stretch/>
          </p:blipFill>
          <p:spPr>
            <a:xfrm>
              <a:off x="15708376" y="1446885"/>
              <a:ext cx="8508" cy="9461"/>
            </a:xfrm>
            <a:prstGeom prst="rect">
              <a:avLst/>
            </a:prstGeom>
            <a:noFill/>
            <a:ln>
              <a:noFill/>
            </a:ln>
          </p:spPr>
        </p:pic>
        <p:pic>
          <p:nvPicPr>
            <p:cNvPr id="74" name="Google Shape;1307;p8"/>
            <p:cNvPicPr preferRelativeResize="0"/>
            <p:nvPr/>
          </p:nvPicPr>
          <p:blipFill rotWithShape="1">
            <a:blip r:embed="rId31">
              <a:alphaModFix/>
            </a:blip>
            <a:srcRect/>
            <a:stretch/>
          </p:blipFill>
          <p:spPr>
            <a:xfrm>
              <a:off x="15918687" y="1247634"/>
              <a:ext cx="9400" cy="9678"/>
            </a:xfrm>
            <a:prstGeom prst="rect">
              <a:avLst/>
            </a:prstGeom>
            <a:noFill/>
            <a:ln>
              <a:noFill/>
            </a:ln>
          </p:spPr>
        </p:pic>
        <p:pic>
          <p:nvPicPr>
            <p:cNvPr id="75" name="Google Shape;1308;p8"/>
            <p:cNvPicPr preferRelativeResize="0"/>
            <p:nvPr/>
          </p:nvPicPr>
          <p:blipFill rotWithShape="1">
            <a:blip r:embed="rId49">
              <a:alphaModFix/>
            </a:blip>
            <a:srcRect/>
            <a:stretch/>
          </p:blipFill>
          <p:spPr>
            <a:xfrm>
              <a:off x="15635732" y="1459293"/>
              <a:ext cx="44576" cy="50304"/>
            </a:xfrm>
            <a:prstGeom prst="rect">
              <a:avLst/>
            </a:prstGeom>
            <a:noFill/>
            <a:ln>
              <a:noFill/>
            </a:ln>
          </p:spPr>
        </p:pic>
        <p:pic>
          <p:nvPicPr>
            <p:cNvPr id="76" name="Google Shape;1309;p8"/>
            <p:cNvPicPr preferRelativeResize="0"/>
            <p:nvPr/>
          </p:nvPicPr>
          <p:blipFill rotWithShape="1">
            <a:blip r:embed="rId24">
              <a:alphaModFix/>
            </a:blip>
            <a:srcRect/>
            <a:stretch/>
          </p:blipFill>
          <p:spPr>
            <a:xfrm>
              <a:off x="15874620" y="1283169"/>
              <a:ext cx="14985" cy="14592"/>
            </a:xfrm>
            <a:prstGeom prst="rect">
              <a:avLst/>
            </a:prstGeom>
            <a:noFill/>
            <a:ln>
              <a:noFill/>
            </a:ln>
          </p:spPr>
        </p:pic>
        <p:pic>
          <p:nvPicPr>
            <p:cNvPr id="77" name="Google Shape;1310;p8"/>
            <p:cNvPicPr preferRelativeResize="0"/>
            <p:nvPr/>
          </p:nvPicPr>
          <p:blipFill rotWithShape="1">
            <a:blip r:embed="rId22">
              <a:alphaModFix/>
            </a:blip>
            <a:srcRect/>
            <a:stretch/>
          </p:blipFill>
          <p:spPr>
            <a:xfrm>
              <a:off x="15679419" y="1471002"/>
              <a:ext cx="761" cy="787"/>
            </a:xfrm>
            <a:prstGeom prst="rect">
              <a:avLst/>
            </a:prstGeom>
            <a:noFill/>
            <a:ln>
              <a:noFill/>
            </a:ln>
          </p:spPr>
        </p:pic>
        <p:pic>
          <p:nvPicPr>
            <p:cNvPr id="78" name="Google Shape;1311;p8"/>
            <p:cNvPicPr preferRelativeResize="0"/>
            <p:nvPr/>
          </p:nvPicPr>
          <p:blipFill rotWithShape="1">
            <a:blip r:embed="rId22">
              <a:alphaModFix/>
            </a:blip>
            <a:srcRect/>
            <a:stretch/>
          </p:blipFill>
          <p:spPr>
            <a:xfrm>
              <a:off x="15943198" y="1229410"/>
              <a:ext cx="1905" cy="1612"/>
            </a:xfrm>
            <a:prstGeom prst="rect">
              <a:avLst/>
            </a:prstGeom>
            <a:noFill/>
            <a:ln>
              <a:noFill/>
            </a:ln>
          </p:spPr>
        </p:pic>
        <p:pic>
          <p:nvPicPr>
            <p:cNvPr id="79" name="Google Shape;1312;p8"/>
            <p:cNvPicPr preferRelativeResize="0"/>
            <p:nvPr/>
          </p:nvPicPr>
          <p:blipFill rotWithShape="1">
            <a:blip r:embed="rId28">
              <a:alphaModFix/>
            </a:blip>
            <a:srcRect/>
            <a:stretch/>
          </p:blipFill>
          <p:spPr>
            <a:xfrm>
              <a:off x="15685389" y="1446009"/>
              <a:ext cx="9270" cy="4178"/>
            </a:xfrm>
            <a:prstGeom prst="rect">
              <a:avLst/>
            </a:prstGeom>
            <a:noFill/>
            <a:ln>
              <a:noFill/>
            </a:ln>
          </p:spPr>
        </p:pic>
        <p:pic>
          <p:nvPicPr>
            <p:cNvPr id="80" name="Google Shape;1313;p8"/>
            <p:cNvPicPr preferRelativeResize="0"/>
            <p:nvPr/>
          </p:nvPicPr>
          <p:blipFill rotWithShape="1">
            <a:blip r:embed="rId50">
              <a:alphaModFix/>
            </a:blip>
            <a:srcRect/>
            <a:stretch/>
          </p:blipFill>
          <p:spPr>
            <a:xfrm>
              <a:off x="15655797" y="1465834"/>
              <a:ext cx="29209" cy="40144"/>
            </a:xfrm>
            <a:prstGeom prst="rect">
              <a:avLst/>
            </a:prstGeom>
            <a:noFill/>
            <a:ln>
              <a:noFill/>
            </a:ln>
          </p:spPr>
        </p:pic>
        <p:pic>
          <p:nvPicPr>
            <p:cNvPr id="81" name="Google Shape;1314;p8"/>
            <p:cNvPicPr preferRelativeResize="0"/>
            <p:nvPr/>
          </p:nvPicPr>
          <p:blipFill rotWithShape="1">
            <a:blip r:embed="rId28">
              <a:alphaModFix/>
            </a:blip>
            <a:srcRect/>
            <a:stretch/>
          </p:blipFill>
          <p:spPr>
            <a:xfrm>
              <a:off x="15917671" y="1204010"/>
              <a:ext cx="1505" cy="1143"/>
            </a:xfrm>
            <a:prstGeom prst="rect">
              <a:avLst/>
            </a:prstGeom>
            <a:noFill/>
            <a:ln>
              <a:noFill/>
            </a:ln>
          </p:spPr>
        </p:pic>
        <p:pic>
          <p:nvPicPr>
            <p:cNvPr id="82" name="Google Shape;1315;p8"/>
            <p:cNvPicPr preferRelativeResize="0"/>
            <p:nvPr/>
          </p:nvPicPr>
          <p:blipFill rotWithShape="1">
            <a:blip r:embed="rId31">
              <a:alphaModFix/>
            </a:blip>
            <a:srcRect/>
            <a:stretch/>
          </p:blipFill>
          <p:spPr>
            <a:xfrm>
              <a:off x="15648432" y="1495513"/>
              <a:ext cx="635" cy="888"/>
            </a:xfrm>
            <a:prstGeom prst="rect">
              <a:avLst/>
            </a:prstGeom>
            <a:noFill/>
            <a:ln>
              <a:noFill/>
            </a:ln>
          </p:spPr>
        </p:pic>
        <p:pic>
          <p:nvPicPr>
            <p:cNvPr id="83" name="Google Shape;1316;p8"/>
            <p:cNvPicPr preferRelativeResize="0"/>
            <p:nvPr/>
          </p:nvPicPr>
          <p:blipFill rotWithShape="1">
            <a:blip r:embed="rId22">
              <a:alphaModFix/>
            </a:blip>
            <a:srcRect/>
            <a:stretch/>
          </p:blipFill>
          <p:spPr>
            <a:xfrm>
              <a:off x="15700883" y="1433957"/>
              <a:ext cx="889" cy="977"/>
            </a:xfrm>
            <a:prstGeom prst="rect">
              <a:avLst/>
            </a:prstGeom>
            <a:noFill/>
            <a:ln>
              <a:noFill/>
            </a:ln>
          </p:spPr>
        </p:pic>
        <p:pic>
          <p:nvPicPr>
            <p:cNvPr id="84" name="Google Shape;1317;p8"/>
            <p:cNvPicPr preferRelativeResize="0"/>
            <p:nvPr/>
          </p:nvPicPr>
          <p:blipFill rotWithShape="1">
            <a:blip r:embed="rId51">
              <a:alphaModFix/>
            </a:blip>
            <a:srcRect/>
            <a:stretch/>
          </p:blipFill>
          <p:spPr>
            <a:xfrm>
              <a:off x="15634335" y="1432801"/>
              <a:ext cx="68198" cy="66688"/>
            </a:xfrm>
            <a:prstGeom prst="rect">
              <a:avLst/>
            </a:prstGeom>
            <a:noFill/>
            <a:ln>
              <a:noFill/>
            </a:ln>
          </p:spPr>
        </p:pic>
        <p:pic>
          <p:nvPicPr>
            <p:cNvPr id="85" name="Google Shape;1318;p8"/>
            <p:cNvPicPr preferRelativeResize="0"/>
            <p:nvPr/>
          </p:nvPicPr>
          <p:blipFill rotWithShape="1">
            <a:blip r:embed="rId52">
              <a:alphaModFix/>
            </a:blip>
            <a:srcRect/>
            <a:stretch/>
          </p:blipFill>
          <p:spPr>
            <a:xfrm>
              <a:off x="15829153" y="1205191"/>
              <a:ext cx="88645" cy="72161"/>
            </a:xfrm>
            <a:prstGeom prst="rect">
              <a:avLst/>
            </a:prstGeom>
            <a:noFill/>
            <a:ln>
              <a:noFill/>
            </a:ln>
          </p:spPr>
        </p:pic>
        <p:pic>
          <p:nvPicPr>
            <p:cNvPr id="86" name="Google Shape;1319;p8"/>
            <p:cNvPicPr preferRelativeResize="0"/>
            <p:nvPr/>
          </p:nvPicPr>
          <p:blipFill rotWithShape="1">
            <a:blip r:embed="rId53">
              <a:alphaModFix/>
            </a:blip>
            <a:srcRect/>
            <a:stretch/>
          </p:blipFill>
          <p:spPr>
            <a:xfrm>
              <a:off x="15914242" y="1200353"/>
              <a:ext cx="12192" cy="4254"/>
            </a:xfrm>
            <a:prstGeom prst="rect">
              <a:avLst/>
            </a:prstGeom>
            <a:noFill/>
            <a:ln>
              <a:noFill/>
            </a:ln>
          </p:spPr>
        </p:pic>
        <p:pic>
          <p:nvPicPr>
            <p:cNvPr id="87" name="Google Shape;1320;p8"/>
            <p:cNvPicPr preferRelativeResize="0"/>
            <p:nvPr/>
          </p:nvPicPr>
          <p:blipFill rotWithShape="1">
            <a:blip r:embed="rId22">
              <a:alphaModFix/>
            </a:blip>
            <a:srcRect/>
            <a:stretch/>
          </p:blipFill>
          <p:spPr>
            <a:xfrm>
              <a:off x="15909036" y="1261630"/>
              <a:ext cx="1143" cy="1028"/>
            </a:xfrm>
            <a:prstGeom prst="rect">
              <a:avLst/>
            </a:prstGeom>
            <a:noFill/>
            <a:ln>
              <a:noFill/>
            </a:ln>
          </p:spPr>
        </p:pic>
        <p:pic>
          <p:nvPicPr>
            <p:cNvPr id="88" name="Google Shape;1321;p8"/>
            <p:cNvPicPr preferRelativeResize="0"/>
            <p:nvPr/>
          </p:nvPicPr>
          <p:blipFill rotWithShape="1">
            <a:blip r:embed="rId54">
              <a:alphaModFix/>
            </a:blip>
            <a:srcRect/>
            <a:stretch/>
          </p:blipFill>
          <p:spPr>
            <a:xfrm>
              <a:off x="15619220" y="1424432"/>
              <a:ext cx="68835" cy="86791"/>
            </a:xfrm>
            <a:prstGeom prst="rect">
              <a:avLst/>
            </a:prstGeom>
            <a:noFill/>
            <a:ln>
              <a:noFill/>
            </a:ln>
          </p:spPr>
        </p:pic>
        <p:pic>
          <p:nvPicPr>
            <p:cNvPr id="89" name="Google Shape;1322;p8"/>
            <p:cNvPicPr preferRelativeResize="0"/>
            <p:nvPr/>
          </p:nvPicPr>
          <p:blipFill rotWithShape="1">
            <a:blip r:embed="rId22">
              <a:alphaModFix/>
            </a:blip>
            <a:srcRect/>
            <a:stretch/>
          </p:blipFill>
          <p:spPr>
            <a:xfrm>
              <a:off x="15663290" y="1472539"/>
              <a:ext cx="507" cy="622"/>
            </a:xfrm>
            <a:prstGeom prst="rect">
              <a:avLst/>
            </a:prstGeom>
            <a:noFill/>
            <a:ln>
              <a:noFill/>
            </a:ln>
          </p:spPr>
        </p:pic>
        <p:pic>
          <p:nvPicPr>
            <p:cNvPr id="90" name="Google Shape;1323;p8"/>
            <p:cNvPicPr preferRelativeResize="0"/>
            <p:nvPr/>
          </p:nvPicPr>
          <p:blipFill rotWithShape="1">
            <a:blip r:embed="rId28">
              <a:alphaModFix/>
            </a:blip>
            <a:srcRect/>
            <a:stretch/>
          </p:blipFill>
          <p:spPr>
            <a:xfrm>
              <a:off x="15915893" y="1250937"/>
              <a:ext cx="9015" cy="7848"/>
            </a:xfrm>
            <a:prstGeom prst="rect">
              <a:avLst/>
            </a:prstGeom>
            <a:noFill/>
            <a:ln>
              <a:noFill/>
            </a:ln>
          </p:spPr>
        </p:pic>
        <p:pic>
          <p:nvPicPr>
            <p:cNvPr id="91" name="Google Shape;1324;p8"/>
            <p:cNvPicPr preferRelativeResize="0"/>
            <p:nvPr/>
          </p:nvPicPr>
          <p:blipFill rotWithShape="1">
            <a:blip r:embed="rId22">
              <a:alphaModFix/>
            </a:blip>
            <a:srcRect/>
            <a:stretch/>
          </p:blipFill>
          <p:spPr>
            <a:xfrm>
              <a:off x="15707867" y="1418907"/>
              <a:ext cx="2158" cy="1447"/>
            </a:xfrm>
            <a:prstGeom prst="rect">
              <a:avLst/>
            </a:prstGeom>
            <a:noFill/>
            <a:ln>
              <a:noFill/>
            </a:ln>
          </p:spPr>
        </p:pic>
        <p:pic>
          <p:nvPicPr>
            <p:cNvPr id="92" name="Google Shape;1325;p8"/>
            <p:cNvPicPr preferRelativeResize="0"/>
            <p:nvPr/>
          </p:nvPicPr>
          <p:blipFill rotWithShape="1">
            <a:blip r:embed="rId22">
              <a:alphaModFix/>
            </a:blip>
            <a:srcRect/>
            <a:stretch/>
          </p:blipFill>
          <p:spPr>
            <a:xfrm>
              <a:off x="15725646" y="1400136"/>
              <a:ext cx="1143" cy="1270"/>
            </a:xfrm>
            <a:prstGeom prst="rect">
              <a:avLst/>
            </a:prstGeom>
            <a:noFill/>
            <a:ln>
              <a:noFill/>
            </a:ln>
          </p:spPr>
        </p:pic>
        <p:pic>
          <p:nvPicPr>
            <p:cNvPr id="93" name="Google Shape;1326;p8"/>
            <p:cNvPicPr preferRelativeResize="0"/>
            <p:nvPr/>
          </p:nvPicPr>
          <p:blipFill rotWithShape="1">
            <a:blip r:embed="rId55">
              <a:alphaModFix/>
            </a:blip>
            <a:srcRect/>
            <a:stretch/>
          </p:blipFill>
          <p:spPr>
            <a:xfrm>
              <a:off x="15939135" y="1190776"/>
              <a:ext cx="30605" cy="35116"/>
            </a:xfrm>
            <a:prstGeom prst="rect">
              <a:avLst/>
            </a:prstGeom>
            <a:noFill/>
            <a:ln>
              <a:noFill/>
            </a:ln>
          </p:spPr>
        </p:pic>
        <p:pic>
          <p:nvPicPr>
            <p:cNvPr id="94" name="Google Shape;1327;p8"/>
            <p:cNvPicPr preferRelativeResize="0"/>
            <p:nvPr/>
          </p:nvPicPr>
          <p:blipFill rotWithShape="1">
            <a:blip r:embed="rId22">
              <a:alphaModFix/>
            </a:blip>
            <a:srcRect/>
            <a:stretch/>
          </p:blipFill>
          <p:spPr>
            <a:xfrm>
              <a:off x="15655289" y="1498752"/>
              <a:ext cx="5080" cy="8280"/>
            </a:xfrm>
            <a:prstGeom prst="rect">
              <a:avLst/>
            </a:prstGeom>
            <a:noFill/>
            <a:ln>
              <a:noFill/>
            </a:ln>
          </p:spPr>
        </p:pic>
        <p:pic>
          <p:nvPicPr>
            <p:cNvPr id="95" name="Google Shape;1328;p8"/>
            <p:cNvPicPr preferRelativeResize="0"/>
            <p:nvPr/>
          </p:nvPicPr>
          <p:blipFill rotWithShape="1">
            <a:blip r:embed="rId28">
              <a:alphaModFix/>
            </a:blip>
            <a:srcRect/>
            <a:stretch/>
          </p:blipFill>
          <p:spPr>
            <a:xfrm>
              <a:off x="15684769" y="1425714"/>
              <a:ext cx="5954" cy="2634"/>
            </a:xfrm>
            <a:prstGeom prst="rect">
              <a:avLst/>
            </a:prstGeom>
            <a:noFill/>
            <a:ln>
              <a:noFill/>
            </a:ln>
          </p:spPr>
        </p:pic>
        <p:pic>
          <p:nvPicPr>
            <p:cNvPr id="96" name="Google Shape;1329;p8"/>
            <p:cNvPicPr preferRelativeResize="0"/>
            <p:nvPr/>
          </p:nvPicPr>
          <p:blipFill rotWithShape="1">
            <a:blip r:embed="rId56">
              <a:alphaModFix/>
            </a:blip>
            <a:srcRect/>
            <a:stretch/>
          </p:blipFill>
          <p:spPr>
            <a:xfrm>
              <a:off x="15656433" y="1444090"/>
              <a:ext cx="39496" cy="47867"/>
            </a:xfrm>
            <a:prstGeom prst="rect">
              <a:avLst/>
            </a:prstGeom>
            <a:noFill/>
            <a:ln>
              <a:noFill/>
            </a:ln>
          </p:spPr>
        </p:pic>
        <p:pic>
          <p:nvPicPr>
            <p:cNvPr id="97" name="Google Shape;1330;p8"/>
            <p:cNvPicPr preferRelativeResize="0"/>
            <p:nvPr/>
          </p:nvPicPr>
          <p:blipFill rotWithShape="1">
            <a:blip r:embed="rId57">
              <a:alphaModFix/>
            </a:blip>
            <a:srcRect/>
            <a:stretch/>
          </p:blipFill>
          <p:spPr>
            <a:xfrm>
              <a:off x="15668877" y="1477454"/>
              <a:ext cx="17778" cy="6591"/>
            </a:xfrm>
            <a:prstGeom prst="rect">
              <a:avLst/>
            </a:prstGeom>
            <a:noFill/>
            <a:ln>
              <a:noFill/>
            </a:ln>
          </p:spPr>
        </p:pic>
        <p:pic>
          <p:nvPicPr>
            <p:cNvPr id="98" name="Google Shape;1331;p8"/>
            <p:cNvPicPr preferRelativeResize="0"/>
            <p:nvPr/>
          </p:nvPicPr>
          <p:blipFill rotWithShape="1">
            <a:blip r:embed="rId28">
              <a:alphaModFix/>
            </a:blip>
            <a:srcRect/>
            <a:stretch/>
          </p:blipFill>
          <p:spPr>
            <a:xfrm>
              <a:off x="15680053" y="1459573"/>
              <a:ext cx="8765" cy="4280"/>
            </a:xfrm>
            <a:prstGeom prst="rect">
              <a:avLst/>
            </a:prstGeom>
            <a:noFill/>
            <a:ln>
              <a:noFill/>
            </a:ln>
          </p:spPr>
        </p:pic>
        <p:pic>
          <p:nvPicPr>
            <p:cNvPr id="99" name="Google Shape;1332;p8"/>
            <p:cNvPicPr preferRelativeResize="0"/>
            <p:nvPr/>
          </p:nvPicPr>
          <p:blipFill rotWithShape="1">
            <a:blip r:embed="rId31">
              <a:alphaModFix/>
            </a:blip>
            <a:srcRect/>
            <a:stretch/>
          </p:blipFill>
          <p:spPr>
            <a:xfrm>
              <a:off x="15669387" y="1490953"/>
              <a:ext cx="381" cy="520"/>
            </a:xfrm>
            <a:prstGeom prst="rect">
              <a:avLst/>
            </a:prstGeom>
            <a:noFill/>
            <a:ln>
              <a:noFill/>
            </a:ln>
          </p:spPr>
        </p:pic>
        <p:pic>
          <p:nvPicPr>
            <p:cNvPr id="100" name="Google Shape;1333;p8"/>
            <p:cNvPicPr preferRelativeResize="0"/>
            <p:nvPr/>
          </p:nvPicPr>
          <p:blipFill rotWithShape="1">
            <a:blip r:embed="rId28">
              <a:alphaModFix/>
            </a:blip>
            <a:srcRect/>
            <a:stretch/>
          </p:blipFill>
          <p:spPr>
            <a:xfrm>
              <a:off x="15651605" y="1493126"/>
              <a:ext cx="5842" cy="4965"/>
            </a:xfrm>
            <a:prstGeom prst="rect">
              <a:avLst/>
            </a:prstGeom>
            <a:noFill/>
            <a:ln>
              <a:noFill/>
            </a:ln>
          </p:spPr>
        </p:pic>
        <p:pic>
          <p:nvPicPr>
            <p:cNvPr id="101" name="Google Shape;1334;p8"/>
            <p:cNvPicPr preferRelativeResize="0"/>
            <p:nvPr/>
          </p:nvPicPr>
          <p:blipFill rotWithShape="1">
            <a:blip r:embed="rId28">
              <a:alphaModFix/>
            </a:blip>
            <a:srcRect/>
            <a:stretch/>
          </p:blipFill>
          <p:spPr>
            <a:xfrm>
              <a:off x="15631794" y="1498498"/>
              <a:ext cx="6730" cy="3238"/>
            </a:xfrm>
            <a:prstGeom prst="rect">
              <a:avLst/>
            </a:prstGeom>
            <a:noFill/>
            <a:ln>
              <a:noFill/>
            </a:ln>
          </p:spPr>
        </p:pic>
        <p:pic>
          <p:nvPicPr>
            <p:cNvPr id="102" name="Google Shape;1335;p8"/>
            <p:cNvPicPr preferRelativeResize="0"/>
            <p:nvPr/>
          </p:nvPicPr>
          <p:blipFill rotWithShape="1">
            <a:blip r:embed="rId22">
              <a:alphaModFix/>
            </a:blip>
            <a:srcRect/>
            <a:stretch/>
          </p:blipFill>
          <p:spPr>
            <a:xfrm>
              <a:off x="15664186" y="1472108"/>
              <a:ext cx="1771" cy="2095"/>
            </a:xfrm>
            <a:prstGeom prst="rect">
              <a:avLst/>
            </a:prstGeom>
            <a:noFill/>
            <a:ln>
              <a:noFill/>
            </a:ln>
          </p:spPr>
        </p:pic>
        <p:pic>
          <p:nvPicPr>
            <p:cNvPr id="103" name="Google Shape;1336;p8"/>
            <p:cNvPicPr preferRelativeResize="0"/>
            <p:nvPr/>
          </p:nvPicPr>
          <p:blipFill rotWithShape="1">
            <a:blip r:embed="rId36">
              <a:alphaModFix/>
            </a:blip>
            <a:srcRect/>
            <a:stretch/>
          </p:blipFill>
          <p:spPr>
            <a:xfrm>
              <a:off x="15706090" y="1456893"/>
              <a:ext cx="506" cy="1969"/>
            </a:xfrm>
            <a:prstGeom prst="rect">
              <a:avLst/>
            </a:prstGeom>
            <a:noFill/>
            <a:ln>
              <a:noFill/>
            </a:ln>
          </p:spPr>
        </p:pic>
        <p:pic>
          <p:nvPicPr>
            <p:cNvPr id="104" name="Google Shape;1337;p8"/>
            <p:cNvPicPr preferRelativeResize="0"/>
            <p:nvPr/>
          </p:nvPicPr>
          <p:blipFill rotWithShape="1">
            <a:blip r:embed="rId32">
              <a:alphaModFix/>
            </a:blip>
            <a:srcRect/>
            <a:stretch/>
          </p:blipFill>
          <p:spPr>
            <a:xfrm>
              <a:off x="15656941" y="1470773"/>
              <a:ext cx="17016" cy="21108"/>
            </a:xfrm>
            <a:prstGeom prst="rect">
              <a:avLst/>
            </a:prstGeom>
            <a:noFill/>
            <a:ln>
              <a:noFill/>
            </a:ln>
          </p:spPr>
        </p:pic>
        <p:pic>
          <p:nvPicPr>
            <p:cNvPr id="105" name="Google Shape;1338;p8"/>
            <p:cNvPicPr preferRelativeResize="0"/>
            <p:nvPr/>
          </p:nvPicPr>
          <p:blipFill rotWithShape="1">
            <a:blip r:embed="rId22">
              <a:alphaModFix/>
            </a:blip>
            <a:srcRect/>
            <a:stretch/>
          </p:blipFill>
          <p:spPr>
            <a:xfrm>
              <a:off x="15715488" y="1411998"/>
              <a:ext cx="381" cy="431"/>
            </a:xfrm>
            <a:prstGeom prst="rect">
              <a:avLst/>
            </a:prstGeom>
            <a:noFill/>
            <a:ln>
              <a:noFill/>
            </a:ln>
          </p:spPr>
        </p:pic>
        <p:pic>
          <p:nvPicPr>
            <p:cNvPr id="106" name="Google Shape;1339;p8"/>
            <p:cNvPicPr preferRelativeResize="0"/>
            <p:nvPr/>
          </p:nvPicPr>
          <p:blipFill rotWithShape="1">
            <a:blip r:embed="rId22">
              <a:alphaModFix/>
            </a:blip>
            <a:srcRect/>
            <a:stretch/>
          </p:blipFill>
          <p:spPr>
            <a:xfrm>
              <a:off x="15712058" y="1431912"/>
              <a:ext cx="2412" cy="2946"/>
            </a:xfrm>
            <a:prstGeom prst="rect">
              <a:avLst/>
            </a:prstGeom>
            <a:noFill/>
            <a:ln>
              <a:noFill/>
            </a:ln>
          </p:spPr>
        </p:pic>
        <p:pic>
          <p:nvPicPr>
            <p:cNvPr id="107" name="Google Shape;1340;p8"/>
            <p:cNvPicPr preferRelativeResize="0"/>
            <p:nvPr/>
          </p:nvPicPr>
          <p:blipFill rotWithShape="1">
            <a:blip r:embed="rId22">
              <a:alphaModFix/>
            </a:blip>
            <a:srcRect/>
            <a:stretch/>
          </p:blipFill>
          <p:spPr>
            <a:xfrm>
              <a:off x="15675229" y="1439290"/>
              <a:ext cx="4826" cy="4927"/>
            </a:xfrm>
            <a:prstGeom prst="rect">
              <a:avLst/>
            </a:prstGeom>
            <a:noFill/>
            <a:ln>
              <a:noFill/>
            </a:ln>
          </p:spPr>
        </p:pic>
        <p:pic>
          <p:nvPicPr>
            <p:cNvPr id="108" name="Google Shape;1341;p8"/>
            <p:cNvPicPr preferRelativeResize="0"/>
            <p:nvPr/>
          </p:nvPicPr>
          <p:blipFill rotWithShape="1">
            <a:blip r:embed="rId32">
              <a:alphaModFix/>
            </a:blip>
            <a:srcRect/>
            <a:stretch/>
          </p:blipFill>
          <p:spPr>
            <a:xfrm>
              <a:off x="15721076" y="1371777"/>
              <a:ext cx="13462" cy="20748"/>
            </a:xfrm>
            <a:prstGeom prst="rect">
              <a:avLst/>
            </a:prstGeom>
            <a:noFill/>
            <a:ln>
              <a:noFill/>
            </a:ln>
          </p:spPr>
        </p:pic>
        <p:pic>
          <p:nvPicPr>
            <p:cNvPr id="109" name="Google Shape;1342;p8"/>
            <p:cNvPicPr preferRelativeResize="0"/>
            <p:nvPr/>
          </p:nvPicPr>
          <p:blipFill rotWithShape="1">
            <a:blip r:embed="rId31">
              <a:alphaModFix/>
            </a:blip>
            <a:srcRect/>
            <a:stretch/>
          </p:blipFill>
          <p:spPr>
            <a:xfrm>
              <a:off x="15649829" y="1507413"/>
              <a:ext cx="380" cy="431"/>
            </a:xfrm>
            <a:prstGeom prst="rect">
              <a:avLst/>
            </a:prstGeom>
            <a:noFill/>
            <a:ln>
              <a:noFill/>
            </a:ln>
          </p:spPr>
        </p:pic>
        <p:pic>
          <p:nvPicPr>
            <p:cNvPr id="110" name="Google Shape;1343;p8"/>
            <p:cNvPicPr preferRelativeResize="0"/>
            <p:nvPr/>
          </p:nvPicPr>
          <p:blipFill rotWithShape="1">
            <a:blip r:embed="rId58">
              <a:alphaModFix/>
            </a:blip>
            <a:srcRect/>
            <a:stretch/>
          </p:blipFill>
          <p:spPr>
            <a:xfrm>
              <a:off x="15643097" y="1430008"/>
              <a:ext cx="72643" cy="68173"/>
            </a:xfrm>
            <a:prstGeom prst="rect">
              <a:avLst/>
            </a:prstGeom>
            <a:noFill/>
            <a:ln>
              <a:noFill/>
            </a:ln>
          </p:spPr>
        </p:pic>
        <p:pic>
          <p:nvPicPr>
            <p:cNvPr id="111" name="Google Shape;1344;p8"/>
            <p:cNvPicPr preferRelativeResize="0"/>
            <p:nvPr/>
          </p:nvPicPr>
          <p:blipFill rotWithShape="1">
            <a:blip r:embed="rId59">
              <a:alphaModFix/>
            </a:blip>
            <a:srcRect/>
            <a:stretch/>
          </p:blipFill>
          <p:spPr>
            <a:xfrm>
              <a:off x="15646147" y="1421586"/>
              <a:ext cx="64895" cy="73330"/>
            </a:xfrm>
            <a:prstGeom prst="rect">
              <a:avLst/>
            </a:prstGeom>
            <a:noFill/>
            <a:ln>
              <a:noFill/>
            </a:ln>
          </p:spPr>
        </p:pic>
        <p:pic>
          <p:nvPicPr>
            <p:cNvPr id="112" name="Google Shape;1345;p8"/>
            <p:cNvPicPr preferRelativeResize="0"/>
            <p:nvPr/>
          </p:nvPicPr>
          <p:blipFill rotWithShape="1">
            <a:blip r:embed="rId22">
              <a:alphaModFix/>
            </a:blip>
            <a:srcRect/>
            <a:stretch/>
          </p:blipFill>
          <p:spPr>
            <a:xfrm>
              <a:off x="15847440" y="1259954"/>
              <a:ext cx="507" cy="431"/>
            </a:xfrm>
            <a:prstGeom prst="rect">
              <a:avLst/>
            </a:prstGeom>
            <a:noFill/>
            <a:ln>
              <a:noFill/>
            </a:ln>
          </p:spPr>
        </p:pic>
        <p:pic>
          <p:nvPicPr>
            <p:cNvPr id="113" name="Google Shape;1346;p8"/>
            <p:cNvPicPr preferRelativeResize="0"/>
            <p:nvPr/>
          </p:nvPicPr>
          <p:blipFill rotWithShape="1">
            <a:blip r:embed="rId60">
              <a:alphaModFix/>
            </a:blip>
            <a:srcRect/>
            <a:stretch/>
          </p:blipFill>
          <p:spPr>
            <a:xfrm>
              <a:off x="15862679" y="1222285"/>
              <a:ext cx="26417" cy="27127"/>
            </a:xfrm>
            <a:prstGeom prst="rect">
              <a:avLst/>
            </a:prstGeom>
            <a:noFill/>
            <a:ln>
              <a:noFill/>
            </a:ln>
          </p:spPr>
        </p:pic>
        <p:pic>
          <p:nvPicPr>
            <p:cNvPr id="114" name="Google Shape;1347;p8"/>
            <p:cNvPicPr preferRelativeResize="0"/>
            <p:nvPr/>
          </p:nvPicPr>
          <p:blipFill rotWithShape="1">
            <a:blip r:embed="rId40">
              <a:alphaModFix/>
            </a:blip>
            <a:srcRect/>
            <a:stretch/>
          </p:blipFill>
          <p:spPr>
            <a:xfrm>
              <a:off x="15671037" y="1452867"/>
              <a:ext cx="13716" cy="10439"/>
            </a:xfrm>
            <a:prstGeom prst="rect">
              <a:avLst/>
            </a:prstGeom>
            <a:noFill/>
            <a:ln>
              <a:noFill/>
            </a:ln>
          </p:spPr>
        </p:pic>
        <p:pic>
          <p:nvPicPr>
            <p:cNvPr id="115" name="Google Shape;1348;p8"/>
            <p:cNvPicPr preferRelativeResize="0"/>
            <p:nvPr/>
          </p:nvPicPr>
          <p:blipFill rotWithShape="1">
            <a:blip r:embed="rId22">
              <a:alphaModFix/>
            </a:blip>
            <a:srcRect/>
            <a:stretch/>
          </p:blipFill>
          <p:spPr>
            <a:xfrm>
              <a:off x="15720694" y="1412227"/>
              <a:ext cx="380" cy="406"/>
            </a:xfrm>
            <a:prstGeom prst="rect">
              <a:avLst/>
            </a:prstGeom>
            <a:noFill/>
            <a:ln>
              <a:noFill/>
            </a:ln>
          </p:spPr>
        </p:pic>
        <p:pic>
          <p:nvPicPr>
            <p:cNvPr id="116" name="Google Shape;1349;p8"/>
            <p:cNvPicPr preferRelativeResize="0"/>
            <p:nvPr/>
          </p:nvPicPr>
          <p:blipFill rotWithShape="1">
            <a:blip r:embed="rId40">
              <a:alphaModFix/>
            </a:blip>
            <a:srcRect/>
            <a:stretch/>
          </p:blipFill>
          <p:spPr>
            <a:xfrm>
              <a:off x="15703041" y="1453451"/>
              <a:ext cx="6813" cy="8280"/>
            </a:xfrm>
            <a:prstGeom prst="rect">
              <a:avLst/>
            </a:prstGeom>
            <a:noFill/>
            <a:ln>
              <a:noFill/>
            </a:ln>
          </p:spPr>
        </p:pic>
        <p:pic>
          <p:nvPicPr>
            <p:cNvPr id="117" name="Google Shape;1350;p8"/>
            <p:cNvPicPr preferRelativeResize="0"/>
            <p:nvPr/>
          </p:nvPicPr>
          <p:blipFill rotWithShape="1">
            <a:blip r:embed="rId22">
              <a:alphaModFix/>
            </a:blip>
            <a:srcRect/>
            <a:stretch/>
          </p:blipFill>
          <p:spPr>
            <a:xfrm>
              <a:off x="15743428" y="1388706"/>
              <a:ext cx="1779" cy="1498"/>
            </a:xfrm>
            <a:prstGeom prst="rect">
              <a:avLst/>
            </a:prstGeom>
            <a:noFill/>
            <a:ln>
              <a:noFill/>
            </a:ln>
          </p:spPr>
        </p:pic>
        <p:pic>
          <p:nvPicPr>
            <p:cNvPr id="118" name="Google Shape;1351;p8"/>
            <p:cNvPicPr preferRelativeResize="0"/>
            <p:nvPr/>
          </p:nvPicPr>
          <p:blipFill rotWithShape="1">
            <a:blip r:embed="rId22">
              <a:alphaModFix/>
            </a:blip>
            <a:srcRect/>
            <a:stretch/>
          </p:blipFill>
          <p:spPr>
            <a:xfrm>
              <a:off x="15921353" y="1232230"/>
              <a:ext cx="253" cy="241"/>
            </a:xfrm>
            <a:prstGeom prst="rect">
              <a:avLst/>
            </a:prstGeom>
            <a:noFill/>
            <a:ln>
              <a:noFill/>
            </a:ln>
          </p:spPr>
        </p:pic>
      </p:gr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pic>
        <p:nvPicPr>
          <p:cNvPr id="622" name="Google Shape;622;p35"/>
          <p:cNvPicPr preferRelativeResize="0"/>
          <p:nvPr/>
        </p:nvPicPr>
        <p:blipFill rotWithShape="1">
          <a:blip r:embed="rId3">
            <a:alphaModFix/>
          </a:blip>
          <a:srcRect/>
          <a:stretch/>
        </p:blipFill>
        <p:spPr>
          <a:xfrm>
            <a:off x="946629" y="858129"/>
            <a:ext cx="10110578" cy="5465142"/>
          </a:xfrm>
          <a:prstGeom prst="rect">
            <a:avLst/>
          </a:prstGeom>
          <a:noFill/>
          <a:ln>
            <a:noFill/>
          </a:ln>
          <a:effectLst>
            <a:outerShdw blurRad="101600" dist="50800" sx="101000" sy="101000" algn="ctr" rotWithShape="0">
              <a:srgbClr val="7F7F7F">
                <a:alpha val="20000"/>
              </a:srgbClr>
            </a:outerShdw>
          </a:effectLst>
        </p:spPr>
      </p:pic>
      <p:sp>
        <p:nvSpPr>
          <p:cNvPr id="623" name="Google Shape;623;p35"/>
          <p:cNvSpPr/>
          <p:nvPr/>
        </p:nvSpPr>
        <p:spPr>
          <a:xfrm>
            <a:off x="5988423" y="5873675"/>
            <a:ext cx="1251473" cy="544363"/>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24" name="Google Shape;624;p35">
            <a:hlinkClick r:id="rId4"/>
          </p:cNvPr>
          <p:cNvPicPr preferRelativeResize="0"/>
          <p:nvPr/>
        </p:nvPicPr>
        <p:blipFill rotWithShape="1">
          <a:blip r:embed="rId5">
            <a:alphaModFix/>
          </a:blip>
          <a:srcRect/>
          <a:stretch/>
        </p:blipFill>
        <p:spPr>
          <a:xfrm>
            <a:off x="6713054" y="6059850"/>
            <a:ext cx="526842" cy="526842"/>
          </a:xfrm>
          <a:prstGeom prst="rect">
            <a:avLst/>
          </a:prstGeom>
          <a:noFill/>
          <a:ln>
            <a:noFill/>
          </a:ln>
        </p:spPr>
      </p:pic>
      <p:grpSp>
        <p:nvGrpSpPr>
          <p:cNvPr id="5" name="Google Shape;1238;p8"/>
          <p:cNvGrpSpPr/>
          <p:nvPr/>
        </p:nvGrpSpPr>
        <p:grpSpPr>
          <a:xfrm>
            <a:off x="10604912" y="215139"/>
            <a:ext cx="1414810" cy="548223"/>
            <a:chOff x="14201902" y="621652"/>
            <a:chExt cx="2318892" cy="951953"/>
          </a:xfrm>
        </p:grpSpPr>
        <p:pic>
          <p:nvPicPr>
            <p:cNvPr id="6" name="Google Shape;1240;p8"/>
            <p:cNvPicPr preferRelativeResize="0"/>
            <p:nvPr/>
          </p:nvPicPr>
          <p:blipFill rotWithShape="1">
            <a:blip r:embed="rId6">
              <a:alphaModFix/>
            </a:blip>
            <a:srcRect/>
            <a:stretch/>
          </p:blipFill>
          <p:spPr>
            <a:xfrm>
              <a:off x="14496301" y="621652"/>
              <a:ext cx="381832" cy="226865"/>
            </a:xfrm>
            <a:prstGeom prst="rect">
              <a:avLst/>
            </a:prstGeom>
            <a:noFill/>
            <a:ln>
              <a:noFill/>
            </a:ln>
          </p:spPr>
        </p:pic>
        <p:sp>
          <p:nvSpPr>
            <p:cNvPr id="7" name="Google Shape;1241;p8"/>
            <p:cNvSpPr/>
            <p:nvPr/>
          </p:nvSpPr>
          <p:spPr>
            <a:xfrm>
              <a:off x="14410042" y="884923"/>
              <a:ext cx="289560" cy="247650"/>
            </a:xfrm>
            <a:custGeom>
              <a:avLst/>
              <a:gdLst/>
              <a:ahLst/>
              <a:cxnLst/>
              <a:rect l="l" t="t" r="r" b="b"/>
              <a:pathLst>
                <a:path w="289559" h="247650" extrusionOk="0">
                  <a:moveTo>
                    <a:pt x="255943" y="0"/>
                  </a:moveTo>
                  <a:lnTo>
                    <a:pt x="240766" y="0"/>
                  </a:lnTo>
                  <a:lnTo>
                    <a:pt x="236550" y="2806"/>
                  </a:lnTo>
                  <a:lnTo>
                    <a:pt x="144741" y="191325"/>
                  </a:lnTo>
                  <a:lnTo>
                    <a:pt x="52603" y="2806"/>
                  </a:lnTo>
                  <a:lnTo>
                    <a:pt x="48374" y="0"/>
                  </a:lnTo>
                  <a:lnTo>
                    <a:pt x="33197" y="0"/>
                  </a:lnTo>
                  <a:lnTo>
                    <a:pt x="28257" y="5981"/>
                  </a:lnTo>
                  <a:lnTo>
                    <a:pt x="0" y="240411"/>
                  </a:lnTo>
                  <a:lnTo>
                    <a:pt x="4216" y="246062"/>
                  </a:lnTo>
                  <a:lnTo>
                    <a:pt x="17297" y="247472"/>
                  </a:lnTo>
                  <a:lnTo>
                    <a:pt x="22580" y="242887"/>
                  </a:lnTo>
                  <a:lnTo>
                    <a:pt x="46964" y="43421"/>
                  </a:lnTo>
                  <a:lnTo>
                    <a:pt x="129209" y="210045"/>
                  </a:lnTo>
                  <a:lnTo>
                    <a:pt x="131673" y="215353"/>
                  </a:lnTo>
                  <a:lnTo>
                    <a:pt x="136283" y="222402"/>
                  </a:lnTo>
                  <a:lnTo>
                    <a:pt x="153212" y="222402"/>
                  </a:lnTo>
                  <a:lnTo>
                    <a:pt x="157810" y="215353"/>
                  </a:lnTo>
                  <a:lnTo>
                    <a:pt x="242176" y="43421"/>
                  </a:lnTo>
                  <a:lnTo>
                    <a:pt x="266522" y="242887"/>
                  </a:lnTo>
                  <a:lnTo>
                    <a:pt x="271843" y="247472"/>
                  </a:lnTo>
                  <a:lnTo>
                    <a:pt x="284899" y="246062"/>
                  </a:lnTo>
                  <a:lnTo>
                    <a:pt x="289128" y="240411"/>
                  </a:lnTo>
                  <a:lnTo>
                    <a:pt x="288429" y="233705"/>
                  </a:lnTo>
                  <a:lnTo>
                    <a:pt x="260896" y="5981"/>
                  </a:lnTo>
                  <a:lnTo>
                    <a:pt x="255943"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8" name="Google Shape;1242;p8"/>
            <p:cNvPicPr preferRelativeResize="0"/>
            <p:nvPr/>
          </p:nvPicPr>
          <p:blipFill rotWithShape="1">
            <a:blip r:embed="rId7">
              <a:alphaModFix/>
            </a:blip>
            <a:srcRect/>
            <a:stretch/>
          </p:blipFill>
          <p:spPr>
            <a:xfrm>
              <a:off x="14755824" y="884923"/>
              <a:ext cx="172262" cy="248538"/>
            </a:xfrm>
            <a:prstGeom prst="rect">
              <a:avLst/>
            </a:prstGeom>
            <a:noFill/>
            <a:ln>
              <a:noFill/>
            </a:ln>
          </p:spPr>
        </p:pic>
        <p:pic>
          <p:nvPicPr>
            <p:cNvPr id="9" name="Google Shape;1243;p8"/>
            <p:cNvPicPr preferRelativeResize="0"/>
            <p:nvPr/>
          </p:nvPicPr>
          <p:blipFill rotWithShape="1">
            <a:blip r:embed="rId8">
              <a:alphaModFix/>
            </a:blip>
            <a:srcRect/>
            <a:stretch/>
          </p:blipFill>
          <p:spPr>
            <a:xfrm>
              <a:off x="14995360" y="884910"/>
              <a:ext cx="296633" cy="246773"/>
            </a:xfrm>
            <a:prstGeom prst="rect">
              <a:avLst/>
            </a:prstGeom>
            <a:noFill/>
            <a:ln>
              <a:noFill/>
            </a:ln>
          </p:spPr>
        </p:pic>
        <p:sp>
          <p:nvSpPr>
            <p:cNvPr id="10" name="Google Shape;1244;p8"/>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1" name="Google Shape;1245;p8"/>
            <p:cNvPicPr preferRelativeResize="0"/>
            <p:nvPr/>
          </p:nvPicPr>
          <p:blipFill rotWithShape="1">
            <a:blip r:embed="rId9">
              <a:alphaModFix/>
            </a:blip>
            <a:srcRect/>
            <a:stretch/>
          </p:blipFill>
          <p:spPr>
            <a:xfrm>
              <a:off x="15426016" y="886663"/>
              <a:ext cx="163791" cy="245021"/>
            </a:xfrm>
            <a:prstGeom prst="rect">
              <a:avLst/>
            </a:prstGeom>
            <a:noFill/>
            <a:ln>
              <a:noFill/>
            </a:ln>
          </p:spPr>
        </p:pic>
        <p:pic>
          <p:nvPicPr>
            <p:cNvPr id="12" name="Google Shape;1246;p8"/>
            <p:cNvPicPr preferRelativeResize="0"/>
            <p:nvPr/>
          </p:nvPicPr>
          <p:blipFill rotWithShape="1">
            <a:blip r:embed="rId10">
              <a:alphaModFix/>
            </a:blip>
            <a:srcRect/>
            <a:stretch/>
          </p:blipFill>
          <p:spPr>
            <a:xfrm>
              <a:off x="15638234" y="884910"/>
              <a:ext cx="128130" cy="245008"/>
            </a:xfrm>
            <a:prstGeom prst="rect">
              <a:avLst/>
            </a:prstGeom>
            <a:noFill/>
            <a:ln>
              <a:noFill/>
            </a:ln>
          </p:spPr>
        </p:pic>
        <p:sp>
          <p:nvSpPr>
            <p:cNvPr id="13" name="Google Shape;1247;p8"/>
            <p:cNvSpPr/>
            <p:nvPr/>
          </p:nvSpPr>
          <p:spPr>
            <a:xfrm>
              <a:off x="15807512" y="884923"/>
              <a:ext cx="23495" cy="247015"/>
            </a:xfrm>
            <a:custGeom>
              <a:avLst/>
              <a:gdLst/>
              <a:ahLst/>
              <a:cxnLst/>
              <a:rect l="l" t="t" r="r" b="b"/>
              <a:pathLst>
                <a:path w="23494" h="247015" extrusionOk="0">
                  <a:moveTo>
                    <a:pt x="18338" y="0"/>
                  </a:moveTo>
                  <a:lnTo>
                    <a:pt x="4927" y="0"/>
                  </a:lnTo>
                  <a:lnTo>
                    <a:pt x="0" y="5283"/>
                  </a:lnTo>
                  <a:lnTo>
                    <a:pt x="0" y="241452"/>
                  </a:lnTo>
                  <a:lnTo>
                    <a:pt x="4927"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4" name="Google Shape;1248;p8"/>
            <p:cNvPicPr preferRelativeResize="0"/>
            <p:nvPr/>
          </p:nvPicPr>
          <p:blipFill rotWithShape="1">
            <a:blip r:embed="rId11">
              <a:alphaModFix/>
            </a:blip>
            <a:srcRect/>
            <a:stretch/>
          </p:blipFill>
          <p:spPr>
            <a:xfrm>
              <a:off x="15884842" y="883856"/>
              <a:ext cx="424116" cy="249605"/>
            </a:xfrm>
            <a:prstGeom prst="rect">
              <a:avLst/>
            </a:prstGeom>
            <a:noFill/>
            <a:ln>
              <a:noFill/>
            </a:ln>
          </p:spPr>
        </p:pic>
        <p:sp>
          <p:nvSpPr>
            <p:cNvPr id="15" name="Google Shape;1249;p8"/>
            <p:cNvSpPr/>
            <p:nvPr/>
          </p:nvSpPr>
          <p:spPr>
            <a:xfrm>
              <a:off x="1506874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66" y="40652"/>
                  </a:lnTo>
                  <a:lnTo>
                    <a:pt x="26466" y="125488"/>
                  </a:lnTo>
                  <a:lnTo>
                    <a:pt x="26114" y="133764"/>
                  </a:lnTo>
                  <a:lnTo>
                    <a:pt x="23985" y="141384"/>
                  </a:lnTo>
                  <a:lnTo>
                    <a:pt x="18896" y="146968"/>
                  </a:lnTo>
                  <a:lnTo>
                    <a:pt x="9664" y="149136"/>
                  </a:lnTo>
                  <a:lnTo>
                    <a:pt x="2628" y="149136"/>
                  </a:lnTo>
                  <a:lnTo>
                    <a:pt x="0" y="151599"/>
                  </a:lnTo>
                  <a:lnTo>
                    <a:pt x="0" y="157911"/>
                  </a:lnTo>
                  <a:lnTo>
                    <a:pt x="2628" y="160350"/>
                  </a:lnTo>
                  <a:lnTo>
                    <a:pt x="9664" y="160350"/>
                  </a:lnTo>
                  <a:lnTo>
                    <a:pt x="23186" y="157662"/>
                  </a:lnTo>
                  <a:lnTo>
                    <a:pt x="31934" y="150277"/>
                  </a:lnTo>
                  <a:lnTo>
                    <a:pt x="36643"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6" name="Google Shape;1250;p8"/>
            <p:cNvPicPr preferRelativeResize="0"/>
            <p:nvPr/>
          </p:nvPicPr>
          <p:blipFill rotWithShape="1">
            <a:blip r:embed="rId12">
              <a:alphaModFix/>
            </a:blip>
            <a:srcRect/>
            <a:stretch/>
          </p:blipFill>
          <p:spPr>
            <a:xfrm>
              <a:off x="15129420" y="1280883"/>
              <a:ext cx="267157" cy="122516"/>
            </a:xfrm>
            <a:prstGeom prst="rect">
              <a:avLst/>
            </a:prstGeom>
            <a:noFill/>
            <a:ln>
              <a:noFill/>
            </a:ln>
          </p:spPr>
        </p:pic>
        <p:pic>
          <p:nvPicPr>
            <p:cNvPr id="17" name="Google Shape;1251;p8"/>
            <p:cNvPicPr preferRelativeResize="0"/>
            <p:nvPr/>
          </p:nvPicPr>
          <p:blipFill rotWithShape="1">
            <a:blip r:embed="rId13">
              <a:alphaModFix/>
            </a:blip>
            <a:srcRect/>
            <a:stretch/>
          </p:blipFill>
          <p:spPr>
            <a:xfrm>
              <a:off x="15417545" y="1318018"/>
              <a:ext cx="70269" cy="84480"/>
            </a:xfrm>
            <a:prstGeom prst="rect">
              <a:avLst/>
            </a:prstGeom>
            <a:noFill/>
            <a:ln>
              <a:noFill/>
            </a:ln>
          </p:spPr>
        </p:pic>
        <p:pic>
          <p:nvPicPr>
            <p:cNvPr id="18" name="Google Shape;1252;p8"/>
            <p:cNvPicPr preferRelativeResize="0"/>
            <p:nvPr/>
          </p:nvPicPr>
          <p:blipFill rotWithShape="1">
            <a:blip r:embed="rId14">
              <a:alphaModFix/>
            </a:blip>
            <a:srcRect/>
            <a:stretch/>
          </p:blipFill>
          <p:spPr>
            <a:xfrm>
              <a:off x="15509772" y="1318018"/>
              <a:ext cx="154457" cy="85382"/>
            </a:xfrm>
            <a:prstGeom prst="rect">
              <a:avLst/>
            </a:prstGeom>
            <a:noFill/>
            <a:ln>
              <a:noFill/>
            </a:ln>
          </p:spPr>
        </p:pic>
        <p:sp>
          <p:nvSpPr>
            <p:cNvPr id="19" name="Google Shape;1253;p8"/>
            <p:cNvSpPr/>
            <p:nvPr/>
          </p:nvSpPr>
          <p:spPr>
            <a:xfrm>
              <a:off x="1591545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43" y="38023"/>
                  </a:lnTo>
                  <a:lnTo>
                    <a:pt x="26479" y="40652"/>
                  </a:lnTo>
                  <a:lnTo>
                    <a:pt x="26479" y="125488"/>
                  </a:lnTo>
                  <a:lnTo>
                    <a:pt x="26119" y="133764"/>
                  </a:lnTo>
                  <a:lnTo>
                    <a:pt x="23983" y="141384"/>
                  </a:lnTo>
                  <a:lnTo>
                    <a:pt x="18885" y="146968"/>
                  </a:lnTo>
                  <a:lnTo>
                    <a:pt x="9639" y="149136"/>
                  </a:lnTo>
                  <a:lnTo>
                    <a:pt x="2628" y="149136"/>
                  </a:lnTo>
                  <a:lnTo>
                    <a:pt x="0" y="151599"/>
                  </a:lnTo>
                  <a:lnTo>
                    <a:pt x="0" y="157911"/>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0" name="Google Shape;1254;p8"/>
            <p:cNvPicPr preferRelativeResize="0"/>
            <p:nvPr/>
          </p:nvPicPr>
          <p:blipFill rotWithShape="1">
            <a:blip r:embed="rId15">
              <a:alphaModFix/>
            </a:blip>
            <a:srcRect/>
            <a:stretch/>
          </p:blipFill>
          <p:spPr>
            <a:xfrm>
              <a:off x="15976003" y="1280883"/>
              <a:ext cx="267157" cy="122516"/>
            </a:xfrm>
            <a:prstGeom prst="rect">
              <a:avLst/>
            </a:prstGeom>
            <a:noFill/>
            <a:ln>
              <a:noFill/>
            </a:ln>
          </p:spPr>
        </p:pic>
        <p:pic>
          <p:nvPicPr>
            <p:cNvPr id="21" name="Google Shape;1255;p8"/>
            <p:cNvPicPr preferRelativeResize="0"/>
            <p:nvPr/>
          </p:nvPicPr>
          <p:blipFill rotWithShape="1">
            <a:blip r:embed="rId16">
              <a:alphaModFix/>
            </a:blip>
            <a:srcRect/>
            <a:stretch/>
          </p:blipFill>
          <p:spPr>
            <a:xfrm>
              <a:off x="16264228" y="1318018"/>
              <a:ext cx="70294" cy="84480"/>
            </a:xfrm>
            <a:prstGeom prst="rect">
              <a:avLst/>
            </a:prstGeom>
            <a:noFill/>
            <a:ln>
              <a:noFill/>
            </a:ln>
          </p:spPr>
        </p:pic>
        <p:pic>
          <p:nvPicPr>
            <p:cNvPr id="22" name="Google Shape;1256;p8"/>
            <p:cNvPicPr preferRelativeResize="0"/>
            <p:nvPr/>
          </p:nvPicPr>
          <p:blipFill rotWithShape="1">
            <a:blip r:embed="rId17">
              <a:alphaModFix/>
            </a:blip>
            <a:srcRect/>
            <a:stretch/>
          </p:blipFill>
          <p:spPr>
            <a:xfrm>
              <a:off x="16356482" y="1318018"/>
              <a:ext cx="154457" cy="85382"/>
            </a:xfrm>
            <a:prstGeom prst="rect">
              <a:avLst/>
            </a:prstGeom>
            <a:noFill/>
            <a:ln>
              <a:noFill/>
            </a:ln>
          </p:spPr>
        </p:pic>
        <p:pic>
          <p:nvPicPr>
            <p:cNvPr id="23" name="Google Shape;1257;p8"/>
            <p:cNvPicPr preferRelativeResize="0"/>
            <p:nvPr/>
          </p:nvPicPr>
          <p:blipFill rotWithShape="1">
            <a:blip r:embed="rId18">
              <a:alphaModFix/>
            </a:blip>
            <a:srcRect/>
            <a:stretch/>
          </p:blipFill>
          <p:spPr>
            <a:xfrm>
              <a:off x="14201902" y="762152"/>
              <a:ext cx="2318892" cy="491782"/>
            </a:xfrm>
            <a:prstGeom prst="rect">
              <a:avLst/>
            </a:prstGeom>
            <a:noFill/>
            <a:ln>
              <a:noFill/>
            </a:ln>
          </p:spPr>
        </p:pic>
        <p:pic>
          <p:nvPicPr>
            <p:cNvPr id="24" name="Google Shape;1258;p8"/>
            <p:cNvPicPr preferRelativeResize="0"/>
            <p:nvPr/>
          </p:nvPicPr>
          <p:blipFill rotWithShape="1">
            <a:blip r:embed="rId19">
              <a:alphaModFix/>
            </a:blip>
            <a:srcRect/>
            <a:stretch/>
          </p:blipFill>
          <p:spPr>
            <a:xfrm>
              <a:off x="15628112" y="1170902"/>
              <a:ext cx="343027" cy="402703"/>
            </a:xfrm>
            <a:prstGeom prst="rect">
              <a:avLst/>
            </a:prstGeom>
            <a:noFill/>
            <a:ln>
              <a:noFill/>
            </a:ln>
          </p:spPr>
        </p:pic>
        <p:pic>
          <p:nvPicPr>
            <p:cNvPr id="25" name="Google Shape;1259;p8"/>
            <p:cNvPicPr preferRelativeResize="0"/>
            <p:nvPr/>
          </p:nvPicPr>
          <p:blipFill rotWithShape="1">
            <a:blip r:embed="rId20">
              <a:alphaModFix/>
            </a:blip>
            <a:srcRect/>
            <a:stretch/>
          </p:blipFill>
          <p:spPr>
            <a:xfrm>
              <a:off x="15688054" y="1399069"/>
              <a:ext cx="75693" cy="71500"/>
            </a:xfrm>
            <a:prstGeom prst="rect">
              <a:avLst/>
            </a:prstGeom>
            <a:noFill/>
            <a:ln>
              <a:noFill/>
            </a:ln>
          </p:spPr>
        </p:pic>
        <p:pic>
          <p:nvPicPr>
            <p:cNvPr id="26" name="Google Shape;1260;p8"/>
            <p:cNvPicPr preferRelativeResize="0"/>
            <p:nvPr/>
          </p:nvPicPr>
          <p:blipFill rotWithShape="1">
            <a:blip r:embed="rId21">
              <a:alphaModFix/>
            </a:blip>
            <a:srcRect/>
            <a:stretch/>
          </p:blipFill>
          <p:spPr>
            <a:xfrm>
              <a:off x="15685006" y="1433904"/>
              <a:ext cx="365" cy="357"/>
            </a:xfrm>
            <a:prstGeom prst="rect">
              <a:avLst/>
            </a:prstGeom>
            <a:noFill/>
            <a:ln>
              <a:noFill/>
            </a:ln>
          </p:spPr>
        </p:pic>
        <p:pic>
          <p:nvPicPr>
            <p:cNvPr id="27" name="Google Shape;1261;p8"/>
            <p:cNvPicPr preferRelativeResize="0"/>
            <p:nvPr/>
          </p:nvPicPr>
          <p:blipFill rotWithShape="1">
            <a:blip r:embed="rId22">
              <a:alphaModFix/>
            </a:blip>
            <a:srcRect/>
            <a:stretch/>
          </p:blipFill>
          <p:spPr>
            <a:xfrm>
              <a:off x="15609698" y="1489519"/>
              <a:ext cx="39623" cy="43522"/>
            </a:xfrm>
            <a:prstGeom prst="rect">
              <a:avLst/>
            </a:prstGeom>
            <a:noFill/>
            <a:ln>
              <a:noFill/>
            </a:ln>
          </p:spPr>
        </p:pic>
        <p:pic>
          <p:nvPicPr>
            <p:cNvPr id="28" name="Google Shape;1262;p8"/>
            <p:cNvPicPr preferRelativeResize="0"/>
            <p:nvPr/>
          </p:nvPicPr>
          <p:blipFill rotWithShape="1">
            <a:blip r:embed="rId23">
              <a:alphaModFix/>
            </a:blip>
            <a:srcRect/>
            <a:stretch/>
          </p:blipFill>
          <p:spPr>
            <a:xfrm>
              <a:off x="15665195" y="1482038"/>
              <a:ext cx="12445" cy="15214"/>
            </a:xfrm>
            <a:prstGeom prst="rect">
              <a:avLst/>
            </a:prstGeom>
            <a:noFill/>
            <a:ln>
              <a:noFill/>
            </a:ln>
          </p:spPr>
        </p:pic>
        <p:pic>
          <p:nvPicPr>
            <p:cNvPr id="29" name="Google Shape;1263;p8"/>
            <p:cNvPicPr preferRelativeResize="0"/>
            <p:nvPr/>
          </p:nvPicPr>
          <p:blipFill rotWithShape="1">
            <a:blip r:embed="rId23">
              <a:alphaModFix/>
            </a:blip>
            <a:srcRect/>
            <a:stretch/>
          </p:blipFill>
          <p:spPr>
            <a:xfrm>
              <a:off x="15665831" y="1458128"/>
              <a:ext cx="11683" cy="14601"/>
            </a:xfrm>
            <a:prstGeom prst="rect">
              <a:avLst/>
            </a:prstGeom>
            <a:noFill/>
            <a:ln>
              <a:noFill/>
            </a:ln>
          </p:spPr>
        </p:pic>
        <p:pic>
          <p:nvPicPr>
            <p:cNvPr id="30" name="Google Shape;1264;p8"/>
            <p:cNvPicPr preferRelativeResize="0"/>
            <p:nvPr/>
          </p:nvPicPr>
          <p:blipFill rotWithShape="1">
            <a:blip r:embed="rId24">
              <a:alphaModFix/>
            </a:blip>
            <a:srcRect/>
            <a:stretch/>
          </p:blipFill>
          <p:spPr>
            <a:xfrm>
              <a:off x="15824835" y="1228966"/>
              <a:ext cx="64007" cy="65811"/>
            </a:xfrm>
            <a:prstGeom prst="rect">
              <a:avLst/>
            </a:prstGeom>
            <a:noFill/>
            <a:ln>
              <a:noFill/>
            </a:ln>
          </p:spPr>
        </p:pic>
        <p:pic>
          <p:nvPicPr>
            <p:cNvPr id="31" name="Google Shape;1265;p8"/>
            <p:cNvPicPr preferRelativeResize="0"/>
            <p:nvPr/>
          </p:nvPicPr>
          <p:blipFill rotWithShape="1">
            <a:blip r:embed="rId25">
              <a:alphaModFix/>
            </a:blip>
            <a:srcRect/>
            <a:stretch/>
          </p:blipFill>
          <p:spPr>
            <a:xfrm>
              <a:off x="15624047" y="1433779"/>
              <a:ext cx="77215" cy="82550"/>
            </a:xfrm>
            <a:prstGeom prst="rect">
              <a:avLst/>
            </a:prstGeom>
            <a:noFill/>
            <a:ln>
              <a:noFill/>
            </a:ln>
          </p:spPr>
        </p:pic>
        <p:pic>
          <p:nvPicPr>
            <p:cNvPr id="32" name="Google Shape;1266;p8"/>
            <p:cNvPicPr preferRelativeResize="0"/>
            <p:nvPr/>
          </p:nvPicPr>
          <p:blipFill rotWithShape="1">
            <a:blip r:embed="rId26">
              <a:alphaModFix/>
            </a:blip>
            <a:srcRect/>
            <a:stretch/>
          </p:blipFill>
          <p:spPr>
            <a:xfrm>
              <a:off x="15901288" y="1256068"/>
              <a:ext cx="16763" cy="12903"/>
            </a:xfrm>
            <a:prstGeom prst="rect">
              <a:avLst/>
            </a:prstGeom>
            <a:noFill/>
            <a:ln>
              <a:noFill/>
            </a:ln>
          </p:spPr>
        </p:pic>
        <p:pic>
          <p:nvPicPr>
            <p:cNvPr id="33" name="Google Shape;1267;p8"/>
            <p:cNvPicPr preferRelativeResize="0"/>
            <p:nvPr/>
          </p:nvPicPr>
          <p:blipFill rotWithShape="1">
            <a:blip r:embed="rId23">
              <a:alphaModFix/>
            </a:blip>
            <a:srcRect/>
            <a:stretch/>
          </p:blipFill>
          <p:spPr>
            <a:xfrm>
              <a:off x="15680309" y="1443710"/>
              <a:ext cx="12953" cy="15138"/>
            </a:xfrm>
            <a:prstGeom prst="rect">
              <a:avLst/>
            </a:prstGeom>
            <a:noFill/>
            <a:ln>
              <a:noFill/>
            </a:ln>
          </p:spPr>
        </p:pic>
        <p:pic>
          <p:nvPicPr>
            <p:cNvPr id="34" name="Google Shape;1268;p8"/>
            <p:cNvPicPr preferRelativeResize="0"/>
            <p:nvPr/>
          </p:nvPicPr>
          <p:blipFill rotWithShape="1">
            <a:blip r:embed="rId27">
              <a:alphaModFix/>
            </a:blip>
            <a:srcRect/>
            <a:stretch/>
          </p:blipFill>
          <p:spPr>
            <a:xfrm>
              <a:off x="15931515" y="1237411"/>
              <a:ext cx="9779" cy="7467"/>
            </a:xfrm>
            <a:prstGeom prst="rect">
              <a:avLst/>
            </a:prstGeom>
            <a:noFill/>
            <a:ln>
              <a:noFill/>
            </a:ln>
          </p:spPr>
        </p:pic>
        <p:pic>
          <p:nvPicPr>
            <p:cNvPr id="35" name="Google Shape;1269;p8"/>
            <p:cNvPicPr preferRelativeResize="0"/>
            <p:nvPr/>
          </p:nvPicPr>
          <p:blipFill rotWithShape="1">
            <a:blip r:embed="rId28">
              <a:alphaModFix/>
            </a:blip>
            <a:srcRect/>
            <a:stretch/>
          </p:blipFill>
          <p:spPr>
            <a:xfrm>
              <a:off x="15934562" y="1189837"/>
              <a:ext cx="38226" cy="32524"/>
            </a:xfrm>
            <a:prstGeom prst="rect">
              <a:avLst/>
            </a:prstGeom>
            <a:noFill/>
            <a:ln>
              <a:noFill/>
            </a:ln>
          </p:spPr>
        </p:pic>
        <p:pic>
          <p:nvPicPr>
            <p:cNvPr id="36" name="Google Shape;1270;p8"/>
            <p:cNvPicPr preferRelativeResize="0"/>
            <p:nvPr/>
          </p:nvPicPr>
          <p:blipFill rotWithShape="1">
            <a:blip r:embed="rId29">
              <a:alphaModFix/>
            </a:blip>
            <a:srcRect/>
            <a:stretch/>
          </p:blipFill>
          <p:spPr>
            <a:xfrm>
              <a:off x="15645637" y="1455178"/>
              <a:ext cx="40257" cy="24193"/>
            </a:xfrm>
            <a:prstGeom prst="rect">
              <a:avLst/>
            </a:prstGeom>
            <a:noFill/>
            <a:ln>
              <a:noFill/>
            </a:ln>
          </p:spPr>
        </p:pic>
        <p:pic>
          <p:nvPicPr>
            <p:cNvPr id="37" name="Google Shape;1271;p8"/>
            <p:cNvPicPr preferRelativeResize="0"/>
            <p:nvPr/>
          </p:nvPicPr>
          <p:blipFill rotWithShape="1">
            <a:blip r:embed="rId30">
              <a:alphaModFix/>
            </a:blip>
            <a:srcRect/>
            <a:stretch/>
          </p:blipFill>
          <p:spPr>
            <a:xfrm>
              <a:off x="15687295" y="1443595"/>
              <a:ext cx="5969" cy="6934"/>
            </a:xfrm>
            <a:prstGeom prst="rect">
              <a:avLst/>
            </a:prstGeom>
            <a:noFill/>
            <a:ln>
              <a:noFill/>
            </a:ln>
          </p:spPr>
        </p:pic>
        <p:pic>
          <p:nvPicPr>
            <p:cNvPr id="38" name="Google Shape;1272;p8"/>
            <p:cNvPicPr preferRelativeResize="0"/>
            <p:nvPr/>
          </p:nvPicPr>
          <p:blipFill rotWithShape="1">
            <a:blip r:embed="rId31">
              <a:alphaModFix/>
            </a:blip>
            <a:srcRect/>
            <a:stretch/>
          </p:blipFill>
          <p:spPr>
            <a:xfrm>
              <a:off x="15900400" y="1202498"/>
              <a:ext cx="17907" cy="15088"/>
            </a:xfrm>
            <a:prstGeom prst="rect">
              <a:avLst/>
            </a:prstGeom>
            <a:noFill/>
            <a:ln>
              <a:noFill/>
            </a:ln>
          </p:spPr>
        </p:pic>
        <p:pic>
          <p:nvPicPr>
            <p:cNvPr id="39" name="Google Shape;1273;p8"/>
            <p:cNvPicPr preferRelativeResize="0"/>
            <p:nvPr/>
          </p:nvPicPr>
          <p:blipFill rotWithShape="1">
            <a:blip r:embed="rId32">
              <a:alphaModFix/>
            </a:blip>
            <a:srcRect/>
            <a:stretch/>
          </p:blipFill>
          <p:spPr>
            <a:xfrm>
              <a:off x="15696945" y="1384351"/>
              <a:ext cx="36195" cy="49428"/>
            </a:xfrm>
            <a:prstGeom prst="rect">
              <a:avLst/>
            </a:prstGeom>
            <a:noFill/>
            <a:ln>
              <a:noFill/>
            </a:ln>
          </p:spPr>
        </p:pic>
        <p:pic>
          <p:nvPicPr>
            <p:cNvPr id="40" name="Google Shape;1274;p8"/>
            <p:cNvPicPr preferRelativeResize="0"/>
            <p:nvPr/>
          </p:nvPicPr>
          <p:blipFill rotWithShape="1">
            <a:blip r:embed="rId33">
              <a:alphaModFix/>
            </a:blip>
            <a:srcRect/>
            <a:stretch/>
          </p:blipFill>
          <p:spPr>
            <a:xfrm>
              <a:off x="15621381" y="1488414"/>
              <a:ext cx="43306" cy="44855"/>
            </a:xfrm>
            <a:prstGeom prst="rect">
              <a:avLst/>
            </a:prstGeom>
            <a:noFill/>
            <a:ln>
              <a:noFill/>
            </a:ln>
          </p:spPr>
        </p:pic>
        <p:pic>
          <p:nvPicPr>
            <p:cNvPr id="41" name="Google Shape;1275;p8"/>
            <p:cNvPicPr preferRelativeResize="0"/>
            <p:nvPr/>
          </p:nvPicPr>
          <p:blipFill rotWithShape="1">
            <a:blip r:embed="rId34">
              <a:alphaModFix/>
            </a:blip>
            <a:srcRect/>
            <a:stretch/>
          </p:blipFill>
          <p:spPr>
            <a:xfrm>
              <a:off x="15655416" y="1424228"/>
              <a:ext cx="62101" cy="58038"/>
            </a:xfrm>
            <a:prstGeom prst="rect">
              <a:avLst/>
            </a:prstGeom>
            <a:noFill/>
            <a:ln>
              <a:noFill/>
            </a:ln>
          </p:spPr>
        </p:pic>
        <p:pic>
          <p:nvPicPr>
            <p:cNvPr id="42" name="Google Shape;1276;p8"/>
            <p:cNvPicPr preferRelativeResize="0"/>
            <p:nvPr/>
          </p:nvPicPr>
          <p:blipFill rotWithShape="1">
            <a:blip r:embed="rId33">
              <a:alphaModFix/>
            </a:blip>
            <a:srcRect/>
            <a:stretch/>
          </p:blipFill>
          <p:spPr>
            <a:xfrm>
              <a:off x="15735425" y="1384478"/>
              <a:ext cx="41404" cy="44323"/>
            </a:xfrm>
            <a:prstGeom prst="rect">
              <a:avLst/>
            </a:prstGeom>
            <a:noFill/>
            <a:ln>
              <a:noFill/>
            </a:ln>
          </p:spPr>
        </p:pic>
        <p:pic>
          <p:nvPicPr>
            <p:cNvPr id="43" name="Google Shape;1277;p8"/>
            <p:cNvPicPr preferRelativeResize="0"/>
            <p:nvPr/>
          </p:nvPicPr>
          <p:blipFill rotWithShape="1">
            <a:blip r:embed="rId21">
              <a:alphaModFix/>
            </a:blip>
            <a:srcRect/>
            <a:stretch/>
          </p:blipFill>
          <p:spPr>
            <a:xfrm>
              <a:off x="15792070" y="1308544"/>
              <a:ext cx="3683" cy="3086"/>
            </a:xfrm>
            <a:prstGeom prst="rect">
              <a:avLst/>
            </a:prstGeom>
            <a:noFill/>
            <a:ln>
              <a:noFill/>
            </a:ln>
          </p:spPr>
        </p:pic>
        <p:pic>
          <p:nvPicPr>
            <p:cNvPr id="44" name="Google Shape;1278;p8"/>
            <p:cNvPicPr preferRelativeResize="0"/>
            <p:nvPr/>
          </p:nvPicPr>
          <p:blipFill rotWithShape="1">
            <a:blip r:embed="rId35">
              <a:alphaModFix/>
            </a:blip>
            <a:srcRect/>
            <a:stretch/>
          </p:blipFill>
          <p:spPr>
            <a:xfrm>
              <a:off x="15669386" y="1471827"/>
              <a:ext cx="6223" cy="16472"/>
            </a:xfrm>
            <a:prstGeom prst="rect">
              <a:avLst/>
            </a:prstGeom>
            <a:noFill/>
            <a:ln>
              <a:noFill/>
            </a:ln>
          </p:spPr>
        </p:pic>
        <p:pic>
          <p:nvPicPr>
            <p:cNvPr id="45" name="Google Shape;1279;p8"/>
            <p:cNvPicPr preferRelativeResize="0"/>
            <p:nvPr/>
          </p:nvPicPr>
          <p:blipFill rotWithShape="1">
            <a:blip r:embed="rId27">
              <a:alphaModFix/>
            </a:blip>
            <a:srcRect/>
            <a:stretch/>
          </p:blipFill>
          <p:spPr>
            <a:xfrm>
              <a:off x="15855950" y="1307782"/>
              <a:ext cx="7747" cy="7251"/>
            </a:xfrm>
            <a:prstGeom prst="rect">
              <a:avLst/>
            </a:prstGeom>
            <a:noFill/>
            <a:ln>
              <a:noFill/>
            </a:ln>
          </p:spPr>
        </p:pic>
        <p:pic>
          <p:nvPicPr>
            <p:cNvPr id="46" name="Google Shape;1280;p8"/>
            <p:cNvPicPr preferRelativeResize="0"/>
            <p:nvPr/>
          </p:nvPicPr>
          <p:blipFill rotWithShape="1">
            <a:blip r:embed="rId23">
              <a:alphaModFix/>
            </a:blip>
            <a:srcRect/>
            <a:stretch/>
          </p:blipFill>
          <p:spPr>
            <a:xfrm>
              <a:off x="15815056" y="1337019"/>
              <a:ext cx="14351" cy="13257"/>
            </a:xfrm>
            <a:prstGeom prst="rect">
              <a:avLst/>
            </a:prstGeom>
            <a:noFill/>
            <a:ln>
              <a:noFill/>
            </a:ln>
          </p:spPr>
        </p:pic>
        <p:pic>
          <p:nvPicPr>
            <p:cNvPr id="47" name="Google Shape;1281;p8"/>
            <p:cNvPicPr preferRelativeResize="0"/>
            <p:nvPr/>
          </p:nvPicPr>
          <p:blipFill rotWithShape="1">
            <a:blip r:embed="rId36">
              <a:alphaModFix/>
            </a:blip>
            <a:srcRect/>
            <a:stretch/>
          </p:blipFill>
          <p:spPr>
            <a:xfrm>
              <a:off x="15642463" y="1463712"/>
              <a:ext cx="54101" cy="18427"/>
            </a:xfrm>
            <a:prstGeom prst="rect">
              <a:avLst/>
            </a:prstGeom>
            <a:noFill/>
            <a:ln>
              <a:noFill/>
            </a:ln>
          </p:spPr>
        </p:pic>
        <p:pic>
          <p:nvPicPr>
            <p:cNvPr id="48" name="Google Shape;1282;p8"/>
            <p:cNvPicPr preferRelativeResize="0"/>
            <p:nvPr/>
          </p:nvPicPr>
          <p:blipFill rotWithShape="1">
            <a:blip r:embed="rId37">
              <a:alphaModFix/>
            </a:blip>
            <a:srcRect/>
            <a:stretch/>
          </p:blipFill>
          <p:spPr>
            <a:xfrm>
              <a:off x="15736444" y="1349412"/>
              <a:ext cx="19811" cy="21044"/>
            </a:xfrm>
            <a:prstGeom prst="rect">
              <a:avLst/>
            </a:prstGeom>
            <a:noFill/>
            <a:ln>
              <a:noFill/>
            </a:ln>
          </p:spPr>
        </p:pic>
        <p:pic>
          <p:nvPicPr>
            <p:cNvPr id="49" name="Google Shape;1283;p8"/>
            <p:cNvPicPr preferRelativeResize="0"/>
            <p:nvPr/>
          </p:nvPicPr>
          <p:blipFill rotWithShape="1">
            <a:blip r:embed="rId38">
              <a:alphaModFix/>
            </a:blip>
            <a:srcRect/>
            <a:stretch/>
          </p:blipFill>
          <p:spPr>
            <a:xfrm>
              <a:off x="15651227" y="1473301"/>
              <a:ext cx="22858" cy="37363"/>
            </a:xfrm>
            <a:prstGeom prst="rect">
              <a:avLst/>
            </a:prstGeom>
            <a:noFill/>
            <a:ln>
              <a:noFill/>
            </a:ln>
          </p:spPr>
        </p:pic>
        <p:pic>
          <p:nvPicPr>
            <p:cNvPr id="50" name="Google Shape;1284;p8"/>
            <p:cNvPicPr preferRelativeResize="0"/>
            <p:nvPr/>
          </p:nvPicPr>
          <p:blipFill rotWithShape="1">
            <a:blip r:embed="rId39">
              <a:alphaModFix/>
            </a:blip>
            <a:srcRect/>
            <a:stretch/>
          </p:blipFill>
          <p:spPr>
            <a:xfrm>
              <a:off x="15670911" y="1472793"/>
              <a:ext cx="9395" cy="6642"/>
            </a:xfrm>
            <a:prstGeom prst="rect">
              <a:avLst/>
            </a:prstGeom>
            <a:noFill/>
            <a:ln>
              <a:noFill/>
            </a:ln>
          </p:spPr>
        </p:pic>
        <p:pic>
          <p:nvPicPr>
            <p:cNvPr id="51" name="Google Shape;1285;p8"/>
            <p:cNvPicPr preferRelativeResize="0"/>
            <p:nvPr/>
          </p:nvPicPr>
          <p:blipFill rotWithShape="1">
            <a:blip r:embed="rId40">
              <a:alphaModFix/>
            </a:blip>
            <a:srcRect/>
            <a:stretch/>
          </p:blipFill>
          <p:spPr>
            <a:xfrm>
              <a:off x="15935325" y="1214271"/>
              <a:ext cx="18032" cy="26936"/>
            </a:xfrm>
            <a:prstGeom prst="rect">
              <a:avLst/>
            </a:prstGeom>
            <a:noFill/>
            <a:ln>
              <a:noFill/>
            </a:ln>
          </p:spPr>
        </p:pic>
        <p:pic>
          <p:nvPicPr>
            <p:cNvPr id="52" name="Google Shape;1286;p8"/>
            <p:cNvPicPr preferRelativeResize="0"/>
            <p:nvPr/>
          </p:nvPicPr>
          <p:blipFill rotWithShape="1">
            <a:blip r:embed="rId41">
              <a:alphaModFix/>
            </a:blip>
            <a:srcRect/>
            <a:stretch/>
          </p:blipFill>
          <p:spPr>
            <a:xfrm>
              <a:off x="15635478" y="1434121"/>
              <a:ext cx="66292" cy="61213"/>
            </a:xfrm>
            <a:prstGeom prst="rect">
              <a:avLst/>
            </a:prstGeom>
            <a:noFill/>
            <a:ln>
              <a:noFill/>
            </a:ln>
          </p:spPr>
        </p:pic>
        <p:pic>
          <p:nvPicPr>
            <p:cNvPr id="53" name="Google Shape;1287;p8"/>
            <p:cNvPicPr preferRelativeResize="0"/>
            <p:nvPr/>
          </p:nvPicPr>
          <p:blipFill rotWithShape="1">
            <a:blip r:embed="rId30">
              <a:alphaModFix/>
            </a:blip>
            <a:srcRect/>
            <a:stretch/>
          </p:blipFill>
          <p:spPr>
            <a:xfrm>
              <a:off x="15682467" y="1428520"/>
              <a:ext cx="1523" cy="1777"/>
            </a:xfrm>
            <a:prstGeom prst="rect">
              <a:avLst/>
            </a:prstGeom>
            <a:noFill/>
            <a:ln>
              <a:noFill/>
            </a:ln>
          </p:spPr>
        </p:pic>
        <p:pic>
          <p:nvPicPr>
            <p:cNvPr id="54" name="Google Shape;1288;p8"/>
            <p:cNvPicPr preferRelativeResize="0"/>
            <p:nvPr/>
          </p:nvPicPr>
          <p:blipFill rotWithShape="1">
            <a:blip r:embed="rId42">
              <a:alphaModFix/>
            </a:blip>
            <a:srcRect/>
            <a:stretch/>
          </p:blipFill>
          <p:spPr>
            <a:xfrm>
              <a:off x="15639414" y="1470417"/>
              <a:ext cx="26036" cy="30924"/>
            </a:xfrm>
            <a:prstGeom prst="rect">
              <a:avLst/>
            </a:prstGeom>
            <a:noFill/>
            <a:ln>
              <a:noFill/>
            </a:ln>
          </p:spPr>
        </p:pic>
        <p:pic>
          <p:nvPicPr>
            <p:cNvPr id="55" name="Google Shape;1289;p8"/>
            <p:cNvPicPr preferRelativeResize="0"/>
            <p:nvPr/>
          </p:nvPicPr>
          <p:blipFill rotWithShape="1">
            <a:blip r:embed="rId43">
              <a:alphaModFix/>
            </a:blip>
            <a:srcRect/>
            <a:stretch/>
          </p:blipFill>
          <p:spPr>
            <a:xfrm>
              <a:off x="15666975" y="1440484"/>
              <a:ext cx="15351" cy="20421"/>
            </a:xfrm>
            <a:prstGeom prst="rect">
              <a:avLst/>
            </a:prstGeom>
            <a:noFill/>
            <a:ln>
              <a:noFill/>
            </a:ln>
          </p:spPr>
        </p:pic>
        <p:pic>
          <p:nvPicPr>
            <p:cNvPr id="56" name="Google Shape;1290;p8"/>
            <p:cNvPicPr preferRelativeResize="0"/>
            <p:nvPr/>
          </p:nvPicPr>
          <p:blipFill rotWithShape="1">
            <a:blip r:embed="rId21">
              <a:alphaModFix/>
            </a:blip>
            <a:srcRect/>
            <a:stretch/>
          </p:blipFill>
          <p:spPr>
            <a:xfrm>
              <a:off x="15953359" y="1215466"/>
              <a:ext cx="2285" cy="1803"/>
            </a:xfrm>
            <a:prstGeom prst="rect">
              <a:avLst/>
            </a:prstGeom>
            <a:noFill/>
            <a:ln>
              <a:noFill/>
            </a:ln>
          </p:spPr>
        </p:pic>
        <p:pic>
          <p:nvPicPr>
            <p:cNvPr id="57" name="Google Shape;1291;p8"/>
            <p:cNvPicPr preferRelativeResize="0"/>
            <p:nvPr/>
          </p:nvPicPr>
          <p:blipFill rotWithShape="1">
            <a:blip r:embed="rId44">
              <a:alphaModFix/>
            </a:blip>
            <a:srcRect/>
            <a:stretch/>
          </p:blipFill>
          <p:spPr>
            <a:xfrm>
              <a:off x="15685896" y="1402969"/>
              <a:ext cx="39878" cy="43662"/>
            </a:xfrm>
            <a:prstGeom prst="rect">
              <a:avLst/>
            </a:prstGeom>
            <a:noFill/>
            <a:ln>
              <a:noFill/>
            </a:ln>
          </p:spPr>
        </p:pic>
        <p:pic>
          <p:nvPicPr>
            <p:cNvPr id="58" name="Google Shape;1292;p8"/>
            <p:cNvPicPr preferRelativeResize="0"/>
            <p:nvPr/>
          </p:nvPicPr>
          <p:blipFill rotWithShape="1">
            <a:blip r:embed="rId45">
              <a:alphaModFix/>
            </a:blip>
            <a:srcRect/>
            <a:stretch/>
          </p:blipFill>
          <p:spPr>
            <a:xfrm>
              <a:off x="15880588" y="1270139"/>
              <a:ext cx="20192" cy="18021"/>
            </a:xfrm>
            <a:prstGeom prst="rect">
              <a:avLst/>
            </a:prstGeom>
            <a:noFill/>
            <a:ln>
              <a:noFill/>
            </a:ln>
          </p:spPr>
        </p:pic>
        <p:pic>
          <p:nvPicPr>
            <p:cNvPr id="59" name="Google Shape;1293;p8"/>
            <p:cNvPicPr preferRelativeResize="0"/>
            <p:nvPr/>
          </p:nvPicPr>
          <p:blipFill rotWithShape="1">
            <a:blip r:embed="rId39">
              <a:alphaModFix/>
            </a:blip>
            <a:srcRect/>
            <a:stretch/>
          </p:blipFill>
          <p:spPr>
            <a:xfrm>
              <a:off x="15668497" y="1475943"/>
              <a:ext cx="10794" cy="10998"/>
            </a:xfrm>
            <a:prstGeom prst="rect">
              <a:avLst/>
            </a:prstGeom>
            <a:noFill/>
            <a:ln>
              <a:noFill/>
            </a:ln>
          </p:spPr>
        </p:pic>
        <p:pic>
          <p:nvPicPr>
            <p:cNvPr id="60" name="Google Shape;1294;p8"/>
            <p:cNvPicPr preferRelativeResize="0"/>
            <p:nvPr/>
          </p:nvPicPr>
          <p:blipFill rotWithShape="1">
            <a:blip r:embed="rId21">
              <a:alphaModFix/>
            </a:blip>
            <a:srcRect/>
            <a:stretch/>
          </p:blipFill>
          <p:spPr>
            <a:xfrm>
              <a:off x="15965169" y="1207654"/>
              <a:ext cx="2031" cy="1524"/>
            </a:xfrm>
            <a:prstGeom prst="rect">
              <a:avLst/>
            </a:prstGeom>
            <a:noFill/>
            <a:ln>
              <a:noFill/>
            </a:ln>
          </p:spPr>
        </p:pic>
        <p:pic>
          <p:nvPicPr>
            <p:cNvPr id="61" name="Google Shape;1295;p8"/>
            <p:cNvPicPr preferRelativeResize="0"/>
            <p:nvPr/>
          </p:nvPicPr>
          <p:blipFill rotWithShape="1">
            <a:blip r:embed="rId27">
              <a:alphaModFix/>
            </a:blip>
            <a:srcRect/>
            <a:stretch/>
          </p:blipFill>
          <p:spPr>
            <a:xfrm>
              <a:off x="15889351" y="1220528"/>
              <a:ext cx="1687" cy="1338"/>
            </a:xfrm>
            <a:prstGeom prst="rect">
              <a:avLst/>
            </a:prstGeom>
            <a:noFill/>
            <a:ln>
              <a:noFill/>
            </a:ln>
          </p:spPr>
        </p:pic>
        <p:pic>
          <p:nvPicPr>
            <p:cNvPr id="62" name="Google Shape;1296;p8"/>
            <p:cNvPicPr preferRelativeResize="0"/>
            <p:nvPr/>
          </p:nvPicPr>
          <p:blipFill rotWithShape="1">
            <a:blip r:embed="rId35">
              <a:alphaModFix/>
            </a:blip>
            <a:srcRect/>
            <a:stretch/>
          </p:blipFill>
          <p:spPr>
            <a:xfrm>
              <a:off x="15948025" y="1190980"/>
              <a:ext cx="2666" cy="11263"/>
            </a:xfrm>
            <a:prstGeom prst="rect">
              <a:avLst/>
            </a:prstGeom>
            <a:noFill/>
            <a:ln>
              <a:noFill/>
            </a:ln>
          </p:spPr>
        </p:pic>
        <p:pic>
          <p:nvPicPr>
            <p:cNvPr id="63" name="Google Shape;1297;p8"/>
            <p:cNvPicPr preferRelativeResize="0"/>
            <p:nvPr/>
          </p:nvPicPr>
          <p:blipFill rotWithShape="1">
            <a:blip r:embed="rId46">
              <a:alphaModFix/>
            </a:blip>
            <a:srcRect/>
            <a:stretch/>
          </p:blipFill>
          <p:spPr>
            <a:xfrm>
              <a:off x="15672054" y="1466291"/>
              <a:ext cx="20955" cy="4953"/>
            </a:xfrm>
            <a:prstGeom prst="rect">
              <a:avLst/>
            </a:prstGeom>
            <a:noFill/>
            <a:ln>
              <a:noFill/>
            </a:ln>
          </p:spPr>
        </p:pic>
        <p:pic>
          <p:nvPicPr>
            <p:cNvPr id="64" name="Google Shape;1298;p8"/>
            <p:cNvPicPr preferRelativeResize="0"/>
            <p:nvPr/>
          </p:nvPicPr>
          <p:blipFill rotWithShape="1">
            <a:blip r:embed="rId39">
              <a:alphaModFix/>
            </a:blip>
            <a:srcRect/>
            <a:stretch/>
          </p:blipFill>
          <p:spPr>
            <a:xfrm>
              <a:off x="15635985" y="1508619"/>
              <a:ext cx="11174" cy="10465"/>
            </a:xfrm>
            <a:prstGeom prst="rect">
              <a:avLst/>
            </a:prstGeom>
            <a:noFill/>
            <a:ln>
              <a:noFill/>
            </a:ln>
          </p:spPr>
        </p:pic>
        <p:pic>
          <p:nvPicPr>
            <p:cNvPr id="65" name="Google Shape;1299;p8"/>
            <p:cNvPicPr preferRelativeResize="0"/>
            <p:nvPr/>
          </p:nvPicPr>
          <p:blipFill rotWithShape="1">
            <a:blip r:embed="rId47">
              <a:alphaModFix/>
            </a:blip>
            <a:srcRect/>
            <a:stretch/>
          </p:blipFill>
          <p:spPr>
            <a:xfrm>
              <a:off x="15891127" y="1207211"/>
              <a:ext cx="68581" cy="70726"/>
            </a:xfrm>
            <a:prstGeom prst="rect">
              <a:avLst/>
            </a:prstGeom>
            <a:noFill/>
            <a:ln>
              <a:noFill/>
            </a:ln>
          </p:spPr>
        </p:pic>
        <p:pic>
          <p:nvPicPr>
            <p:cNvPr id="66" name="Google Shape;1300;p8"/>
            <p:cNvPicPr preferRelativeResize="0"/>
            <p:nvPr/>
          </p:nvPicPr>
          <p:blipFill rotWithShape="1">
            <a:blip r:embed="rId21">
              <a:alphaModFix/>
            </a:blip>
            <a:srcRect/>
            <a:stretch/>
          </p:blipFill>
          <p:spPr>
            <a:xfrm>
              <a:off x="15658337" y="1504276"/>
              <a:ext cx="1142" cy="1384"/>
            </a:xfrm>
            <a:prstGeom prst="rect">
              <a:avLst/>
            </a:prstGeom>
            <a:noFill/>
            <a:ln>
              <a:noFill/>
            </a:ln>
          </p:spPr>
        </p:pic>
        <p:pic>
          <p:nvPicPr>
            <p:cNvPr id="67" name="Google Shape;1301;p8"/>
            <p:cNvPicPr preferRelativeResize="0"/>
            <p:nvPr/>
          </p:nvPicPr>
          <p:blipFill rotWithShape="1">
            <a:blip r:embed="rId31">
              <a:alphaModFix/>
            </a:blip>
            <a:srcRect/>
            <a:stretch/>
          </p:blipFill>
          <p:spPr>
            <a:xfrm>
              <a:off x="15658718" y="1475473"/>
              <a:ext cx="14986" cy="22047"/>
            </a:xfrm>
            <a:prstGeom prst="rect">
              <a:avLst/>
            </a:prstGeom>
            <a:noFill/>
            <a:ln>
              <a:noFill/>
            </a:ln>
          </p:spPr>
        </p:pic>
        <p:pic>
          <p:nvPicPr>
            <p:cNvPr id="68" name="Google Shape;1302;p8"/>
            <p:cNvPicPr preferRelativeResize="0"/>
            <p:nvPr/>
          </p:nvPicPr>
          <p:blipFill rotWithShape="1">
            <a:blip r:embed="rId21">
              <a:alphaModFix/>
            </a:blip>
            <a:srcRect/>
            <a:stretch/>
          </p:blipFill>
          <p:spPr>
            <a:xfrm>
              <a:off x="15635859" y="1500797"/>
              <a:ext cx="1143" cy="1409"/>
            </a:xfrm>
            <a:prstGeom prst="rect">
              <a:avLst/>
            </a:prstGeom>
            <a:noFill/>
            <a:ln>
              <a:noFill/>
            </a:ln>
          </p:spPr>
        </p:pic>
        <p:pic>
          <p:nvPicPr>
            <p:cNvPr id="69" name="Google Shape;1303;p8"/>
            <p:cNvPicPr preferRelativeResize="0"/>
            <p:nvPr/>
          </p:nvPicPr>
          <p:blipFill rotWithShape="1">
            <a:blip r:embed="rId30">
              <a:alphaModFix/>
            </a:blip>
            <a:srcRect/>
            <a:stretch/>
          </p:blipFill>
          <p:spPr>
            <a:xfrm>
              <a:off x="15916402" y="1201216"/>
              <a:ext cx="2412" cy="5461"/>
            </a:xfrm>
            <a:prstGeom prst="rect">
              <a:avLst/>
            </a:prstGeom>
            <a:noFill/>
            <a:ln>
              <a:noFill/>
            </a:ln>
          </p:spPr>
        </p:pic>
        <p:pic>
          <p:nvPicPr>
            <p:cNvPr id="70" name="Google Shape;1304;p8"/>
            <p:cNvPicPr preferRelativeResize="0"/>
            <p:nvPr/>
          </p:nvPicPr>
          <p:blipFill rotWithShape="1">
            <a:blip r:embed="rId21">
              <a:alphaModFix/>
            </a:blip>
            <a:srcRect/>
            <a:stretch/>
          </p:blipFill>
          <p:spPr>
            <a:xfrm>
              <a:off x="15947769" y="1197362"/>
              <a:ext cx="1650" cy="1276"/>
            </a:xfrm>
            <a:prstGeom prst="rect">
              <a:avLst/>
            </a:prstGeom>
            <a:noFill/>
            <a:ln>
              <a:noFill/>
            </a:ln>
          </p:spPr>
        </p:pic>
        <p:pic>
          <p:nvPicPr>
            <p:cNvPr id="71" name="Google Shape;1305;p8"/>
            <p:cNvPicPr preferRelativeResize="0"/>
            <p:nvPr/>
          </p:nvPicPr>
          <p:blipFill rotWithShape="1">
            <a:blip r:embed="rId21">
              <a:alphaModFix/>
            </a:blip>
            <a:srcRect/>
            <a:stretch/>
          </p:blipFill>
          <p:spPr>
            <a:xfrm>
              <a:off x="15933039" y="1198499"/>
              <a:ext cx="1016" cy="901"/>
            </a:xfrm>
            <a:prstGeom prst="rect">
              <a:avLst/>
            </a:prstGeom>
            <a:noFill/>
            <a:ln>
              <a:noFill/>
            </a:ln>
          </p:spPr>
        </p:pic>
        <p:pic>
          <p:nvPicPr>
            <p:cNvPr id="72" name="Google Shape;1306;p8"/>
            <p:cNvPicPr preferRelativeResize="0"/>
            <p:nvPr/>
          </p:nvPicPr>
          <p:blipFill rotWithShape="1">
            <a:blip r:embed="rId39">
              <a:alphaModFix/>
            </a:blip>
            <a:srcRect/>
            <a:stretch/>
          </p:blipFill>
          <p:spPr>
            <a:xfrm>
              <a:off x="15708376" y="1446885"/>
              <a:ext cx="8508" cy="9461"/>
            </a:xfrm>
            <a:prstGeom prst="rect">
              <a:avLst/>
            </a:prstGeom>
            <a:noFill/>
            <a:ln>
              <a:noFill/>
            </a:ln>
          </p:spPr>
        </p:pic>
        <p:pic>
          <p:nvPicPr>
            <p:cNvPr id="73" name="Google Shape;1307;p8"/>
            <p:cNvPicPr preferRelativeResize="0"/>
            <p:nvPr/>
          </p:nvPicPr>
          <p:blipFill rotWithShape="1">
            <a:blip r:embed="rId30">
              <a:alphaModFix/>
            </a:blip>
            <a:srcRect/>
            <a:stretch/>
          </p:blipFill>
          <p:spPr>
            <a:xfrm>
              <a:off x="15918687" y="1247634"/>
              <a:ext cx="9400" cy="9678"/>
            </a:xfrm>
            <a:prstGeom prst="rect">
              <a:avLst/>
            </a:prstGeom>
            <a:noFill/>
            <a:ln>
              <a:noFill/>
            </a:ln>
          </p:spPr>
        </p:pic>
        <p:pic>
          <p:nvPicPr>
            <p:cNvPr id="74" name="Google Shape;1308;p8"/>
            <p:cNvPicPr preferRelativeResize="0"/>
            <p:nvPr/>
          </p:nvPicPr>
          <p:blipFill rotWithShape="1">
            <a:blip r:embed="rId48">
              <a:alphaModFix/>
            </a:blip>
            <a:srcRect/>
            <a:stretch/>
          </p:blipFill>
          <p:spPr>
            <a:xfrm>
              <a:off x="15635732" y="1459293"/>
              <a:ext cx="44576" cy="50304"/>
            </a:xfrm>
            <a:prstGeom prst="rect">
              <a:avLst/>
            </a:prstGeom>
            <a:noFill/>
            <a:ln>
              <a:noFill/>
            </a:ln>
          </p:spPr>
        </p:pic>
        <p:pic>
          <p:nvPicPr>
            <p:cNvPr id="75" name="Google Shape;1309;p8"/>
            <p:cNvPicPr preferRelativeResize="0"/>
            <p:nvPr/>
          </p:nvPicPr>
          <p:blipFill rotWithShape="1">
            <a:blip r:embed="rId23">
              <a:alphaModFix/>
            </a:blip>
            <a:srcRect/>
            <a:stretch/>
          </p:blipFill>
          <p:spPr>
            <a:xfrm>
              <a:off x="15874620" y="1283169"/>
              <a:ext cx="14985" cy="14592"/>
            </a:xfrm>
            <a:prstGeom prst="rect">
              <a:avLst/>
            </a:prstGeom>
            <a:noFill/>
            <a:ln>
              <a:noFill/>
            </a:ln>
          </p:spPr>
        </p:pic>
        <p:pic>
          <p:nvPicPr>
            <p:cNvPr id="76" name="Google Shape;1310;p8"/>
            <p:cNvPicPr preferRelativeResize="0"/>
            <p:nvPr/>
          </p:nvPicPr>
          <p:blipFill rotWithShape="1">
            <a:blip r:embed="rId21">
              <a:alphaModFix/>
            </a:blip>
            <a:srcRect/>
            <a:stretch/>
          </p:blipFill>
          <p:spPr>
            <a:xfrm>
              <a:off x="15679419" y="1471002"/>
              <a:ext cx="761" cy="787"/>
            </a:xfrm>
            <a:prstGeom prst="rect">
              <a:avLst/>
            </a:prstGeom>
            <a:noFill/>
            <a:ln>
              <a:noFill/>
            </a:ln>
          </p:spPr>
        </p:pic>
        <p:pic>
          <p:nvPicPr>
            <p:cNvPr id="77" name="Google Shape;1311;p8"/>
            <p:cNvPicPr preferRelativeResize="0"/>
            <p:nvPr/>
          </p:nvPicPr>
          <p:blipFill rotWithShape="1">
            <a:blip r:embed="rId21">
              <a:alphaModFix/>
            </a:blip>
            <a:srcRect/>
            <a:stretch/>
          </p:blipFill>
          <p:spPr>
            <a:xfrm>
              <a:off x="15943198" y="1229410"/>
              <a:ext cx="1905" cy="1612"/>
            </a:xfrm>
            <a:prstGeom prst="rect">
              <a:avLst/>
            </a:prstGeom>
            <a:noFill/>
            <a:ln>
              <a:noFill/>
            </a:ln>
          </p:spPr>
        </p:pic>
        <p:pic>
          <p:nvPicPr>
            <p:cNvPr id="78" name="Google Shape;1312;p8"/>
            <p:cNvPicPr preferRelativeResize="0"/>
            <p:nvPr/>
          </p:nvPicPr>
          <p:blipFill rotWithShape="1">
            <a:blip r:embed="rId27">
              <a:alphaModFix/>
            </a:blip>
            <a:srcRect/>
            <a:stretch/>
          </p:blipFill>
          <p:spPr>
            <a:xfrm>
              <a:off x="15685389" y="1446009"/>
              <a:ext cx="9270" cy="4178"/>
            </a:xfrm>
            <a:prstGeom prst="rect">
              <a:avLst/>
            </a:prstGeom>
            <a:noFill/>
            <a:ln>
              <a:noFill/>
            </a:ln>
          </p:spPr>
        </p:pic>
        <p:pic>
          <p:nvPicPr>
            <p:cNvPr id="79" name="Google Shape;1313;p8"/>
            <p:cNvPicPr preferRelativeResize="0"/>
            <p:nvPr/>
          </p:nvPicPr>
          <p:blipFill rotWithShape="1">
            <a:blip r:embed="rId49">
              <a:alphaModFix/>
            </a:blip>
            <a:srcRect/>
            <a:stretch/>
          </p:blipFill>
          <p:spPr>
            <a:xfrm>
              <a:off x="15655797" y="1465834"/>
              <a:ext cx="29209" cy="40144"/>
            </a:xfrm>
            <a:prstGeom prst="rect">
              <a:avLst/>
            </a:prstGeom>
            <a:noFill/>
            <a:ln>
              <a:noFill/>
            </a:ln>
          </p:spPr>
        </p:pic>
        <p:pic>
          <p:nvPicPr>
            <p:cNvPr id="80" name="Google Shape;1314;p8"/>
            <p:cNvPicPr preferRelativeResize="0"/>
            <p:nvPr/>
          </p:nvPicPr>
          <p:blipFill rotWithShape="1">
            <a:blip r:embed="rId27">
              <a:alphaModFix/>
            </a:blip>
            <a:srcRect/>
            <a:stretch/>
          </p:blipFill>
          <p:spPr>
            <a:xfrm>
              <a:off x="15917671" y="1204010"/>
              <a:ext cx="1505" cy="1143"/>
            </a:xfrm>
            <a:prstGeom prst="rect">
              <a:avLst/>
            </a:prstGeom>
            <a:noFill/>
            <a:ln>
              <a:noFill/>
            </a:ln>
          </p:spPr>
        </p:pic>
        <p:pic>
          <p:nvPicPr>
            <p:cNvPr id="81" name="Google Shape;1315;p8"/>
            <p:cNvPicPr preferRelativeResize="0"/>
            <p:nvPr/>
          </p:nvPicPr>
          <p:blipFill rotWithShape="1">
            <a:blip r:embed="rId30">
              <a:alphaModFix/>
            </a:blip>
            <a:srcRect/>
            <a:stretch/>
          </p:blipFill>
          <p:spPr>
            <a:xfrm>
              <a:off x="15648432" y="1495513"/>
              <a:ext cx="635" cy="888"/>
            </a:xfrm>
            <a:prstGeom prst="rect">
              <a:avLst/>
            </a:prstGeom>
            <a:noFill/>
            <a:ln>
              <a:noFill/>
            </a:ln>
          </p:spPr>
        </p:pic>
        <p:pic>
          <p:nvPicPr>
            <p:cNvPr id="82" name="Google Shape;1316;p8"/>
            <p:cNvPicPr preferRelativeResize="0"/>
            <p:nvPr/>
          </p:nvPicPr>
          <p:blipFill rotWithShape="1">
            <a:blip r:embed="rId21">
              <a:alphaModFix/>
            </a:blip>
            <a:srcRect/>
            <a:stretch/>
          </p:blipFill>
          <p:spPr>
            <a:xfrm>
              <a:off x="15700883" y="1433957"/>
              <a:ext cx="889" cy="977"/>
            </a:xfrm>
            <a:prstGeom prst="rect">
              <a:avLst/>
            </a:prstGeom>
            <a:noFill/>
            <a:ln>
              <a:noFill/>
            </a:ln>
          </p:spPr>
        </p:pic>
        <p:pic>
          <p:nvPicPr>
            <p:cNvPr id="83" name="Google Shape;1317;p8"/>
            <p:cNvPicPr preferRelativeResize="0"/>
            <p:nvPr/>
          </p:nvPicPr>
          <p:blipFill rotWithShape="1">
            <a:blip r:embed="rId50">
              <a:alphaModFix/>
            </a:blip>
            <a:srcRect/>
            <a:stretch/>
          </p:blipFill>
          <p:spPr>
            <a:xfrm>
              <a:off x="15634335" y="1432801"/>
              <a:ext cx="68198" cy="66688"/>
            </a:xfrm>
            <a:prstGeom prst="rect">
              <a:avLst/>
            </a:prstGeom>
            <a:noFill/>
            <a:ln>
              <a:noFill/>
            </a:ln>
          </p:spPr>
        </p:pic>
        <p:pic>
          <p:nvPicPr>
            <p:cNvPr id="84" name="Google Shape;1318;p8"/>
            <p:cNvPicPr preferRelativeResize="0"/>
            <p:nvPr/>
          </p:nvPicPr>
          <p:blipFill rotWithShape="1">
            <a:blip r:embed="rId51">
              <a:alphaModFix/>
            </a:blip>
            <a:srcRect/>
            <a:stretch/>
          </p:blipFill>
          <p:spPr>
            <a:xfrm>
              <a:off x="15829153" y="1205191"/>
              <a:ext cx="88645" cy="72161"/>
            </a:xfrm>
            <a:prstGeom prst="rect">
              <a:avLst/>
            </a:prstGeom>
            <a:noFill/>
            <a:ln>
              <a:noFill/>
            </a:ln>
          </p:spPr>
        </p:pic>
        <p:pic>
          <p:nvPicPr>
            <p:cNvPr id="85" name="Google Shape;1319;p8"/>
            <p:cNvPicPr preferRelativeResize="0"/>
            <p:nvPr/>
          </p:nvPicPr>
          <p:blipFill rotWithShape="1">
            <a:blip r:embed="rId52">
              <a:alphaModFix/>
            </a:blip>
            <a:srcRect/>
            <a:stretch/>
          </p:blipFill>
          <p:spPr>
            <a:xfrm>
              <a:off x="15914242" y="1200353"/>
              <a:ext cx="12192" cy="4254"/>
            </a:xfrm>
            <a:prstGeom prst="rect">
              <a:avLst/>
            </a:prstGeom>
            <a:noFill/>
            <a:ln>
              <a:noFill/>
            </a:ln>
          </p:spPr>
        </p:pic>
        <p:pic>
          <p:nvPicPr>
            <p:cNvPr id="86" name="Google Shape;1320;p8"/>
            <p:cNvPicPr preferRelativeResize="0"/>
            <p:nvPr/>
          </p:nvPicPr>
          <p:blipFill rotWithShape="1">
            <a:blip r:embed="rId21">
              <a:alphaModFix/>
            </a:blip>
            <a:srcRect/>
            <a:stretch/>
          </p:blipFill>
          <p:spPr>
            <a:xfrm>
              <a:off x="15909036" y="1261630"/>
              <a:ext cx="1143" cy="1028"/>
            </a:xfrm>
            <a:prstGeom prst="rect">
              <a:avLst/>
            </a:prstGeom>
            <a:noFill/>
            <a:ln>
              <a:noFill/>
            </a:ln>
          </p:spPr>
        </p:pic>
        <p:pic>
          <p:nvPicPr>
            <p:cNvPr id="87" name="Google Shape;1321;p8"/>
            <p:cNvPicPr preferRelativeResize="0"/>
            <p:nvPr/>
          </p:nvPicPr>
          <p:blipFill rotWithShape="1">
            <a:blip r:embed="rId53">
              <a:alphaModFix/>
            </a:blip>
            <a:srcRect/>
            <a:stretch/>
          </p:blipFill>
          <p:spPr>
            <a:xfrm>
              <a:off x="15619220" y="1424432"/>
              <a:ext cx="68835" cy="86791"/>
            </a:xfrm>
            <a:prstGeom prst="rect">
              <a:avLst/>
            </a:prstGeom>
            <a:noFill/>
            <a:ln>
              <a:noFill/>
            </a:ln>
          </p:spPr>
        </p:pic>
        <p:pic>
          <p:nvPicPr>
            <p:cNvPr id="88" name="Google Shape;1322;p8"/>
            <p:cNvPicPr preferRelativeResize="0"/>
            <p:nvPr/>
          </p:nvPicPr>
          <p:blipFill rotWithShape="1">
            <a:blip r:embed="rId21">
              <a:alphaModFix/>
            </a:blip>
            <a:srcRect/>
            <a:stretch/>
          </p:blipFill>
          <p:spPr>
            <a:xfrm>
              <a:off x="15663290" y="1472539"/>
              <a:ext cx="507" cy="622"/>
            </a:xfrm>
            <a:prstGeom prst="rect">
              <a:avLst/>
            </a:prstGeom>
            <a:noFill/>
            <a:ln>
              <a:noFill/>
            </a:ln>
          </p:spPr>
        </p:pic>
        <p:pic>
          <p:nvPicPr>
            <p:cNvPr id="89" name="Google Shape;1323;p8"/>
            <p:cNvPicPr preferRelativeResize="0"/>
            <p:nvPr/>
          </p:nvPicPr>
          <p:blipFill rotWithShape="1">
            <a:blip r:embed="rId27">
              <a:alphaModFix/>
            </a:blip>
            <a:srcRect/>
            <a:stretch/>
          </p:blipFill>
          <p:spPr>
            <a:xfrm>
              <a:off x="15915893" y="1250937"/>
              <a:ext cx="9015" cy="7848"/>
            </a:xfrm>
            <a:prstGeom prst="rect">
              <a:avLst/>
            </a:prstGeom>
            <a:noFill/>
            <a:ln>
              <a:noFill/>
            </a:ln>
          </p:spPr>
        </p:pic>
        <p:pic>
          <p:nvPicPr>
            <p:cNvPr id="90" name="Google Shape;1324;p8"/>
            <p:cNvPicPr preferRelativeResize="0"/>
            <p:nvPr/>
          </p:nvPicPr>
          <p:blipFill rotWithShape="1">
            <a:blip r:embed="rId21">
              <a:alphaModFix/>
            </a:blip>
            <a:srcRect/>
            <a:stretch/>
          </p:blipFill>
          <p:spPr>
            <a:xfrm>
              <a:off x="15707867" y="1418907"/>
              <a:ext cx="2158" cy="1447"/>
            </a:xfrm>
            <a:prstGeom prst="rect">
              <a:avLst/>
            </a:prstGeom>
            <a:noFill/>
            <a:ln>
              <a:noFill/>
            </a:ln>
          </p:spPr>
        </p:pic>
        <p:pic>
          <p:nvPicPr>
            <p:cNvPr id="91" name="Google Shape;1325;p8"/>
            <p:cNvPicPr preferRelativeResize="0"/>
            <p:nvPr/>
          </p:nvPicPr>
          <p:blipFill rotWithShape="1">
            <a:blip r:embed="rId21">
              <a:alphaModFix/>
            </a:blip>
            <a:srcRect/>
            <a:stretch/>
          </p:blipFill>
          <p:spPr>
            <a:xfrm>
              <a:off x="15725646" y="1400136"/>
              <a:ext cx="1143" cy="1270"/>
            </a:xfrm>
            <a:prstGeom prst="rect">
              <a:avLst/>
            </a:prstGeom>
            <a:noFill/>
            <a:ln>
              <a:noFill/>
            </a:ln>
          </p:spPr>
        </p:pic>
        <p:pic>
          <p:nvPicPr>
            <p:cNvPr id="92" name="Google Shape;1326;p8"/>
            <p:cNvPicPr preferRelativeResize="0"/>
            <p:nvPr/>
          </p:nvPicPr>
          <p:blipFill rotWithShape="1">
            <a:blip r:embed="rId54">
              <a:alphaModFix/>
            </a:blip>
            <a:srcRect/>
            <a:stretch/>
          </p:blipFill>
          <p:spPr>
            <a:xfrm>
              <a:off x="15939135" y="1190776"/>
              <a:ext cx="30605" cy="35116"/>
            </a:xfrm>
            <a:prstGeom prst="rect">
              <a:avLst/>
            </a:prstGeom>
            <a:noFill/>
            <a:ln>
              <a:noFill/>
            </a:ln>
          </p:spPr>
        </p:pic>
        <p:pic>
          <p:nvPicPr>
            <p:cNvPr id="93" name="Google Shape;1327;p8"/>
            <p:cNvPicPr preferRelativeResize="0"/>
            <p:nvPr/>
          </p:nvPicPr>
          <p:blipFill rotWithShape="1">
            <a:blip r:embed="rId21">
              <a:alphaModFix/>
            </a:blip>
            <a:srcRect/>
            <a:stretch/>
          </p:blipFill>
          <p:spPr>
            <a:xfrm>
              <a:off x="15655289" y="1498752"/>
              <a:ext cx="5080" cy="8280"/>
            </a:xfrm>
            <a:prstGeom prst="rect">
              <a:avLst/>
            </a:prstGeom>
            <a:noFill/>
            <a:ln>
              <a:noFill/>
            </a:ln>
          </p:spPr>
        </p:pic>
        <p:pic>
          <p:nvPicPr>
            <p:cNvPr id="94" name="Google Shape;1328;p8"/>
            <p:cNvPicPr preferRelativeResize="0"/>
            <p:nvPr/>
          </p:nvPicPr>
          <p:blipFill rotWithShape="1">
            <a:blip r:embed="rId27">
              <a:alphaModFix/>
            </a:blip>
            <a:srcRect/>
            <a:stretch/>
          </p:blipFill>
          <p:spPr>
            <a:xfrm>
              <a:off x="15684769" y="1425714"/>
              <a:ext cx="5954" cy="2634"/>
            </a:xfrm>
            <a:prstGeom prst="rect">
              <a:avLst/>
            </a:prstGeom>
            <a:noFill/>
            <a:ln>
              <a:noFill/>
            </a:ln>
          </p:spPr>
        </p:pic>
        <p:pic>
          <p:nvPicPr>
            <p:cNvPr id="95" name="Google Shape;1329;p8"/>
            <p:cNvPicPr preferRelativeResize="0"/>
            <p:nvPr/>
          </p:nvPicPr>
          <p:blipFill rotWithShape="1">
            <a:blip r:embed="rId55">
              <a:alphaModFix/>
            </a:blip>
            <a:srcRect/>
            <a:stretch/>
          </p:blipFill>
          <p:spPr>
            <a:xfrm>
              <a:off x="15656433" y="1444090"/>
              <a:ext cx="39496" cy="47867"/>
            </a:xfrm>
            <a:prstGeom prst="rect">
              <a:avLst/>
            </a:prstGeom>
            <a:noFill/>
            <a:ln>
              <a:noFill/>
            </a:ln>
          </p:spPr>
        </p:pic>
        <p:pic>
          <p:nvPicPr>
            <p:cNvPr id="96" name="Google Shape;1330;p8"/>
            <p:cNvPicPr preferRelativeResize="0"/>
            <p:nvPr/>
          </p:nvPicPr>
          <p:blipFill rotWithShape="1">
            <a:blip r:embed="rId56">
              <a:alphaModFix/>
            </a:blip>
            <a:srcRect/>
            <a:stretch/>
          </p:blipFill>
          <p:spPr>
            <a:xfrm>
              <a:off x="15668877" y="1477454"/>
              <a:ext cx="17778" cy="6591"/>
            </a:xfrm>
            <a:prstGeom prst="rect">
              <a:avLst/>
            </a:prstGeom>
            <a:noFill/>
            <a:ln>
              <a:noFill/>
            </a:ln>
          </p:spPr>
        </p:pic>
        <p:pic>
          <p:nvPicPr>
            <p:cNvPr id="97" name="Google Shape;1331;p8"/>
            <p:cNvPicPr preferRelativeResize="0"/>
            <p:nvPr/>
          </p:nvPicPr>
          <p:blipFill rotWithShape="1">
            <a:blip r:embed="rId27">
              <a:alphaModFix/>
            </a:blip>
            <a:srcRect/>
            <a:stretch/>
          </p:blipFill>
          <p:spPr>
            <a:xfrm>
              <a:off x="15680053" y="1459573"/>
              <a:ext cx="8765" cy="4280"/>
            </a:xfrm>
            <a:prstGeom prst="rect">
              <a:avLst/>
            </a:prstGeom>
            <a:noFill/>
            <a:ln>
              <a:noFill/>
            </a:ln>
          </p:spPr>
        </p:pic>
        <p:pic>
          <p:nvPicPr>
            <p:cNvPr id="98" name="Google Shape;1332;p8"/>
            <p:cNvPicPr preferRelativeResize="0"/>
            <p:nvPr/>
          </p:nvPicPr>
          <p:blipFill rotWithShape="1">
            <a:blip r:embed="rId30">
              <a:alphaModFix/>
            </a:blip>
            <a:srcRect/>
            <a:stretch/>
          </p:blipFill>
          <p:spPr>
            <a:xfrm>
              <a:off x="15669387" y="1490953"/>
              <a:ext cx="381" cy="520"/>
            </a:xfrm>
            <a:prstGeom prst="rect">
              <a:avLst/>
            </a:prstGeom>
            <a:noFill/>
            <a:ln>
              <a:noFill/>
            </a:ln>
          </p:spPr>
        </p:pic>
        <p:pic>
          <p:nvPicPr>
            <p:cNvPr id="99" name="Google Shape;1333;p8"/>
            <p:cNvPicPr preferRelativeResize="0"/>
            <p:nvPr/>
          </p:nvPicPr>
          <p:blipFill rotWithShape="1">
            <a:blip r:embed="rId27">
              <a:alphaModFix/>
            </a:blip>
            <a:srcRect/>
            <a:stretch/>
          </p:blipFill>
          <p:spPr>
            <a:xfrm>
              <a:off x="15651605" y="1493126"/>
              <a:ext cx="5842" cy="4965"/>
            </a:xfrm>
            <a:prstGeom prst="rect">
              <a:avLst/>
            </a:prstGeom>
            <a:noFill/>
            <a:ln>
              <a:noFill/>
            </a:ln>
          </p:spPr>
        </p:pic>
        <p:pic>
          <p:nvPicPr>
            <p:cNvPr id="100" name="Google Shape;1334;p8"/>
            <p:cNvPicPr preferRelativeResize="0"/>
            <p:nvPr/>
          </p:nvPicPr>
          <p:blipFill rotWithShape="1">
            <a:blip r:embed="rId27">
              <a:alphaModFix/>
            </a:blip>
            <a:srcRect/>
            <a:stretch/>
          </p:blipFill>
          <p:spPr>
            <a:xfrm>
              <a:off x="15631794" y="1498498"/>
              <a:ext cx="6730" cy="3238"/>
            </a:xfrm>
            <a:prstGeom prst="rect">
              <a:avLst/>
            </a:prstGeom>
            <a:noFill/>
            <a:ln>
              <a:noFill/>
            </a:ln>
          </p:spPr>
        </p:pic>
        <p:pic>
          <p:nvPicPr>
            <p:cNvPr id="101" name="Google Shape;1335;p8"/>
            <p:cNvPicPr preferRelativeResize="0"/>
            <p:nvPr/>
          </p:nvPicPr>
          <p:blipFill rotWithShape="1">
            <a:blip r:embed="rId21">
              <a:alphaModFix/>
            </a:blip>
            <a:srcRect/>
            <a:stretch/>
          </p:blipFill>
          <p:spPr>
            <a:xfrm>
              <a:off x="15664186" y="1472108"/>
              <a:ext cx="1771" cy="2095"/>
            </a:xfrm>
            <a:prstGeom prst="rect">
              <a:avLst/>
            </a:prstGeom>
            <a:noFill/>
            <a:ln>
              <a:noFill/>
            </a:ln>
          </p:spPr>
        </p:pic>
        <p:pic>
          <p:nvPicPr>
            <p:cNvPr id="102" name="Google Shape;1336;p8"/>
            <p:cNvPicPr preferRelativeResize="0"/>
            <p:nvPr/>
          </p:nvPicPr>
          <p:blipFill rotWithShape="1">
            <a:blip r:embed="rId35">
              <a:alphaModFix/>
            </a:blip>
            <a:srcRect/>
            <a:stretch/>
          </p:blipFill>
          <p:spPr>
            <a:xfrm>
              <a:off x="15706090" y="1456893"/>
              <a:ext cx="506" cy="1969"/>
            </a:xfrm>
            <a:prstGeom prst="rect">
              <a:avLst/>
            </a:prstGeom>
            <a:noFill/>
            <a:ln>
              <a:noFill/>
            </a:ln>
          </p:spPr>
        </p:pic>
        <p:pic>
          <p:nvPicPr>
            <p:cNvPr id="103" name="Google Shape;1337;p8"/>
            <p:cNvPicPr preferRelativeResize="0"/>
            <p:nvPr/>
          </p:nvPicPr>
          <p:blipFill rotWithShape="1">
            <a:blip r:embed="rId31">
              <a:alphaModFix/>
            </a:blip>
            <a:srcRect/>
            <a:stretch/>
          </p:blipFill>
          <p:spPr>
            <a:xfrm>
              <a:off x="15656941" y="1470773"/>
              <a:ext cx="17016" cy="21108"/>
            </a:xfrm>
            <a:prstGeom prst="rect">
              <a:avLst/>
            </a:prstGeom>
            <a:noFill/>
            <a:ln>
              <a:noFill/>
            </a:ln>
          </p:spPr>
        </p:pic>
        <p:pic>
          <p:nvPicPr>
            <p:cNvPr id="104" name="Google Shape;1338;p8"/>
            <p:cNvPicPr preferRelativeResize="0"/>
            <p:nvPr/>
          </p:nvPicPr>
          <p:blipFill rotWithShape="1">
            <a:blip r:embed="rId21">
              <a:alphaModFix/>
            </a:blip>
            <a:srcRect/>
            <a:stretch/>
          </p:blipFill>
          <p:spPr>
            <a:xfrm>
              <a:off x="15715488" y="1411998"/>
              <a:ext cx="381" cy="431"/>
            </a:xfrm>
            <a:prstGeom prst="rect">
              <a:avLst/>
            </a:prstGeom>
            <a:noFill/>
            <a:ln>
              <a:noFill/>
            </a:ln>
          </p:spPr>
        </p:pic>
        <p:pic>
          <p:nvPicPr>
            <p:cNvPr id="105" name="Google Shape;1339;p8"/>
            <p:cNvPicPr preferRelativeResize="0"/>
            <p:nvPr/>
          </p:nvPicPr>
          <p:blipFill rotWithShape="1">
            <a:blip r:embed="rId21">
              <a:alphaModFix/>
            </a:blip>
            <a:srcRect/>
            <a:stretch/>
          </p:blipFill>
          <p:spPr>
            <a:xfrm>
              <a:off x="15712058" y="1431912"/>
              <a:ext cx="2412" cy="2946"/>
            </a:xfrm>
            <a:prstGeom prst="rect">
              <a:avLst/>
            </a:prstGeom>
            <a:noFill/>
            <a:ln>
              <a:noFill/>
            </a:ln>
          </p:spPr>
        </p:pic>
        <p:pic>
          <p:nvPicPr>
            <p:cNvPr id="106" name="Google Shape;1340;p8"/>
            <p:cNvPicPr preferRelativeResize="0"/>
            <p:nvPr/>
          </p:nvPicPr>
          <p:blipFill rotWithShape="1">
            <a:blip r:embed="rId21">
              <a:alphaModFix/>
            </a:blip>
            <a:srcRect/>
            <a:stretch/>
          </p:blipFill>
          <p:spPr>
            <a:xfrm>
              <a:off x="15675229" y="1439290"/>
              <a:ext cx="4826" cy="4927"/>
            </a:xfrm>
            <a:prstGeom prst="rect">
              <a:avLst/>
            </a:prstGeom>
            <a:noFill/>
            <a:ln>
              <a:noFill/>
            </a:ln>
          </p:spPr>
        </p:pic>
        <p:pic>
          <p:nvPicPr>
            <p:cNvPr id="107" name="Google Shape;1341;p8"/>
            <p:cNvPicPr preferRelativeResize="0"/>
            <p:nvPr/>
          </p:nvPicPr>
          <p:blipFill rotWithShape="1">
            <a:blip r:embed="rId31">
              <a:alphaModFix/>
            </a:blip>
            <a:srcRect/>
            <a:stretch/>
          </p:blipFill>
          <p:spPr>
            <a:xfrm>
              <a:off x="15721076" y="1371777"/>
              <a:ext cx="13462" cy="20748"/>
            </a:xfrm>
            <a:prstGeom prst="rect">
              <a:avLst/>
            </a:prstGeom>
            <a:noFill/>
            <a:ln>
              <a:noFill/>
            </a:ln>
          </p:spPr>
        </p:pic>
        <p:pic>
          <p:nvPicPr>
            <p:cNvPr id="108" name="Google Shape;1342;p8"/>
            <p:cNvPicPr preferRelativeResize="0"/>
            <p:nvPr/>
          </p:nvPicPr>
          <p:blipFill rotWithShape="1">
            <a:blip r:embed="rId30">
              <a:alphaModFix/>
            </a:blip>
            <a:srcRect/>
            <a:stretch/>
          </p:blipFill>
          <p:spPr>
            <a:xfrm>
              <a:off x="15649829" y="1507413"/>
              <a:ext cx="380" cy="431"/>
            </a:xfrm>
            <a:prstGeom prst="rect">
              <a:avLst/>
            </a:prstGeom>
            <a:noFill/>
            <a:ln>
              <a:noFill/>
            </a:ln>
          </p:spPr>
        </p:pic>
        <p:pic>
          <p:nvPicPr>
            <p:cNvPr id="109" name="Google Shape;1343;p8"/>
            <p:cNvPicPr preferRelativeResize="0"/>
            <p:nvPr/>
          </p:nvPicPr>
          <p:blipFill rotWithShape="1">
            <a:blip r:embed="rId57">
              <a:alphaModFix/>
            </a:blip>
            <a:srcRect/>
            <a:stretch/>
          </p:blipFill>
          <p:spPr>
            <a:xfrm>
              <a:off x="15643097" y="1430008"/>
              <a:ext cx="72643" cy="68173"/>
            </a:xfrm>
            <a:prstGeom prst="rect">
              <a:avLst/>
            </a:prstGeom>
            <a:noFill/>
            <a:ln>
              <a:noFill/>
            </a:ln>
          </p:spPr>
        </p:pic>
        <p:pic>
          <p:nvPicPr>
            <p:cNvPr id="110" name="Google Shape;1344;p8"/>
            <p:cNvPicPr preferRelativeResize="0"/>
            <p:nvPr/>
          </p:nvPicPr>
          <p:blipFill rotWithShape="1">
            <a:blip r:embed="rId58">
              <a:alphaModFix/>
            </a:blip>
            <a:srcRect/>
            <a:stretch/>
          </p:blipFill>
          <p:spPr>
            <a:xfrm>
              <a:off x="15646147" y="1421586"/>
              <a:ext cx="64895" cy="73330"/>
            </a:xfrm>
            <a:prstGeom prst="rect">
              <a:avLst/>
            </a:prstGeom>
            <a:noFill/>
            <a:ln>
              <a:noFill/>
            </a:ln>
          </p:spPr>
        </p:pic>
        <p:pic>
          <p:nvPicPr>
            <p:cNvPr id="111" name="Google Shape;1345;p8"/>
            <p:cNvPicPr preferRelativeResize="0"/>
            <p:nvPr/>
          </p:nvPicPr>
          <p:blipFill rotWithShape="1">
            <a:blip r:embed="rId21">
              <a:alphaModFix/>
            </a:blip>
            <a:srcRect/>
            <a:stretch/>
          </p:blipFill>
          <p:spPr>
            <a:xfrm>
              <a:off x="15847440" y="1259954"/>
              <a:ext cx="507" cy="431"/>
            </a:xfrm>
            <a:prstGeom prst="rect">
              <a:avLst/>
            </a:prstGeom>
            <a:noFill/>
            <a:ln>
              <a:noFill/>
            </a:ln>
          </p:spPr>
        </p:pic>
        <p:pic>
          <p:nvPicPr>
            <p:cNvPr id="112" name="Google Shape;1346;p8"/>
            <p:cNvPicPr preferRelativeResize="0"/>
            <p:nvPr/>
          </p:nvPicPr>
          <p:blipFill rotWithShape="1">
            <a:blip r:embed="rId59">
              <a:alphaModFix/>
            </a:blip>
            <a:srcRect/>
            <a:stretch/>
          </p:blipFill>
          <p:spPr>
            <a:xfrm>
              <a:off x="15862679" y="1222285"/>
              <a:ext cx="26417" cy="27127"/>
            </a:xfrm>
            <a:prstGeom prst="rect">
              <a:avLst/>
            </a:prstGeom>
            <a:noFill/>
            <a:ln>
              <a:noFill/>
            </a:ln>
          </p:spPr>
        </p:pic>
        <p:pic>
          <p:nvPicPr>
            <p:cNvPr id="113" name="Google Shape;1347;p8"/>
            <p:cNvPicPr preferRelativeResize="0"/>
            <p:nvPr/>
          </p:nvPicPr>
          <p:blipFill rotWithShape="1">
            <a:blip r:embed="rId39">
              <a:alphaModFix/>
            </a:blip>
            <a:srcRect/>
            <a:stretch/>
          </p:blipFill>
          <p:spPr>
            <a:xfrm>
              <a:off x="15671037" y="1452867"/>
              <a:ext cx="13716" cy="10439"/>
            </a:xfrm>
            <a:prstGeom prst="rect">
              <a:avLst/>
            </a:prstGeom>
            <a:noFill/>
            <a:ln>
              <a:noFill/>
            </a:ln>
          </p:spPr>
        </p:pic>
        <p:pic>
          <p:nvPicPr>
            <p:cNvPr id="114" name="Google Shape;1348;p8"/>
            <p:cNvPicPr preferRelativeResize="0"/>
            <p:nvPr/>
          </p:nvPicPr>
          <p:blipFill rotWithShape="1">
            <a:blip r:embed="rId21">
              <a:alphaModFix/>
            </a:blip>
            <a:srcRect/>
            <a:stretch/>
          </p:blipFill>
          <p:spPr>
            <a:xfrm>
              <a:off x="15720694" y="1412227"/>
              <a:ext cx="380" cy="406"/>
            </a:xfrm>
            <a:prstGeom prst="rect">
              <a:avLst/>
            </a:prstGeom>
            <a:noFill/>
            <a:ln>
              <a:noFill/>
            </a:ln>
          </p:spPr>
        </p:pic>
        <p:pic>
          <p:nvPicPr>
            <p:cNvPr id="115" name="Google Shape;1349;p8"/>
            <p:cNvPicPr preferRelativeResize="0"/>
            <p:nvPr/>
          </p:nvPicPr>
          <p:blipFill rotWithShape="1">
            <a:blip r:embed="rId39">
              <a:alphaModFix/>
            </a:blip>
            <a:srcRect/>
            <a:stretch/>
          </p:blipFill>
          <p:spPr>
            <a:xfrm>
              <a:off x="15703041" y="1453451"/>
              <a:ext cx="6813" cy="8280"/>
            </a:xfrm>
            <a:prstGeom prst="rect">
              <a:avLst/>
            </a:prstGeom>
            <a:noFill/>
            <a:ln>
              <a:noFill/>
            </a:ln>
          </p:spPr>
        </p:pic>
        <p:pic>
          <p:nvPicPr>
            <p:cNvPr id="116" name="Google Shape;1350;p8"/>
            <p:cNvPicPr preferRelativeResize="0"/>
            <p:nvPr/>
          </p:nvPicPr>
          <p:blipFill rotWithShape="1">
            <a:blip r:embed="rId21">
              <a:alphaModFix/>
            </a:blip>
            <a:srcRect/>
            <a:stretch/>
          </p:blipFill>
          <p:spPr>
            <a:xfrm>
              <a:off x="15743428" y="1388706"/>
              <a:ext cx="1779" cy="1498"/>
            </a:xfrm>
            <a:prstGeom prst="rect">
              <a:avLst/>
            </a:prstGeom>
            <a:noFill/>
            <a:ln>
              <a:noFill/>
            </a:ln>
          </p:spPr>
        </p:pic>
        <p:pic>
          <p:nvPicPr>
            <p:cNvPr id="117" name="Google Shape;1351;p8"/>
            <p:cNvPicPr preferRelativeResize="0"/>
            <p:nvPr/>
          </p:nvPicPr>
          <p:blipFill rotWithShape="1">
            <a:blip r:embed="rId21">
              <a:alphaModFix/>
            </a:blip>
            <a:srcRect/>
            <a:stretch/>
          </p:blipFill>
          <p:spPr>
            <a:xfrm>
              <a:off x="15921353" y="1232230"/>
              <a:ext cx="253" cy="241"/>
            </a:xfrm>
            <a:prstGeom prst="rect">
              <a:avLst/>
            </a:prstGeom>
            <a:noFill/>
            <a:ln>
              <a:noFill/>
            </a:ln>
          </p:spPr>
        </p:pic>
      </p:grpSp>
      <p:pic>
        <p:nvPicPr>
          <p:cNvPr id="118"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rotWithShape="1">
          <a:blip r:embed="rId60">
            <a:extLst>
              <a:ext uri="{28A0092B-C50C-407E-A947-70E740481C1C}">
                <a14:useLocalDpi xmlns:a14="http://schemas.microsoft.com/office/drawing/2010/main" val="0"/>
              </a:ext>
            </a:extLst>
          </a:blip>
          <a:srcRect l="30304" t="90724" r="23779" b="14"/>
          <a:stretch/>
        </p:blipFill>
        <p:spPr bwMode="auto">
          <a:xfrm rot="5400000">
            <a:off x="-2460149" y="3389289"/>
            <a:ext cx="5584874" cy="63304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pic>
        <p:nvPicPr>
          <p:cNvPr id="629" name="Google Shape;629;p36"/>
          <p:cNvPicPr preferRelativeResize="0"/>
          <p:nvPr/>
        </p:nvPicPr>
        <p:blipFill rotWithShape="1">
          <a:blip r:embed="rId3">
            <a:alphaModFix/>
          </a:blip>
          <a:srcRect/>
          <a:stretch/>
        </p:blipFill>
        <p:spPr>
          <a:xfrm>
            <a:off x="946628" y="723406"/>
            <a:ext cx="10229366" cy="5602376"/>
          </a:xfrm>
          <a:prstGeom prst="rect">
            <a:avLst/>
          </a:prstGeom>
          <a:noFill/>
          <a:ln>
            <a:noFill/>
          </a:ln>
          <a:effectLst>
            <a:outerShdw blurRad="101600" dist="50800" sx="101000" sy="101000" algn="ctr" rotWithShape="0">
              <a:srgbClr val="7F7F7F">
                <a:alpha val="20000"/>
              </a:srgbClr>
            </a:outerShdw>
          </a:effectLst>
        </p:spPr>
      </p:pic>
      <p:sp>
        <p:nvSpPr>
          <p:cNvPr id="630" name="Google Shape;630;p36"/>
          <p:cNvSpPr/>
          <p:nvPr/>
        </p:nvSpPr>
        <p:spPr>
          <a:xfrm>
            <a:off x="6697510" y="3830139"/>
            <a:ext cx="1575121" cy="651523"/>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31" name="Google Shape;631;p36">
            <a:hlinkClick r:id="rId4"/>
          </p:cNvPr>
          <p:cNvPicPr preferRelativeResize="0"/>
          <p:nvPr/>
        </p:nvPicPr>
        <p:blipFill rotWithShape="1">
          <a:blip r:embed="rId5">
            <a:alphaModFix/>
          </a:blip>
          <a:srcRect/>
          <a:stretch/>
        </p:blipFill>
        <p:spPr>
          <a:xfrm>
            <a:off x="7745789" y="4155900"/>
            <a:ext cx="526842" cy="526842"/>
          </a:xfrm>
          <a:prstGeom prst="rect">
            <a:avLst/>
          </a:prstGeom>
          <a:noFill/>
          <a:ln>
            <a:noFill/>
          </a:ln>
        </p:spPr>
      </p:pic>
      <p:sp>
        <p:nvSpPr>
          <p:cNvPr id="632" name="Google Shape;632;p36"/>
          <p:cNvSpPr/>
          <p:nvPr/>
        </p:nvSpPr>
        <p:spPr>
          <a:xfrm>
            <a:off x="7024744" y="4840941"/>
            <a:ext cx="4763423" cy="1546208"/>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2000" b="0" i="0" u="none" strike="noStrike" cap="none" dirty="0">
                <a:solidFill>
                  <a:schemeClr val="lt1"/>
                </a:solidFill>
                <a:latin typeface="Gotham Rounded" pitchFamily="50" charset="0"/>
                <a:ea typeface="Tahoma"/>
                <a:cs typeface="Tahoma"/>
                <a:sym typeface="Tahoma"/>
              </a:rPr>
              <a:t>A partir de aquí comenzará a instalarse automáticamente.</a:t>
            </a:r>
            <a:endParaRPr sz="2000" b="0" i="1" u="none" strike="noStrike" cap="none" dirty="0">
              <a:solidFill>
                <a:schemeClr val="lt1"/>
              </a:solidFill>
              <a:latin typeface="Gotham Rounded" pitchFamily="50" charset="0"/>
              <a:ea typeface="Tahoma"/>
              <a:cs typeface="Tahoma"/>
              <a:sym typeface="Tahoma"/>
            </a:endParaRPr>
          </a:p>
        </p:txBody>
      </p:sp>
      <p:pic>
        <p:nvPicPr>
          <p:cNvPr id="6"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rotWithShape="1">
          <a:blip r:embed="rId6">
            <a:extLst>
              <a:ext uri="{28A0092B-C50C-407E-A947-70E740481C1C}">
                <a14:useLocalDpi xmlns:a14="http://schemas.microsoft.com/office/drawing/2010/main" val="0"/>
              </a:ext>
            </a:extLst>
          </a:blip>
          <a:srcRect l="30304" t="90724" r="23779" b="14"/>
          <a:stretch/>
        </p:blipFill>
        <p:spPr bwMode="auto">
          <a:xfrm rot="5400000">
            <a:off x="-2460149" y="3389289"/>
            <a:ext cx="5584874" cy="633047"/>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oogle Shape;1238;p8"/>
          <p:cNvGrpSpPr/>
          <p:nvPr/>
        </p:nvGrpSpPr>
        <p:grpSpPr>
          <a:xfrm>
            <a:off x="10647115" y="113816"/>
            <a:ext cx="1414810" cy="548223"/>
            <a:chOff x="14201902" y="621652"/>
            <a:chExt cx="2318892" cy="951953"/>
          </a:xfrm>
        </p:grpSpPr>
        <p:pic>
          <p:nvPicPr>
            <p:cNvPr id="8" name="Google Shape;1240;p8"/>
            <p:cNvPicPr preferRelativeResize="0"/>
            <p:nvPr/>
          </p:nvPicPr>
          <p:blipFill rotWithShape="1">
            <a:blip r:embed="rId7">
              <a:alphaModFix/>
            </a:blip>
            <a:srcRect/>
            <a:stretch/>
          </p:blipFill>
          <p:spPr>
            <a:xfrm>
              <a:off x="14496301" y="621652"/>
              <a:ext cx="381832" cy="226865"/>
            </a:xfrm>
            <a:prstGeom prst="rect">
              <a:avLst/>
            </a:prstGeom>
            <a:noFill/>
            <a:ln>
              <a:noFill/>
            </a:ln>
          </p:spPr>
        </p:pic>
        <p:sp>
          <p:nvSpPr>
            <p:cNvPr id="9" name="Google Shape;1241;p8"/>
            <p:cNvSpPr/>
            <p:nvPr/>
          </p:nvSpPr>
          <p:spPr>
            <a:xfrm>
              <a:off x="14410042" y="884923"/>
              <a:ext cx="289560" cy="247650"/>
            </a:xfrm>
            <a:custGeom>
              <a:avLst/>
              <a:gdLst/>
              <a:ahLst/>
              <a:cxnLst/>
              <a:rect l="l" t="t" r="r" b="b"/>
              <a:pathLst>
                <a:path w="289559" h="247650" extrusionOk="0">
                  <a:moveTo>
                    <a:pt x="255943" y="0"/>
                  </a:moveTo>
                  <a:lnTo>
                    <a:pt x="240766" y="0"/>
                  </a:lnTo>
                  <a:lnTo>
                    <a:pt x="236550" y="2806"/>
                  </a:lnTo>
                  <a:lnTo>
                    <a:pt x="144741" y="191325"/>
                  </a:lnTo>
                  <a:lnTo>
                    <a:pt x="52603" y="2806"/>
                  </a:lnTo>
                  <a:lnTo>
                    <a:pt x="48374" y="0"/>
                  </a:lnTo>
                  <a:lnTo>
                    <a:pt x="33197" y="0"/>
                  </a:lnTo>
                  <a:lnTo>
                    <a:pt x="28257" y="5981"/>
                  </a:lnTo>
                  <a:lnTo>
                    <a:pt x="0" y="240411"/>
                  </a:lnTo>
                  <a:lnTo>
                    <a:pt x="4216" y="246062"/>
                  </a:lnTo>
                  <a:lnTo>
                    <a:pt x="17297" y="247472"/>
                  </a:lnTo>
                  <a:lnTo>
                    <a:pt x="22580" y="242887"/>
                  </a:lnTo>
                  <a:lnTo>
                    <a:pt x="46964" y="43421"/>
                  </a:lnTo>
                  <a:lnTo>
                    <a:pt x="129209" y="210045"/>
                  </a:lnTo>
                  <a:lnTo>
                    <a:pt x="131673" y="215353"/>
                  </a:lnTo>
                  <a:lnTo>
                    <a:pt x="136283" y="222402"/>
                  </a:lnTo>
                  <a:lnTo>
                    <a:pt x="153212" y="222402"/>
                  </a:lnTo>
                  <a:lnTo>
                    <a:pt x="157810" y="215353"/>
                  </a:lnTo>
                  <a:lnTo>
                    <a:pt x="242176" y="43421"/>
                  </a:lnTo>
                  <a:lnTo>
                    <a:pt x="266522" y="242887"/>
                  </a:lnTo>
                  <a:lnTo>
                    <a:pt x="271843" y="247472"/>
                  </a:lnTo>
                  <a:lnTo>
                    <a:pt x="284899" y="246062"/>
                  </a:lnTo>
                  <a:lnTo>
                    <a:pt x="289128" y="240411"/>
                  </a:lnTo>
                  <a:lnTo>
                    <a:pt x="288429" y="233705"/>
                  </a:lnTo>
                  <a:lnTo>
                    <a:pt x="260896" y="5981"/>
                  </a:lnTo>
                  <a:lnTo>
                    <a:pt x="255943"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0" name="Google Shape;1242;p8"/>
            <p:cNvPicPr preferRelativeResize="0"/>
            <p:nvPr/>
          </p:nvPicPr>
          <p:blipFill rotWithShape="1">
            <a:blip r:embed="rId8">
              <a:alphaModFix/>
            </a:blip>
            <a:srcRect/>
            <a:stretch/>
          </p:blipFill>
          <p:spPr>
            <a:xfrm>
              <a:off x="14755824" y="884923"/>
              <a:ext cx="172262" cy="248538"/>
            </a:xfrm>
            <a:prstGeom prst="rect">
              <a:avLst/>
            </a:prstGeom>
            <a:noFill/>
            <a:ln>
              <a:noFill/>
            </a:ln>
          </p:spPr>
        </p:pic>
        <p:pic>
          <p:nvPicPr>
            <p:cNvPr id="11" name="Google Shape;1243;p8"/>
            <p:cNvPicPr preferRelativeResize="0"/>
            <p:nvPr/>
          </p:nvPicPr>
          <p:blipFill rotWithShape="1">
            <a:blip r:embed="rId9">
              <a:alphaModFix/>
            </a:blip>
            <a:srcRect/>
            <a:stretch/>
          </p:blipFill>
          <p:spPr>
            <a:xfrm>
              <a:off x="14995360" y="884910"/>
              <a:ext cx="296633" cy="246773"/>
            </a:xfrm>
            <a:prstGeom prst="rect">
              <a:avLst/>
            </a:prstGeom>
            <a:noFill/>
            <a:ln>
              <a:noFill/>
            </a:ln>
          </p:spPr>
        </p:pic>
        <p:sp>
          <p:nvSpPr>
            <p:cNvPr id="12" name="Google Shape;1244;p8"/>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3" name="Google Shape;1245;p8"/>
            <p:cNvPicPr preferRelativeResize="0"/>
            <p:nvPr/>
          </p:nvPicPr>
          <p:blipFill rotWithShape="1">
            <a:blip r:embed="rId10">
              <a:alphaModFix/>
            </a:blip>
            <a:srcRect/>
            <a:stretch/>
          </p:blipFill>
          <p:spPr>
            <a:xfrm>
              <a:off x="15426016" y="886663"/>
              <a:ext cx="163791" cy="245021"/>
            </a:xfrm>
            <a:prstGeom prst="rect">
              <a:avLst/>
            </a:prstGeom>
            <a:noFill/>
            <a:ln>
              <a:noFill/>
            </a:ln>
          </p:spPr>
        </p:pic>
        <p:pic>
          <p:nvPicPr>
            <p:cNvPr id="14" name="Google Shape;1246;p8"/>
            <p:cNvPicPr preferRelativeResize="0"/>
            <p:nvPr/>
          </p:nvPicPr>
          <p:blipFill rotWithShape="1">
            <a:blip r:embed="rId11">
              <a:alphaModFix/>
            </a:blip>
            <a:srcRect/>
            <a:stretch/>
          </p:blipFill>
          <p:spPr>
            <a:xfrm>
              <a:off x="15638234" y="884910"/>
              <a:ext cx="128130" cy="245008"/>
            </a:xfrm>
            <a:prstGeom prst="rect">
              <a:avLst/>
            </a:prstGeom>
            <a:noFill/>
            <a:ln>
              <a:noFill/>
            </a:ln>
          </p:spPr>
        </p:pic>
        <p:sp>
          <p:nvSpPr>
            <p:cNvPr id="15" name="Google Shape;1247;p8"/>
            <p:cNvSpPr/>
            <p:nvPr/>
          </p:nvSpPr>
          <p:spPr>
            <a:xfrm>
              <a:off x="15807512" y="884923"/>
              <a:ext cx="23495" cy="247015"/>
            </a:xfrm>
            <a:custGeom>
              <a:avLst/>
              <a:gdLst/>
              <a:ahLst/>
              <a:cxnLst/>
              <a:rect l="l" t="t" r="r" b="b"/>
              <a:pathLst>
                <a:path w="23494" h="247015" extrusionOk="0">
                  <a:moveTo>
                    <a:pt x="18338" y="0"/>
                  </a:moveTo>
                  <a:lnTo>
                    <a:pt x="4927" y="0"/>
                  </a:lnTo>
                  <a:lnTo>
                    <a:pt x="0" y="5283"/>
                  </a:lnTo>
                  <a:lnTo>
                    <a:pt x="0" y="241452"/>
                  </a:lnTo>
                  <a:lnTo>
                    <a:pt x="4927"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6" name="Google Shape;1248;p8"/>
            <p:cNvPicPr preferRelativeResize="0"/>
            <p:nvPr/>
          </p:nvPicPr>
          <p:blipFill rotWithShape="1">
            <a:blip r:embed="rId12">
              <a:alphaModFix/>
            </a:blip>
            <a:srcRect/>
            <a:stretch/>
          </p:blipFill>
          <p:spPr>
            <a:xfrm>
              <a:off x="15884842" y="883856"/>
              <a:ext cx="424116" cy="249605"/>
            </a:xfrm>
            <a:prstGeom prst="rect">
              <a:avLst/>
            </a:prstGeom>
            <a:noFill/>
            <a:ln>
              <a:noFill/>
            </a:ln>
          </p:spPr>
        </p:pic>
        <p:sp>
          <p:nvSpPr>
            <p:cNvPr id="17" name="Google Shape;1249;p8"/>
            <p:cNvSpPr/>
            <p:nvPr/>
          </p:nvSpPr>
          <p:spPr>
            <a:xfrm>
              <a:off x="1506874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66" y="40652"/>
                  </a:lnTo>
                  <a:lnTo>
                    <a:pt x="26466" y="125488"/>
                  </a:lnTo>
                  <a:lnTo>
                    <a:pt x="26114" y="133764"/>
                  </a:lnTo>
                  <a:lnTo>
                    <a:pt x="23985" y="141384"/>
                  </a:lnTo>
                  <a:lnTo>
                    <a:pt x="18896" y="146968"/>
                  </a:lnTo>
                  <a:lnTo>
                    <a:pt x="9664" y="149136"/>
                  </a:lnTo>
                  <a:lnTo>
                    <a:pt x="2628" y="149136"/>
                  </a:lnTo>
                  <a:lnTo>
                    <a:pt x="0" y="151599"/>
                  </a:lnTo>
                  <a:lnTo>
                    <a:pt x="0" y="157911"/>
                  </a:lnTo>
                  <a:lnTo>
                    <a:pt x="2628" y="160350"/>
                  </a:lnTo>
                  <a:lnTo>
                    <a:pt x="9664" y="160350"/>
                  </a:lnTo>
                  <a:lnTo>
                    <a:pt x="23186" y="157662"/>
                  </a:lnTo>
                  <a:lnTo>
                    <a:pt x="31934" y="150277"/>
                  </a:lnTo>
                  <a:lnTo>
                    <a:pt x="36643"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8" name="Google Shape;1250;p8"/>
            <p:cNvPicPr preferRelativeResize="0"/>
            <p:nvPr/>
          </p:nvPicPr>
          <p:blipFill rotWithShape="1">
            <a:blip r:embed="rId13">
              <a:alphaModFix/>
            </a:blip>
            <a:srcRect/>
            <a:stretch/>
          </p:blipFill>
          <p:spPr>
            <a:xfrm>
              <a:off x="15129420" y="1280883"/>
              <a:ext cx="267157" cy="122516"/>
            </a:xfrm>
            <a:prstGeom prst="rect">
              <a:avLst/>
            </a:prstGeom>
            <a:noFill/>
            <a:ln>
              <a:noFill/>
            </a:ln>
          </p:spPr>
        </p:pic>
        <p:pic>
          <p:nvPicPr>
            <p:cNvPr id="19" name="Google Shape;1251;p8"/>
            <p:cNvPicPr preferRelativeResize="0"/>
            <p:nvPr/>
          </p:nvPicPr>
          <p:blipFill rotWithShape="1">
            <a:blip r:embed="rId14">
              <a:alphaModFix/>
            </a:blip>
            <a:srcRect/>
            <a:stretch/>
          </p:blipFill>
          <p:spPr>
            <a:xfrm>
              <a:off x="15417545" y="1318018"/>
              <a:ext cx="70269" cy="84480"/>
            </a:xfrm>
            <a:prstGeom prst="rect">
              <a:avLst/>
            </a:prstGeom>
            <a:noFill/>
            <a:ln>
              <a:noFill/>
            </a:ln>
          </p:spPr>
        </p:pic>
        <p:pic>
          <p:nvPicPr>
            <p:cNvPr id="20" name="Google Shape;1252;p8"/>
            <p:cNvPicPr preferRelativeResize="0"/>
            <p:nvPr/>
          </p:nvPicPr>
          <p:blipFill rotWithShape="1">
            <a:blip r:embed="rId15">
              <a:alphaModFix/>
            </a:blip>
            <a:srcRect/>
            <a:stretch/>
          </p:blipFill>
          <p:spPr>
            <a:xfrm>
              <a:off x="15509772" y="1318018"/>
              <a:ext cx="154457" cy="85382"/>
            </a:xfrm>
            <a:prstGeom prst="rect">
              <a:avLst/>
            </a:prstGeom>
            <a:noFill/>
            <a:ln>
              <a:noFill/>
            </a:ln>
          </p:spPr>
        </p:pic>
        <p:sp>
          <p:nvSpPr>
            <p:cNvPr id="21" name="Google Shape;1253;p8"/>
            <p:cNvSpPr/>
            <p:nvPr/>
          </p:nvSpPr>
          <p:spPr>
            <a:xfrm>
              <a:off x="1591545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43" y="38023"/>
                  </a:lnTo>
                  <a:lnTo>
                    <a:pt x="26479" y="40652"/>
                  </a:lnTo>
                  <a:lnTo>
                    <a:pt x="26479" y="125488"/>
                  </a:lnTo>
                  <a:lnTo>
                    <a:pt x="26119" y="133764"/>
                  </a:lnTo>
                  <a:lnTo>
                    <a:pt x="23983" y="141384"/>
                  </a:lnTo>
                  <a:lnTo>
                    <a:pt x="18885" y="146968"/>
                  </a:lnTo>
                  <a:lnTo>
                    <a:pt x="9639" y="149136"/>
                  </a:lnTo>
                  <a:lnTo>
                    <a:pt x="2628" y="149136"/>
                  </a:lnTo>
                  <a:lnTo>
                    <a:pt x="0" y="151599"/>
                  </a:lnTo>
                  <a:lnTo>
                    <a:pt x="0" y="157911"/>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2" name="Google Shape;1254;p8"/>
            <p:cNvPicPr preferRelativeResize="0"/>
            <p:nvPr/>
          </p:nvPicPr>
          <p:blipFill rotWithShape="1">
            <a:blip r:embed="rId16">
              <a:alphaModFix/>
            </a:blip>
            <a:srcRect/>
            <a:stretch/>
          </p:blipFill>
          <p:spPr>
            <a:xfrm>
              <a:off x="15976003" y="1280883"/>
              <a:ext cx="267157" cy="122516"/>
            </a:xfrm>
            <a:prstGeom prst="rect">
              <a:avLst/>
            </a:prstGeom>
            <a:noFill/>
            <a:ln>
              <a:noFill/>
            </a:ln>
          </p:spPr>
        </p:pic>
        <p:pic>
          <p:nvPicPr>
            <p:cNvPr id="23" name="Google Shape;1255;p8"/>
            <p:cNvPicPr preferRelativeResize="0"/>
            <p:nvPr/>
          </p:nvPicPr>
          <p:blipFill rotWithShape="1">
            <a:blip r:embed="rId17">
              <a:alphaModFix/>
            </a:blip>
            <a:srcRect/>
            <a:stretch/>
          </p:blipFill>
          <p:spPr>
            <a:xfrm>
              <a:off x="16264228" y="1318018"/>
              <a:ext cx="70294" cy="84480"/>
            </a:xfrm>
            <a:prstGeom prst="rect">
              <a:avLst/>
            </a:prstGeom>
            <a:noFill/>
            <a:ln>
              <a:noFill/>
            </a:ln>
          </p:spPr>
        </p:pic>
        <p:pic>
          <p:nvPicPr>
            <p:cNvPr id="24" name="Google Shape;1256;p8"/>
            <p:cNvPicPr preferRelativeResize="0"/>
            <p:nvPr/>
          </p:nvPicPr>
          <p:blipFill rotWithShape="1">
            <a:blip r:embed="rId18">
              <a:alphaModFix/>
            </a:blip>
            <a:srcRect/>
            <a:stretch/>
          </p:blipFill>
          <p:spPr>
            <a:xfrm>
              <a:off x="16356482" y="1318018"/>
              <a:ext cx="154457" cy="85382"/>
            </a:xfrm>
            <a:prstGeom prst="rect">
              <a:avLst/>
            </a:prstGeom>
            <a:noFill/>
            <a:ln>
              <a:noFill/>
            </a:ln>
          </p:spPr>
        </p:pic>
        <p:pic>
          <p:nvPicPr>
            <p:cNvPr id="25" name="Google Shape;1257;p8"/>
            <p:cNvPicPr preferRelativeResize="0"/>
            <p:nvPr/>
          </p:nvPicPr>
          <p:blipFill rotWithShape="1">
            <a:blip r:embed="rId19">
              <a:alphaModFix/>
            </a:blip>
            <a:srcRect/>
            <a:stretch/>
          </p:blipFill>
          <p:spPr>
            <a:xfrm>
              <a:off x="14201902" y="762152"/>
              <a:ext cx="2318892" cy="491782"/>
            </a:xfrm>
            <a:prstGeom prst="rect">
              <a:avLst/>
            </a:prstGeom>
            <a:noFill/>
            <a:ln>
              <a:noFill/>
            </a:ln>
          </p:spPr>
        </p:pic>
        <p:pic>
          <p:nvPicPr>
            <p:cNvPr id="26" name="Google Shape;1258;p8"/>
            <p:cNvPicPr preferRelativeResize="0"/>
            <p:nvPr/>
          </p:nvPicPr>
          <p:blipFill rotWithShape="1">
            <a:blip r:embed="rId20">
              <a:alphaModFix/>
            </a:blip>
            <a:srcRect/>
            <a:stretch/>
          </p:blipFill>
          <p:spPr>
            <a:xfrm>
              <a:off x="15628112" y="1170902"/>
              <a:ext cx="343027" cy="402703"/>
            </a:xfrm>
            <a:prstGeom prst="rect">
              <a:avLst/>
            </a:prstGeom>
            <a:noFill/>
            <a:ln>
              <a:noFill/>
            </a:ln>
          </p:spPr>
        </p:pic>
        <p:pic>
          <p:nvPicPr>
            <p:cNvPr id="27" name="Google Shape;1259;p8"/>
            <p:cNvPicPr preferRelativeResize="0"/>
            <p:nvPr/>
          </p:nvPicPr>
          <p:blipFill rotWithShape="1">
            <a:blip r:embed="rId21">
              <a:alphaModFix/>
            </a:blip>
            <a:srcRect/>
            <a:stretch/>
          </p:blipFill>
          <p:spPr>
            <a:xfrm>
              <a:off x="15688054" y="1399069"/>
              <a:ext cx="75693" cy="71500"/>
            </a:xfrm>
            <a:prstGeom prst="rect">
              <a:avLst/>
            </a:prstGeom>
            <a:noFill/>
            <a:ln>
              <a:noFill/>
            </a:ln>
          </p:spPr>
        </p:pic>
        <p:pic>
          <p:nvPicPr>
            <p:cNvPr id="28" name="Google Shape;1260;p8"/>
            <p:cNvPicPr preferRelativeResize="0"/>
            <p:nvPr/>
          </p:nvPicPr>
          <p:blipFill rotWithShape="1">
            <a:blip r:embed="rId22">
              <a:alphaModFix/>
            </a:blip>
            <a:srcRect/>
            <a:stretch/>
          </p:blipFill>
          <p:spPr>
            <a:xfrm>
              <a:off x="15685006" y="1433904"/>
              <a:ext cx="365" cy="357"/>
            </a:xfrm>
            <a:prstGeom prst="rect">
              <a:avLst/>
            </a:prstGeom>
            <a:noFill/>
            <a:ln>
              <a:noFill/>
            </a:ln>
          </p:spPr>
        </p:pic>
        <p:pic>
          <p:nvPicPr>
            <p:cNvPr id="29" name="Google Shape;1261;p8"/>
            <p:cNvPicPr preferRelativeResize="0"/>
            <p:nvPr/>
          </p:nvPicPr>
          <p:blipFill rotWithShape="1">
            <a:blip r:embed="rId23">
              <a:alphaModFix/>
            </a:blip>
            <a:srcRect/>
            <a:stretch/>
          </p:blipFill>
          <p:spPr>
            <a:xfrm>
              <a:off x="15609698" y="1489519"/>
              <a:ext cx="39623" cy="43522"/>
            </a:xfrm>
            <a:prstGeom prst="rect">
              <a:avLst/>
            </a:prstGeom>
            <a:noFill/>
            <a:ln>
              <a:noFill/>
            </a:ln>
          </p:spPr>
        </p:pic>
        <p:pic>
          <p:nvPicPr>
            <p:cNvPr id="30" name="Google Shape;1262;p8"/>
            <p:cNvPicPr preferRelativeResize="0"/>
            <p:nvPr/>
          </p:nvPicPr>
          <p:blipFill rotWithShape="1">
            <a:blip r:embed="rId24">
              <a:alphaModFix/>
            </a:blip>
            <a:srcRect/>
            <a:stretch/>
          </p:blipFill>
          <p:spPr>
            <a:xfrm>
              <a:off x="15665195" y="1482038"/>
              <a:ext cx="12445" cy="15214"/>
            </a:xfrm>
            <a:prstGeom prst="rect">
              <a:avLst/>
            </a:prstGeom>
            <a:noFill/>
            <a:ln>
              <a:noFill/>
            </a:ln>
          </p:spPr>
        </p:pic>
        <p:pic>
          <p:nvPicPr>
            <p:cNvPr id="31" name="Google Shape;1263;p8"/>
            <p:cNvPicPr preferRelativeResize="0"/>
            <p:nvPr/>
          </p:nvPicPr>
          <p:blipFill rotWithShape="1">
            <a:blip r:embed="rId24">
              <a:alphaModFix/>
            </a:blip>
            <a:srcRect/>
            <a:stretch/>
          </p:blipFill>
          <p:spPr>
            <a:xfrm>
              <a:off x="15665831" y="1458128"/>
              <a:ext cx="11683" cy="14601"/>
            </a:xfrm>
            <a:prstGeom prst="rect">
              <a:avLst/>
            </a:prstGeom>
            <a:noFill/>
            <a:ln>
              <a:noFill/>
            </a:ln>
          </p:spPr>
        </p:pic>
        <p:pic>
          <p:nvPicPr>
            <p:cNvPr id="32" name="Google Shape;1264;p8"/>
            <p:cNvPicPr preferRelativeResize="0"/>
            <p:nvPr/>
          </p:nvPicPr>
          <p:blipFill rotWithShape="1">
            <a:blip r:embed="rId25">
              <a:alphaModFix/>
            </a:blip>
            <a:srcRect/>
            <a:stretch/>
          </p:blipFill>
          <p:spPr>
            <a:xfrm>
              <a:off x="15824835" y="1228966"/>
              <a:ext cx="64007" cy="65811"/>
            </a:xfrm>
            <a:prstGeom prst="rect">
              <a:avLst/>
            </a:prstGeom>
            <a:noFill/>
            <a:ln>
              <a:noFill/>
            </a:ln>
          </p:spPr>
        </p:pic>
        <p:pic>
          <p:nvPicPr>
            <p:cNvPr id="33" name="Google Shape;1265;p8"/>
            <p:cNvPicPr preferRelativeResize="0"/>
            <p:nvPr/>
          </p:nvPicPr>
          <p:blipFill rotWithShape="1">
            <a:blip r:embed="rId26">
              <a:alphaModFix/>
            </a:blip>
            <a:srcRect/>
            <a:stretch/>
          </p:blipFill>
          <p:spPr>
            <a:xfrm>
              <a:off x="15624047" y="1433779"/>
              <a:ext cx="77215" cy="82550"/>
            </a:xfrm>
            <a:prstGeom prst="rect">
              <a:avLst/>
            </a:prstGeom>
            <a:noFill/>
            <a:ln>
              <a:noFill/>
            </a:ln>
          </p:spPr>
        </p:pic>
        <p:pic>
          <p:nvPicPr>
            <p:cNvPr id="34" name="Google Shape;1266;p8"/>
            <p:cNvPicPr preferRelativeResize="0"/>
            <p:nvPr/>
          </p:nvPicPr>
          <p:blipFill rotWithShape="1">
            <a:blip r:embed="rId27">
              <a:alphaModFix/>
            </a:blip>
            <a:srcRect/>
            <a:stretch/>
          </p:blipFill>
          <p:spPr>
            <a:xfrm>
              <a:off x="15901288" y="1256068"/>
              <a:ext cx="16763" cy="12903"/>
            </a:xfrm>
            <a:prstGeom prst="rect">
              <a:avLst/>
            </a:prstGeom>
            <a:noFill/>
            <a:ln>
              <a:noFill/>
            </a:ln>
          </p:spPr>
        </p:pic>
        <p:pic>
          <p:nvPicPr>
            <p:cNvPr id="35" name="Google Shape;1267;p8"/>
            <p:cNvPicPr preferRelativeResize="0"/>
            <p:nvPr/>
          </p:nvPicPr>
          <p:blipFill rotWithShape="1">
            <a:blip r:embed="rId24">
              <a:alphaModFix/>
            </a:blip>
            <a:srcRect/>
            <a:stretch/>
          </p:blipFill>
          <p:spPr>
            <a:xfrm>
              <a:off x="15680309" y="1443710"/>
              <a:ext cx="12953" cy="15138"/>
            </a:xfrm>
            <a:prstGeom prst="rect">
              <a:avLst/>
            </a:prstGeom>
            <a:noFill/>
            <a:ln>
              <a:noFill/>
            </a:ln>
          </p:spPr>
        </p:pic>
        <p:pic>
          <p:nvPicPr>
            <p:cNvPr id="36" name="Google Shape;1268;p8"/>
            <p:cNvPicPr preferRelativeResize="0"/>
            <p:nvPr/>
          </p:nvPicPr>
          <p:blipFill rotWithShape="1">
            <a:blip r:embed="rId28">
              <a:alphaModFix/>
            </a:blip>
            <a:srcRect/>
            <a:stretch/>
          </p:blipFill>
          <p:spPr>
            <a:xfrm>
              <a:off x="15931515" y="1237411"/>
              <a:ext cx="9779" cy="7467"/>
            </a:xfrm>
            <a:prstGeom prst="rect">
              <a:avLst/>
            </a:prstGeom>
            <a:noFill/>
            <a:ln>
              <a:noFill/>
            </a:ln>
          </p:spPr>
        </p:pic>
        <p:pic>
          <p:nvPicPr>
            <p:cNvPr id="37" name="Google Shape;1269;p8"/>
            <p:cNvPicPr preferRelativeResize="0"/>
            <p:nvPr/>
          </p:nvPicPr>
          <p:blipFill rotWithShape="1">
            <a:blip r:embed="rId29">
              <a:alphaModFix/>
            </a:blip>
            <a:srcRect/>
            <a:stretch/>
          </p:blipFill>
          <p:spPr>
            <a:xfrm>
              <a:off x="15934562" y="1189837"/>
              <a:ext cx="38226" cy="32524"/>
            </a:xfrm>
            <a:prstGeom prst="rect">
              <a:avLst/>
            </a:prstGeom>
            <a:noFill/>
            <a:ln>
              <a:noFill/>
            </a:ln>
          </p:spPr>
        </p:pic>
        <p:pic>
          <p:nvPicPr>
            <p:cNvPr id="38" name="Google Shape;1270;p8"/>
            <p:cNvPicPr preferRelativeResize="0"/>
            <p:nvPr/>
          </p:nvPicPr>
          <p:blipFill rotWithShape="1">
            <a:blip r:embed="rId30">
              <a:alphaModFix/>
            </a:blip>
            <a:srcRect/>
            <a:stretch/>
          </p:blipFill>
          <p:spPr>
            <a:xfrm>
              <a:off x="15645637" y="1455178"/>
              <a:ext cx="40257" cy="24193"/>
            </a:xfrm>
            <a:prstGeom prst="rect">
              <a:avLst/>
            </a:prstGeom>
            <a:noFill/>
            <a:ln>
              <a:noFill/>
            </a:ln>
          </p:spPr>
        </p:pic>
        <p:pic>
          <p:nvPicPr>
            <p:cNvPr id="39" name="Google Shape;1271;p8"/>
            <p:cNvPicPr preferRelativeResize="0"/>
            <p:nvPr/>
          </p:nvPicPr>
          <p:blipFill rotWithShape="1">
            <a:blip r:embed="rId31">
              <a:alphaModFix/>
            </a:blip>
            <a:srcRect/>
            <a:stretch/>
          </p:blipFill>
          <p:spPr>
            <a:xfrm>
              <a:off x="15687295" y="1443595"/>
              <a:ext cx="5969" cy="6934"/>
            </a:xfrm>
            <a:prstGeom prst="rect">
              <a:avLst/>
            </a:prstGeom>
            <a:noFill/>
            <a:ln>
              <a:noFill/>
            </a:ln>
          </p:spPr>
        </p:pic>
        <p:pic>
          <p:nvPicPr>
            <p:cNvPr id="40" name="Google Shape;1272;p8"/>
            <p:cNvPicPr preferRelativeResize="0"/>
            <p:nvPr/>
          </p:nvPicPr>
          <p:blipFill rotWithShape="1">
            <a:blip r:embed="rId32">
              <a:alphaModFix/>
            </a:blip>
            <a:srcRect/>
            <a:stretch/>
          </p:blipFill>
          <p:spPr>
            <a:xfrm>
              <a:off x="15900400" y="1202498"/>
              <a:ext cx="17907" cy="15088"/>
            </a:xfrm>
            <a:prstGeom prst="rect">
              <a:avLst/>
            </a:prstGeom>
            <a:noFill/>
            <a:ln>
              <a:noFill/>
            </a:ln>
          </p:spPr>
        </p:pic>
        <p:pic>
          <p:nvPicPr>
            <p:cNvPr id="41" name="Google Shape;1273;p8"/>
            <p:cNvPicPr preferRelativeResize="0"/>
            <p:nvPr/>
          </p:nvPicPr>
          <p:blipFill rotWithShape="1">
            <a:blip r:embed="rId33">
              <a:alphaModFix/>
            </a:blip>
            <a:srcRect/>
            <a:stretch/>
          </p:blipFill>
          <p:spPr>
            <a:xfrm>
              <a:off x="15696945" y="1384351"/>
              <a:ext cx="36195" cy="49428"/>
            </a:xfrm>
            <a:prstGeom prst="rect">
              <a:avLst/>
            </a:prstGeom>
            <a:noFill/>
            <a:ln>
              <a:noFill/>
            </a:ln>
          </p:spPr>
        </p:pic>
        <p:pic>
          <p:nvPicPr>
            <p:cNvPr id="42" name="Google Shape;1274;p8"/>
            <p:cNvPicPr preferRelativeResize="0"/>
            <p:nvPr/>
          </p:nvPicPr>
          <p:blipFill rotWithShape="1">
            <a:blip r:embed="rId34">
              <a:alphaModFix/>
            </a:blip>
            <a:srcRect/>
            <a:stretch/>
          </p:blipFill>
          <p:spPr>
            <a:xfrm>
              <a:off x="15621381" y="1488414"/>
              <a:ext cx="43306" cy="44855"/>
            </a:xfrm>
            <a:prstGeom prst="rect">
              <a:avLst/>
            </a:prstGeom>
            <a:noFill/>
            <a:ln>
              <a:noFill/>
            </a:ln>
          </p:spPr>
        </p:pic>
        <p:pic>
          <p:nvPicPr>
            <p:cNvPr id="43" name="Google Shape;1275;p8"/>
            <p:cNvPicPr preferRelativeResize="0"/>
            <p:nvPr/>
          </p:nvPicPr>
          <p:blipFill rotWithShape="1">
            <a:blip r:embed="rId35">
              <a:alphaModFix/>
            </a:blip>
            <a:srcRect/>
            <a:stretch/>
          </p:blipFill>
          <p:spPr>
            <a:xfrm>
              <a:off x="15655416" y="1424228"/>
              <a:ext cx="62101" cy="58038"/>
            </a:xfrm>
            <a:prstGeom prst="rect">
              <a:avLst/>
            </a:prstGeom>
            <a:noFill/>
            <a:ln>
              <a:noFill/>
            </a:ln>
          </p:spPr>
        </p:pic>
        <p:pic>
          <p:nvPicPr>
            <p:cNvPr id="44" name="Google Shape;1276;p8"/>
            <p:cNvPicPr preferRelativeResize="0"/>
            <p:nvPr/>
          </p:nvPicPr>
          <p:blipFill rotWithShape="1">
            <a:blip r:embed="rId34">
              <a:alphaModFix/>
            </a:blip>
            <a:srcRect/>
            <a:stretch/>
          </p:blipFill>
          <p:spPr>
            <a:xfrm>
              <a:off x="15735425" y="1384478"/>
              <a:ext cx="41404" cy="44323"/>
            </a:xfrm>
            <a:prstGeom prst="rect">
              <a:avLst/>
            </a:prstGeom>
            <a:noFill/>
            <a:ln>
              <a:noFill/>
            </a:ln>
          </p:spPr>
        </p:pic>
        <p:pic>
          <p:nvPicPr>
            <p:cNvPr id="45" name="Google Shape;1277;p8"/>
            <p:cNvPicPr preferRelativeResize="0"/>
            <p:nvPr/>
          </p:nvPicPr>
          <p:blipFill rotWithShape="1">
            <a:blip r:embed="rId22">
              <a:alphaModFix/>
            </a:blip>
            <a:srcRect/>
            <a:stretch/>
          </p:blipFill>
          <p:spPr>
            <a:xfrm>
              <a:off x="15792070" y="1308544"/>
              <a:ext cx="3683" cy="3086"/>
            </a:xfrm>
            <a:prstGeom prst="rect">
              <a:avLst/>
            </a:prstGeom>
            <a:noFill/>
            <a:ln>
              <a:noFill/>
            </a:ln>
          </p:spPr>
        </p:pic>
        <p:pic>
          <p:nvPicPr>
            <p:cNvPr id="46" name="Google Shape;1278;p8"/>
            <p:cNvPicPr preferRelativeResize="0"/>
            <p:nvPr/>
          </p:nvPicPr>
          <p:blipFill rotWithShape="1">
            <a:blip r:embed="rId36">
              <a:alphaModFix/>
            </a:blip>
            <a:srcRect/>
            <a:stretch/>
          </p:blipFill>
          <p:spPr>
            <a:xfrm>
              <a:off x="15669386" y="1471827"/>
              <a:ext cx="6223" cy="16472"/>
            </a:xfrm>
            <a:prstGeom prst="rect">
              <a:avLst/>
            </a:prstGeom>
            <a:noFill/>
            <a:ln>
              <a:noFill/>
            </a:ln>
          </p:spPr>
        </p:pic>
        <p:pic>
          <p:nvPicPr>
            <p:cNvPr id="47" name="Google Shape;1279;p8"/>
            <p:cNvPicPr preferRelativeResize="0"/>
            <p:nvPr/>
          </p:nvPicPr>
          <p:blipFill rotWithShape="1">
            <a:blip r:embed="rId28">
              <a:alphaModFix/>
            </a:blip>
            <a:srcRect/>
            <a:stretch/>
          </p:blipFill>
          <p:spPr>
            <a:xfrm>
              <a:off x="15855950" y="1307782"/>
              <a:ext cx="7747" cy="7251"/>
            </a:xfrm>
            <a:prstGeom prst="rect">
              <a:avLst/>
            </a:prstGeom>
            <a:noFill/>
            <a:ln>
              <a:noFill/>
            </a:ln>
          </p:spPr>
        </p:pic>
        <p:pic>
          <p:nvPicPr>
            <p:cNvPr id="48" name="Google Shape;1280;p8"/>
            <p:cNvPicPr preferRelativeResize="0"/>
            <p:nvPr/>
          </p:nvPicPr>
          <p:blipFill rotWithShape="1">
            <a:blip r:embed="rId24">
              <a:alphaModFix/>
            </a:blip>
            <a:srcRect/>
            <a:stretch/>
          </p:blipFill>
          <p:spPr>
            <a:xfrm>
              <a:off x="15815056" y="1337019"/>
              <a:ext cx="14351" cy="13257"/>
            </a:xfrm>
            <a:prstGeom prst="rect">
              <a:avLst/>
            </a:prstGeom>
            <a:noFill/>
            <a:ln>
              <a:noFill/>
            </a:ln>
          </p:spPr>
        </p:pic>
        <p:pic>
          <p:nvPicPr>
            <p:cNvPr id="49" name="Google Shape;1281;p8"/>
            <p:cNvPicPr preferRelativeResize="0"/>
            <p:nvPr/>
          </p:nvPicPr>
          <p:blipFill rotWithShape="1">
            <a:blip r:embed="rId37">
              <a:alphaModFix/>
            </a:blip>
            <a:srcRect/>
            <a:stretch/>
          </p:blipFill>
          <p:spPr>
            <a:xfrm>
              <a:off x="15642463" y="1463712"/>
              <a:ext cx="54101" cy="18427"/>
            </a:xfrm>
            <a:prstGeom prst="rect">
              <a:avLst/>
            </a:prstGeom>
            <a:noFill/>
            <a:ln>
              <a:noFill/>
            </a:ln>
          </p:spPr>
        </p:pic>
        <p:pic>
          <p:nvPicPr>
            <p:cNvPr id="50" name="Google Shape;1282;p8"/>
            <p:cNvPicPr preferRelativeResize="0"/>
            <p:nvPr/>
          </p:nvPicPr>
          <p:blipFill rotWithShape="1">
            <a:blip r:embed="rId38">
              <a:alphaModFix/>
            </a:blip>
            <a:srcRect/>
            <a:stretch/>
          </p:blipFill>
          <p:spPr>
            <a:xfrm>
              <a:off x="15736444" y="1349412"/>
              <a:ext cx="19811" cy="21044"/>
            </a:xfrm>
            <a:prstGeom prst="rect">
              <a:avLst/>
            </a:prstGeom>
            <a:noFill/>
            <a:ln>
              <a:noFill/>
            </a:ln>
          </p:spPr>
        </p:pic>
        <p:pic>
          <p:nvPicPr>
            <p:cNvPr id="51" name="Google Shape;1283;p8"/>
            <p:cNvPicPr preferRelativeResize="0"/>
            <p:nvPr/>
          </p:nvPicPr>
          <p:blipFill rotWithShape="1">
            <a:blip r:embed="rId39">
              <a:alphaModFix/>
            </a:blip>
            <a:srcRect/>
            <a:stretch/>
          </p:blipFill>
          <p:spPr>
            <a:xfrm>
              <a:off x="15651227" y="1473301"/>
              <a:ext cx="22858" cy="37363"/>
            </a:xfrm>
            <a:prstGeom prst="rect">
              <a:avLst/>
            </a:prstGeom>
            <a:noFill/>
            <a:ln>
              <a:noFill/>
            </a:ln>
          </p:spPr>
        </p:pic>
        <p:pic>
          <p:nvPicPr>
            <p:cNvPr id="52" name="Google Shape;1284;p8"/>
            <p:cNvPicPr preferRelativeResize="0"/>
            <p:nvPr/>
          </p:nvPicPr>
          <p:blipFill rotWithShape="1">
            <a:blip r:embed="rId40">
              <a:alphaModFix/>
            </a:blip>
            <a:srcRect/>
            <a:stretch/>
          </p:blipFill>
          <p:spPr>
            <a:xfrm>
              <a:off x="15670911" y="1472793"/>
              <a:ext cx="9395" cy="6642"/>
            </a:xfrm>
            <a:prstGeom prst="rect">
              <a:avLst/>
            </a:prstGeom>
            <a:noFill/>
            <a:ln>
              <a:noFill/>
            </a:ln>
          </p:spPr>
        </p:pic>
        <p:pic>
          <p:nvPicPr>
            <p:cNvPr id="53" name="Google Shape;1285;p8"/>
            <p:cNvPicPr preferRelativeResize="0"/>
            <p:nvPr/>
          </p:nvPicPr>
          <p:blipFill rotWithShape="1">
            <a:blip r:embed="rId41">
              <a:alphaModFix/>
            </a:blip>
            <a:srcRect/>
            <a:stretch/>
          </p:blipFill>
          <p:spPr>
            <a:xfrm>
              <a:off x="15935325" y="1214271"/>
              <a:ext cx="18032" cy="26936"/>
            </a:xfrm>
            <a:prstGeom prst="rect">
              <a:avLst/>
            </a:prstGeom>
            <a:noFill/>
            <a:ln>
              <a:noFill/>
            </a:ln>
          </p:spPr>
        </p:pic>
        <p:pic>
          <p:nvPicPr>
            <p:cNvPr id="54" name="Google Shape;1286;p8"/>
            <p:cNvPicPr preferRelativeResize="0"/>
            <p:nvPr/>
          </p:nvPicPr>
          <p:blipFill rotWithShape="1">
            <a:blip r:embed="rId42">
              <a:alphaModFix/>
            </a:blip>
            <a:srcRect/>
            <a:stretch/>
          </p:blipFill>
          <p:spPr>
            <a:xfrm>
              <a:off x="15635478" y="1434121"/>
              <a:ext cx="66292" cy="61213"/>
            </a:xfrm>
            <a:prstGeom prst="rect">
              <a:avLst/>
            </a:prstGeom>
            <a:noFill/>
            <a:ln>
              <a:noFill/>
            </a:ln>
          </p:spPr>
        </p:pic>
        <p:pic>
          <p:nvPicPr>
            <p:cNvPr id="55" name="Google Shape;1287;p8"/>
            <p:cNvPicPr preferRelativeResize="0"/>
            <p:nvPr/>
          </p:nvPicPr>
          <p:blipFill rotWithShape="1">
            <a:blip r:embed="rId31">
              <a:alphaModFix/>
            </a:blip>
            <a:srcRect/>
            <a:stretch/>
          </p:blipFill>
          <p:spPr>
            <a:xfrm>
              <a:off x="15682467" y="1428520"/>
              <a:ext cx="1523" cy="1777"/>
            </a:xfrm>
            <a:prstGeom prst="rect">
              <a:avLst/>
            </a:prstGeom>
            <a:noFill/>
            <a:ln>
              <a:noFill/>
            </a:ln>
          </p:spPr>
        </p:pic>
        <p:pic>
          <p:nvPicPr>
            <p:cNvPr id="56" name="Google Shape;1288;p8"/>
            <p:cNvPicPr preferRelativeResize="0"/>
            <p:nvPr/>
          </p:nvPicPr>
          <p:blipFill rotWithShape="1">
            <a:blip r:embed="rId43">
              <a:alphaModFix/>
            </a:blip>
            <a:srcRect/>
            <a:stretch/>
          </p:blipFill>
          <p:spPr>
            <a:xfrm>
              <a:off x="15639414" y="1470417"/>
              <a:ext cx="26036" cy="30924"/>
            </a:xfrm>
            <a:prstGeom prst="rect">
              <a:avLst/>
            </a:prstGeom>
            <a:noFill/>
            <a:ln>
              <a:noFill/>
            </a:ln>
          </p:spPr>
        </p:pic>
        <p:pic>
          <p:nvPicPr>
            <p:cNvPr id="57" name="Google Shape;1289;p8"/>
            <p:cNvPicPr preferRelativeResize="0"/>
            <p:nvPr/>
          </p:nvPicPr>
          <p:blipFill rotWithShape="1">
            <a:blip r:embed="rId44">
              <a:alphaModFix/>
            </a:blip>
            <a:srcRect/>
            <a:stretch/>
          </p:blipFill>
          <p:spPr>
            <a:xfrm>
              <a:off x="15666975" y="1440484"/>
              <a:ext cx="15351" cy="20421"/>
            </a:xfrm>
            <a:prstGeom prst="rect">
              <a:avLst/>
            </a:prstGeom>
            <a:noFill/>
            <a:ln>
              <a:noFill/>
            </a:ln>
          </p:spPr>
        </p:pic>
        <p:pic>
          <p:nvPicPr>
            <p:cNvPr id="58" name="Google Shape;1290;p8"/>
            <p:cNvPicPr preferRelativeResize="0"/>
            <p:nvPr/>
          </p:nvPicPr>
          <p:blipFill rotWithShape="1">
            <a:blip r:embed="rId22">
              <a:alphaModFix/>
            </a:blip>
            <a:srcRect/>
            <a:stretch/>
          </p:blipFill>
          <p:spPr>
            <a:xfrm>
              <a:off x="15953359" y="1215466"/>
              <a:ext cx="2285" cy="1803"/>
            </a:xfrm>
            <a:prstGeom prst="rect">
              <a:avLst/>
            </a:prstGeom>
            <a:noFill/>
            <a:ln>
              <a:noFill/>
            </a:ln>
          </p:spPr>
        </p:pic>
        <p:pic>
          <p:nvPicPr>
            <p:cNvPr id="59" name="Google Shape;1291;p8"/>
            <p:cNvPicPr preferRelativeResize="0"/>
            <p:nvPr/>
          </p:nvPicPr>
          <p:blipFill rotWithShape="1">
            <a:blip r:embed="rId45">
              <a:alphaModFix/>
            </a:blip>
            <a:srcRect/>
            <a:stretch/>
          </p:blipFill>
          <p:spPr>
            <a:xfrm>
              <a:off x="15685896" y="1402969"/>
              <a:ext cx="39878" cy="43662"/>
            </a:xfrm>
            <a:prstGeom prst="rect">
              <a:avLst/>
            </a:prstGeom>
            <a:noFill/>
            <a:ln>
              <a:noFill/>
            </a:ln>
          </p:spPr>
        </p:pic>
        <p:pic>
          <p:nvPicPr>
            <p:cNvPr id="60" name="Google Shape;1292;p8"/>
            <p:cNvPicPr preferRelativeResize="0"/>
            <p:nvPr/>
          </p:nvPicPr>
          <p:blipFill rotWithShape="1">
            <a:blip r:embed="rId46">
              <a:alphaModFix/>
            </a:blip>
            <a:srcRect/>
            <a:stretch/>
          </p:blipFill>
          <p:spPr>
            <a:xfrm>
              <a:off x="15880588" y="1270139"/>
              <a:ext cx="20192" cy="18021"/>
            </a:xfrm>
            <a:prstGeom prst="rect">
              <a:avLst/>
            </a:prstGeom>
            <a:noFill/>
            <a:ln>
              <a:noFill/>
            </a:ln>
          </p:spPr>
        </p:pic>
        <p:pic>
          <p:nvPicPr>
            <p:cNvPr id="61" name="Google Shape;1293;p8"/>
            <p:cNvPicPr preferRelativeResize="0"/>
            <p:nvPr/>
          </p:nvPicPr>
          <p:blipFill rotWithShape="1">
            <a:blip r:embed="rId40">
              <a:alphaModFix/>
            </a:blip>
            <a:srcRect/>
            <a:stretch/>
          </p:blipFill>
          <p:spPr>
            <a:xfrm>
              <a:off x="15668497" y="1475943"/>
              <a:ext cx="10794" cy="10998"/>
            </a:xfrm>
            <a:prstGeom prst="rect">
              <a:avLst/>
            </a:prstGeom>
            <a:noFill/>
            <a:ln>
              <a:noFill/>
            </a:ln>
          </p:spPr>
        </p:pic>
        <p:pic>
          <p:nvPicPr>
            <p:cNvPr id="62" name="Google Shape;1294;p8"/>
            <p:cNvPicPr preferRelativeResize="0"/>
            <p:nvPr/>
          </p:nvPicPr>
          <p:blipFill rotWithShape="1">
            <a:blip r:embed="rId22">
              <a:alphaModFix/>
            </a:blip>
            <a:srcRect/>
            <a:stretch/>
          </p:blipFill>
          <p:spPr>
            <a:xfrm>
              <a:off x="15965169" y="1207654"/>
              <a:ext cx="2031" cy="1524"/>
            </a:xfrm>
            <a:prstGeom prst="rect">
              <a:avLst/>
            </a:prstGeom>
            <a:noFill/>
            <a:ln>
              <a:noFill/>
            </a:ln>
          </p:spPr>
        </p:pic>
        <p:pic>
          <p:nvPicPr>
            <p:cNvPr id="63" name="Google Shape;1295;p8"/>
            <p:cNvPicPr preferRelativeResize="0"/>
            <p:nvPr/>
          </p:nvPicPr>
          <p:blipFill rotWithShape="1">
            <a:blip r:embed="rId28">
              <a:alphaModFix/>
            </a:blip>
            <a:srcRect/>
            <a:stretch/>
          </p:blipFill>
          <p:spPr>
            <a:xfrm>
              <a:off x="15889351" y="1220528"/>
              <a:ext cx="1687" cy="1338"/>
            </a:xfrm>
            <a:prstGeom prst="rect">
              <a:avLst/>
            </a:prstGeom>
            <a:noFill/>
            <a:ln>
              <a:noFill/>
            </a:ln>
          </p:spPr>
        </p:pic>
        <p:pic>
          <p:nvPicPr>
            <p:cNvPr id="64" name="Google Shape;1296;p8"/>
            <p:cNvPicPr preferRelativeResize="0"/>
            <p:nvPr/>
          </p:nvPicPr>
          <p:blipFill rotWithShape="1">
            <a:blip r:embed="rId36">
              <a:alphaModFix/>
            </a:blip>
            <a:srcRect/>
            <a:stretch/>
          </p:blipFill>
          <p:spPr>
            <a:xfrm>
              <a:off x="15948025" y="1190980"/>
              <a:ext cx="2666" cy="11263"/>
            </a:xfrm>
            <a:prstGeom prst="rect">
              <a:avLst/>
            </a:prstGeom>
            <a:noFill/>
            <a:ln>
              <a:noFill/>
            </a:ln>
          </p:spPr>
        </p:pic>
        <p:pic>
          <p:nvPicPr>
            <p:cNvPr id="65" name="Google Shape;1297;p8"/>
            <p:cNvPicPr preferRelativeResize="0"/>
            <p:nvPr/>
          </p:nvPicPr>
          <p:blipFill rotWithShape="1">
            <a:blip r:embed="rId47">
              <a:alphaModFix/>
            </a:blip>
            <a:srcRect/>
            <a:stretch/>
          </p:blipFill>
          <p:spPr>
            <a:xfrm>
              <a:off x="15672054" y="1466291"/>
              <a:ext cx="20955" cy="4953"/>
            </a:xfrm>
            <a:prstGeom prst="rect">
              <a:avLst/>
            </a:prstGeom>
            <a:noFill/>
            <a:ln>
              <a:noFill/>
            </a:ln>
          </p:spPr>
        </p:pic>
        <p:pic>
          <p:nvPicPr>
            <p:cNvPr id="66" name="Google Shape;1298;p8"/>
            <p:cNvPicPr preferRelativeResize="0"/>
            <p:nvPr/>
          </p:nvPicPr>
          <p:blipFill rotWithShape="1">
            <a:blip r:embed="rId40">
              <a:alphaModFix/>
            </a:blip>
            <a:srcRect/>
            <a:stretch/>
          </p:blipFill>
          <p:spPr>
            <a:xfrm>
              <a:off x="15635985" y="1508619"/>
              <a:ext cx="11174" cy="10465"/>
            </a:xfrm>
            <a:prstGeom prst="rect">
              <a:avLst/>
            </a:prstGeom>
            <a:noFill/>
            <a:ln>
              <a:noFill/>
            </a:ln>
          </p:spPr>
        </p:pic>
        <p:pic>
          <p:nvPicPr>
            <p:cNvPr id="67" name="Google Shape;1299;p8"/>
            <p:cNvPicPr preferRelativeResize="0"/>
            <p:nvPr/>
          </p:nvPicPr>
          <p:blipFill rotWithShape="1">
            <a:blip r:embed="rId48">
              <a:alphaModFix/>
            </a:blip>
            <a:srcRect/>
            <a:stretch/>
          </p:blipFill>
          <p:spPr>
            <a:xfrm>
              <a:off x="15891127" y="1207211"/>
              <a:ext cx="68581" cy="70726"/>
            </a:xfrm>
            <a:prstGeom prst="rect">
              <a:avLst/>
            </a:prstGeom>
            <a:noFill/>
            <a:ln>
              <a:noFill/>
            </a:ln>
          </p:spPr>
        </p:pic>
        <p:pic>
          <p:nvPicPr>
            <p:cNvPr id="68" name="Google Shape;1300;p8"/>
            <p:cNvPicPr preferRelativeResize="0"/>
            <p:nvPr/>
          </p:nvPicPr>
          <p:blipFill rotWithShape="1">
            <a:blip r:embed="rId22">
              <a:alphaModFix/>
            </a:blip>
            <a:srcRect/>
            <a:stretch/>
          </p:blipFill>
          <p:spPr>
            <a:xfrm>
              <a:off x="15658337" y="1504276"/>
              <a:ext cx="1142" cy="1384"/>
            </a:xfrm>
            <a:prstGeom prst="rect">
              <a:avLst/>
            </a:prstGeom>
            <a:noFill/>
            <a:ln>
              <a:noFill/>
            </a:ln>
          </p:spPr>
        </p:pic>
        <p:pic>
          <p:nvPicPr>
            <p:cNvPr id="69" name="Google Shape;1301;p8"/>
            <p:cNvPicPr preferRelativeResize="0"/>
            <p:nvPr/>
          </p:nvPicPr>
          <p:blipFill rotWithShape="1">
            <a:blip r:embed="rId32">
              <a:alphaModFix/>
            </a:blip>
            <a:srcRect/>
            <a:stretch/>
          </p:blipFill>
          <p:spPr>
            <a:xfrm>
              <a:off x="15658718" y="1475473"/>
              <a:ext cx="14986" cy="22047"/>
            </a:xfrm>
            <a:prstGeom prst="rect">
              <a:avLst/>
            </a:prstGeom>
            <a:noFill/>
            <a:ln>
              <a:noFill/>
            </a:ln>
          </p:spPr>
        </p:pic>
        <p:pic>
          <p:nvPicPr>
            <p:cNvPr id="70" name="Google Shape;1302;p8"/>
            <p:cNvPicPr preferRelativeResize="0"/>
            <p:nvPr/>
          </p:nvPicPr>
          <p:blipFill rotWithShape="1">
            <a:blip r:embed="rId22">
              <a:alphaModFix/>
            </a:blip>
            <a:srcRect/>
            <a:stretch/>
          </p:blipFill>
          <p:spPr>
            <a:xfrm>
              <a:off x="15635859" y="1500797"/>
              <a:ext cx="1143" cy="1409"/>
            </a:xfrm>
            <a:prstGeom prst="rect">
              <a:avLst/>
            </a:prstGeom>
            <a:noFill/>
            <a:ln>
              <a:noFill/>
            </a:ln>
          </p:spPr>
        </p:pic>
        <p:pic>
          <p:nvPicPr>
            <p:cNvPr id="71" name="Google Shape;1303;p8"/>
            <p:cNvPicPr preferRelativeResize="0"/>
            <p:nvPr/>
          </p:nvPicPr>
          <p:blipFill rotWithShape="1">
            <a:blip r:embed="rId31">
              <a:alphaModFix/>
            </a:blip>
            <a:srcRect/>
            <a:stretch/>
          </p:blipFill>
          <p:spPr>
            <a:xfrm>
              <a:off x="15916402" y="1201216"/>
              <a:ext cx="2412" cy="5461"/>
            </a:xfrm>
            <a:prstGeom prst="rect">
              <a:avLst/>
            </a:prstGeom>
            <a:noFill/>
            <a:ln>
              <a:noFill/>
            </a:ln>
          </p:spPr>
        </p:pic>
        <p:pic>
          <p:nvPicPr>
            <p:cNvPr id="72" name="Google Shape;1304;p8"/>
            <p:cNvPicPr preferRelativeResize="0"/>
            <p:nvPr/>
          </p:nvPicPr>
          <p:blipFill rotWithShape="1">
            <a:blip r:embed="rId22">
              <a:alphaModFix/>
            </a:blip>
            <a:srcRect/>
            <a:stretch/>
          </p:blipFill>
          <p:spPr>
            <a:xfrm>
              <a:off x="15947769" y="1197362"/>
              <a:ext cx="1650" cy="1276"/>
            </a:xfrm>
            <a:prstGeom prst="rect">
              <a:avLst/>
            </a:prstGeom>
            <a:noFill/>
            <a:ln>
              <a:noFill/>
            </a:ln>
          </p:spPr>
        </p:pic>
        <p:pic>
          <p:nvPicPr>
            <p:cNvPr id="73" name="Google Shape;1305;p8"/>
            <p:cNvPicPr preferRelativeResize="0"/>
            <p:nvPr/>
          </p:nvPicPr>
          <p:blipFill rotWithShape="1">
            <a:blip r:embed="rId22">
              <a:alphaModFix/>
            </a:blip>
            <a:srcRect/>
            <a:stretch/>
          </p:blipFill>
          <p:spPr>
            <a:xfrm>
              <a:off x="15933039" y="1198499"/>
              <a:ext cx="1016" cy="901"/>
            </a:xfrm>
            <a:prstGeom prst="rect">
              <a:avLst/>
            </a:prstGeom>
            <a:noFill/>
            <a:ln>
              <a:noFill/>
            </a:ln>
          </p:spPr>
        </p:pic>
        <p:pic>
          <p:nvPicPr>
            <p:cNvPr id="74" name="Google Shape;1306;p8"/>
            <p:cNvPicPr preferRelativeResize="0"/>
            <p:nvPr/>
          </p:nvPicPr>
          <p:blipFill rotWithShape="1">
            <a:blip r:embed="rId40">
              <a:alphaModFix/>
            </a:blip>
            <a:srcRect/>
            <a:stretch/>
          </p:blipFill>
          <p:spPr>
            <a:xfrm>
              <a:off x="15708376" y="1446885"/>
              <a:ext cx="8508" cy="9461"/>
            </a:xfrm>
            <a:prstGeom prst="rect">
              <a:avLst/>
            </a:prstGeom>
            <a:noFill/>
            <a:ln>
              <a:noFill/>
            </a:ln>
          </p:spPr>
        </p:pic>
        <p:pic>
          <p:nvPicPr>
            <p:cNvPr id="75" name="Google Shape;1307;p8"/>
            <p:cNvPicPr preferRelativeResize="0"/>
            <p:nvPr/>
          </p:nvPicPr>
          <p:blipFill rotWithShape="1">
            <a:blip r:embed="rId31">
              <a:alphaModFix/>
            </a:blip>
            <a:srcRect/>
            <a:stretch/>
          </p:blipFill>
          <p:spPr>
            <a:xfrm>
              <a:off x="15918687" y="1247634"/>
              <a:ext cx="9400" cy="9678"/>
            </a:xfrm>
            <a:prstGeom prst="rect">
              <a:avLst/>
            </a:prstGeom>
            <a:noFill/>
            <a:ln>
              <a:noFill/>
            </a:ln>
          </p:spPr>
        </p:pic>
        <p:pic>
          <p:nvPicPr>
            <p:cNvPr id="76" name="Google Shape;1308;p8"/>
            <p:cNvPicPr preferRelativeResize="0"/>
            <p:nvPr/>
          </p:nvPicPr>
          <p:blipFill rotWithShape="1">
            <a:blip r:embed="rId49">
              <a:alphaModFix/>
            </a:blip>
            <a:srcRect/>
            <a:stretch/>
          </p:blipFill>
          <p:spPr>
            <a:xfrm>
              <a:off x="15635732" y="1459293"/>
              <a:ext cx="44576" cy="50304"/>
            </a:xfrm>
            <a:prstGeom prst="rect">
              <a:avLst/>
            </a:prstGeom>
            <a:noFill/>
            <a:ln>
              <a:noFill/>
            </a:ln>
          </p:spPr>
        </p:pic>
        <p:pic>
          <p:nvPicPr>
            <p:cNvPr id="77" name="Google Shape;1309;p8"/>
            <p:cNvPicPr preferRelativeResize="0"/>
            <p:nvPr/>
          </p:nvPicPr>
          <p:blipFill rotWithShape="1">
            <a:blip r:embed="rId24">
              <a:alphaModFix/>
            </a:blip>
            <a:srcRect/>
            <a:stretch/>
          </p:blipFill>
          <p:spPr>
            <a:xfrm>
              <a:off x="15874620" y="1283169"/>
              <a:ext cx="14985" cy="14592"/>
            </a:xfrm>
            <a:prstGeom prst="rect">
              <a:avLst/>
            </a:prstGeom>
            <a:noFill/>
            <a:ln>
              <a:noFill/>
            </a:ln>
          </p:spPr>
        </p:pic>
        <p:pic>
          <p:nvPicPr>
            <p:cNvPr id="78" name="Google Shape;1310;p8"/>
            <p:cNvPicPr preferRelativeResize="0"/>
            <p:nvPr/>
          </p:nvPicPr>
          <p:blipFill rotWithShape="1">
            <a:blip r:embed="rId22">
              <a:alphaModFix/>
            </a:blip>
            <a:srcRect/>
            <a:stretch/>
          </p:blipFill>
          <p:spPr>
            <a:xfrm>
              <a:off x="15679419" y="1471002"/>
              <a:ext cx="761" cy="787"/>
            </a:xfrm>
            <a:prstGeom prst="rect">
              <a:avLst/>
            </a:prstGeom>
            <a:noFill/>
            <a:ln>
              <a:noFill/>
            </a:ln>
          </p:spPr>
        </p:pic>
        <p:pic>
          <p:nvPicPr>
            <p:cNvPr id="79" name="Google Shape;1311;p8"/>
            <p:cNvPicPr preferRelativeResize="0"/>
            <p:nvPr/>
          </p:nvPicPr>
          <p:blipFill rotWithShape="1">
            <a:blip r:embed="rId22">
              <a:alphaModFix/>
            </a:blip>
            <a:srcRect/>
            <a:stretch/>
          </p:blipFill>
          <p:spPr>
            <a:xfrm>
              <a:off x="15943198" y="1229410"/>
              <a:ext cx="1905" cy="1612"/>
            </a:xfrm>
            <a:prstGeom prst="rect">
              <a:avLst/>
            </a:prstGeom>
            <a:noFill/>
            <a:ln>
              <a:noFill/>
            </a:ln>
          </p:spPr>
        </p:pic>
        <p:pic>
          <p:nvPicPr>
            <p:cNvPr id="80" name="Google Shape;1312;p8"/>
            <p:cNvPicPr preferRelativeResize="0"/>
            <p:nvPr/>
          </p:nvPicPr>
          <p:blipFill rotWithShape="1">
            <a:blip r:embed="rId28">
              <a:alphaModFix/>
            </a:blip>
            <a:srcRect/>
            <a:stretch/>
          </p:blipFill>
          <p:spPr>
            <a:xfrm>
              <a:off x="15685389" y="1446009"/>
              <a:ext cx="9270" cy="4178"/>
            </a:xfrm>
            <a:prstGeom prst="rect">
              <a:avLst/>
            </a:prstGeom>
            <a:noFill/>
            <a:ln>
              <a:noFill/>
            </a:ln>
          </p:spPr>
        </p:pic>
        <p:pic>
          <p:nvPicPr>
            <p:cNvPr id="81" name="Google Shape;1313;p8"/>
            <p:cNvPicPr preferRelativeResize="0"/>
            <p:nvPr/>
          </p:nvPicPr>
          <p:blipFill rotWithShape="1">
            <a:blip r:embed="rId50">
              <a:alphaModFix/>
            </a:blip>
            <a:srcRect/>
            <a:stretch/>
          </p:blipFill>
          <p:spPr>
            <a:xfrm>
              <a:off x="15655797" y="1465834"/>
              <a:ext cx="29209" cy="40144"/>
            </a:xfrm>
            <a:prstGeom prst="rect">
              <a:avLst/>
            </a:prstGeom>
            <a:noFill/>
            <a:ln>
              <a:noFill/>
            </a:ln>
          </p:spPr>
        </p:pic>
        <p:pic>
          <p:nvPicPr>
            <p:cNvPr id="82" name="Google Shape;1314;p8"/>
            <p:cNvPicPr preferRelativeResize="0"/>
            <p:nvPr/>
          </p:nvPicPr>
          <p:blipFill rotWithShape="1">
            <a:blip r:embed="rId28">
              <a:alphaModFix/>
            </a:blip>
            <a:srcRect/>
            <a:stretch/>
          </p:blipFill>
          <p:spPr>
            <a:xfrm>
              <a:off x="15917671" y="1204010"/>
              <a:ext cx="1505" cy="1143"/>
            </a:xfrm>
            <a:prstGeom prst="rect">
              <a:avLst/>
            </a:prstGeom>
            <a:noFill/>
            <a:ln>
              <a:noFill/>
            </a:ln>
          </p:spPr>
        </p:pic>
        <p:pic>
          <p:nvPicPr>
            <p:cNvPr id="83" name="Google Shape;1315;p8"/>
            <p:cNvPicPr preferRelativeResize="0"/>
            <p:nvPr/>
          </p:nvPicPr>
          <p:blipFill rotWithShape="1">
            <a:blip r:embed="rId31">
              <a:alphaModFix/>
            </a:blip>
            <a:srcRect/>
            <a:stretch/>
          </p:blipFill>
          <p:spPr>
            <a:xfrm>
              <a:off x="15648432" y="1495513"/>
              <a:ext cx="635" cy="888"/>
            </a:xfrm>
            <a:prstGeom prst="rect">
              <a:avLst/>
            </a:prstGeom>
            <a:noFill/>
            <a:ln>
              <a:noFill/>
            </a:ln>
          </p:spPr>
        </p:pic>
        <p:pic>
          <p:nvPicPr>
            <p:cNvPr id="84" name="Google Shape;1316;p8"/>
            <p:cNvPicPr preferRelativeResize="0"/>
            <p:nvPr/>
          </p:nvPicPr>
          <p:blipFill rotWithShape="1">
            <a:blip r:embed="rId22">
              <a:alphaModFix/>
            </a:blip>
            <a:srcRect/>
            <a:stretch/>
          </p:blipFill>
          <p:spPr>
            <a:xfrm>
              <a:off x="15700883" y="1433957"/>
              <a:ext cx="889" cy="977"/>
            </a:xfrm>
            <a:prstGeom prst="rect">
              <a:avLst/>
            </a:prstGeom>
            <a:noFill/>
            <a:ln>
              <a:noFill/>
            </a:ln>
          </p:spPr>
        </p:pic>
        <p:pic>
          <p:nvPicPr>
            <p:cNvPr id="85" name="Google Shape;1317;p8"/>
            <p:cNvPicPr preferRelativeResize="0"/>
            <p:nvPr/>
          </p:nvPicPr>
          <p:blipFill rotWithShape="1">
            <a:blip r:embed="rId51">
              <a:alphaModFix/>
            </a:blip>
            <a:srcRect/>
            <a:stretch/>
          </p:blipFill>
          <p:spPr>
            <a:xfrm>
              <a:off x="15634335" y="1432801"/>
              <a:ext cx="68198" cy="66688"/>
            </a:xfrm>
            <a:prstGeom prst="rect">
              <a:avLst/>
            </a:prstGeom>
            <a:noFill/>
            <a:ln>
              <a:noFill/>
            </a:ln>
          </p:spPr>
        </p:pic>
        <p:pic>
          <p:nvPicPr>
            <p:cNvPr id="86" name="Google Shape;1318;p8"/>
            <p:cNvPicPr preferRelativeResize="0"/>
            <p:nvPr/>
          </p:nvPicPr>
          <p:blipFill rotWithShape="1">
            <a:blip r:embed="rId52">
              <a:alphaModFix/>
            </a:blip>
            <a:srcRect/>
            <a:stretch/>
          </p:blipFill>
          <p:spPr>
            <a:xfrm>
              <a:off x="15829153" y="1205191"/>
              <a:ext cx="88645" cy="72161"/>
            </a:xfrm>
            <a:prstGeom prst="rect">
              <a:avLst/>
            </a:prstGeom>
            <a:noFill/>
            <a:ln>
              <a:noFill/>
            </a:ln>
          </p:spPr>
        </p:pic>
        <p:pic>
          <p:nvPicPr>
            <p:cNvPr id="87" name="Google Shape;1319;p8"/>
            <p:cNvPicPr preferRelativeResize="0"/>
            <p:nvPr/>
          </p:nvPicPr>
          <p:blipFill rotWithShape="1">
            <a:blip r:embed="rId53">
              <a:alphaModFix/>
            </a:blip>
            <a:srcRect/>
            <a:stretch/>
          </p:blipFill>
          <p:spPr>
            <a:xfrm>
              <a:off x="15914242" y="1200353"/>
              <a:ext cx="12192" cy="4254"/>
            </a:xfrm>
            <a:prstGeom prst="rect">
              <a:avLst/>
            </a:prstGeom>
            <a:noFill/>
            <a:ln>
              <a:noFill/>
            </a:ln>
          </p:spPr>
        </p:pic>
        <p:pic>
          <p:nvPicPr>
            <p:cNvPr id="88" name="Google Shape;1320;p8"/>
            <p:cNvPicPr preferRelativeResize="0"/>
            <p:nvPr/>
          </p:nvPicPr>
          <p:blipFill rotWithShape="1">
            <a:blip r:embed="rId22">
              <a:alphaModFix/>
            </a:blip>
            <a:srcRect/>
            <a:stretch/>
          </p:blipFill>
          <p:spPr>
            <a:xfrm>
              <a:off x="15909036" y="1261630"/>
              <a:ext cx="1143" cy="1028"/>
            </a:xfrm>
            <a:prstGeom prst="rect">
              <a:avLst/>
            </a:prstGeom>
            <a:noFill/>
            <a:ln>
              <a:noFill/>
            </a:ln>
          </p:spPr>
        </p:pic>
        <p:pic>
          <p:nvPicPr>
            <p:cNvPr id="89" name="Google Shape;1321;p8"/>
            <p:cNvPicPr preferRelativeResize="0"/>
            <p:nvPr/>
          </p:nvPicPr>
          <p:blipFill rotWithShape="1">
            <a:blip r:embed="rId54">
              <a:alphaModFix/>
            </a:blip>
            <a:srcRect/>
            <a:stretch/>
          </p:blipFill>
          <p:spPr>
            <a:xfrm>
              <a:off x="15619220" y="1424432"/>
              <a:ext cx="68835" cy="86791"/>
            </a:xfrm>
            <a:prstGeom prst="rect">
              <a:avLst/>
            </a:prstGeom>
            <a:noFill/>
            <a:ln>
              <a:noFill/>
            </a:ln>
          </p:spPr>
        </p:pic>
        <p:pic>
          <p:nvPicPr>
            <p:cNvPr id="90" name="Google Shape;1322;p8"/>
            <p:cNvPicPr preferRelativeResize="0"/>
            <p:nvPr/>
          </p:nvPicPr>
          <p:blipFill rotWithShape="1">
            <a:blip r:embed="rId22">
              <a:alphaModFix/>
            </a:blip>
            <a:srcRect/>
            <a:stretch/>
          </p:blipFill>
          <p:spPr>
            <a:xfrm>
              <a:off x="15663290" y="1472539"/>
              <a:ext cx="507" cy="622"/>
            </a:xfrm>
            <a:prstGeom prst="rect">
              <a:avLst/>
            </a:prstGeom>
            <a:noFill/>
            <a:ln>
              <a:noFill/>
            </a:ln>
          </p:spPr>
        </p:pic>
        <p:pic>
          <p:nvPicPr>
            <p:cNvPr id="91" name="Google Shape;1323;p8"/>
            <p:cNvPicPr preferRelativeResize="0"/>
            <p:nvPr/>
          </p:nvPicPr>
          <p:blipFill rotWithShape="1">
            <a:blip r:embed="rId28">
              <a:alphaModFix/>
            </a:blip>
            <a:srcRect/>
            <a:stretch/>
          </p:blipFill>
          <p:spPr>
            <a:xfrm>
              <a:off x="15915893" y="1250937"/>
              <a:ext cx="9015" cy="7848"/>
            </a:xfrm>
            <a:prstGeom prst="rect">
              <a:avLst/>
            </a:prstGeom>
            <a:noFill/>
            <a:ln>
              <a:noFill/>
            </a:ln>
          </p:spPr>
        </p:pic>
        <p:pic>
          <p:nvPicPr>
            <p:cNvPr id="92" name="Google Shape;1324;p8"/>
            <p:cNvPicPr preferRelativeResize="0"/>
            <p:nvPr/>
          </p:nvPicPr>
          <p:blipFill rotWithShape="1">
            <a:blip r:embed="rId22">
              <a:alphaModFix/>
            </a:blip>
            <a:srcRect/>
            <a:stretch/>
          </p:blipFill>
          <p:spPr>
            <a:xfrm>
              <a:off x="15707867" y="1418907"/>
              <a:ext cx="2158" cy="1447"/>
            </a:xfrm>
            <a:prstGeom prst="rect">
              <a:avLst/>
            </a:prstGeom>
            <a:noFill/>
            <a:ln>
              <a:noFill/>
            </a:ln>
          </p:spPr>
        </p:pic>
        <p:pic>
          <p:nvPicPr>
            <p:cNvPr id="93" name="Google Shape;1325;p8"/>
            <p:cNvPicPr preferRelativeResize="0"/>
            <p:nvPr/>
          </p:nvPicPr>
          <p:blipFill rotWithShape="1">
            <a:blip r:embed="rId22">
              <a:alphaModFix/>
            </a:blip>
            <a:srcRect/>
            <a:stretch/>
          </p:blipFill>
          <p:spPr>
            <a:xfrm>
              <a:off x="15725646" y="1400136"/>
              <a:ext cx="1143" cy="1270"/>
            </a:xfrm>
            <a:prstGeom prst="rect">
              <a:avLst/>
            </a:prstGeom>
            <a:noFill/>
            <a:ln>
              <a:noFill/>
            </a:ln>
          </p:spPr>
        </p:pic>
        <p:pic>
          <p:nvPicPr>
            <p:cNvPr id="94" name="Google Shape;1326;p8"/>
            <p:cNvPicPr preferRelativeResize="0"/>
            <p:nvPr/>
          </p:nvPicPr>
          <p:blipFill rotWithShape="1">
            <a:blip r:embed="rId55">
              <a:alphaModFix/>
            </a:blip>
            <a:srcRect/>
            <a:stretch/>
          </p:blipFill>
          <p:spPr>
            <a:xfrm>
              <a:off x="15939135" y="1190776"/>
              <a:ext cx="30605" cy="35116"/>
            </a:xfrm>
            <a:prstGeom prst="rect">
              <a:avLst/>
            </a:prstGeom>
            <a:noFill/>
            <a:ln>
              <a:noFill/>
            </a:ln>
          </p:spPr>
        </p:pic>
        <p:pic>
          <p:nvPicPr>
            <p:cNvPr id="95" name="Google Shape;1327;p8"/>
            <p:cNvPicPr preferRelativeResize="0"/>
            <p:nvPr/>
          </p:nvPicPr>
          <p:blipFill rotWithShape="1">
            <a:blip r:embed="rId22">
              <a:alphaModFix/>
            </a:blip>
            <a:srcRect/>
            <a:stretch/>
          </p:blipFill>
          <p:spPr>
            <a:xfrm>
              <a:off x="15655289" y="1498752"/>
              <a:ext cx="5080" cy="8280"/>
            </a:xfrm>
            <a:prstGeom prst="rect">
              <a:avLst/>
            </a:prstGeom>
            <a:noFill/>
            <a:ln>
              <a:noFill/>
            </a:ln>
          </p:spPr>
        </p:pic>
        <p:pic>
          <p:nvPicPr>
            <p:cNvPr id="96" name="Google Shape;1328;p8"/>
            <p:cNvPicPr preferRelativeResize="0"/>
            <p:nvPr/>
          </p:nvPicPr>
          <p:blipFill rotWithShape="1">
            <a:blip r:embed="rId28">
              <a:alphaModFix/>
            </a:blip>
            <a:srcRect/>
            <a:stretch/>
          </p:blipFill>
          <p:spPr>
            <a:xfrm>
              <a:off x="15684769" y="1425714"/>
              <a:ext cx="5954" cy="2634"/>
            </a:xfrm>
            <a:prstGeom prst="rect">
              <a:avLst/>
            </a:prstGeom>
            <a:noFill/>
            <a:ln>
              <a:noFill/>
            </a:ln>
          </p:spPr>
        </p:pic>
        <p:pic>
          <p:nvPicPr>
            <p:cNvPr id="97" name="Google Shape;1329;p8"/>
            <p:cNvPicPr preferRelativeResize="0"/>
            <p:nvPr/>
          </p:nvPicPr>
          <p:blipFill rotWithShape="1">
            <a:blip r:embed="rId56">
              <a:alphaModFix/>
            </a:blip>
            <a:srcRect/>
            <a:stretch/>
          </p:blipFill>
          <p:spPr>
            <a:xfrm>
              <a:off x="15656433" y="1444090"/>
              <a:ext cx="39496" cy="47867"/>
            </a:xfrm>
            <a:prstGeom prst="rect">
              <a:avLst/>
            </a:prstGeom>
            <a:noFill/>
            <a:ln>
              <a:noFill/>
            </a:ln>
          </p:spPr>
        </p:pic>
        <p:pic>
          <p:nvPicPr>
            <p:cNvPr id="98" name="Google Shape;1330;p8"/>
            <p:cNvPicPr preferRelativeResize="0"/>
            <p:nvPr/>
          </p:nvPicPr>
          <p:blipFill rotWithShape="1">
            <a:blip r:embed="rId57">
              <a:alphaModFix/>
            </a:blip>
            <a:srcRect/>
            <a:stretch/>
          </p:blipFill>
          <p:spPr>
            <a:xfrm>
              <a:off x="15668877" y="1477454"/>
              <a:ext cx="17778" cy="6591"/>
            </a:xfrm>
            <a:prstGeom prst="rect">
              <a:avLst/>
            </a:prstGeom>
            <a:noFill/>
            <a:ln>
              <a:noFill/>
            </a:ln>
          </p:spPr>
        </p:pic>
        <p:pic>
          <p:nvPicPr>
            <p:cNvPr id="99" name="Google Shape;1331;p8"/>
            <p:cNvPicPr preferRelativeResize="0"/>
            <p:nvPr/>
          </p:nvPicPr>
          <p:blipFill rotWithShape="1">
            <a:blip r:embed="rId28">
              <a:alphaModFix/>
            </a:blip>
            <a:srcRect/>
            <a:stretch/>
          </p:blipFill>
          <p:spPr>
            <a:xfrm>
              <a:off x="15680053" y="1459573"/>
              <a:ext cx="8765" cy="4280"/>
            </a:xfrm>
            <a:prstGeom prst="rect">
              <a:avLst/>
            </a:prstGeom>
            <a:noFill/>
            <a:ln>
              <a:noFill/>
            </a:ln>
          </p:spPr>
        </p:pic>
        <p:pic>
          <p:nvPicPr>
            <p:cNvPr id="100" name="Google Shape;1332;p8"/>
            <p:cNvPicPr preferRelativeResize="0"/>
            <p:nvPr/>
          </p:nvPicPr>
          <p:blipFill rotWithShape="1">
            <a:blip r:embed="rId31">
              <a:alphaModFix/>
            </a:blip>
            <a:srcRect/>
            <a:stretch/>
          </p:blipFill>
          <p:spPr>
            <a:xfrm>
              <a:off x="15669387" y="1490953"/>
              <a:ext cx="381" cy="520"/>
            </a:xfrm>
            <a:prstGeom prst="rect">
              <a:avLst/>
            </a:prstGeom>
            <a:noFill/>
            <a:ln>
              <a:noFill/>
            </a:ln>
          </p:spPr>
        </p:pic>
        <p:pic>
          <p:nvPicPr>
            <p:cNvPr id="101" name="Google Shape;1333;p8"/>
            <p:cNvPicPr preferRelativeResize="0"/>
            <p:nvPr/>
          </p:nvPicPr>
          <p:blipFill rotWithShape="1">
            <a:blip r:embed="rId28">
              <a:alphaModFix/>
            </a:blip>
            <a:srcRect/>
            <a:stretch/>
          </p:blipFill>
          <p:spPr>
            <a:xfrm>
              <a:off x="15651605" y="1493126"/>
              <a:ext cx="5842" cy="4965"/>
            </a:xfrm>
            <a:prstGeom prst="rect">
              <a:avLst/>
            </a:prstGeom>
            <a:noFill/>
            <a:ln>
              <a:noFill/>
            </a:ln>
          </p:spPr>
        </p:pic>
        <p:pic>
          <p:nvPicPr>
            <p:cNvPr id="102" name="Google Shape;1334;p8"/>
            <p:cNvPicPr preferRelativeResize="0"/>
            <p:nvPr/>
          </p:nvPicPr>
          <p:blipFill rotWithShape="1">
            <a:blip r:embed="rId28">
              <a:alphaModFix/>
            </a:blip>
            <a:srcRect/>
            <a:stretch/>
          </p:blipFill>
          <p:spPr>
            <a:xfrm>
              <a:off x="15631794" y="1498498"/>
              <a:ext cx="6730" cy="3238"/>
            </a:xfrm>
            <a:prstGeom prst="rect">
              <a:avLst/>
            </a:prstGeom>
            <a:noFill/>
            <a:ln>
              <a:noFill/>
            </a:ln>
          </p:spPr>
        </p:pic>
        <p:pic>
          <p:nvPicPr>
            <p:cNvPr id="103" name="Google Shape;1335;p8"/>
            <p:cNvPicPr preferRelativeResize="0"/>
            <p:nvPr/>
          </p:nvPicPr>
          <p:blipFill rotWithShape="1">
            <a:blip r:embed="rId22">
              <a:alphaModFix/>
            </a:blip>
            <a:srcRect/>
            <a:stretch/>
          </p:blipFill>
          <p:spPr>
            <a:xfrm>
              <a:off x="15664186" y="1472108"/>
              <a:ext cx="1771" cy="2095"/>
            </a:xfrm>
            <a:prstGeom prst="rect">
              <a:avLst/>
            </a:prstGeom>
            <a:noFill/>
            <a:ln>
              <a:noFill/>
            </a:ln>
          </p:spPr>
        </p:pic>
        <p:pic>
          <p:nvPicPr>
            <p:cNvPr id="104" name="Google Shape;1336;p8"/>
            <p:cNvPicPr preferRelativeResize="0"/>
            <p:nvPr/>
          </p:nvPicPr>
          <p:blipFill rotWithShape="1">
            <a:blip r:embed="rId36">
              <a:alphaModFix/>
            </a:blip>
            <a:srcRect/>
            <a:stretch/>
          </p:blipFill>
          <p:spPr>
            <a:xfrm>
              <a:off x="15706090" y="1456893"/>
              <a:ext cx="506" cy="1969"/>
            </a:xfrm>
            <a:prstGeom prst="rect">
              <a:avLst/>
            </a:prstGeom>
            <a:noFill/>
            <a:ln>
              <a:noFill/>
            </a:ln>
          </p:spPr>
        </p:pic>
        <p:pic>
          <p:nvPicPr>
            <p:cNvPr id="105" name="Google Shape;1337;p8"/>
            <p:cNvPicPr preferRelativeResize="0"/>
            <p:nvPr/>
          </p:nvPicPr>
          <p:blipFill rotWithShape="1">
            <a:blip r:embed="rId32">
              <a:alphaModFix/>
            </a:blip>
            <a:srcRect/>
            <a:stretch/>
          </p:blipFill>
          <p:spPr>
            <a:xfrm>
              <a:off x="15656941" y="1470773"/>
              <a:ext cx="17016" cy="21108"/>
            </a:xfrm>
            <a:prstGeom prst="rect">
              <a:avLst/>
            </a:prstGeom>
            <a:noFill/>
            <a:ln>
              <a:noFill/>
            </a:ln>
          </p:spPr>
        </p:pic>
        <p:pic>
          <p:nvPicPr>
            <p:cNvPr id="106" name="Google Shape;1338;p8"/>
            <p:cNvPicPr preferRelativeResize="0"/>
            <p:nvPr/>
          </p:nvPicPr>
          <p:blipFill rotWithShape="1">
            <a:blip r:embed="rId22">
              <a:alphaModFix/>
            </a:blip>
            <a:srcRect/>
            <a:stretch/>
          </p:blipFill>
          <p:spPr>
            <a:xfrm>
              <a:off x="15715488" y="1411998"/>
              <a:ext cx="381" cy="431"/>
            </a:xfrm>
            <a:prstGeom prst="rect">
              <a:avLst/>
            </a:prstGeom>
            <a:noFill/>
            <a:ln>
              <a:noFill/>
            </a:ln>
          </p:spPr>
        </p:pic>
        <p:pic>
          <p:nvPicPr>
            <p:cNvPr id="107" name="Google Shape;1339;p8"/>
            <p:cNvPicPr preferRelativeResize="0"/>
            <p:nvPr/>
          </p:nvPicPr>
          <p:blipFill rotWithShape="1">
            <a:blip r:embed="rId22">
              <a:alphaModFix/>
            </a:blip>
            <a:srcRect/>
            <a:stretch/>
          </p:blipFill>
          <p:spPr>
            <a:xfrm>
              <a:off x="15712058" y="1431912"/>
              <a:ext cx="2412" cy="2946"/>
            </a:xfrm>
            <a:prstGeom prst="rect">
              <a:avLst/>
            </a:prstGeom>
            <a:noFill/>
            <a:ln>
              <a:noFill/>
            </a:ln>
          </p:spPr>
        </p:pic>
        <p:pic>
          <p:nvPicPr>
            <p:cNvPr id="108" name="Google Shape;1340;p8"/>
            <p:cNvPicPr preferRelativeResize="0"/>
            <p:nvPr/>
          </p:nvPicPr>
          <p:blipFill rotWithShape="1">
            <a:blip r:embed="rId22">
              <a:alphaModFix/>
            </a:blip>
            <a:srcRect/>
            <a:stretch/>
          </p:blipFill>
          <p:spPr>
            <a:xfrm>
              <a:off x="15675229" y="1439290"/>
              <a:ext cx="4826" cy="4927"/>
            </a:xfrm>
            <a:prstGeom prst="rect">
              <a:avLst/>
            </a:prstGeom>
            <a:noFill/>
            <a:ln>
              <a:noFill/>
            </a:ln>
          </p:spPr>
        </p:pic>
        <p:pic>
          <p:nvPicPr>
            <p:cNvPr id="109" name="Google Shape;1341;p8"/>
            <p:cNvPicPr preferRelativeResize="0"/>
            <p:nvPr/>
          </p:nvPicPr>
          <p:blipFill rotWithShape="1">
            <a:blip r:embed="rId32">
              <a:alphaModFix/>
            </a:blip>
            <a:srcRect/>
            <a:stretch/>
          </p:blipFill>
          <p:spPr>
            <a:xfrm>
              <a:off x="15721076" y="1371777"/>
              <a:ext cx="13462" cy="20748"/>
            </a:xfrm>
            <a:prstGeom prst="rect">
              <a:avLst/>
            </a:prstGeom>
            <a:noFill/>
            <a:ln>
              <a:noFill/>
            </a:ln>
          </p:spPr>
        </p:pic>
        <p:pic>
          <p:nvPicPr>
            <p:cNvPr id="110" name="Google Shape;1342;p8"/>
            <p:cNvPicPr preferRelativeResize="0"/>
            <p:nvPr/>
          </p:nvPicPr>
          <p:blipFill rotWithShape="1">
            <a:blip r:embed="rId31">
              <a:alphaModFix/>
            </a:blip>
            <a:srcRect/>
            <a:stretch/>
          </p:blipFill>
          <p:spPr>
            <a:xfrm>
              <a:off x="15649829" y="1507413"/>
              <a:ext cx="380" cy="431"/>
            </a:xfrm>
            <a:prstGeom prst="rect">
              <a:avLst/>
            </a:prstGeom>
            <a:noFill/>
            <a:ln>
              <a:noFill/>
            </a:ln>
          </p:spPr>
        </p:pic>
        <p:pic>
          <p:nvPicPr>
            <p:cNvPr id="111" name="Google Shape;1343;p8"/>
            <p:cNvPicPr preferRelativeResize="0"/>
            <p:nvPr/>
          </p:nvPicPr>
          <p:blipFill rotWithShape="1">
            <a:blip r:embed="rId58">
              <a:alphaModFix/>
            </a:blip>
            <a:srcRect/>
            <a:stretch/>
          </p:blipFill>
          <p:spPr>
            <a:xfrm>
              <a:off x="15643097" y="1430008"/>
              <a:ext cx="72643" cy="68173"/>
            </a:xfrm>
            <a:prstGeom prst="rect">
              <a:avLst/>
            </a:prstGeom>
            <a:noFill/>
            <a:ln>
              <a:noFill/>
            </a:ln>
          </p:spPr>
        </p:pic>
        <p:pic>
          <p:nvPicPr>
            <p:cNvPr id="112" name="Google Shape;1344;p8"/>
            <p:cNvPicPr preferRelativeResize="0"/>
            <p:nvPr/>
          </p:nvPicPr>
          <p:blipFill rotWithShape="1">
            <a:blip r:embed="rId59">
              <a:alphaModFix/>
            </a:blip>
            <a:srcRect/>
            <a:stretch/>
          </p:blipFill>
          <p:spPr>
            <a:xfrm>
              <a:off x="15646147" y="1421586"/>
              <a:ext cx="64895" cy="73330"/>
            </a:xfrm>
            <a:prstGeom prst="rect">
              <a:avLst/>
            </a:prstGeom>
            <a:noFill/>
            <a:ln>
              <a:noFill/>
            </a:ln>
          </p:spPr>
        </p:pic>
        <p:pic>
          <p:nvPicPr>
            <p:cNvPr id="113" name="Google Shape;1345;p8"/>
            <p:cNvPicPr preferRelativeResize="0"/>
            <p:nvPr/>
          </p:nvPicPr>
          <p:blipFill rotWithShape="1">
            <a:blip r:embed="rId22">
              <a:alphaModFix/>
            </a:blip>
            <a:srcRect/>
            <a:stretch/>
          </p:blipFill>
          <p:spPr>
            <a:xfrm>
              <a:off x="15847440" y="1259954"/>
              <a:ext cx="507" cy="431"/>
            </a:xfrm>
            <a:prstGeom prst="rect">
              <a:avLst/>
            </a:prstGeom>
            <a:noFill/>
            <a:ln>
              <a:noFill/>
            </a:ln>
          </p:spPr>
        </p:pic>
        <p:pic>
          <p:nvPicPr>
            <p:cNvPr id="114" name="Google Shape;1346;p8"/>
            <p:cNvPicPr preferRelativeResize="0"/>
            <p:nvPr/>
          </p:nvPicPr>
          <p:blipFill rotWithShape="1">
            <a:blip r:embed="rId60">
              <a:alphaModFix/>
            </a:blip>
            <a:srcRect/>
            <a:stretch/>
          </p:blipFill>
          <p:spPr>
            <a:xfrm>
              <a:off x="15862679" y="1222285"/>
              <a:ext cx="26417" cy="27127"/>
            </a:xfrm>
            <a:prstGeom prst="rect">
              <a:avLst/>
            </a:prstGeom>
            <a:noFill/>
            <a:ln>
              <a:noFill/>
            </a:ln>
          </p:spPr>
        </p:pic>
        <p:pic>
          <p:nvPicPr>
            <p:cNvPr id="115" name="Google Shape;1347;p8"/>
            <p:cNvPicPr preferRelativeResize="0"/>
            <p:nvPr/>
          </p:nvPicPr>
          <p:blipFill rotWithShape="1">
            <a:blip r:embed="rId40">
              <a:alphaModFix/>
            </a:blip>
            <a:srcRect/>
            <a:stretch/>
          </p:blipFill>
          <p:spPr>
            <a:xfrm>
              <a:off x="15671037" y="1452867"/>
              <a:ext cx="13716" cy="10439"/>
            </a:xfrm>
            <a:prstGeom prst="rect">
              <a:avLst/>
            </a:prstGeom>
            <a:noFill/>
            <a:ln>
              <a:noFill/>
            </a:ln>
          </p:spPr>
        </p:pic>
        <p:pic>
          <p:nvPicPr>
            <p:cNvPr id="116" name="Google Shape;1348;p8"/>
            <p:cNvPicPr preferRelativeResize="0"/>
            <p:nvPr/>
          </p:nvPicPr>
          <p:blipFill rotWithShape="1">
            <a:blip r:embed="rId22">
              <a:alphaModFix/>
            </a:blip>
            <a:srcRect/>
            <a:stretch/>
          </p:blipFill>
          <p:spPr>
            <a:xfrm>
              <a:off x="15720694" y="1412227"/>
              <a:ext cx="380" cy="406"/>
            </a:xfrm>
            <a:prstGeom prst="rect">
              <a:avLst/>
            </a:prstGeom>
            <a:noFill/>
            <a:ln>
              <a:noFill/>
            </a:ln>
          </p:spPr>
        </p:pic>
        <p:pic>
          <p:nvPicPr>
            <p:cNvPr id="117" name="Google Shape;1349;p8"/>
            <p:cNvPicPr preferRelativeResize="0"/>
            <p:nvPr/>
          </p:nvPicPr>
          <p:blipFill rotWithShape="1">
            <a:blip r:embed="rId40">
              <a:alphaModFix/>
            </a:blip>
            <a:srcRect/>
            <a:stretch/>
          </p:blipFill>
          <p:spPr>
            <a:xfrm>
              <a:off x="15703041" y="1453451"/>
              <a:ext cx="6813" cy="8280"/>
            </a:xfrm>
            <a:prstGeom prst="rect">
              <a:avLst/>
            </a:prstGeom>
            <a:noFill/>
            <a:ln>
              <a:noFill/>
            </a:ln>
          </p:spPr>
        </p:pic>
        <p:pic>
          <p:nvPicPr>
            <p:cNvPr id="118" name="Google Shape;1350;p8"/>
            <p:cNvPicPr preferRelativeResize="0"/>
            <p:nvPr/>
          </p:nvPicPr>
          <p:blipFill rotWithShape="1">
            <a:blip r:embed="rId22">
              <a:alphaModFix/>
            </a:blip>
            <a:srcRect/>
            <a:stretch/>
          </p:blipFill>
          <p:spPr>
            <a:xfrm>
              <a:off x="15743428" y="1388706"/>
              <a:ext cx="1779" cy="1498"/>
            </a:xfrm>
            <a:prstGeom prst="rect">
              <a:avLst/>
            </a:prstGeom>
            <a:noFill/>
            <a:ln>
              <a:noFill/>
            </a:ln>
          </p:spPr>
        </p:pic>
        <p:pic>
          <p:nvPicPr>
            <p:cNvPr id="119" name="Google Shape;1351;p8"/>
            <p:cNvPicPr preferRelativeResize="0"/>
            <p:nvPr/>
          </p:nvPicPr>
          <p:blipFill rotWithShape="1">
            <a:blip r:embed="rId22">
              <a:alphaModFix/>
            </a:blip>
            <a:srcRect/>
            <a:stretch/>
          </p:blipFill>
          <p:spPr>
            <a:xfrm>
              <a:off x="15921353" y="1232230"/>
              <a:ext cx="253" cy="241"/>
            </a:xfrm>
            <a:prstGeom prst="rect">
              <a:avLst/>
            </a:prstGeom>
            <a:noFill/>
            <a:ln>
              <a:noFill/>
            </a:ln>
          </p:spPr>
        </p:pic>
      </p:gr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pic>
        <p:nvPicPr>
          <p:cNvPr id="637" name="Google Shape;637;p37"/>
          <p:cNvPicPr preferRelativeResize="0"/>
          <p:nvPr/>
        </p:nvPicPr>
        <p:blipFill rotWithShape="1">
          <a:blip r:embed="rId3">
            <a:alphaModFix/>
          </a:blip>
          <a:srcRect/>
          <a:stretch/>
        </p:blipFill>
        <p:spPr>
          <a:xfrm>
            <a:off x="946626" y="662039"/>
            <a:ext cx="10229367" cy="5660393"/>
          </a:xfrm>
          <a:prstGeom prst="rect">
            <a:avLst/>
          </a:prstGeom>
          <a:noFill/>
          <a:ln>
            <a:noFill/>
          </a:ln>
          <a:effectLst>
            <a:outerShdw blurRad="101600" dist="50800" sx="101000" sy="101000" algn="ctr" rotWithShape="0">
              <a:srgbClr val="7F7F7F">
                <a:alpha val="20000"/>
              </a:srgbClr>
            </a:outerShdw>
          </a:effectLst>
        </p:spPr>
      </p:pic>
      <p:sp>
        <p:nvSpPr>
          <p:cNvPr id="638" name="Google Shape;638;p37"/>
          <p:cNvSpPr/>
          <p:nvPr/>
        </p:nvSpPr>
        <p:spPr>
          <a:xfrm>
            <a:off x="727016" y="4593932"/>
            <a:ext cx="1134058" cy="651523"/>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7"/>
          <p:cNvSpPr/>
          <p:nvPr/>
        </p:nvSpPr>
        <p:spPr>
          <a:xfrm>
            <a:off x="6196084" y="4840941"/>
            <a:ext cx="5592083" cy="1546208"/>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2000" b="0" i="0" u="none" strike="noStrike" cap="none" dirty="0">
                <a:solidFill>
                  <a:schemeClr val="lt1"/>
                </a:solidFill>
                <a:latin typeface="Gotham Rounded" pitchFamily="50" charset="0"/>
                <a:ea typeface="Tahoma"/>
                <a:cs typeface="Tahoma"/>
                <a:sym typeface="Tahoma"/>
              </a:rPr>
              <a:t>¡Perfecto!</a:t>
            </a:r>
            <a:endParaRPr sz="1600" b="0" i="0" u="none" strike="noStrike" cap="none" dirty="0">
              <a:solidFill>
                <a:srgbClr val="000000"/>
              </a:solidFill>
              <a:latin typeface="Gotham Rounded" pitchFamily="50" charset="0"/>
              <a:sym typeface="Arial"/>
            </a:endParaRPr>
          </a:p>
          <a:p>
            <a:pPr marL="0" marR="0" lvl="0" indent="0" algn="l" rtl="0">
              <a:lnSpc>
                <a:spcPct val="150000"/>
              </a:lnSpc>
              <a:spcBef>
                <a:spcPts val="0"/>
              </a:spcBef>
              <a:spcAft>
                <a:spcPts val="0"/>
              </a:spcAft>
              <a:buClr>
                <a:srgbClr val="000000"/>
              </a:buClr>
              <a:buSzPts val="1800"/>
              <a:buFont typeface="Arial"/>
              <a:buNone/>
            </a:pPr>
            <a:r>
              <a:rPr lang="es-ES" sz="2000" b="0" i="0" u="none" strike="noStrike" cap="none" dirty="0">
                <a:solidFill>
                  <a:schemeClr val="lt1"/>
                </a:solidFill>
                <a:latin typeface="Gotham Rounded" pitchFamily="50" charset="0"/>
                <a:ea typeface="Tahoma"/>
                <a:cs typeface="Tahoma"/>
                <a:sym typeface="Tahoma"/>
              </a:rPr>
              <a:t>Ya tenemos instalado el Microsoft </a:t>
            </a:r>
            <a:r>
              <a:rPr lang="es-ES" sz="2000" b="0" i="0" u="none" strike="noStrike" cap="none" dirty="0" err="1">
                <a:solidFill>
                  <a:schemeClr val="lt1"/>
                </a:solidFill>
                <a:latin typeface="Gotham Rounded" pitchFamily="50" charset="0"/>
                <a:ea typeface="Tahoma"/>
                <a:cs typeface="Tahoma"/>
                <a:sym typeface="Tahoma"/>
              </a:rPr>
              <a:t>Edge</a:t>
            </a:r>
            <a:r>
              <a:rPr lang="es-ES" sz="1800" b="0" i="0" u="none" strike="noStrike" cap="none" dirty="0">
                <a:solidFill>
                  <a:schemeClr val="lt1"/>
                </a:solidFill>
                <a:latin typeface="Tahoma"/>
                <a:ea typeface="Tahoma"/>
                <a:cs typeface="Tahoma"/>
                <a:sym typeface="Tahoma"/>
              </a:rPr>
              <a:t>.</a:t>
            </a:r>
            <a:endParaRPr sz="1800" b="0" i="1" u="none" strike="noStrike" cap="none" dirty="0">
              <a:solidFill>
                <a:srgbClr val="4A7B8B"/>
              </a:solidFill>
              <a:latin typeface="Tahoma"/>
              <a:ea typeface="Tahoma"/>
              <a:cs typeface="Tahoma"/>
              <a:sym typeface="Tahoma"/>
            </a:endParaRPr>
          </a:p>
        </p:txBody>
      </p:sp>
      <p:pic>
        <p:nvPicPr>
          <p:cNvPr id="5"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rotWithShape="1">
          <a:blip r:embed="rId4">
            <a:extLst>
              <a:ext uri="{28A0092B-C50C-407E-A947-70E740481C1C}">
                <a14:useLocalDpi xmlns:a14="http://schemas.microsoft.com/office/drawing/2010/main" val="0"/>
              </a:ext>
            </a:extLst>
          </a:blip>
          <a:srcRect l="30304" t="90724" r="23779" b="14"/>
          <a:stretch/>
        </p:blipFill>
        <p:spPr bwMode="auto">
          <a:xfrm rot="5400000">
            <a:off x="-2460149" y="3389289"/>
            <a:ext cx="5584874" cy="633047"/>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oogle Shape;1238;p8"/>
          <p:cNvGrpSpPr/>
          <p:nvPr/>
        </p:nvGrpSpPr>
        <p:grpSpPr>
          <a:xfrm>
            <a:off x="10647115" y="113816"/>
            <a:ext cx="1414810" cy="548223"/>
            <a:chOff x="14201902" y="621652"/>
            <a:chExt cx="2318892" cy="951953"/>
          </a:xfrm>
        </p:grpSpPr>
        <p:pic>
          <p:nvPicPr>
            <p:cNvPr id="7" name="Google Shape;1240;p8"/>
            <p:cNvPicPr preferRelativeResize="0"/>
            <p:nvPr/>
          </p:nvPicPr>
          <p:blipFill rotWithShape="1">
            <a:blip r:embed="rId5">
              <a:alphaModFix/>
            </a:blip>
            <a:srcRect/>
            <a:stretch/>
          </p:blipFill>
          <p:spPr>
            <a:xfrm>
              <a:off x="14496301" y="621652"/>
              <a:ext cx="381832" cy="226865"/>
            </a:xfrm>
            <a:prstGeom prst="rect">
              <a:avLst/>
            </a:prstGeom>
            <a:noFill/>
            <a:ln>
              <a:noFill/>
            </a:ln>
          </p:spPr>
        </p:pic>
        <p:sp>
          <p:nvSpPr>
            <p:cNvPr id="8" name="Google Shape;1241;p8"/>
            <p:cNvSpPr/>
            <p:nvPr/>
          </p:nvSpPr>
          <p:spPr>
            <a:xfrm>
              <a:off x="14410042" y="884923"/>
              <a:ext cx="289560" cy="247650"/>
            </a:xfrm>
            <a:custGeom>
              <a:avLst/>
              <a:gdLst/>
              <a:ahLst/>
              <a:cxnLst/>
              <a:rect l="l" t="t" r="r" b="b"/>
              <a:pathLst>
                <a:path w="289559" h="247650" extrusionOk="0">
                  <a:moveTo>
                    <a:pt x="255943" y="0"/>
                  </a:moveTo>
                  <a:lnTo>
                    <a:pt x="240766" y="0"/>
                  </a:lnTo>
                  <a:lnTo>
                    <a:pt x="236550" y="2806"/>
                  </a:lnTo>
                  <a:lnTo>
                    <a:pt x="144741" y="191325"/>
                  </a:lnTo>
                  <a:lnTo>
                    <a:pt x="52603" y="2806"/>
                  </a:lnTo>
                  <a:lnTo>
                    <a:pt x="48374" y="0"/>
                  </a:lnTo>
                  <a:lnTo>
                    <a:pt x="33197" y="0"/>
                  </a:lnTo>
                  <a:lnTo>
                    <a:pt x="28257" y="5981"/>
                  </a:lnTo>
                  <a:lnTo>
                    <a:pt x="0" y="240411"/>
                  </a:lnTo>
                  <a:lnTo>
                    <a:pt x="4216" y="246062"/>
                  </a:lnTo>
                  <a:lnTo>
                    <a:pt x="17297" y="247472"/>
                  </a:lnTo>
                  <a:lnTo>
                    <a:pt x="22580" y="242887"/>
                  </a:lnTo>
                  <a:lnTo>
                    <a:pt x="46964" y="43421"/>
                  </a:lnTo>
                  <a:lnTo>
                    <a:pt x="129209" y="210045"/>
                  </a:lnTo>
                  <a:lnTo>
                    <a:pt x="131673" y="215353"/>
                  </a:lnTo>
                  <a:lnTo>
                    <a:pt x="136283" y="222402"/>
                  </a:lnTo>
                  <a:lnTo>
                    <a:pt x="153212" y="222402"/>
                  </a:lnTo>
                  <a:lnTo>
                    <a:pt x="157810" y="215353"/>
                  </a:lnTo>
                  <a:lnTo>
                    <a:pt x="242176" y="43421"/>
                  </a:lnTo>
                  <a:lnTo>
                    <a:pt x="266522" y="242887"/>
                  </a:lnTo>
                  <a:lnTo>
                    <a:pt x="271843" y="247472"/>
                  </a:lnTo>
                  <a:lnTo>
                    <a:pt x="284899" y="246062"/>
                  </a:lnTo>
                  <a:lnTo>
                    <a:pt x="289128" y="240411"/>
                  </a:lnTo>
                  <a:lnTo>
                    <a:pt x="288429" y="233705"/>
                  </a:lnTo>
                  <a:lnTo>
                    <a:pt x="260896" y="5981"/>
                  </a:lnTo>
                  <a:lnTo>
                    <a:pt x="255943"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9" name="Google Shape;1242;p8"/>
            <p:cNvPicPr preferRelativeResize="0"/>
            <p:nvPr/>
          </p:nvPicPr>
          <p:blipFill rotWithShape="1">
            <a:blip r:embed="rId6">
              <a:alphaModFix/>
            </a:blip>
            <a:srcRect/>
            <a:stretch/>
          </p:blipFill>
          <p:spPr>
            <a:xfrm>
              <a:off x="14755824" y="884923"/>
              <a:ext cx="172262" cy="248538"/>
            </a:xfrm>
            <a:prstGeom prst="rect">
              <a:avLst/>
            </a:prstGeom>
            <a:noFill/>
            <a:ln>
              <a:noFill/>
            </a:ln>
          </p:spPr>
        </p:pic>
        <p:pic>
          <p:nvPicPr>
            <p:cNvPr id="10" name="Google Shape;1243;p8"/>
            <p:cNvPicPr preferRelativeResize="0"/>
            <p:nvPr/>
          </p:nvPicPr>
          <p:blipFill rotWithShape="1">
            <a:blip r:embed="rId7">
              <a:alphaModFix/>
            </a:blip>
            <a:srcRect/>
            <a:stretch/>
          </p:blipFill>
          <p:spPr>
            <a:xfrm>
              <a:off x="14995360" y="884910"/>
              <a:ext cx="296633" cy="246773"/>
            </a:xfrm>
            <a:prstGeom prst="rect">
              <a:avLst/>
            </a:prstGeom>
            <a:noFill/>
            <a:ln>
              <a:noFill/>
            </a:ln>
          </p:spPr>
        </p:pic>
        <p:sp>
          <p:nvSpPr>
            <p:cNvPr id="11" name="Google Shape;1244;p8"/>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2" name="Google Shape;1245;p8"/>
            <p:cNvPicPr preferRelativeResize="0"/>
            <p:nvPr/>
          </p:nvPicPr>
          <p:blipFill rotWithShape="1">
            <a:blip r:embed="rId8">
              <a:alphaModFix/>
            </a:blip>
            <a:srcRect/>
            <a:stretch/>
          </p:blipFill>
          <p:spPr>
            <a:xfrm>
              <a:off x="15426016" y="886663"/>
              <a:ext cx="163791" cy="245021"/>
            </a:xfrm>
            <a:prstGeom prst="rect">
              <a:avLst/>
            </a:prstGeom>
            <a:noFill/>
            <a:ln>
              <a:noFill/>
            </a:ln>
          </p:spPr>
        </p:pic>
        <p:pic>
          <p:nvPicPr>
            <p:cNvPr id="13" name="Google Shape;1246;p8"/>
            <p:cNvPicPr preferRelativeResize="0"/>
            <p:nvPr/>
          </p:nvPicPr>
          <p:blipFill rotWithShape="1">
            <a:blip r:embed="rId9">
              <a:alphaModFix/>
            </a:blip>
            <a:srcRect/>
            <a:stretch/>
          </p:blipFill>
          <p:spPr>
            <a:xfrm>
              <a:off x="15638234" y="884910"/>
              <a:ext cx="128130" cy="245008"/>
            </a:xfrm>
            <a:prstGeom prst="rect">
              <a:avLst/>
            </a:prstGeom>
            <a:noFill/>
            <a:ln>
              <a:noFill/>
            </a:ln>
          </p:spPr>
        </p:pic>
        <p:sp>
          <p:nvSpPr>
            <p:cNvPr id="14" name="Google Shape;1247;p8"/>
            <p:cNvSpPr/>
            <p:nvPr/>
          </p:nvSpPr>
          <p:spPr>
            <a:xfrm>
              <a:off x="15807512" y="884923"/>
              <a:ext cx="23495" cy="247015"/>
            </a:xfrm>
            <a:custGeom>
              <a:avLst/>
              <a:gdLst/>
              <a:ahLst/>
              <a:cxnLst/>
              <a:rect l="l" t="t" r="r" b="b"/>
              <a:pathLst>
                <a:path w="23494" h="247015" extrusionOk="0">
                  <a:moveTo>
                    <a:pt x="18338" y="0"/>
                  </a:moveTo>
                  <a:lnTo>
                    <a:pt x="4927" y="0"/>
                  </a:lnTo>
                  <a:lnTo>
                    <a:pt x="0" y="5283"/>
                  </a:lnTo>
                  <a:lnTo>
                    <a:pt x="0" y="241452"/>
                  </a:lnTo>
                  <a:lnTo>
                    <a:pt x="4927"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5" name="Google Shape;1248;p8"/>
            <p:cNvPicPr preferRelativeResize="0"/>
            <p:nvPr/>
          </p:nvPicPr>
          <p:blipFill rotWithShape="1">
            <a:blip r:embed="rId10">
              <a:alphaModFix/>
            </a:blip>
            <a:srcRect/>
            <a:stretch/>
          </p:blipFill>
          <p:spPr>
            <a:xfrm>
              <a:off x="15884842" y="883856"/>
              <a:ext cx="424116" cy="249605"/>
            </a:xfrm>
            <a:prstGeom prst="rect">
              <a:avLst/>
            </a:prstGeom>
            <a:noFill/>
            <a:ln>
              <a:noFill/>
            </a:ln>
          </p:spPr>
        </p:pic>
        <p:sp>
          <p:nvSpPr>
            <p:cNvPr id="16" name="Google Shape;1249;p8"/>
            <p:cNvSpPr/>
            <p:nvPr/>
          </p:nvSpPr>
          <p:spPr>
            <a:xfrm>
              <a:off x="1506874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66" y="40652"/>
                  </a:lnTo>
                  <a:lnTo>
                    <a:pt x="26466" y="125488"/>
                  </a:lnTo>
                  <a:lnTo>
                    <a:pt x="26114" y="133764"/>
                  </a:lnTo>
                  <a:lnTo>
                    <a:pt x="23985" y="141384"/>
                  </a:lnTo>
                  <a:lnTo>
                    <a:pt x="18896" y="146968"/>
                  </a:lnTo>
                  <a:lnTo>
                    <a:pt x="9664" y="149136"/>
                  </a:lnTo>
                  <a:lnTo>
                    <a:pt x="2628" y="149136"/>
                  </a:lnTo>
                  <a:lnTo>
                    <a:pt x="0" y="151599"/>
                  </a:lnTo>
                  <a:lnTo>
                    <a:pt x="0" y="157911"/>
                  </a:lnTo>
                  <a:lnTo>
                    <a:pt x="2628" y="160350"/>
                  </a:lnTo>
                  <a:lnTo>
                    <a:pt x="9664" y="160350"/>
                  </a:lnTo>
                  <a:lnTo>
                    <a:pt x="23186" y="157662"/>
                  </a:lnTo>
                  <a:lnTo>
                    <a:pt x="31934" y="150277"/>
                  </a:lnTo>
                  <a:lnTo>
                    <a:pt x="36643"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7" name="Google Shape;1250;p8"/>
            <p:cNvPicPr preferRelativeResize="0"/>
            <p:nvPr/>
          </p:nvPicPr>
          <p:blipFill rotWithShape="1">
            <a:blip r:embed="rId11">
              <a:alphaModFix/>
            </a:blip>
            <a:srcRect/>
            <a:stretch/>
          </p:blipFill>
          <p:spPr>
            <a:xfrm>
              <a:off x="15129420" y="1280883"/>
              <a:ext cx="267157" cy="122516"/>
            </a:xfrm>
            <a:prstGeom prst="rect">
              <a:avLst/>
            </a:prstGeom>
            <a:noFill/>
            <a:ln>
              <a:noFill/>
            </a:ln>
          </p:spPr>
        </p:pic>
        <p:pic>
          <p:nvPicPr>
            <p:cNvPr id="18" name="Google Shape;1251;p8"/>
            <p:cNvPicPr preferRelativeResize="0"/>
            <p:nvPr/>
          </p:nvPicPr>
          <p:blipFill rotWithShape="1">
            <a:blip r:embed="rId12">
              <a:alphaModFix/>
            </a:blip>
            <a:srcRect/>
            <a:stretch/>
          </p:blipFill>
          <p:spPr>
            <a:xfrm>
              <a:off x="15417545" y="1318018"/>
              <a:ext cx="70269" cy="84480"/>
            </a:xfrm>
            <a:prstGeom prst="rect">
              <a:avLst/>
            </a:prstGeom>
            <a:noFill/>
            <a:ln>
              <a:noFill/>
            </a:ln>
          </p:spPr>
        </p:pic>
        <p:pic>
          <p:nvPicPr>
            <p:cNvPr id="19" name="Google Shape;1252;p8"/>
            <p:cNvPicPr preferRelativeResize="0"/>
            <p:nvPr/>
          </p:nvPicPr>
          <p:blipFill rotWithShape="1">
            <a:blip r:embed="rId13">
              <a:alphaModFix/>
            </a:blip>
            <a:srcRect/>
            <a:stretch/>
          </p:blipFill>
          <p:spPr>
            <a:xfrm>
              <a:off x="15509772" y="1318018"/>
              <a:ext cx="154457" cy="85382"/>
            </a:xfrm>
            <a:prstGeom prst="rect">
              <a:avLst/>
            </a:prstGeom>
            <a:noFill/>
            <a:ln>
              <a:noFill/>
            </a:ln>
          </p:spPr>
        </p:pic>
        <p:sp>
          <p:nvSpPr>
            <p:cNvPr id="20" name="Google Shape;1253;p8"/>
            <p:cNvSpPr/>
            <p:nvPr/>
          </p:nvSpPr>
          <p:spPr>
            <a:xfrm>
              <a:off x="1591545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43" y="38023"/>
                  </a:lnTo>
                  <a:lnTo>
                    <a:pt x="26479" y="40652"/>
                  </a:lnTo>
                  <a:lnTo>
                    <a:pt x="26479" y="125488"/>
                  </a:lnTo>
                  <a:lnTo>
                    <a:pt x="26119" y="133764"/>
                  </a:lnTo>
                  <a:lnTo>
                    <a:pt x="23983" y="141384"/>
                  </a:lnTo>
                  <a:lnTo>
                    <a:pt x="18885" y="146968"/>
                  </a:lnTo>
                  <a:lnTo>
                    <a:pt x="9639" y="149136"/>
                  </a:lnTo>
                  <a:lnTo>
                    <a:pt x="2628" y="149136"/>
                  </a:lnTo>
                  <a:lnTo>
                    <a:pt x="0" y="151599"/>
                  </a:lnTo>
                  <a:lnTo>
                    <a:pt x="0" y="157911"/>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1" name="Google Shape;1254;p8"/>
            <p:cNvPicPr preferRelativeResize="0"/>
            <p:nvPr/>
          </p:nvPicPr>
          <p:blipFill rotWithShape="1">
            <a:blip r:embed="rId14">
              <a:alphaModFix/>
            </a:blip>
            <a:srcRect/>
            <a:stretch/>
          </p:blipFill>
          <p:spPr>
            <a:xfrm>
              <a:off x="15976003" y="1280883"/>
              <a:ext cx="267157" cy="122516"/>
            </a:xfrm>
            <a:prstGeom prst="rect">
              <a:avLst/>
            </a:prstGeom>
            <a:noFill/>
            <a:ln>
              <a:noFill/>
            </a:ln>
          </p:spPr>
        </p:pic>
        <p:pic>
          <p:nvPicPr>
            <p:cNvPr id="22" name="Google Shape;1255;p8"/>
            <p:cNvPicPr preferRelativeResize="0"/>
            <p:nvPr/>
          </p:nvPicPr>
          <p:blipFill rotWithShape="1">
            <a:blip r:embed="rId15">
              <a:alphaModFix/>
            </a:blip>
            <a:srcRect/>
            <a:stretch/>
          </p:blipFill>
          <p:spPr>
            <a:xfrm>
              <a:off x="16264228" y="1318018"/>
              <a:ext cx="70294" cy="84480"/>
            </a:xfrm>
            <a:prstGeom prst="rect">
              <a:avLst/>
            </a:prstGeom>
            <a:noFill/>
            <a:ln>
              <a:noFill/>
            </a:ln>
          </p:spPr>
        </p:pic>
        <p:pic>
          <p:nvPicPr>
            <p:cNvPr id="23" name="Google Shape;1256;p8"/>
            <p:cNvPicPr preferRelativeResize="0"/>
            <p:nvPr/>
          </p:nvPicPr>
          <p:blipFill rotWithShape="1">
            <a:blip r:embed="rId16">
              <a:alphaModFix/>
            </a:blip>
            <a:srcRect/>
            <a:stretch/>
          </p:blipFill>
          <p:spPr>
            <a:xfrm>
              <a:off x="16356482" y="1318018"/>
              <a:ext cx="154457" cy="85382"/>
            </a:xfrm>
            <a:prstGeom prst="rect">
              <a:avLst/>
            </a:prstGeom>
            <a:noFill/>
            <a:ln>
              <a:noFill/>
            </a:ln>
          </p:spPr>
        </p:pic>
        <p:pic>
          <p:nvPicPr>
            <p:cNvPr id="24" name="Google Shape;1257;p8"/>
            <p:cNvPicPr preferRelativeResize="0"/>
            <p:nvPr/>
          </p:nvPicPr>
          <p:blipFill rotWithShape="1">
            <a:blip r:embed="rId17">
              <a:alphaModFix/>
            </a:blip>
            <a:srcRect/>
            <a:stretch/>
          </p:blipFill>
          <p:spPr>
            <a:xfrm>
              <a:off x="14201902" y="762152"/>
              <a:ext cx="2318892" cy="491782"/>
            </a:xfrm>
            <a:prstGeom prst="rect">
              <a:avLst/>
            </a:prstGeom>
            <a:noFill/>
            <a:ln>
              <a:noFill/>
            </a:ln>
          </p:spPr>
        </p:pic>
        <p:pic>
          <p:nvPicPr>
            <p:cNvPr id="25" name="Google Shape;1258;p8"/>
            <p:cNvPicPr preferRelativeResize="0"/>
            <p:nvPr/>
          </p:nvPicPr>
          <p:blipFill rotWithShape="1">
            <a:blip r:embed="rId18">
              <a:alphaModFix/>
            </a:blip>
            <a:srcRect/>
            <a:stretch/>
          </p:blipFill>
          <p:spPr>
            <a:xfrm>
              <a:off x="15628112" y="1170902"/>
              <a:ext cx="343027" cy="402703"/>
            </a:xfrm>
            <a:prstGeom prst="rect">
              <a:avLst/>
            </a:prstGeom>
            <a:noFill/>
            <a:ln>
              <a:noFill/>
            </a:ln>
          </p:spPr>
        </p:pic>
        <p:pic>
          <p:nvPicPr>
            <p:cNvPr id="26" name="Google Shape;1259;p8"/>
            <p:cNvPicPr preferRelativeResize="0"/>
            <p:nvPr/>
          </p:nvPicPr>
          <p:blipFill rotWithShape="1">
            <a:blip r:embed="rId19">
              <a:alphaModFix/>
            </a:blip>
            <a:srcRect/>
            <a:stretch/>
          </p:blipFill>
          <p:spPr>
            <a:xfrm>
              <a:off x="15688054" y="1399069"/>
              <a:ext cx="75693" cy="71500"/>
            </a:xfrm>
            <a:prstGeom prst="rect">
              <a:avLst/>
            </a:prstGeom>
            <a:noFill/>
            <a:ln>
              <a:noFill/>
            </a:ln>
          </p:spPr>
        </p:pic>
        <p:pic>
          <p:nvPicPr>
            <p:cNvPr id="27" name="Google Shape;1260;p8"/>
            <p:cNvPicPr preferRelativeResize="0"/>
            <p:nvPr/>
          </p:nvPicPr>
          <p:blipFill rotWithShape="1">
            <a:blip r:embed="rId20">
              <a:alphaModFix/>
            </a:blip>
            <a:srcRect/>
            <a:stretch/>
          </p:blipFill>
          <p:spPr>
            <a:xfrm>
              <a:off x="15685006" y="1433904"/>
              <a:ext cx="365" cy="357"/>
            </a:xfrm>
            <a:prstGeom prst="rect">
              <a:avLst/>
            </a:prstGeom>
            <a:noFill/>
            <a:ln>
              <a:noFill/>
            </a:ln>
          </p:spPr>
        </p:pic>
        <p:pic>
          <p:nvPicPr>
            <p:cNvPr id="28" name="Google Shape;1261;p8"/>
            <p:cNvPicPr preferRelativeResize="0"/>
            <p:nvPr/>
          </p:nvPicPr>
          <p:blipFill rotWithShape="1">
            <a:blip r:embed="rId21">
              <a:alphaModFix/>
            </a:blip>
            <a:srcRect/>
            <a:stretch/>
          </p:blipFill>
          <p:spPr>
            <a:xfrm>
              <a:off x="15609698" y="1489519"/>
              <a:ext cx="39623" cy="43522"/>
            </a:xfrm>
            <a:prstGeom prst="rect">
              <a:avLst/>
            </a:prstGeom>
            <a:noFill/>
            <a:ln>
              <a:noFill/>
            </a:ln>
          </p:spPr>
        </p:pic>
        <p:pic>
          <p:nvPicPr>
            <p:cNvPr id="29" name="Google Shape;1262;p8"/>
            <p:cNvPicPr preferRelativeResize="0"/>
            <p:nvPr/>
          </p:nvPicPr>
          <p:blipFill rotWithShape="1">
            <a:blip r:embed="rId22">
              <a:alphaModFix/>
            </a:blip>
            <a:srcRect/>
            <a:stretch/>
          </p:blipFill>
          <p:spPr>
            <a:xfrm>
              <a:off x="15665195" y="1482038"/>
              <a:ext cx="12445" cy="15214"/>
            </a:xfrm>
            <a:prstGeom prst="rect">
              <a:avLst/>
            </a:prstGeom>
            <a:noFill/>
            <a:ln>
              <a:noFill/>
            </a:ln>
          </p:spPr>
        </p:pic>
        <p:pic>
          <p:nvPicPr>
            <p:cNvPr id="30" name="Google Shape;1263;p8"/>
            <p:cNvPicPr preferRelativeResize="0"/>
            <p:nvPr/>
          </p:nvPicPr>
          <p:blipFill rotWithShape="1">
            <a:blip r:embed="rId22">
              <a:alphaModFix/>
            </a:blip>
            <a:srcRect/>
            <a:stretch/>
          </p:blipFill>
          <p:spPr>
            <a:xfrm>
              <a:off x="15665831" y="1458128"/>
              <a:ext cx="11683" cy="14601"/>
            </a:xfrm>
            <a:prstGeom prst="rect">
              <a:avLst/>
            </a:prstGeom>
            <a:noFill/>
            <a:ln>
              <a:noFill/>
            </a:ln>
          </p:spPr>
        </p:pic>
        <p:pic>
          <p:nvPicPr>
            <p:cNvPr id="31" name="Google Shape;1264;p8"/>
            <p:cNvPicPr preferRelativeResize="0"/>
            <p:nvPr/>
          </p:nvPicPr>
          <p:blipFill rotWithShape="1">
            <a:blip r:embed="rId23">
              <a:alphaModFix/>
            </a:blip>
            <a:srcRect/>
            <a:stretch/>
          </p:blipFill>
          <p:spPr>
            <a:xfrm>
              <a:off x="15824835" y="1228966"/>
              <a:ext cx="64007" cy="65811"/>
            </a:xfrm>
            <a:prstGeom prst="rect">
              <a:avLst/>
            </a:prstGeom>
            <a:noFill/>
            <a:ln>
              <a:noFill/>
            </a:ln>
          </p:spPr>
        </p:pic>
        <p:pic>
          <p:nvPicPr>
            <p:cNvPr id="32" name="Google Shape;1265;p8"/>
            <p:cNvPicPr preferRelativeResize="0"/>
            <p:nvPr/>
          </p:nvPicPr>
          <p:blipFill rotWithShape="1">
            <a:blip r:embed="rId24">
              <a:alphaModFix/>
            </a:blip>
            <a:srcRect/>
            <a:stretch/>
          </p:blipFill>
          <p:spPr>
            <a:xfrm>
              <a:off x="15624047" y="1433779"/>
              <a:ext cx="77215" cy="82550"/>
            </a:xfrm>
            <a:prstGeom prst="rect">
              <a:avLst/>
            </a:prstGeom>
            <a:noFill/>
            <a:ln>
              <a:noFill/>
            </a:ln>
          </p:spPr>
        </p:pic>
        <p:pic>
          <p:nvPicPr>
            <p:cNvPr id="33" name="Google Shape;1266;p8"/>
            <p:cNvPicPr preferRelativeResize="0"/>
            <p:nvPr/>
          </p:nvPicPr>
          <p:blipFill rotWithShape="1">
            <a:blip r:embed="rId25">
              <a:alphaModFix/>
            </a:blip>
            <a:srcRect/>
            <a:stretch/>
          </p:blipFill>
          <p:spPr>
            <a:xfrm>
              <a:off x="15901288" y="1256068"/>
              <a:ext cx="16763" cy="12903"/>
            </a:xfrm>
            <a:prstGeom prst="rect">
              <a:avLst/>
            </a:prstGeom>
            <a:noFill/>
            <a:ln>
              <a:noFill/>
            </a:ln>
          </p:spPr>
        </p:pic>
        <p:pic>
          <p:nvPicPr>
            <p:cNvPr id="34" name="Google Shape;1267;p8"/>
            <p:cNvPicPr preferRelativeResize="0"/>
            <p:nvPr/>
          </p:nvPicPr>
          <p:blipFill rotWithShape="1">
            <a:blip r:embed="rId22">
              <a:alphaModFix/>
            </a:blip>
            <a:srcRect/>
            <a:stretch/>
          </p:blipFill>
          <p:spPr>
            <a:xfrm>
              <a:off x="15680309" y="1443710"/>
              <a:ext cx="12953" cy="15138"/>
            </a:xfrm>
            <a:prstGeom prst="rect">
              <a:avLst/>
            </a:prstGeom>
            <a:noFill/>
            <a:ln>
              <a:noFill/>
            </a:ln>
          </p:spPr>
        </p:pic>
        <p:pic>
          <p:nvPicPr>
            <p:cNvPr id="35" name="Google Shape;1268;p8"/>
            <p:cNvPicPr preferRelativeResize="0"/>
            <p:nvPr/>
          </p:nvPicPr>
          <p:blipFill rotWithShape="1">
            <a:blip r:embed="rId26">
              <a:alphaModFix/>
            </a:blip>
            <a:srcRect/>
            <a:stretch/>
          </p:blipFill>
          <p:spPr>
            <a:xfrm>
              <a:off x="15931515" y="1237411"/>
              <a:ext cx="9779" cy="7467"/>
            </a:xfrm>
            <a:prstGeom prst="rect">
              <a:avLst/>
            </a:prstGeom>
            <a:noFill/>
            <a:ln>
              <a:noFill/>
            </a:ln>
          </p:spPr>
        </p:pic>
        <p:pic>
          <p:nvPicPr>
            <p:cNvPr id="36" name="Google Shape;1269;p8"/>
            <p:cNvPicPr preferRelativeResize="0"/>
            <p:nvPr/>
          </p:nvPicPr>
          <p:blipFill rotWithShape="1">
            <a:blip r:embed="rId27">
              <a:alphaModFix/>
            </a:blip>
            <a:srcRect/>
            <a:stretch/>
          </p:blipFill>
          <p:spPr>
            <a:xfrm>
              <a:off x="15934562" y="1189837"/>
              <a:ext cx="38226" cy="32524"/>
            </a:xfrm>
            <a:prstGeom prst="rect">
              <a:avLst/>
            </a:prstGeom>
            <a:noFill/>
            <a:ln>
              <a:noFill/>
            </a:ln>
          </p:spPr>
        </p:pic>
        <p:pic>
          <p:nvPicPr>
            <p:cNvPr id="37" name="Google Shape;1270;p8"/>
            <p:cNvPicPr preferRelativeResize="0"/>
            <p:nvPr/>
          </p:nvPicPr>
          <p:blipFill rotWithShape="1">
            <a:blip r:embed="rId28">
              <a:alphaModFix/>
            </a:blip>
            <a:srcRect/>
            <a:stretch/>
          </p:blipFill>
          <p:spPr>
            <a:xfrm>
              <a:off x="15645637" y="1455178"/>
              <a:ext cx="40257" cy="24193"/>
            </a:xfrm>
            <a:prstGeom prst="rect">
              <a:avLst/>
            </a:prstGeom>
            <a:noFill/>
            <a:ln>
              <a:noFill/>
            </a:ln>
          </p:spPr>
        </p:pic>
        <p:pic>
          <p:nvPicPr>
            <p:cNvPr id="38" name="Google Shape;1271;p8"/>
            <p:cNvPicPr preferRelativeResize="0"/>
            <p:nvPr/>
          </p:nvPicPr>
          <p:blipFill rotWithShape="1">
            <a:blip r:embed="rId29">
              <a:alphaModFix/>
            </a:blip>
            <a:srcRect/>
            <a:stretch/>
          </p:blipFill>
          <p:spPr>
            <a:xfrm>
              <a:off x="15687295" y="1443595"/>
              <a:ext cx="5969" cy="6934"/>
            </a:xfrm>
            <a:prstGeom prst="rect">
              <a:avLst/>
            </a:prstGeom>
            <a:noFill/>
            <a:ln>
              <a:noFill/>
            </a:ln>
          </p:spPr>
        </p:pic>
        <p:pic>
          <p:nvPicPr>
            <p:cNvPr id="39" name="Google Shape;1272;p8"/>
            <p:cNvPicPr preferRelativeResize="0"/>
            <p:nvPr/>
          </p:nvPicPr>
          <p:blipFill rotWithShape="1">
            <a:blip r:embed="rId30">
              <a:alphaModFix/>
            </a:blip>
            <a:srcRect/>
            <a:stretch/>
          </p:blipFill>
          <p:spPr>
            <a:xfrm>
              <a:off x="15900400" y="1202498"/>
              <a:ext cx="17907" cy="15088"/>
            </a:xfrm>
            <a:prstGeom prst="rect">
              <a:avLst/>
            </a:prstGeom>
            <a:noFill/>
            <a:ln>
              <a:noFill/>
            </a:ln>
          </p:spPr>
        </p:pic>
        <p:pic>
          <p:nvPicPr>
            <p:cNvPr id="40" name="Google Shape;1273;p8"/>
            <p:cNvPicPr preferRelativeResize="0"/>
            <p:nvPr/>
          </p:nvPicPr>
          <p:blipFill rotWithShape="1">
            <a:blip r:embed="rId31">
              <a:alphaModFix/>
            </a:blip>
            <a:srcRect/>
            <a:stretch/>
          </p:blipFill>
          <p:spPr>
            <a:xfrm>
              <a:off x="15696945" y="1384351"/>
              <a:ext cx="36195" cy="49428"/>
            </a:xfrm>
            <a:prstGeom prst="rect">
              <a:avLst/>
            </a:prstGeom>
            <a:noFill/>
            <a:ln>
              <a:noFill/>
            </a:ln>
          </p:spPr>
        </p:pic>
        <p:pic>
          <p:nvPicPr>
            <p:cNvPr id="41" name="Google Shape;1274;p8"/>
            <p:cNvPicPr preferRelativeResize="0"/>
            <p:nvPr/>
          </p:nvPicPr>
          <p:blipFill rotWithShape="1">
            <a:blip r:embed="rId32">
              <a:alphaModFix/>
            </a:blip>
            <a:srcRect/>
            <a:stretch/>
          </p:blipFill>
          <p:spPr>
            <a:xfrm>
              <a:off x="15621381" y="1488414"/>
              <a:ext cx="43306" cy="44855"/>
            </a:xfrm>
            <a:prstGeom prst="rect">
              <a:avLst/>
            </a:prstGeom>
            <a:noFill/>
            <a:ln>
              <a:noFill/>
            </a:ln>
          </p:spPr>
        </p:pic>
        <p:pic>
          <p:nvPicPr>
            <p:cNvPr id="42" name="Google Shape;1275;p8"/>
            <p:cNvPicPr preferRelativeResize="0"/>
            <p:nvPr/>
          </p:nvPicPr>
          <p:blipFill rotWithShape="1">
            <a:blip r:embed="rId33">
              <a:alphaModFix/>
            </a:blip>
            <a:srcRect/>
            <a:stretch/>
          </p:blipFill>
          <p:spPr>
            <a:xfrm>
              <a:off x="15655416" y="1424228"/>
              <a:ext cx="62101" cy="58038"/>
            </a:xfrm>
            <a:prstGeom prst="rect">
              <a:avLst/>
            </a:prstGeom>
            <a:noFill/>
            <a:ln>
              <a:noFill/>
            </a:ln>
          </p:spPr>
        </p:pic>
        <p:pic>
          <p:nvPicPr>
            <p:cNvPr id="43" name="Google Shape;1276;p8"/>
            <p:cNvPicPr preferRelativeResize="0"/>
            <p:nvPr/>
          </p:nvPicPr>
          <p:blipFill rotWithShape="1">
            <a:blip r:embed="rId32">
              <a:alphaModFix/>
            </a:blip>
            <a:srcRect/>
            <a:stretch/>
          </p:blipFill>
          <p:spPr>
            <a:xfrm>
              <a:off x="15735425" y="1384478"/>
              <a:ext cx="41404" cy="44323"/>
            </a:xfrm>
            <a:prstGeom prst="rect">
              <a:avLst/>
            </a:prstGeom>
            <a:noFill/>
            <a:ln>
              <a:noFill/>
            </a:ln>
          </p:spPr>
        </p:pic>
        <p:pic>
          <p:nvPicPr>
            <p:cNvPr id="44" name="Google Shape;1277;p8"/>
            <p:cNvPicPr preferRelativeResize="0"/>
            <p:nvPr/>
          </p:nvPicPr>
          <p:blipFill rotWithShape="1">
            <a:blip r:embed="rId20">
              <a:alphaModFix/>
            </a:blip>
            <a:srcRect/>
            <a:stretch/>
          </p:blipFill>
          <p:spPr>
            <a:xfrm>
              <a:off x="15792070" y="1308544"/>
              <a:ext cx="3683" cy="3086"/>
            </a:xfrm>
            <a:prstGeom prst="rect">
              <a:avLst/>
            </a:prstGeom>
            <a:noFill/>
            <a:ln>
              <a:noFill/>
            </a:ln>
          </p:spPr>
        </p:pic>
        <p:pic>
          <p:nvPicPr>
            <p:cNvPr id="45" name="Google Shape;1278;p8"/>
            <p:cNvPicPr preferRelativeResize="0"/>
            <p:nvPr/>
          </p:nvPicPr>
          <p:blipFill rotWithShape="1">
            <a:blip r:embed="rId34">
              <a:alphaModFix/>
            </a:blip>
            <a:srcRect/>
            <a:stretch/>
          </p:blipFill>
          <p:spPr>
            <a:xfrm>
              <a:off x="15669386" y="1471827"/>
              <a:ext cx="6223" cy="16472"/>
            </a:xfrm>
            <a:prstGeom prst="rect">
              <a:avLst/>
            </a:prstGeom>
            <a:noFill/>
            <a:ln>
              <a:noFill/>
            </a:ln>
          </p:spPr>
        </p:pic>
        <p:pic>
          <p:nvPicPr>
            <p:cNvPr id="46" name="Google Shape;1279;p8"/>
            <p:cNvPicPr preferRelativeResize="0"/>
            <p:nvPr/>
          </p:nvPicPr>
          <p:blipFill rotWithShape="1">
            <a:blip r:embed="rId26">
              <a:alphaModFix/>
            </a:blip>
            <a:srcRect/>
            <a:stretch/>
          </p:blipFill>
          <p:spPr>
            <a:xfrm>
              <a:off x="15855950" y="1307782"/>
              <a:ext cx="7747" cy="7251"/>
            </a:xfrm>
            <a:prstGeom prst="rect">
              <a:avLst/>
            </a:prstGeom>
            <a:noFill/>
            <a:ln>
              <a:noFill/>
            </a:ln>
          </p:spPr>
        </p:pic>
        <p:pic>
          <p:nvPicPr>
            <p:cNvPr id="47" name="Google Shape;1280;p8"/>
            <p:cNvPicPr preferRelativeResize="0"/>
            <p:nvPr/>
          </p:nvPicPr>
          <p:blipFill rotWithShape="1">
            <a:blip r:embed="rId22">
              <a:alphaModFix/>
            </a:blip>
            <a:srcRect/>
            <a:stretch/>
          </p:blipFill>
          <p:spPr>
            <a:xfrm>
              <a:off x="15815056" y="1337019"/>
              <a:ext cx="14351" cy="13257"/>
            </a:xfrm>
            <a:prstGeom prst="rect">
              <a:avLst/>
            </a:prstGeom>
            <a:noFill/>
            <a:ln>
              <a:noFill/>
            </a:ln>
          </p:spPr>
        </p:pic>
        <p:pic>
          <p:nvPicPr>
            <p:cNvPr id="48" name="Google Shape;1281;p8"/>
            <p:cNvPicPr preferRelativeResize="0"/>
            <p:nvPr/>
          </p:nvPicPr>
          <p:blipFill rotWithShape="1">
            <a:blip r:embed="rId35">
              <a:alphaModFix/>
            </a:blip>
            <a:srcRect/>
            <a:stretch/>
          </p:blipFill>
          <p:spPr>
            <a:xfrm>
              <a:off x="15642463" y="1463712"/>
              <a:ext cx="54101" cy="18427"/>
            </a:xfrm>
            <a:prstGeom prst="rect">
              <a:avLst/>
            </a:prstGeom>
            <a:noFill/>
            <a:ln>
              <a:noFill/>
            </a:ln>
          </p:spPr>
        </p:pic>
        <p:pic>
          <p:nvPicPr>
            <p:cNvPr id="49" name="Google Shape;1282;p8"/>
            <p:cNvPicPr preferRelativeResize="0"/>
            <p:nvPr/>
          </p:nvPicPr>
          <p:blipFill rotWithShape="1">
            <a:blip r:embed="rId36">
              <a:alphaModFix/>
            </a:blip>
            <a:srcRect/>
            <a:stretch/>
          </p:blipFill>
          <p:spPr>
            <a:xfrm>
              <a:off x="15736444" y="1349412"/>
              <a:ext cx="19811" cy="21044"/>
            </a:xfrm>
            <a:prstGeom prst="rect">
              <a:avLst/>
            </a:prstGeom>
            <a:noFill/>
            <a:ln>
              <a:noFill/>
            </a:ln>
          </p:spPr>
        </p:pic>
        <p:pic>
          <p:nvPicPr>
            <p:cNvPr id="50" name="Google Shape;1283;p8"/>
            <p:cNvPicPr preferRelativeResize="0"/>
            <p:nvPr/>
          </p:nvPicPr>
          <p:blipFill rotWithShape="1">
            <a:blip r:embed="rId37">
              <a:alphaModFix/>
            </a:blip>
            <a:srcRect/>
            <a:stretch/>
          </p:blipFill>
          <p:spPr>
            <a:xfrm>
              <a:off x="15651227" y="1473301"/>
              <a:ext cx="22858" cy="37363"/>
            </a:xfrm>
            <a:prstGeom prst="rect">
              <a:avLst/>
            </a:prstGeom>
            <a:noFill/>
            <a:ln>
              <a:noFill/>
            </a:ln>
          </p:spPr>
        </p:pic>
        <p:pic>
          <p:nvPicPr>
            <p:cNvPr id="51" name="Google Shape;1284;p8"/>
            <p:cNvPicPr preferRelativeResize="0"/>
            <p:nvPr/>
          </p:nvPicPr>
          <p:blipFill rotWithShape="1">
            <a:blip r:embed="rId38">
              <a:alphaModFix/>
            </a:blip>
            <a:srcRect/>
            <a:stretch/>
          </p:blipFill>
          <p:spPr>
            <a:xfrm>
              <a:off x="15670911" y="1472793"/>
              <a:ext cx="9395" cy="6642"/>
            </a:xfrm>
            <a:prstGeom prst="rect">
              <a:avLst/>
            </a:prstGeom>
            <a:noFill/>
            <a:ln>
              <a:noFill/>
            </a:ln>
          </p:spPr>
        </p:pic>
        <p:pic>
          <p:nvPicPr>
            <p:cNvPr id="52" name="Google Shape;1285;p8"/>
            <p:cNvPicPr preferRelativeResize="0"/>
            <p:nvPr/>
          </p:nvPicPr>
          <p:blipFill rotWithShape="1">
            <a:blip r:embed="rId39">
              <a:alphaModFix/>
            </a:blip>
            <a:srcRect/>
            <a:stretch/>
          </p:blipFill>
          <p:spPr>
            <a:xfrm>
              <a:off x="15935325" y="1214271"/>
              <a:ext cx="18032" cy="26936"/>
            </a:xfrm>
            <a:prstGeom prst="rect">
              <a:avLst/>
            </a:prstGeom>
            <a:noFill/>
            <a:ln>
              <a:noFill/>
            </a:ln>
          </p:spPr>
        </p:pic>
        <p:pic>
          <p:nvPicPr>
            <p:cNvPr id="53" name="Google Shape;1286;p8"/>
            <p:cNvPicPr preferRelativeResize="0"/>
            <p:nvPr/>
          </p:nvPicPr>
          <p:blipFill rotWithShape="1">
            <a:blip r:embed="rId40">
              <a:alphaModFix/>
            </a:blip>
            <a:srcRect/>
            <a:stretch/>
          </p:blipFill>
          <p:spPr>
            <a:xfrm>
              <a:off x="15635478" y="1434121"/>
              <a:ext cx="66292" cy="61213"/>
            </a:xfrm>
            <a:prstGeom prst="rect">
              <a:avLst/>
            </a:prstGeom>
            <a:noFill/>
            <a:ln>
              <a:noFill/>
            </a:ln>
          </p:spPr>
        </p:pic>
        <p:pic>
          <p:nvPicPr>
            <p:cNvPr id="54" name="Google Shape;1287;p8"/>
            <p:cNvPicPr preferRelativeResize="0"/>
            <p:nvPr/>
          </p:nvPicPr>
          <p:blipFill rotWithShape="1">
            <a:blip r:embed="rId29">
              <a:alphaModFix/>
            </a:blip>
            <a:srcRect/>
            <a:stretch/>
          </p:blipFill>
          <p:spPr>
            <a:xfrm>
              <a:off x="15682467" y="1428520"/>
              <a:ext cx="1523" cy="1777"/>
            </a:xfrm>
            <a:prstGeom prst="rect">
              <a:avLst/>
            </a:prstGeom>
            <a:noFill/>
            <a:ln>
              <a:noFill/>
            </a:ln>
          </p:spPr>
        </p:pic>
        <p:pic>
          <p:nvPicPr>
            <p:cNvPr id="55" name="Google Shape;1288;p8"/>
            <p:cNvPicPr preferRelativeResize="0"/>
            <p:nvPr/>
          </p:nvPicPr>
          <p:blipFill rotWithShape="1">
            <a:blip r:embed="rId41">
              <a:alphaModFix/>
            </a:blip>
            <a:srcRect/>
            <a:stretch/>
          </p:blipFill>
          <p:spPr>
            <a:xfrm>
              <a:off x="15639414" y="1470417"/>
              <a:ext cx="26036" cy="30924"/>
            </a:xfrm>
            <a:prstGeom prst="rect">
              <a:avLst/>
            </a:prstGeom>
            <a:noFill/>
            <a:ln>
              <a:noFill/>
            </a:ln>
          </p:spPr>
        </p:pic>
        <p:pic>
          <p:nvPicPr>
            <p:cNvPr id="56" name="Google Shape;1289;p8"/>
            <p:cNvPicPr preferRelativeResize="0"/>
            <p:nvPr/>
          </p:nvPicPr>
          <p:blipFill rotWithShape="1">
            <a:blip r:embed="rId42">
              <a:alphaModFix/>
            </a:blip>
            <a:srcRect/>
            <a:stretch/>
          </p:blipFill>
          <p:spPr>
            <a:xfrm>
              <a:off x="15666975" y="1440484"/>
              <a:ext cx="15351" cy="20421"/>
            </a:xfrm>
            <a:prstGeom prst="rect">
              <a:avLst/>
            </a:prstGeom>
            <a:noFill/>
            <a:ln>
              <a:noFill/>
            </a:ln>
          </p:spPr>
        </p:pic>
        <p:pic>
          <p:nvPicPr>
            <p:cNvPr id="57" name="Google Shape;1290;p8"/>
            <p:cNvPicPr preferRelativeResize="0"/>
            <p:nvPr/>
          </p:nvPicPr>
          <p:blipFill rotWithShape="1">
            <a:blip r:embed="rId20">
              <a:alphaModFix/>
            </a:blip>
            <a:srcRect/>
            <a:stretch/>
          </p:blipFill>
          <p:spPr>
            <a:xfrm>
              <a:off x="15953359" y="1215466"/>
              <a:ext cx="2285" cy="1803"/>
            </a:xfrm>
            <a:prstGeom prst="rect">
              <a:avLst/>
            </a:prstGeom>
            <a:noFill/>
            <a:ln>
              <a:noFill/>
            </a:ln>
          </p:spPr>
        </p:pic>
        <p:pic>
          <p:nvPicPr>
            <p:cNvPr id="58" name="Google Shape;1291;p8"/>
            <p:cNvPicPr preferRelativeResize="0"/>
            <p:nvPr/>
          </p:nvPicPr>
          <p:blipFill rotWithShape="1">
            <a:blip r:embed="rId43">
              <a:alphaModFix/>
            </a:blip>
            <a:srcRect/>
            <a:stretch/>
          </p:blipFill>
          <p:spPr>
            <a:xfrm>
              <a:off x="15685896" y="1402969"/>
              <a:ext cx="39878" cy="43662"/>
            </a:xfrm>
            <a:prstGeom prst="rect">
              <a:avLst/>
            </a:prstGeom>
            <a:noFill/>
            <a:ln>
              <a:noFill/>
            </a:ln>
          </p:spPr>
        </p:pic>
        <p:pic>
          <p:nvPicPr>
            <p:cNvPr id="59" name="Google Shape;1292;p8"/>
            <p:cNvPicPr preferRelativeResize="0"/>
            <p:nvPr/>
          </p:nvPicPr>
          <p:blipFill rotWithShape="1">
            <a:blip r:embed="rId44">
              <a:alphaModFix/>
            </a:blip>
            <a:srcRect/>
            <a:stretch/>
          </p:blipFill>
          <p:spPr>
            <a:xfrm>
              <a:off x="15880588" y="1270139"/>
              <a:ext cx="20192" cy="18021"/>
            </a:xfrm>
            <a:prstGeom prst="rect">
              <a:avLst/>
            </a:prstGeom>
            <a:noFill/>
            <a:ln>
              <a:noFill/>
            </a:ln>
          </p:spPr>
        </p:pic>
        <p:pic>
          <p:nvPicPr>
            <p:cNvPr id="60" name="Google Shape;1293;p8"/>
            <p:cNvPicPr preferRelativeResize="0"/>
            <p:nvPr/>
          </p:nvPicPr>
          <p:blipFill rotWithShape="1">
            <a:blip r:embed="rId38">
              <a:alphaModFix/>
            </a:blip>
            <a:srcRect/>
            <a:stretch/>
          </p:blipFill>
          <p:spPr>
            <a:xfrm>
              <a:off x="15668497" y="1475943"/>
              <a:ext cx="10794" cy="10998"/>
            </a:xfrm>
            <a:prstGeom prst="rect">
              <a:avLst/>
            </a:prstGeom>
            <a:noFill/>
            <a:ln>
              <a:noFill/>
            </a:ln>
          </p:spPr>
        </p:pic>
        <p:pic>
          <p:nvPicPr>
            <p:cNvPr id="61" name="Google Shape;1294;p8"/>
            <p:cNvPicPr preferRelativeResize="0"/>
            <p:nvPr/>
          </p:nvPicPr>
          <p:blipFill rotWithShape="1">
            <a:blip r:embed="rId20">
              <a:alphaModFix/>
            </a:blip>
            <a:srcRect/>
            <a:stretch/>
          </p:blipFill>
          <p:spPr>
            <a:xfrm>
              <a:off x="15965169" y="1207654"/>
              <a:ext cx="2031" cy="1524"/>
            </a:xfrm>
            <a:prstGeom prst="rect">
              <a:avLst/>
            </a:prstGeom>
            <a:noFill/>
            <a:ln>
              <a:noFill/>
            </a:ln>
          </p:spPr>
        </p:pic>
        <p:pic>
          <p:nvPicPr>
            <p:cNvPr id="62" name="Google Shape;1295;p8"/>
            <p:cNvPicPr preferRelativeResize="0"/>
            <p:nvPr/>
          </p:nvPicPr>
          <p:blipFill rotWithShape="1">
            <a:blip r:embed="rId26">
              <a:alphaModFix/>
            </a:blip>
            <a:srcRect/>
            <a:stretch/>
          </p:blipFill>
          <p:spPr>
            <a:xfrm>
              <a:off x="15889351" y="1220528"/>
              <a:ext cx="1687" cy="1338"/>
            </a:xfrm>
            <a:prstGeom prst="rect">
              <a:avLst/>
            </a:prstGeom>
            <a:noFill/>
            <a:ln>
              <a:noFill/>
            </a:ln>
          </p:spPr>
        </p:pic>
        <p:pic>
          <p:nvPicPr>
            <p:cNvPr id="63" name="Google Shape;1296;p8"/>
            <p:cNvPicPr preferRelativeResize="0"/>
            <p:nvPr/>
          </p:nvPicPr>
          <p:blipFill rotWithShape="1">
            <a:blip r:embed="rId34">
              <a:alphaModFix/>
            </a:blip>
            <a:srcRect/>
            <a:stretch/>
          </p:blipFill>
          <p:spPr>
            <a:xfrm>
              <a:off x="15948025" y="1190980"/>
              <a:ext cx="2666" cy="11263"/>
            </a:xfrm>
            <a:prstGeom prst="rect">
              <a:avLst/>
            </a:prstGeom>
            <a:noFill/>
            <a:ln>
              <a:noFill/>
            </a:ln>
          </p:spPr>
        </p:pic>
        <p:pic>
          <p:nvPicPr>
            <p:cNvPr id="64" name="Google Shape;1297;p8"/>
            <p:cNvPicPr preferRelativeResize="0"/>
            <p:nvPr/>
          </p:nvPicPr>
          <p:blipFill rotWithShape="1">
            <a:blip r:embed="rId45">
              <a:alphaModFix/>
            </a:blip>
            <a:srcRect/>
            <a:stretch/>
          </p:blipFill>
          <p:spPr>
            <a:xfrm>
              <a:off x="15672054" y="1466291"/>
              <a:ext cx="20955" cy="4953"/>
            </a:xfrm>
            <a:prstGeom prst="rect">
              <a:avLst/>
            </a:prstGeom>
            <a:noFill/>
            <a:ln>
              <a:noFill/>
            </a:ln>
          </p:spPr>
        </p:pic>
        <p:pic>
          <p:nvPicPr>
            <p:cNvPr id="65" name="Google Shape;1298;p8"/>
            <p:cNvPicPr preferRelativeResize="0"/>
            <p:nvPr/>
          </p:nvPicPr>
          <p:blipFill rotWithShape="1">
            <a:blip r:embed="rId38">
              <a:alphaModFix/>
            </a:blip>
            <a:srcRect/>
            <a:stretch/>
          </p:blipFill>
          <p:spPr>
            <a:xfrm>
              <a:off x="15635985" y="1508619"/>
              <a:ext cx="11174" cy="10465"/>
            </a:xfrm>
            <a:prstGeom prst="rect">
              <a:avLst/>
            </a:prstGeom>
            <a:noFill/>
            <a:ln>
              <a:noFill/>
            </a:ln>
          </p:spPr>
        </p:pic>
        <p:pic>
          <p:nvPicPr>
            <p:cNvPr id="66" name="Google Shape;1299;p8"/>
            <p:cNvPicPr preferRelativeResize="0"/>
            <p:nvPr/>
          </p:nvPicPr>
          <p:blipFill rotWithShape="1">
            <a:blip r:embed="rId46">
              <a:alphaModFix/>
            </a:blip>
            <a:srcRect/>
            <a:stretch/>
          </p:blipFill>
          <p:spPr>
            <a:xfrm>
              <a:off x="15891127" y="1207211"/>
              <a:ext cx="68581" cy="70726"/>
            </a:xfrm>
            <a:prstGeom prst="rect">
              <a:avLst/>
            </a:prstGeom>
            <a:noFill/>
            <a:ln>
              <a:noFill/>
            </a:ln>
          </p:spPr>
        </p:pic>
        <p:pic>
          <p:nvPicPr>
            <p:cNvPr id="67" name="Google Shape;1300;p8"/>
            <p:cNvPicPr preferRelativeResize="0"/>
            <p:nvPr/>
          </p:nvPicPr>
          <p:blipFill rotWithShape="1">
            <a:blip r:embed="rId20">
              <a:alphaModFix/>
            </a:blip>
            <a:srcRect/>
            <a:stretch/>
          </p:blipFill>
          <p:spPr>
            <a:xfrm>
              <a:off x="15658337" y="1504276"/>
              <a:ext cx="1142" cy="1384"/>
            </a:xfrm>
            <a:prstGeom prst="rect">
              <a:avLst/>
            </a:prstGeom>
            <a:noFill/>
            <a:ln>
              <a:noFill/>
            </a:ln>
          </p:spPr>
        </p:pic>
        <p:pic>
          <p:nvPicPr>
            <p:cNvPr id="68" name="Google Shape;1301;p8"/>
            <p:cNvPicPr preferRelativeResize="0"/>
            <p:nvPr/>
          </p:nvPicPr>
          <p:blipFill rotWithShape="1">
            <a:blip r:embed="rId30">
              <a:alphaModFix/>
            </a:blip>
            <a:srcRect/>
            <a:stretch/>
          </p:blipFill>
          <p:spPr>
            <a:xfrm>
              <a:off x="15658718" y="1475473"/>
              <a:ext cx="14986" cy="22047"/>
            </a:xfrm>
            <a:prstGeom prst="rect">
              <a:avLst/>
            </a:prstGeom>
            <a:noFill/>
            <a:ln>
              <a:noFill/>
            </a:ln>
          </p:spPr>
        </p:pic>
        <p:pic>
          <p:nvPicPr>
            <p:cNvPr id="69" name="Google Shape;1302;p8"/>
            <p:cNvPicPr preferRelativeResize="0"/>
            <p:nvPr/>
          </p:nvPicPr>
          <p:blipFill rotWithShape="1">
            <a:blip r:embed="rId20">
              <a:alphaModFix/>
            </a:blip>
            <a:srcRect/>
            <a:stretch/>
          </p:blipFill>
          <p:spPr>
            <a:xfrm>
              <a:off x="15635859" y="1500797"/>
              <a:ext cx="1143" cy="1409"/>
            </a:xfrm>
            <a:prstGeom prst="rect">
              <a:avLst/>
            </a:prstGeom>
            <a:noFill/>
            <a:ln>
              <a:noFill/>
            </a:ln>
          </p:spPr>
        </p:pic>
        <p:pic>
          <p:nvPicPr>
            <p:cNvPr id="70" name="Google Shape;1303;p8"/>
            <p:cNvPicPr preferRelativeResize="0"/>
            <p:nvPr/>
          </p:nvPicPr>
          <p:blipFill rotWithShape="1">
            <a:blip r:embed="rId29">
              <a:alphaModFix/>
            </a:blip>
            <a:srcRect/>
            <a:stretch/>
          </p:blipFill>
          <p:spPr>
            <a:xfrm>
              <a:off x="15916402" y="1201216"/>
              <a:ext cx="2412" cy="5461"/>
            </a:xfrm>
            <a:prstGeom prst="rect">
              <a:avLst/>
            </a:prstGeom>
            <a:noFill/>
            <a:ln>
              <a:noFill/>
            </a:ln>
          </p:spPr>
        </p:pic>
        <p:pic>
          <p:nvPicPr>
            <p:cNvPr id="71" name="Google Shape;1304;p8"/>
            <p:cNvPicPr preferRelativeResize="0"/>
            <p:nvPr/>
          </p:nvPicPr>
          <p:blipFill rotWithShape="1">
            <a:blip r:embed="rId20">
              <a:alphaModFix/>
            </a:blip>
            <a:srcRect/>
            <a:stretch/>
          </p:blipFill>
          <p:spPr>
            <a:xfrm>
              <a:off x="15947769" y="1197362"/>
              <a:ext cx="1650" cy="1276"/>
            </a:xfrm>
            <a:prstGeom prst="rect">
              <a:avLst/>
            </a:prstGeom>
            <a:noFill/>
            <a:ln>
              <a:noFill/>
            </a:ln>
          </p:spPr>
        </p:pic>
        <p:pic>
          <p:nvPicPr>
            <p:cNvPr id="72" name="Google Shape;1305;p8"/>
            <p:cNvPicPr preferRelativeResize="0"/>
            <p:nvPr/>
          </p:nvPicPr>
          <p:blipFill rotWithShape="1">
            <a:blip r:embed="rId20">
              <a:alphaModFix/>
            </a:blip>
            <a:srcRect/>
            <a:stretch/>
          </p:blipFill>
          <p:spPr>
            <a:xfrm>
              <a:off x="15933039" y="1198499"/>
              <a:ext cx="1016" cy="901"/>
            </a:xfrm>
            <a:prstGeom prst="rect">
              <a:avLst/>
            </a:prstGeom>
            <a:noFill/>
            <a:ln>
              <a:noFill/>
            </a:ln>
          </p:spPr>
        </p:pic>
        <p:pic>
          <p:nvPicPr>
            <p:cNvPr id="73" name="Google Shape;1306;p8"/>
            <p:cNvPicPr preferRelativeResize="0"/>
            <p:nvPr/>
          </p:nvPicPr>
          <p:blipFill rotWithShape="1">
            <a:blip r:embed="rId38">
              <a:alphaModFix/>
            </a:blip>
            <a:srcRect/>
            <a:stretch/>
          </p:blipFill>
          <p:spPr>
            <a:xfrm>
              <a:off x="15708376" y="1446885"/>
              <a:ext cx="8508" cy="9461"/>
            </a:xfrm>
            <a:prstGeom prst="rect">
              <a:avLst/>
            </a:prstGeom>
            <a:noFill/>
            <a:ln>
              <a:noFill/>
            </a:ln>
          </p:spPr>
        </p:pic>
        <p:pic>
          <p:nvPicPr>
            <p:cNvPr id="74" name="Google Shape;1307;p8"/>
            <p:cNvPicPr preferRelativeResize="0"/>
            <p:nvPr/>
          </p:nvPicPr>
          <p:blipFill rotWithShape="1">
            <a:blip r:embed="rId29">
              <a:alphaModFix/>
            </a:blip>
            <a:srcRect/>
            <a:stretch/>
          </p:blipFill>
          <p:spPr>
            <a:xfrm>
              <a:off x="15918687" y="1247634"/>
              <a:ext cx="9400" cy="9678"/>
            </a:xfrm>
            <a:prstGeom prst="rect">
              <a:avLst/>
            </a:prstGeom>
            <a:noFill/>
            <a:ln>
              <a:noFill/>
            </a:ln>
          </p:spPr>
        </p:pic>
        <p:pic>
          <p:nvPicPr>
            <p:cNvPr id="75" name="Google Shape;1308;p8"/>
            <p:cNvPicPr preferRelativeResize="0"/>
            <p:nvPr/>
          </p:nvPicPr>
          <p:blipFill rotWithShape="1">
            <a:blip r:embed="rId47">
              <a:alphaModFix/>
            </a:blip>
            <a:srcRect/>
            <a:stretch/>
          </p:blipFill>
          <p:spPr>
            <a:xfrm>
              <a:off x="15635732" y="1459293"/>
              <a:ext cx="44576" cy="50304"/>
            </a:xfrm>
            <a:prstGeom prst="rect">
              <a:avLst/>
            </a:prstGeom>
            <a:noFill/>
            <a:ln>
              <a:noFill/>
            </a:ln>
          </p:spPr>
        </p:pic>
        <p:pic>
          <p:nvPicPr>
            <p:cNvPr id="76" name="Google Shape;1309;p8"/>
            <p:cNvPicPr preferRelativeResize="0"/>
            <p:nvPr/>
          </p:nvPicPr>
          <p:blipFill rotWithShape="1">
            <a:blip r:embed="rId22">
              <a:alphaModFix/>
            </a:blip>
            <a:srcRect/>
            <a:stretch/>
          </p:blipFill>
          <p:spPr>
            <a:xfrm>
              <a:off x="15874620" y="1283169"/>
              <a:ext cx="14985" cy="14592"/>
            </a:xfrm>
            <a:prstGeom prst="rect">
              <a:avLst/>
            </a:prstGeom>
            <a:noFill/>
            <a:ln>
              <a:noFill/>
            </a:ln>
          </p:spPr>
        </p:pic>
        <p:pic>
          <p:nvPicPr>
            <p:cNvPr id="77" name="Google Shape;1310;p8"/>
            <p:cNvPicPr preferRelativeResize="0"/>
            <p:nvPr/>
          </p:nvPicPr>
          <p:blipFill rotWithShape="1">
            <a:blip r:embed="rId20">
              <a:alphaModFix/>
            </a:blip>
            <a:srcRect/>
            <a:stretch/>
          </p:blipFill>
          <p:spPr>
            <a:xfrm>
              <a:off x="15679419" y="1471002"/>
              <a:ext cx="761" cy="787"/>
            </a:xfrm>
            <a:prstGeom prst="rect">
              <a:avLst/>
            </a:prstGeom>
            <a:noFill/>
            <a:ln>
              <a:noFill/>
            </a:ln>
          </p:spPr>
        </p:pic>
        <p:pic>
          <p:nvPicPr>
            <p:cNvPr id="78" name="Google Shape;1311;p8"/>
            <p:cNvPicPr preferRelativeResize="0"/>
            <p:nvPr/>
          </p:nvPicPr>
          <p:blipFill rotWithShape="1">
            <a:blip r:embed="rId20">
              <a:alphaModFix/>
            </a:blip>
            <a:srcRect/>
            <a:stretch/>
          </p:blipFill>
          <p:spPr>
            <a:xfrm>
              <a:off x="15943198" y="1229410"/>
              <a:ext cx="1905" cy="1612"/>
            </a:xfrm>
            <a:prstGeom prst="rect">
              <a:avLst/>
            </a:prstGeom>
            <a:noFill/>
            <a:ln>
              <a:noFill/>
            </a:ln>
          </p:spPr>
        </p:pic>
        <p:pic>
          <p:nvPicPr>
            <p:cNvPr id="79" name="Google Shape;1312;p8"/>
            <p:cNvPicPr preferRelativeResize="0"/>
            <p:nvPr/>
          </p:nvPicPr>
          <p:blipFill rotWithShape="1">
            <a:blip r:embed="rId26">
              <a:alphaModFix/>
            </a:blip>
            <a:srcRect/>
            <a:stretch/>
          </p:blipFill>
          <p:spPr>
            <a:xfrm>
              <a:off x="15685389" y="1446009"/>
              <a:ext cx="9270" cy="4178"/>
            </a:xfrm>
            <a:prstGeom prst="rect">
              <a:avLst/>
            </a:prstGeom>
            <a:noFill/>
            <a:ln>
              <a:noFill/>
            </a:ln>
          </p:spPr>
        </p:pic>
        <p:pic>
          <p:nvPicPr>
            <p:cNvPr id="80" name="Google Shape;1313;p8"/>
            <p:cNvPicPr preferRelativeResize="0"/>
            <p:nvPr/>
          </p:nvPicPr>
          <p:blipFill rotWithShape="1">
            <a:blip r:embed="rId48">
              <a:alphaModFix/>
            </a:blip>
            <a:srcRect/>
            <a:stretch/>
          </p:blipFill>
          <p:spPr>
            <a:xfrm>
              <a:off x="15655797" y="1465834"/>
              <a:ext cx="29209" cy="40144"/>
            </a:xfrm>
            <a:prstGeom prst="rect">
              <a:avLst/>
            </a:prstGeom>
            <a:noFill/>
            <a:ln>
              <a:noFill/>
            </a:ln>
          </p:spPr>
        </p:pic>
        <p:pic>
          <p:nvPicPr>
            <p:cNvPr id="81" name="Google Shape;1314;p8"/>
            <p:cNvPicPr preferRelativeResize="0"/>
            <p:nvPr/>
          </p:nvPicPr>
          <p:blipFill rotWithShape="1">
            <a:blip r:embed="rId26">
              <a:alphaModFix/>
            </a:blip>
            <a:srcRect/>
            <a:stretch/>
          </p:blipFill>
          <p:spPr>
            <a:xfrm>
              <a:off x="15917671" y="1204010"/>
              <a:ext cx="1505" cy="1143"/>
            </a:xfrm>
            <a:prstGeom prst="rect">
              <a:avLst/>
            </a:prstGeom>
            <a:noFill/>
            <a:ln>
              <a:noFill/>
            </a:ln>
          </p:spPr>
        </p:pic>
        <p:pic>
          <p:nvPicPr>
            <p:cNvPr id="82" name="Google Shape;1315;p8"/>
            <p:cNvPicPr preferRelativeResize="0"/>
            <p:nvPr/>
          </p:nvPicPr>
          <p:blipFill rotWithShape="1">
            <a:blip r:embed="rId29">
              <a:alphaModFix/>
            </a:blip>
            <a:srcRect/>
            <a:stretch/>
          </p:blipFill>
          <p:spPr>
            <a:xfrm>
              <a:off x="15648432" y="1495513"/>
              <a:ext cx="635" cy="888"/>
            </a:xfrm>
            <a:prstGeom prst="rect">
              <a:avLst/>
            </a:prstGeom>
            <a:noFill/>
            <a:ln>
              <a:noFill/>
            </a:ln>
          </p:spPr>
        </p:pic>
        <p:pic>
          <p:nvPicPr>
            <p:cNvPr id="83" name="Google Shape;1316;p8"/>
            <p:cNvPicPr preferRelativeResize="0"/>
            <p:nvPr/>
          </p:nvPicPr>
          <p:blipFill rotWithShape="1">
            <a:blip r:embed="rId20">
              <a:alphaModFix/>
            </a:blip>
            <a:srcRect/>
            <a:stretch/>
          </p:blipFill>
          <p:spPr>
            <a:xfrm>
              <a:off x="15700883" y="1433957"/>
              <a:ext cx="889" cy="977"/>
            </a:xfrm>
            <a:prstGeom prst="rect">
              <a:avLst/>
            </a:prstGeom>
            <a:noFill/>
            <a:ln>
              <a:noFill/>
            </a:ln>
          </p:spPr>
        </p:pic>
        <p:pic>
          <p:nvPicPr>
            <p:cNvPr id="84" name="Google Shape;1317;p8"/>
            <p:cNvPicPr preferRelativeResize="0"/>
            <p:nvPr/>
          </p:nvPicPr>
          <p:blipFill rotWithShape="1">
            <a:blip r:embed="rId49">
              <a:alphaModFix/>
            </a:blip>
            <a:srcRect/>
            <a:stretch/>
          </p:blipFill>
          <p:spPr>
            <a:xfrm>
              <a:off x="15634335" y="1432801"/>
              <a:ext cx="68198" cy="66688"/>
            </a:xfrm>
            <a:prstGeom prst="rect">
              <a:avLst/>
            </a:prstGeom>
            <a:noFill/>
            <a:ln>
              <a:noFill/>
            </a:ln>
          </p:spPr>
        </p:pic>
        <p:pic>
          <p:nvPicPr>
            <p:cNvPr id="85" name="Google Shape;1318;p8"/>
            <p:cNvPicPr preferRelativeResize="0"/>
            <p:nvPr/>
          </p:nvPicPr>
          <p:blipFill rotWithShape="1">
            <a:blip r:embed="rId50">
              <a:alphaModFix/>
            </a:blip>
            <a:srcRect/>
            <a:stretch/>
          </p:blipFill>
          <p:spPr>
            <a:xfrm>
              <a:off x="15829153" y="1205191"/>
              <a:ext cx="88645" cy="72161"/>
            </a:xfrm>
            <a:prstGeom prst="rect">
              <a:avLst/>
            </a:prstGeom>
            <a:noFill/>
            <a:ln>
              <a:noFill/>
            </a:ln>
          </p:spPr>
        </p:pic>
        <p:pic>
          <p:nvPicPr>
            <p:cNvPr id="86" name="Google Shape;1319;p8"/>
            <p:cNvPicPr preferRelativeResize="0"/>
            <p:nvPr/>
          </p:nvPicPr>
          <p:blipFill rotWithShape="1">
            <a:blip r:embed="rId51">
              <a:alphaModFix/>
            </a:blip>
            <a:srcRect/>
            <a:stretch/>
          </p:blipFill>
          <p:spPr>
            <a:xfrm>
              <a:off x="15914242" y="1200353"/>
              <a:ext cx="12192" cy="4254"/>
            </a:xfrm>
            <a:prstGeom prst="rect">
              <a:avLst/>
            </a:prstGeom>
            <a:noFill/>
            <a:ln>
              <a:noFill/>
            </a:ln>
          </p:spPr>
        </p:pic>
        <p:pic>
          <p:nvPicPr>
            <p:cNvPr id="87" name="Google Shape;1320;p8"/>
            <p:cNvPicPr preferRelativeResize="0"/>
            <p:nvPr/>
          </p:nvPicPr>
          <p:blipFill rotWithShape="1">
            <a:blip r:embed="rId20">
              <a:alphaModFix/>
            </a:blip>
            <a:srcRect/>
            <a:stretch/>
          </p:blipFill>
          <p:spPr>
            <a:xfrm>
              <a:off x="15909036" y="1261630"/>
              <a:ext cx="1143" cy="1028"/>
            </a:xfrm>
            <a:prstGeom prst="rect">
              <a:avLst/>
            </a:prstGeom>
            <a:noFill/>
            <a:ln>
              <a:noFill/>
            </a:ln>
          </p:spPr>
        </p:pic>
        <p:pic>
          <p:nvPicPr>
            <p:cNvPr id="88" name="Google Shape;1321;p8"/>
            <p:cNvPicPr preferRelativeResize="0"/>
            <p:nvPr/>
          </p:nvPicPr>
          <p:blipFill rotWithShape="1">
            <a:blip r:embed="rId52">
              <a:alphaModFix/>
            </a:blip>
            <a:srcRect/>
            <a:stretch/>
          </p:blipFill>
          <p:spPr>
            <a:xfrm>
              <a:off x="15619220" y="1424432"/>
              <a:ext cx="68835" cy="86791"/>
            </a:xfrm>
            <a:prstGeom prst="rect">
              <a:avLst/>
            </a:prstGeom>
            <a:noFill/>
            <a:ln>
              <a:noFill/>
            </a:ln>
          </p:spPr>
        </p:pic>
        <p:pic>
          <p:nvPicPr>
            <p:cNvPr id="89" name="Google Shape;1322;p8"/>
            <p:cNvPicPr preferRelativeResize="0"/>
            <p:nvPr/>
          </p:nvPicPr>
          <p:blipFill rotWithShape="1">
            <a:blip r:embed="rId20">
              <a:alphaModFix/>
            </a:blip>
            <a:srcRect/>
            <a:stretch/>
          </p:blipFill>
          <p:spPr>
            <a:xfrm>
              <a:off x="15663290" y="1472539"/>
              <a:ext cx="507" cy="622"/>
            </a:xfrm>
            <a:prstGeom prst="rect">
              <a:avLst/>
            </a:prstGeom>
            <a:noFill/>
            <a:ln>
              <a:noFill/>
            </a:ln>
          </p:spPr>
        </p:pic>
        <p:pic>
          <p:nvPicPr>
            <p:cNvPr id="90" name="Google Shape;1323;p8"/>
            <p:cNvPicPr preferRelativeResize="0"/>
            <p:nvPr/>
          </p:nvPicPr>
          <p:blipFill rotWithShape="1">
            <a:blip r:embed="rId26">
              <a:alphaModFix/>
            </a:blip>
            <a:srcRect/>
            <a:stretch/>
          </p:blipFill>
          <p:spPr>
            <a:xfrm>
              <a:off x="15915893" y="1250937"/>
              <a:ext cx="9015" cy="7848"/>
            </a:xfrm>
            <a:prstGeom prst="rect">
              <a:avLst/>
            </a:prstGeom>
            <a:noFill/>
            <a:ln>
              <a:noFill/>
            </a:ln>
          </p:spPr>
        </p:pic>
        <p:pic>
          <p:nvPicPr>
            <p:cNvPr id="91" name="Google Shape;1324;p8"/>
            <p:cNvPicPr preferRelativeResize="0"/>
            <p:nvPr/>
          </p:nvPicPr>
          <p:blipFill rotWithShape="1">
            <a:blip r:embed="rId20">
              <a:alphaModFix/>
            </a:blip>
            <a:srcRect/>
            <a:stretch/>
          </p:blipFill>
          <p:spPr>
            <a:xfrm>
              <a:off x="15707867" y="1418907"/>
              <a:ext cx="2158" cy="1447"/>
            </a:xfrm>
            <a:prstGeom prst="rect">
              <a:avLst/>
            </a:prstGeom>
            <a:noFill/>
            <a:ln>
              <a:noFill/>
            </a:ln>
          </p:spPr>
        </p:pic>
        <p:pic>
          <p:nvPicPr>
            <p:cNvPr id="92" name="Google Shape;1325;p8"/>
            <p:cNvPicPr preferRelativeResize="0"/>
            <p:nvPr/>
          </p:nvPicPr>
          <p:blipFill rotWithShape="1">
            <a:blip r:embed="rId20">
              <a:alphaModFix/>
            </a:blip>
            <a:srcRect/>
            <a:stretch/>
          </p:blipFill>
          <p:spPr>
            <a:xfrm>
              <a:off x="15725646" y="1400136"/>
              <a:ext cx="1143" cy="1270"/>
            </a:xfrm>
            <a:prstGeom prst="rect">
              <a:avLst/>
            </a:prstGeom>
            <a:noFill/>
            <a:ln>
              <a:noFill/>
            </a:ln>
          </p:spPr>
        </p:pic>
        <p:pic>
          <p:nvPicPr>
            <p:cNvPr id="93" name="Google Shape;1326;p8"/>
            <p:cNvPicPr preferRelativeResize="0"/>
            <p:nvPr/>
          </p:nvPicPr>
          <p:blipFill rotWithShape="1">
            <a:blip r:embed="rId53">
              <a:alphaModFix/>
            </a:blip>
            <a:srcRect/>
            <a:stretch/>
          </p:blipFill>
          <p:spPr>
            <a:xfrm>
              <a:off x="15939135" y="1190776"/>
              <a:ext cx="30605" cy="35116"/>
            </a:xfrm>
            <a:prstGeom prst="rect">
              <a:avLst/>
            </a:prstGeom>
            <a:noFill/>
            <a:ln>
              <a:noFill/>
            </a:ln>
          </p:spPr>
        </p:pic>
        <p:pic>
          <p:nvPicPr>
            <p:cNvPr id="94" name="Google Shape;1327;p8"/>
            <p:cNvPicPr preferRelativeResize="0"/>
            <p:nvPr/>
          </p:nvPicPr>
          <p:blipFill rotWithShape="1">
            <a:blip r:embed="rId20">
              <a:alphaModFix/>
            </a:blip>
            <a:srcRect/>
            <a:stretch/>
          </p:blipFill>
          <p:spPr>
            <a:xfrm>
              <a:off x="15655289" y="1498752"/>
              <a:ext cx="5080" cy="8280"/>
            </a:xfrm>
            <a:prstGeom prst="rect">
              <a:avLst/>
            </a:prstGeom>
            <a:noFill/>
            <a:ln>
              <a:noFill/>
            </a:ln>
          </p:spPr>
        </p:pic>
        <p:pic>
          <p:nvPicPr>
            <p:cNvPr id="95" name="Google Shape;1328;p8"/>
            <p:cNvPicPr preferRelativeResize="0"/>
            <p:nvPr/>
          </p:nvPicPr>
          <p:blipFill rotWithShape="1">
            <a:blip r:embed="rId26">
              <a:alphaModFix/>
            </a:blip>
            <a:srcRect/>
            <a:stretch/>
          </p:blipFill>
          <p:spPr>
            <a:xfrm>
              <a:off x="15684769" y="1425714"/>
              <a:ext cx="5954" cy="2634"/>
            </a:xfrm>
            <a:prstGeom prst="rect">
              <a:avLst/>
            </a:prstGeom>
            <a:noFill/>
            <a:ln>
              <a:noFill/>
            </a:ln>
          </p:spPr>
        </p:pic>
        <p:pic>
          <p:nvPicPr>
            <p:cNvPr id="96" name="Google Shape;1329;p8"/>
            <p:cNvPicPr preferRelativeResize="0"/>
            <p:nvPr/>
          </p:nvPicPr>
          <p:blipFill rotWithShape="1">
            <a:blip r:embed="rId54">
              <a:alphaModFix/>
            </a:blip>
            <a:srcRect/>
            <a:stretch/>
          </p:blipFill>
          <p:spPr>
            <a:xfrm>
              <a:off x="15656433" y="1444090"/>
              <a:ext cx="39496" cy="47867"/>
            </a:xfrm>
            <a:prstGeom prst="rect">
              <a:avLst/>
            </a:prstGeom>
            <a:noFill/>
            <a:ln>
              <a:noFill/>
            </a:ln>
          </p:spPr>
        </p:pic>
        <p:pic>
          <p:nvPicPr>
            <p:cNvPr id="97" name="Google Shape;1330;p8"/>
            <p:cNvPicPr preferRelativeResize="0"/>
            <p:nvPr/>
          </p:nvPicPr>
          <p:blipFill rotWithShape="1">
            <a:blip r:embed="rId55">
              <a:alphaModFix/>
            </a:blip>
            <a:srcRect/>
            <a:stretch/>
          </p:blipFill>
          <p:spPr>
            <a:xfrm>
              <a:off x="15668877" y="1477454"/>
              <a:ext cx="17778" cy="6591"/>
            </a:xfrm>
            <a:prstGeom prst="rect">
              <a:avLst/>
            </a:prstGeom>
            <a:noFill/>
            <a:ln>
              <a:noFill/>
            </a:ln>
          </p:spPr>
        </p:pic>
        <p:pic>
          <p:nvPicPr>
            <p:cNvPr id="98" name="Google Shape;1331;p8"/>
            <p:cNvPicPr preferRelativeResize="0"/>
            <p:nvPr/>
          </p:nvPicPr>
          <p:blipFill rotWithShape="1">
            <a:blip r:embed="rId26">
              <a:alphaModFix/>
            </a:blip>
            <a:srcRect/>
            <a:stretch/>
          </p:blipFill>
          <p:spPr>
            <a:xfrm>
              <a:off x="15680053" y="1459573"/>
              <a:ext cx="8765" cy="4280"/>
            </a:xfrm>
            <a:prstGeom prst="rect">
              <a:avLst/>
            </a:prstGeom>
            <a:noFill/>
            <a:ln>
              <a:noFill/>
            </a:ln>
          </p:spPr>
        </p:pic>
        <p:pic>
          <p:nvPicPr>
            <p:cNvPr id="99" name="Google Shape;1332;p8"/>
            <p:cNvPicPr preferRelativeResize="0"/>
            <p:nvPr/>
          </p:nvPicPr>
          <p:blipFill rotWithShape="1">
            <a:blip r:embed="rId29">
              <a:alphaModFix/>
            </a:blip>
            <a:srcRect/>
            <a:stretch/>
          </p:blipFill>
          <p:spPr>
            <a:xfrm>
              <a:off x="15669387" y="1490953"/>
              <a:ext cx="381" cy="520"/>
            </a:xfrm>
            <a:prstGeom prst="rect">
              <a:avLst/>
            </a:prstGeom>
            <a:noFill/>
            <a:ln>
              <a:noFill/>
            </a:ln>
          </p:spPr>
        </p:pic>
        <p:pic>
          <p:nvPicPr>
            <p:cNvPr id="100" name="Google Shape;1333;p8"/>
            <p:cNvPicPr preferRelativeResize="0"/>
            <p:nvPr/>
          </p:nvPicPr>
          <p:blipFill rotWithShape="1">
            <a:blip r:embed="rId26">
              <a:alphaModFix/>
            </a:blip>
            <a:srcRect/>
            <a:stretch/>
          </p:blipFill>
          <p:spPr>
            <a:xfrm>
              <a:off x="15651605" y="1493126"/>
              <a:ext cx="5842" cy="4965"/>
            </a:xfrm>
            <a:prstGeom prst="rect">
              <a:avLst/>
            </a:prstGeom>
            <a:noFill/>
            <a:ln>
              <a:noFill/>
            </a:ln>
          </p:spPr>
        </p:pic>
        <p:pic>
          <p:nvPicPr>
            <p:cNvPr id="101" name="Google Shape;1334;p8"/>
            <p:cNvPicPr preferRelativeResize="0"/>
            <p:nvPr/>
          </p:nvPicPr>
          <p:blipFill rotWithShape="1">
            <a:blip r:embed="rId26">
              <a:alphaModFix/>
            </a:blip>
            <a:srcRect/>
            <a:stretch/>
          </p:blipFill>
          <p:spPr>
            <a:xfrm>
              <a:off x="15631794" y="1498498"/>
              <a:ext cx="6730" cy="3238"/>
            </a:xfrm>
            <a:prstGeom prst="rect">
              <a:avLst/>
            </a:prstGeom>
            <a:noFill/>
            <a:ln>
              <a:noFill/>
            </a:ln>
          </p:spPr>
        </p:pic>
        <p:pic>
          <p:nvPicPr>
            <p:cNvPr id="102" name="Google Shape;1335;p8"/>
            <p:cNvPicPr preferRelativeResize="0"/>
            <p:nvPr/>
          </p:nvPicPr>
          <p:blipFill rotWithShape="1">
            <a:blip r:embed="rId20">
              <a:alphaModFix/>
            </a:blip>
            <a:srcRect/>
            <a:stretch/>
          </p:blipFill>
          <p:spPr>
            <a:xfrm>
              <a:off x="15664186" y="1472108"/>
              <a:ext cx="1771" cy="2095"/>
            </a:xfrm>
            <a:prstGeom prst="rect">
              <a:avLst/>
            </a:prstGeom>
            <a:noFill/>
            <a:ln>
              <a:noFill/>
            </a:ln>
          </p:spPr>
        </p:pic>
        <p:pic>
          <p:nvPicPr>
            <p:cNvPr id="103" name="Google Shape;1336;p8"/>
            <p:cNvPicPr preferRelativeResize="0"/>
            <p:nvPr/>
          </p:nvPicPr>
          <p:blipFill rotWithShape="1">
            <a:blip r:embed="rId34">
              <a:alphaModFix/>
            </a:blip>
            <a:srcRect/>
            <a:stretch/>
          </p:blipFill>
          <p:spPr>
            <a:xfrm>
              <a:off x="15706090" y="1456893"/>
              <a:ext cx="506" cy="1969"/>
            </a:xfrm>
            <a:prstGeom prst="rect">
              <a:avLst/>
            </a:prstGeom>
            <a:noFill/>
            <a:ln>
              <a:noFill/>
            </a:ln>
          </p:spPr>
        </p:pic>
        <p:pic>
          <p:nvPicPr>
            <p:cNvPr id="104" name="Google Shape;1337;p8"/>
            <p:cNvPicPr preferRelativeResize="0"/>
            <p:nvPr/>
          </p:nvPicPr>
          <p:blipFill rotWithShape="1">
            <a:blip r:embed="rId30">
              <a:alphaModFix/>
            </a:blip>
            <a:srcRect/>
            <a:stretch/>
          </p:blipFill>
          <p:spPr>
            <a:xfrm>
              <a:off x="15656941" y="1470773"/>
              <a:ext cx="17016" cy="21108"/>
            </a:xfrm>
            <a:prstGeom prst="rect">
              <a:avLst/>
            </a:prstGeom>
            <a:noFill/>
            <a:ln>
              <a:noFill/>
            </a:ln>
          </p:spPr>
        </p:pic>
        <p:pic>
          <p:nvPicPr>
            <p:cNvPr id="105" name="Google Shape;1338;p8"/>
            <p:cNvPicPr preferRelativeResize="0"/>
            <p:nvPr/>
          </p:nvPicPr>
          <p:blipFill rotWithShape="1">
            <a:blip r:embed="rId20">
              <a:alphaModFix/>
            </a:blip>
            <a:srcRect/>
            <a:stretch/>
          </p:blipFill>
          <p:spPr>
            <a:xfrm>
              <a:off x="15715488" y="1411998"/>
              <a:ext cx="381" cy="431"/>
            </a:xfrm>
            <a:prstGeom prst="rect">
              <a:avLst/>
            </a:prstGeom>
            <a:noFill/>
            <a:ln>
              <a:noFill/>
            </a:ln>
          </p:spPr>
        </p:pic>
        <p:pic>
          <p:nvPicPr>
            <p:cNvPr id="106" name="Google Shape;1339;p8"/>
            <p:cNvPicPr preferRelativeResize="0"/>
            <p:nvPr/>
          </p:nvPicPr>
          <p:blipFill rotWithShape="1">
            <a:blip r:embed="rId20">
              <a:alphaModFix/>
            </a:blip>
            <a:srcRect/>
            <a:stretch/>
          </p:blipFill>
          <p:spPr>
            <a:xfrm>
              <a:off x="15712058" y="1431912"/>
              <a:ext cx="2412" cy="2946"/>
            </a:xfrm>
            <a:prstGeom prst="rect">
              <a:avLst/>
            </a:prstGeom>
            <a:noFill/>
            <a:ln>
              <a:noFill/>
            </a:ln>
          </p:spPr>
        </p:pic>
        <p:pic>
          <p:nvPicPr>
            <p:cNvPr id="107" name="Google Shape;1340;p8"/>
            <p:cNvPicPr preferRelativeResize="0"/>
            <p:nvPr/>
          </p:nvPicPr>
          <p:blipFill rotWithShape="1">
            <a:blip r:embed="rId20">
              <a:alphaModFix/>
            </a:blip>
            <a:srcRect/>
            <a:stretch/>
          </p:blipFill>
          <p:spPr>
            <a:xfrm>
              <a:off x="15675229" y="1439290"/>
              <a:ext cx="4826" cy="4927"/>
            </a:xfrm>
            <a:prstGeom prst="rect">
              <a:avLst/>
            </a:prstGeom>
            <a:noFill/>
            <a:ln>
              <a:noFill/>
            </a:ln>
          </p:spPr>
        </p:pic>
        <p:pic>
          <p:nvPicPr>
            <p:cNvPr id="108" name="Google Shape;1341;p8"/>
            <p:cNvPicPr preferRelativeResize="0"/>
            <p:nvPr/>
          </p:nvPicPr>
          <p:blipFill rotWithShape="1">
            <a:blip r:embed="rId30">
              <a:alphaModFix/>
            </a:blip>
            <a:srcRect/>
            <a:stretch/>
          </p:blipFill>
          <p:spPr>
            <a:xfrm>
              <a:off x="15721076" y="1371777"/>
              <a:ext cx="13462" cy="20748"/>
            </a:xfrm>
            <a:prstGeom prst="rect">
              <a:avLst/>
            </a:prstGeom>
            <a:noFill/>
            <a:ln>
              <a:noFill/>
            </a:ln>
          </p:spPr>
        </p:pic>
        <p:pic>
          <p:nvPicPr>
            <p:cNvPr id="109" name="Google Shape;1342;p8"/>
            <p:cNvPicPr preferRelativeResize="0"/>
            <p:nvPr/>
          </p:nvPicPr>
          <p:blipFill rotWithShape="1">
            <a:blip r:embed="rId29">
              <a:alphaModFix/>
            </a:blip>
            <a:srcRect/>
            <a:stretch/>
          </p:blipFill>
          <p:spPr>
            <a:xfrm>
              <a:off x="15649829" y="1507413"/>
              <a:ext cx="380" cy="431"/>
            </a:xfrm>
            <a:prstGeom prst="rect">
              <a:avLst/>
            </a:prstGeom>
            <a:noFill/>
            <a:ln>
              <a:noFill/>
            </a:ln>
          </p:spPr>
        </p:pic>
        <p:pic>
          <p:nvPicPr>
            <p:cNvPr id="110" name="Google Shape;1343;p8"/>
            <p:cNvPicPr preferRelativeResize="0"/>
            <p:nvPr/>
          </p:nvPicPr>
          <p:blipFill rotWithShape="1">
            <a:blip r:embed="rId56">
              <a:alphaModFix/>
            </a:blip>
            <a:srcRect/>
            <a:stretch/>
          </p:blipFill>
          <p:spPr>
            <a:xfrm>
              <a:off x="15643097" y="1430008"/>
              <a:ext cx="72643" cy="68173"/>
            </a:xfrm>
            <a:prstGeom prst="rect">
              <a:avLst/>
            </a:prstGeom>
            <a:noFill/>
            <a:ln>
              <a:noFill/>
            </a:ln>
          </p:spPr>
        </p:pic>
        <p:pic>
          <p:nvPicPr>
            <p:cNvPr id="111" name="Google Shape;1344;p8"/>
            <p:cNvPicPr preferRelativeResize="0"/>
            <p:nvPr/>
          </p:nvPicPr>
          <p:blipFill rotWithShape="1">
            <a:blip r:embed="rId57">
              <a:alphaModFix/>
            </a:blip>
            <a:srcRect/>
            <a:stretch/>
          </p:blipFill>
          <p:spPr>
            <a:xfrm>
              <a:off x="15646147" y="1421586"/>
              <a:ext cx="64895" cy="73330"/>
            </a:xfrm>
            <a:prstGeom prst="rect">
              <a:avLst/>
            </a:prstGeom>
            <a:noFill/>
            <a:ln>
              <a:noFill/>
            </a:ln>
          </p:spPr>
        </p:pic>
        <p:pic>
          <p:nvPicPr>
            <p:cNvPr id="112" name="Google Shape;1345;p8"/>
            <p:cNvPicPr preferRelativeResize="0"/>
            <p:nvPr/>
          </p:nvPicPr>
          <p:blipFill rotWithShape="1">
            <a:blip r:embed="rId20">
              <a:alphaModFix/>
            </a:blip>
            <a:srcRect/>
            <a:stretch/>
          </p:blipFill>
          <p:spPr>
            <a:xfrm>
              <a:off x="15847440" y="1259954"/>
              <a:ext cx="507" cy="431"/>
            </a:xfrm>
            <a:prstGeom prst="rect">
              <a:avLst/>
            </a:prstGeom>
            <a:noFill/>
            <a:ln>
              <a:noFill/>
            </a:ln>
          </p:spPr>
        </p:pic>
        <p:pic>
          <p:nvPicPr>
            <p:cNvPr id="113" name="Google Shape;1346;p8"/>
            <p:cNvPicPr preferRelativeResize="0"/>
            <p:nvPr/>
          </p:nvPicPr>
          <p:blipFill rotWithShape="1">
            <a:blip r:embed="rId58">
              <a:alphaModFix/>
            </a:blip>
            <a:srcRect/>
            <a:stretch/>
          </p:blipFill>
          <p:spPr>
            <a:xfrm>
              <a:off x="15862679" y="1222285"/>
              <a:ext cx="26417" cy="27127"/>
            </a:xfrm>
            <a:prstGeom prst="rect">
              <a:avLst/>
            </a:prstGeom>
            <a:noFill/>
            <a:ln>
              <a:noFill/>
            </a:ln>
          </p:spPr>
        </p:pic>
        <p:pic>
          <p:nvPicPr>
            <p:cNvPr id="114" name="Google Shape;1347;p8"/>
            <p:cNvPicPr preferRelativeResize="0"/>
            <p:nvPr/>
          </p:nvPicPr>
          <p:blipFill rotWithShape="1">
            <a:blip r:embed="rId38">
              <a:alphaModFix/>
            </a:blip>
            <a:srcRect/>
            <a:stretch/>
          </p:blipFill>
          <p:spPr>
            <a:xfrm>
              <a:off x="15671037" y="1452867"/>
              <a:ext cx="13716" cy="10439"/>
            </a:xfrm>
            <a:prstGeom prst="rect">
              <a:avLst/>
            </a:prstGeom>
            <a:noFill/>
            <a:ln>
              <a:noFill/>
            </a:ln>
          </p:spPr>
        </p:pic>
        <p:pic>
          <p:nvPicPr>
            <p:cNvPr id="115" name="Google Shape;1348;p8"/>
            <p:cNvPicPr preferRelativeResize="0"/>
            <p:nvPr/>
          </p:nvPicPr>
          <p:blipFill rotWithShape="1">
            <a:blip r:embed="rId20">
              <a:alphaModFix/>
            </a:blip>
            <a:srcRect/>
            <a:stretch/>
          </p:blipFill>
          <p:spPr>
            <a:xfrm>
              <a:off x="15720694" y="1412227"/>
              <a:ext cx="380" cy="406"/>
            </a:xfrm>
            <a:prstGeom prst="rect">
              <a:avLst/>
            </a:prstGeom>
            <a:noFill/>
            <a:ln>
              <a:noFill/>
            </a:ln>
          </p:spPr>
        </p:pic>
        <p:pic>
          <p:nvPicPr>
            <p:cNvPr id="116" name="Google Shape;1349;p8"/>
            <p:cNvPicPr preferRelativeResize="0"/>
            <p:nvPr/>
          </p:nvPicPr>
          <p:blipFill rotWithShape="1">
            <a:blip r:embed="rId38">
              <a:alphaModFix/>
            </a:blip>
            <a:srcRect/>
            <a:stretch/>
          </p:blipFill>
          <p:spPr>
            <a:xfrm>
              <a:off x="15703041" y="1453451"/>
              <a:ext cx="6813" cy="8280"/>
            </a:xfrm>
            <a:prstGeom prst="rect">
              <a:avLst/>
            </a:prstGeom>
            <a:noFill/>
            <a:ln>
              <a:noFill/>
            </a:ln>
          </p:spPr>
        </p:pic>
        <p:pic>
          <p:nvPicPr>
            <p:cNvPr id="117" name="Google Shape;1350;p8"/>
            <p:cNvPicPr preferRelativeResize="0"/>
            <p:nvPr/>
          </p:nvPicPr>
          <p:blipFill rotWithShape="1">
            <a:blip r:embed="rId20">
              <a:alphaModFix/>
            </a:blip>
            <a:srcRect/>
            <a:stretch/>
          </p:blipFill>
          <p:spPr>
            <a:xfrm>
              <a:off x="15743428" y="1388706"/>
              <a:ext cx="1779" cy="1498"/>
            </a:xfrm>
            <a:prstGeom prst="rect">
              <a:avLst/>
            </a:prstGeom>
            <a:noFill/>
            <a:ln>
              <a:noFill/>
            </a:ln>
          </p:spPr>
        </p:pic>
        <p:pic>
          <p:nvPicPr>
            <p:cNvPr id="118" name="Google Shape;1351;p8"/>
            <p:cNvPicPr preferRelativeResize="0"/>
            <p:nvPr/>
          </p:nvPicPr>
          <p:blipFill rotWithShape="1">
            <a:blip r:embed="rId20">
              <a:alphaModFix/>
            </a:blip>
            <a:srcRect/>
            <a:stretch/>
          </p:blipFill>
          <p:spPr>
            <a:xfrm>
              <a:off x="15921353" y="1232230"/>
              <a:ext cx="253" cy="241"/>
            </a:xfrm>
            <a:prstGeom prst="rect">
              <a:avLst/>
            </a:prstGeom>
            <a:noFill/>
            <a:ln>
              <a:noFill/>
            </a:ln>
          </p:spPr>
        </p:pic>
      </p:gr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5" name="Google Shape;645;p38"/>
          <p:cNvSpPr/>
          <p:nvPr/>
        </p:nvSpPr>
        <p:spPr>
          <a:xfrm>
            <a:off x="3798277" y="1269382"/>
            <a:ext cx="7635732" cy="5196113"/>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a:solidFill>
                  <a:schemeClr val="tx1"/>
                </a:solidFill>
                <a:latin typeface="Gotham Rounded" pitchFamily="50" charset="0"/>
                <a:sym typeface="Arial"/>
              </a:rPr>
              <a:t>Visual Studio </a:t>
            </a:r>
            <a:r>
              <a:rPr lang="es-ES" sz="2400" b="1" i="0" u="none" strike="noStrike" cap="none" dirty="0" err="1">
                <a:solidFill>
                  <a:schemeClr val="tx1"/>
                </a:solidFill>
                <a:latin typeface="Gotham Rounded" pitchFamily="50" charset="0"/>
                <a:sym typeface="Arial"/>
              </a:rPr>
              <a:t>Code</a:t>
            </a:r>
            <a:endParaRPr sz="2400" b="1"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600"/>
              <a:buFont typeface="Arial"/>
              <a:buNone/>
            </a:pPr>
            <a:r>
              <a:rPr lang="es-ES" sz="3600" b="0" i="0" u="none" strike="noStrike" cap="none" dirty="0">
                <a:solidFill>
                  <a:schemeClr val="tx1"/>
                </a:solidFill>
                <a:latin typeface="Gotham Rounded" pitchFamily="50" charset="0"/>
                <a:sym typeface="Arial"/>
              </a:rPr>
              <a:t>Es un editor de código que nos va a facilitar escribir HTML, CSS y </a:t>
            </a:r>
            <a:r>
              <a:rPr lang="es-ES" sz="3600" b="0" i="0" u="none" strike="noStrike" cap="none" dirty="0" err="1">
                <a:solidFill>
                  <a:schemeClr val="tx1"/>
                </a:solidFill>
                <a:latin typeface="Gotham Rounded" pitchFamily="50" charset="0"/>
                <a:sym typeface="Arial"/>
              </a:rPr>
              <a:t>Javascript</a:t>
            </a:r>
            <a:r>
              <a:rPr lang="es-ES" sz="3600" b="0" i="0" u="none" strike="noStrike" cap="none" dirty="0">
                <a:solidFill>
                  <a:schemeClr val="tx1"/>
                </a:solidFill>
                <a:latin typeface="Gotham Rounded" pitchFamily="50" charset="0"/>
                <a:sym typeface="Arial"/>
              </a:rPr>
              <a:t> de una forma muy amigable. Existen más editores, como Sublime Text, </a:t>
            </a:r>
            <a:r>
              <a:rPr lang="es-ES" sz="3600" b="0" i="0" u="none" strike="noStrike" cap="none" dirty="0" err="1">
                <a:solidFill>
                  <a:schemeClr val="tx1"/>
                </a:solidFill>
                <a:latin typeface="Gotham Rounded" pitchFamily="50" charset="0"/>
                <a:sym typeface="Arial"/>
              </a:rPr>
              <a:t>Atom</a:t>
            </a:r>
            <a:r>
              <a:rPr lang="es-ES" sz="3600" b="0" i="0" u="none" strike="noStrike" cap="none" dirty="0">
                <a:solidFill>
                  <a:schemeClr val="tx1"/>
                </a:solidFill>
                <a:latin typeface="Gotham Rounded" pitchFamily="50" charset="0"/>
                <a:sym typeface="Arial"/>
              </a:rPr>
              <a:t>, </a:t>
            </a:r>
            <a:r>
              <a:rPr lang="es-ES" sz="3600" b="0" i="0" u="none" strike="noStrike" cap="none" dirty="0" err="1">
                <a:solidFill>
                  <a:schemeClr val="tx1"/>
                </a:solidFill>
                <a:latin typeface="Gotham Rounded" pitchFamily="50" charset="0"/>
                <a:sym typeface="Arial"/>
              </a:rPr>
              <a:t>Brackets</a:t>
            </a:r>
            <a:r>
              <a:rPr lang="es-ES" sz="3600" b="0" i="0" u="none" strike="noStrike" cap="none" dirty="0">
                <a:solidFill>
                  <a:schemeClr val="tx1"/>
                </a:solidFill>
                <a:latin typeface="Gotham Rounded" pitchFamily="50" charset="0"/>
                <a:sym typeface="Arial"/>
              </a:rPr>
              <a:t>, etc</a:t>
            </a:r>
            <a:r>
              <a:rPr lang="es-ES" sz="3600" b="0" i="0" u="none" strike="noStrike" cap="none" dirty="0">
                <a:solidFill>
                  <a:srgbClr val="7F7F7F"/>
                </a:solidFill>
                <a:latin typeface="Arial"/>
                <a:ea typeface="Arial"/>
                <a:cs typeface="Arial"/>
                <a:sym typeface="Arial"/>
              </a:rPr>
              <a:t>.</a:t>
            </a:r>
            <a:endParaRPr sz="3600" b="0" i="0" u="none" strike="noStrike" cap="none" dirty="0">
              <a:solidFill>
                <a:srgbClr val="7F7F7F"/>
              </a:solidFill>
              <a:latin typeface="Arial"/>
              <a:ea typeface="Arial"/>
              <a:cs typeface="Arial"/>
              <a:sym typeface="Arial"/>
            </a:endParaRPr>
          </a:p>
        </p:txBody>
      </p:sp>
      <p:grpSp>
        <p:nvGrpSpPr>
          <p:cNvPr id="646" name="Google Shape;646;p38"/>
          <p:cNvGrpSpPr/>
          <p:nvPr/>
        </p:nvGrpSpPr>
        <p:grpSpPr>
          <a:xfrm>
            <a:off x="1154937" y="3052688"/>
            <a:ext cx="1574195" cy="1813919"/>
            <a:chOff x="1169005" y="2500729"/>
            <a:chExt cx="1770139" cy="2818946"/>
          </a:xfrm>
        </p:grpSpPr>
        <p:pic>
          <p:nvPicPr>
            <p:cNvPr id="647" name="Google Shape;647;p38"/>
            <p:cNvPicPr preferRelativeResize="0"/>
            <p:nvPr/>
          </p:nvPicPr>
          <p:blipFill rotWithShape="1">
            <a:blip r:embed="rId3">
              <a:alphaModFix/>
            </a:blip>
            <a:srcRect/>
            <a:stretch/>
          </p:blipFill>
          <p:spPr>
            <a:xfrm>
              <a:off x="1169005" y="2500729"/>
              <a:ext cx="1770139" cy="1847912"/>
            </a:xfrm>
            <a:prstGeom prst="rect">
              <a:avLst/>
            </a:prstGeom>
            <a:noFill/>
            <a:ln>
              <a:noFill/>
            </a:ln>
          </p:spPr>
        </p:pic>
        <p:pic>
          <p:nvPicPr>
            <p:cNvPr id="648" name="Google Shape;648;p38" descr="Imagen que contiene dibujo&#10;&#10;Descripción generada con confianza muy alta"/>
            <p:cNvPicPr preferRelativeResize="0"/>
            <p:nvPr/>
          </p:nvPicPr>
          <p:blipFill rotWithShape="1">
            <a:blip r:embed="rId4">
              <a:alphaModFix/>
            </a:blip>
            <a:srcRect/>
            <a:stretch/>
          </p:blipFill>
          <p:spPr>
            <a:xfrm>
              <a:off x="1434180" y="5095813"/>
              <a:ext cx="1065044" cy="223862"/>
            </a:xfrm>
            <a:prstGeom prst="rect">
              <a:avLst/>
            </a:prstGeom>
            <a:noFill/>
            <a:ln>
              <a:noFill/>
            </a:ln>
          </p:spPr>
        </p:pic>
      </p:grpSp>
      <p:sp>
        <p:nvSpPr>
          <p:cNvPr id="649" name="Google Shape;649;p38"/>
          <p:cNvSpPr/>
          <p:nvPr/>
        </p:nvSpPr>
        <p:spPr>
          <a:xfrm>
            <a:off x="6597748" y="6096204"/>
            <a:ext cx="5061344"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sng" strike="noStrike" cap="none" dirty="0">
                <a:solidFill>
                  <a:srgbClr val="7030A0"/>
                </a:solidFill>
                <a:latin typeface="Gotham Rounded Medium" panose="02000000000000000000" pitchFamily="50" charset="0"/>
                <a:sym typeface="Arial"/>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Descargar: https://code.visualstudio.com</a:t>
            </a:r>
            <a:r>
              <a:rPr lang="es-ES" sz="1800" b="0" i="0" u="sng" strike="noStrike" cap="none" dirty="0">
                <a:solidFill>
                  <a:srgbClr val="7030A0"/>
                </a:solidFill>
                <a:latin typeface="Arial"/>
                <a:ea typeface="Arial"/>
                <a:cs typeface="Arial"/>
                <a:sym typeface="Arial"/>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a:t>
            </a:r>
            <a:endParaRPr sz="1800" b="0" i="0" u="none" strike="noStrike" cap="none" dirty="0">
              <a:solidFill>
                <a:srgbClr val="7030A0"/>
              </a:solidFill>
              <a:latin typeface="Arial"/>
              <a:ea typeface="Arial"/>
              <a:cs typeface="Arial"/>
              <a:sym typeface="Arial"/>
            </a:endParaRPr>
          </a:p>
        </p:txBody>
      </p:sp>
      <p:pic>
        <p:nvPicPr>
          <p:cNvPr id="7"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rotWithShape="1">
          <a:blip r:embed="rId6">
            <a:extLst>
              <a:ext uri="{28A0092B-C50C-407E-A947-70E740481C1C}">
                <a14:useLocalDpi xmlns:a14="http://schemas.microsoft.com/office/drawing/2010/main" val="0"/>
              </a:ext>
            </a:extLst>
          </a:blip>
          <a:srcRect b="77211"/>
          <a:stretch/>
        </p:blipFill>
        <p:spPr bwMode="auto">
          <a:xfrm>
            <a:off x="0" y="1"/>
            <a:ext cx="12192000" cy="10832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pic>
        <p:nvPicPr>
          <p:cNvPr id="654" name="Google Shape;654;p39"/>
          <p:cNvPicPr preferRelativeResize="0"/>
          <p:nvPr/>
        </p:nvPicPr>
        <p:blipFill rotWithShape="1">
          <a:blip r:embed="rId3">
            <a:alphaModFix/>
          </a:blip>
          <a:srcRect/>
          <a:stretch/>
        </p:blipFill>
        <p:spPr>
          <a:xfrm>
            <a:off x="692579" y="685179"/>
            <a:ext cx="10440247" cy="5984529"/>
          </a:xfrm>
          <a:prstGeom prst="rect">
            <a:avLst/>
          </a:prstGeom>
          <a:noFill/>
          <a:ln>
            <a:noFill/>
          </a:ln>
          <a:effectLst>
            <a:outerShdw blurRad="101600" dist="50800" sx="101000" sy="101000" algn="ctr" rotWithShape="0">
              <a:srgbClr val="7F7F7F">
                <a:alpha val="20000"/>
              </a:srgbClr>
            </a:outerShdw>
          </a:effectLst>
        </p:spPr>
      </p:pic>
      <p:sp>
        <p:nvSpPr>
          <p:cNvPr id="655" name="Google Shape;655;p39"/>
          <p:cNvSpPr/>
          <p:nvPr/>
        </p:nvSpPr>
        <p:spPr>
          <a:xfrm>
            <a:off x="1964145" y="3448840"/>
            <a:ext cx="1854820" cy="651523"/>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56" name="Google Shape;656;p39">
            <a:hlinkClick r:id="rId4"/>
          </p:cNvPr>
          <p:cNvPicPr preferRelativeResize="0"/>
          <p:nvPr/>
        </p:nvPicPr>
        <p:blipFill rotWithShape="1">
          <a:blip r:embed="rId5">
            <a:alphaModFix/>
          </a:blip>
          <a:srcRect/>
          <a:stretch/>
        </p:blipFill>
        <p:spPr>
          <a:xfrm>
            <a:off x="3292123" y="3836942"/>
            <a:ext cx="526842" cy="526842"/>
          </a:xfrm>
          <a:prstGeom prst="rect">
            <a:avLst/>
          </a:prstGeom>
          <a:noFill/>
          <a:ln>
            <a:noFill/>
          </a:ln>
        </p:spPr>
      </p:pic>
      <p:pic>
        <p:nvPicPr>
          <p:cNvPr id="5"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rotWithShape="1">
          <a:blip r:embed="rId6">
            <a:extLst>
              <a:ext uri="{28A0092B-C50C-407E-A947-70E740481C1C}">
                <a14:useLocalDpi xmlns:a14="http://schemas.microsoft.com/office/drawing/2010/main" val="0"/>
              </a:ext>
            </a:extLst>
          </a:blip>
          <a:srcRect b="77211"/>
          <a:stretch/>
        </p:blipFill>
        <p:spPr bwMode="auto">
          <a:xfrm rot="5400000">
            <a:off x="8450383" y="3074090"/>
            <a:ext cx="6733736" cy="749498"/>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oogle Shape;1238;p8"/>
          <p:cNvGrpSpPr/>
          <p:nvPr/>
        </p:nvGrpSpPr>
        <p:grpSpPr>
          <a:xfrm>
            <a:off x="126679" y="81971"/>
            <a:ext cx="1414810" cy="548223"/>
            <a:chOff x="14201902" y="621652"/>
            <a:chExt cx="2318892" cy="951953"/>
          </a:xfrm>
        </p:grpSpPr>
        <p:pic>
          <p:nvPicPr>
            <p:cNvPr id="7" name="Google Shape;1240;p8"/>
            <p:cNvPicPr preferRelativeResize="0"/>
            <p:nvPr/>
          </p:nvPicPr>
          <p:blipFill rotWithShape="1">
            <a:blip r:embed="rId7">
              <a:alphaModFix/>
            </a:blip>
            <a:srcRect/>
            <a:stretch/>
          </p:blipFill>
          <p:spPr>
            <a:xfrm>
              <a:off x="14496301" y="621652"/>
              <a:ext cx="381832" cy="226865"/>
            </a:xfrm>
            <a:prstGeom prst="rect">
              <a:avLst/>
            </a:prstGeom>
            <a:noFill/>
            <a:ln>
              <a:noFill/>
            </a:ln>
          </p:spPr>
        </p:pic>
        <p:sp>
          <p:nvSpPr>
            <p:cNvPr id="8" name="Google Shape;1241;p8"/>
            <p:cNvSpPr/>
            <p:nvPr/>
          </p:nvSpPr>
          <p:spPr>
            <a:xfrm>
              <a:off x="14410042" y="884923"/>
              <a:ext cx="289560" cy="247650"/>
            </a:xfrm>
            <a:custGeom>
              <a:avLst/>
              <a:gdLst/>
              <a:ahLst/>
              <a:cxnLst/>
              <a:rect l="l" t="t" r="r" b="b"/>
              <a:pathLst>
                <a:path w="289559" h="247650" extrusionOk="0">
                  <a:moveTo>
                    <a:pt x="255943" y="0"/>
                  </a:moveTo>
                  <a:lnTo>
                    <a:pt x="240766" y="0"/>
                  </a:lnTo>
                  <a:lnTo>
                    <a:pt x="236550" y="2806"/>
                  </a:lnTo>
                  <a:lnTo>
                    <a:pt x="144741" y="191325"/>
                  </a:lnTo>
                  <a:lnTo>
                    <a:pt x="52603" y="2806"/>
                  </a:lnTo>
                  <a:lnTo>
                    <a:pt x="48374" y="0"/>
                  </a:lnTo>
                  <a:lnTo>
                    <a:pt x="33197" y="0"/>
                  </a:lnTo>
                  <a:lnTo>
                    <a:pt x="28257" y="5981"/>
                  </a:lnTo>
                  <a:lnTo>
                    <a:pt x="0" y="240411"/>
                  </a:lnTo>
                  <a:lnTo>
                    <a:pt x="4216" y="246062"/>
                  </a:lnTo>
                  <a:lnTo>
                    <a:pt x="17297" y="247472"/>
                  </a:lnTo>
                  <a:lnTo>
                    <a:pt x="22580" y="242887"/>
                  </a:lnTo>
                  <a:lnTo>
                    <a:pt x="46964" y="43421"/>
                  </a:lnTo>
                  <a:lnTo>
                    <a:pt x="129209" y="210045"/>
                  </a:lnTo>
                  <a:lnTo>
                    <a:pt x="131673" y="215353"/>
                  </a:lnTo>
                  <a:lnTo>
                    <a:pt x="136283" y="222402"/>
                  </a:lnTo>
                  <a:lnTo>
                    <a:pt x="153212" y="222402"/>
                  </a:lnTo>
                  <a:lnTo>
                    <a:pt x="157810" y="215353"/>
                  </a:lnTo>
                  <a:lnTo>
                    <a:pt x="242176" y="43421"/>
                  </a:lnTo>
                  <a:lnTo>
                    <a:pt x="266522" y="242887"/>
                  </a:lnTo>
                  <a:lnTo>
                    <a:pt x="271843" y="247472"/>
                  </a:lnTo>
                  <a:lnTo>
                    <a:pt x="284899" y="246062"/>
                  </a:lnTo>
                  <a:lnTo>
                    <a:pt x="289128" y="240411"/>
                  </a:lnTo>
                  <a:lnTo>
                    <a:pt x="288429" y="233705"/>
                  </a:lnTo>
                  <a:lnTo>
                    <a:pt x="260896" y="5981"/>
                  </a:lnTo>
                  <a:lnTo>
                    <a:pt x="255943"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9" name="Google Shape;1242;p8"/>
            <p:cNvPicPr preferRelativeResize="0"/>
            <p:nvPr/>
          </p:nvPicPr>
          <p:blipFill rotWithShape="1">
            <a:blip r:embed="rId8">
              <a:alphaModFix/>
            </a:blip>
            <a:srcRect/>
            <a:stretch/>
          </p:blipFill>
          <p:spPr>
            <a:xfrm>
              <a:off x="14755824" y="884923"/>
              <a:ext cx="172262" cy="248538"/>
            </a:xfrm>
            <a:prstGeom prst="rect">
              <a:avLst/>
            </a:prstGeom>
            <a:noFill/>
            <a:ln>
              <a:noFill/>
            </a:ln>
          </p:spPr>
        </p:pic>
        <p:pic>
          <p:nvPicPr>
            <p:cNvPr id="10" name="Google Shape;1243;p8"/>
            <p:cNvPicPr preferRelativeResize="0"/>
            <p:nvPr/>
          </p:nvPicPr>
          <p:blipFill rotWithShape="1">
            <a:blip r:embed="rId9">
              <a:alphaModFix/>
            </a:blip>
            <a:srcRect/>
            <a:stretch/>
          </p:blipFill>
          <p:spPr>
            <a:xfrm>
              <a:off x="14995360" y="884910"/>
              <a:ext cx="296633" cy="246773"/>
            </a:xfrm>
            <a:prstGeom prst="rect">
              <a:avLst/>
            </a:prstGeom>
            <a:noFill/>
            <a:ln>
              <a:noFill/>
            </a:ln>
          </p:spPr>
        </p:pic>
        <p:sp>
          <p:nvSpPr>
            <p:cNvPr id="11" name="Google Shape;1244;p8"/>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2" name="Google Shape;1245;p8"/>
            <p:cNvPicPr preferRelativeResize="0"/>
            <p:nvPr/>
          </p:nvPicPr>
          <p:blipFill rotWithShape="1">
            <a:blip r:embed="rId10">
              <a:alphaModFix/>
            </a:blip>
            <a:srcRect/>
            <a:stretch/>
          </p:blipFill>
          <p:spPr>
            <a:xfrm>
              <a:off x="15426016" y="886663"/>
              <a:ext cx="163791" cy="245021"/>
            </a:xfrm>
            <a:prstGeom prst="rect">
              <a:avLst/>
            </a:prstGeom>
            <a:noFill/>
            <a:ln>
              <a:noFill/>
            </a:ln>
          </p:spPr>
        </p:pic>
        <p:pic>
          <p:nvPicPr>
            <p:cNvPr id="13" name="Google Shape;1246;p8"/>
            <p:cNvPicPr preferRelativeResize="0"/>
            <p:nvPr/>
          </p:nvPicPr>
          <p:blipFill rotWithShape="1">
            <a:blip r:embed="rId11">
              <a:alphaModFix/>
            </a:blip>
            <a:srcRect/>
            <a:stretch/>
          </p:blipFill>
          <p:spPr>
            <a:xfrm>
              <a:off x="15638234" y="884910"/>
              <a:ext cx="128130" cy="245008"/>
            </a:xfrm>
            <a:prstGeom prst="rect">
              <a:avLst/>
            </a:prstGeom>
            <a:noFill/>
            <a:ln>
              <a:noFill/>
            </a:ln>
          </p:spPr>
        </p:pic>
        <p:sp>
          <p:nvSpPr>
            <p:cNvPr id="14" name="Google Shape;1247;p8"/>
            <p:cNvSpPr/>
            <p:nvPr/>
          </p:nvSpPr>
          <p:spPr>
            <a:xfrm>
              <a:off x="15807512" y="884923"/>
              <a:ext cx="23495" cy="247015"/>
            </a:xfrm>
            <a:custGeom>
              <a:avLst/>
              <a:gdLst/>
              <a:ahLst/>
              <a:cxnLst/>
              <a:rect l="l" t="t" r="r" b="b"/>
              <a:pathLst>
                <a:path w="23494" h="247015" extrusionOk="0">
                  <a:moveTo>
                    <a:pt x="18338" y="0"/>
                  </a:moveTo>
                  <a:lnTo>
                    <a:pt x="4927" y="0"/>
                  </a:lnTo>
                  <a:lnTo>
                    <a:pt x="0" y="5283"/>
                  </a:lnTo>
                  <a:lnTo>
                    <a:pt x="0" y="241452"/>
                  </a:lnTo>
                  <a:lnTo>
                    <a:pt x="4927"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5" name="Google Shape;1248;p8"/>
            <p:cNvPicPr preferRelativeResize="0"/>
            <p:nvPr/>
          </p:nvPicPr>
          <p:blipFill rotWithShape="1">
            <a:blip r:embed="rId12">
              <a:alphaModFix/>
            </a:blip>
            <a:srcRect/>
            <a:stretch/>
          </p:blipFill>
          <p:spPr>
            <a:xfrm>
              <a:off x="15884842" y="883856"/>
              <a:ext cx="424116" cy="249605"/>
            </a:xfrm>
            <a:prstGeom prst="rect">
              <a:avLst/>
            </a:prstGeom>
            <a:noFill/>
            <a:ln>
              <a:noFill/>
            </a:ln>
          </p:spPr>
        </p:pic>
        <p:sp>
          <p:nvSpPr>
            <p:cNvPr id="16" name="Google Shape;1249;p8"/>
            <p:cNvSpPr/>
            <p:nvPr/>
          </p:nvSpPr>
          <p:spPr>
            <a:xfrm>
              <a:off x="1506874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66" y="40652"/>
                  </a:lnTo>
                  <a:lnTo>
                    <a:pt x="26466" y="125488"/>
                  </a:lnTo>
                  <a:lnTo>
                    <a:pt x="26114" y="133764"/>
                  </a:lnTo>
                  <a:lnTo>
                    <a:pt x="23985" y="141384"/>
                  </a:lnTo>
                  <a:lnTo>
                    <a:pt x="18896" y="146968"/>
                  </a:lnTo>
                  <a:lnTo>
                    <a:pt x="9664" y="149136"/>
                  </a:lnTo>
                  <a:lnTo>
                    <a:pt x="2628" y="149136"/>
                  </a:lnTo>
                  <a:lnTo>
                    <a:pt x="0" y="151599"/>
                  </a:lnTo>
                  <a:lnTo>
                    <a:pt x="0" y="157911"/>
                  </a:lnTo>
                  <a:lnTo>
                    <a:pt x="2628" y="160350"/>
                  </a:lnTo>
                  <a:lnTo>
                    <a:pt x="9664" y="160350"/>
                  </a:lnTo>
                  <a:lnTo>
                    <a:pt x="23186" y="157662"/>
                  </a:lnTo>
                  <a:lnTo>
                    <a:pt x="31934" y="150277"/>
                  </a:lnTo>
                  <a:lnTo>
                    <a:pt x="36643"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7" name="Google Shape;1250;p8"/>
            <p:cNvPicPr preferRelativeResize="0"/>
            <p:nvPr/>
          </p:nvPicPr>
          <p:blipFill rotWithShape="1">
            <a:blip r:embed="rId13">
              <a:alphaModFix/>
            </a:blip>
            <a:srcRect/>
            <a:stretch/>
          </p:blipFill>
          <p:spPr>
            <a:xfrm>
              <a:off x="15129420" y="1280883"/>
              <a:ext cx="267157" cy="122516"/>
            </a:xfrm>
            <a:prstGeom prst="rect">
              <a:avLst/>
            </a:prstGeom>
            <a:noFill/>
            <a:ln>
              <a:noFill/>
            </a:ln>
          </p:spPr>
        </p:pic>
        <p:pic>
          <p:nvPicPr>
            <p:cNvPr id="18" name="Google Shape;1251;p8"/>
            <p:cNvPicPr preferRelativeResize="0"/>
            <p:nvPr/>
          </p:nvPicPr>
          <p:blipFill rotWithShape="1">
            <a:blip r:embed="rId14">
              <a:alphaModFix/>
            </a:blip>
            <a:srcRect/>
            <a:stretch/>
          </p:blipFill>
          <p:spPr>
            <a:xfrm>
              <a:off x="15417545" y="1318018"/>
              <a:ext cx="70269" cy="84480"/>
            </a:xfrm>
            <a:prstGeom prst="rect">
              <a:avLst/>
            </a:prstGeom>
            <a:noFill/>
            <a:ln>
              <a:noFill/>
            </a:ln>
          </p:spPr>
        </p:pic>
        <p:pic>
          <p:nvPicPr>
            <p:cNvPr id="19" name="Google Shape;1252;p8"/>
            <p:cNvPicPr preferRelativeResize="0"/>
            <p:nvPr/>
          </p:nvPicPr>
          <p:blipFill rotWithShape="1">
            <a:blip r:embed="rId15">
              <a:alphaModFix/>
            </a:blip>
            <a:srcRect/>
            <a:stretch/>
          </p:blipFill>
          <p:spPr>
            <a:xfrm>
              <a:off x="15509772" y="1318018"/>
              <a:ext cx="154457" cy="85382"/>
            </a:xfrm>
            <a:prstGeom prst="rect">
              <a:avLst/>
            </a:prstGeom>
            <a:noFill/>
            <a:ln>
              <a:noFill/>
            </a:ln>
          </p:spPr>
        </p:pic>
        <p:sp>
          <p:nvSpPr>
            <p:cNvPr id="20" name="Google Shape;1253;p8"/>
            <p:cNvSpPr/>
            <p:nvPr/>
          </p:nvSpPr>
          <p:spPr>
            <a:xfrm>
              <a:off x="1591545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43" y="38023"/>
                  </a:lnTo>
                  <a:lnTo>
                    <a:pt x="26479" y="40652"/>
                  </a:lnTo>
                  <a:lnTo>
                    <a:pt x="26479" y="125488"/>
                  </a:lnTo>
                  <a:lnTo>
                    <a:pt x="26119" y="133764"/>
                  </a:lnTo>
                  <a:lnTo>
                    <a:pt x="23983" y="141384"/>
                  </a:lnTo>
                  <a:lnTo>
                    <a:pt x="18885" y="146968"/>
                  </a:lnTo>
                  <a:lnTo>
                    <a:pt x="9639" y="149136"/>
                  </a:lnTo>
                  <a:lnTo>
                    <a:pt x="2628" y="149136"/>
                  </a:lnTo>
                  <a:lnTo>
                    <a:pt x="0" y="151599"/>
                  </a:lnTo>
                  <a:lnTo>
                    <a:pt x="0" y="157911"/>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1" name="Google Shape;1254;p8"/>
            <p:cNvPicPr preferRelativeResize="0"/>
            <p:nvPr/>
          </p:nvPicPr>
          <p:blipFill rotWithShape="1">
            <a:blip r:embed="rId16">
              <a:alphaModFix/>
            </a:blip>
            <a:srcRect/>
            <a:stretch/>
          </p:blipFill>
          <p:spPr>
            <a:xfrm>
              <a:off x="15976003" y="1280883"/>
              <a:ext cx="267157" cy="122516"/>
            </a:xfrm>
            <a:prstGeom prst="rect">
              <a:avLst/>
            </a:prstGeom>
            <a:noFill/>
            <a:ln>
              <a:noFill/>
            </a:ln>
          </p:spPr>
        </p:pic>
        <p:pic>
          <p:nvPicPr>
            <p:cNvPr id="22" name="Google Shape;1255;p8"/>
            <p:cNvPicPr preferRelativeResize="0"/>
            <p:nvPr/>
          </p:nvPicPr>
          <p:blipFill rotWithShape="1">
            <a:blip r:embed="rId17">
              <a:alphaModFix/>
            </a:blip>
            <a:srcRect/>
            <a:stretch/>
          </p:blipFill>
          <p:spPr>
            <a:xfrm>
              <a:off x="16264228" y="1318018"/>
              <a:ext cx="70294" cy="84480"/>
            </a:xfrm>
            <a:prstGeom prst="rect">
              <a:avLst/>
            </a:prstGeom>
            <a:noFill/>
            <a:ln>
              <a:noFill/>
            </a:ln>
          </p:spPr>
        </p:pic>
        <p:pic>
          <p:nvPicPr>
            <p:cNvPr id="23" name="Google Shape;1256;p8"/>
            <p:cNvPicPr preferRelativeResize="0"/>
            <p:nvPr/>
          </p:nvPicPr>
          <p:blipFill rotWithShape="1">
            <a:blip r:embed="rId18">
              <a:alphaModFix/>
            </a:blip>
            <a:srcRect/>
            <a:stretch/>
          </p:blipFill>
          <p:spPr>
            <a:xfrm>
              <a:off x="16356482" y="1318018"/>
              <a:ext cx="154457" cy="85382"/>
            </a:xfrm>
            <a:prstGeom prst="rect">
              <a:avLst/>
            </a:prstGeom>
            <a:noFill/>
            <a:ln>
              <a:noFill/>
            </a:ln>
          </p:spPr>
        </p:pic>
        <p:pic>
          <p:nvPicPr>
            <p:cNvPr id="24" name="Google Shape;1257;p8"/>
            <p:cNvPicPr preferRelativeResize="0"/>
            <p:nvPr/>
          </p:nvPicPr>
          <p:blipFill rotWithShape="1">
            <a:blip r:embed="rId19">
              <a:alphaModFix/>
            </a:blip>
            <a:srcRect/>
            <a:stretch/>
          </p:blipFill>
          <p:spPr>
            <a:xfrm>
              <a:off x="14201902" y="762152"/>
              <a:ext cx="2318892" cy="491782"/>
            </a:xfrm>
            <a:prstGeom prst="rect">
              <a:avLst/>
            </a:prstGeom>
            <a:noFill/>
            <a:ln>
              <a:noFill/>
            </a:ln>
          </p:spPr>
        </p:pic>
        <p:pic>
          <p:nvPicPr>
            <p:cNvPr id="25" name="Google Shape;1258;p8"/>
            <p:cNvPicPr preferRelativeResize="0"/>
            <p:nvPr/>
          </p:nvPicPr>
          <p:blipFill rotWithShape="1">
            <a:blip r:embed="rId20">
              <a:alphaModFix/>
            </a:blip>
            <a:srcRect/>
            <a:stretch/>
          </p:blipFill>
          <p:spPr>
            <a:xfrm>
              <a:off x="15628112" y="1170902"/>
              <a:ext cx="343027" cy="402703"/>
            </a:xfrm>
            <a:prstGeom prst="rect">
              <a:avLst/>
            </a:prstGeom>
            <a:noFill/>
            <a:ln>
              <a:noFill/>
            </a:ln>
          </p:spPr>
        </p:pic>
        <p:pic>
          <p:nvPicPr>
            <p:cNvPr id="26" name="Google Shape;1259;p8"/>
            <p:cNvPicPr preferRelativeResize="0"/>
            <p:nvPr/>
          </p:nvPicPr>
          <p:blipFill rotWithShape="1">
            <a:blip r:embed="rId21">
              <a:alphaModFix/>
            </a:blip>
            <a:srcRect/>
            <a:stretch/>
          </p:blipFill>
          <p:spPr>
            <a:xfrm>
              <a:off x="15688054" y="1399069"/>
              <a:ext cx="75693" cy="71500"/>
            </a:xfrm>
            <a:prstGeom prst="rect">
              <a:avLst/>
            </a:prstGeom>
            <a:noFill/>
            <a:ln>
              <a:noFill/>
            </a:ln>
          </p:spPr>
        </p:pic>
        <p:pic>
          <p:nvPicPr>
            <p:cNvPr id="27" name="Google Shape;1260;p8"/>
            <p:cNvPicPr preferRelativeResize="0"/>
            <p:nvPr/>
          </p:nvPicPr>
          <p:blipFill rotWithShape="1">
            <a:blip r:embed="rId22">
              <a:alphaModFix/>
            </a:blip>
            <a:srcRect/>
            <a:stretch/>
          </p:blipFill>
          <p:spPr>
            <a:xfrm>
              <a:off x="15685006" y="1433904"/>
              <a:ext cx="365" cy="357"/>
            </a:xfrm>
            <a:prstGeom prst="rect">
              <a:avLst/>
            </a:prstGeom>
            <a:noFill/>
            <a:ln>
              <a:noFill/>
            </a:ln>
          </p:spPr>
        </p:pic>
        <p:pic>
          <p:nvPicPr>
            <p:cNvPr id="28" name="Google Shape;1261;p8"/>
            <p:cNvPicPr preferRelativeResize="0"/>
            <p:nvPr/>
          </p:nvPicPr>
          <p:blipFill rotWithShape="1">
            <a:blip r:embed="rId23">
              <a:alphaModFix/>
            </a:blip>
            <a:srcRect/>
            <a:stretch/>
          </p:blipFill>
          <p:spPr>
            <a:xfrm>
              <a:off x="15609698" y="1489519"/>
              <a:ext cx="39623" cy="43522"/>
            </a:xfrm>
            <a:prstGeom prst="rect">
              <a:avLst/>
            </a:prstGeom>
            <a:noFill/>
            <a:ln>
              <a:noFill/>
            </a:ln>
          </p:spPr>
        </p:pic>
        <p:pic>
          <p:nvPicPr>
            <p:cNvPr id="29" name="Google Shape;1262;p8"/>
            <p:cNvPicPr preferRelativeResize="0"/>
            <p:nvPr/>
          </p:nvPicPr>
          <p:blipFill rotWithShape="1">
            <a:blip r:embed="rId24">
              <a:alphaModFix/>
            </a:blip>
            <a:srcRect/>
            <a:stretch/>
          </p:blipFill>
          <p:spPr>
            <a:xfrm>
              <a:off x="15665195" y="1482038"/>
              <a:ext cx="12445" cy="15214"/>
            </a:xfrm>
            <a:prstGeom prst="rect">
              <a:avLst/>
            </a:prstGeom>
            <a:noFill/>
            <a:ln>
              <a:noFill/>
            </a:ln>
          </p:spPr>
        </p:pic>
        <p:pic>
          <p:nvPicPr>
            <p:cNvPr id="30" name="Google Shape;1263;p8"/>
            <p:cNvPicPr preferRelativeResize="0"/>
            <p:nvPr/>
          </p:nvPicPr>
          <p:blipFill rotWithShape="1">
            <a:blip r:embed="rId24">
              <a:alphaModFix/>
            </a:blip>
            <a:srcRect/>
            <a:stretch/>
          </p:blipFill>
          <p:spPr>
            <a:xfrm>
              <a:off x="15665831" y="1458128"/>
              <a:ext cx="11683" cy="14601"/>
            </a:xfrm>
            <a:prstGeom prst="rect">
              <a:avLst/>
            </a:prstGeom>
            <a:noFill/>
            <a:ln>
              <a:noFill/>
            </a:ln>
          </p:spPr>
        </p:pic>
        <p:pic>
          <p:nvPicPr>
            <p:cNvPr id="31" name="Google Shape;1264;p8"/>
            <p:cNvPicPr preferRelativeResize="0"/>
            <p:nvPr/>
          </p:nvPicPr>
          <p:blipFill rotWithShape="1">
            <a:blip r:embed="rId25">
              <a:alphaModFix/>
            </a:blip>
            <a:srcRect/>
            <a:stretch/>
          </p:blipFill>
          <p:spPr>
            <a:xfrm>
              <a:off x="15824835" y="1228966"/>
              <a:ext cx="64007" cy="65811"/>
            </a:xfrm>
            <a:prstGeom prst="rect">
              <a:avLst/>
            </a:prstGeom>
            <a:noFill/>
            <a:ln>
              <a:noFill/>
            </a:ln>
          </p:spPr>
        </p:pic>
        <p:pic>
          <p:nvPicPr>
            <p:cNvPr id="32" name="Google Shape;1265;p8"/>
            <p:cNvPicPr preferRelativeResize="0"/>
            <p:nvPr/>
          </p:nvPicPr>
          <p:blipFill rotWithShape="1">
            <a:blip r:embed="rId26">
              <a:alphaModFix/>
            </a:blip>
            <a:srcRect/>
            <a:stretch/>
          </p:blipFill>
          <p:spPr>
            <a:xfrm>
              <a:off x="15624047" y="1433779"/>
              <a:ext cx="77215" cy="82550"/>
            </a:xfrm>
            <a:prstGeom prst="rect">
              <a:avLst/>
            </a:prstGeom>
            <a:noFill/>
            <a:ln>
              <a:noFill/>
            </a:ln>
          </p:spPr>
        </p:pic>
        <p:pic>
          <p:nvPicPr>
            <p:cNvPr id="33" name="Google Shape;1266;p8"/>
            <p:cNvPicPr preferRelativeResize="0"/>
            <p:nvPr/>
          </p:nvPicPr>
          <p:blipFill rotWithShape="1">
            <a:blip r:embed="rId27">
              <a:alphaModFix/>
            </a:blip>
            <a:srcRect/>
            <a:stretch/>
          </p:blipFill>
          <p:spPr>
            <a:xfrm>
              <a:off x="15901288" y="1256068"/>
              <a:ext cx="16763" cy="12903"/>
            </a:xfrm>
            <a:prstGeom prst="rect">
              <a:avLst/>
            </a:prstGeom>
            <a:noFill/>
            <a:ln>
              <a:noFill/>
            </a:ln>
          </p:spPr>
        </p:pic>
        <p:pic>
          <p:nvPicPr>
            <p:cNvPr id="34" name="Google Shape;1267;p8"/>
            <p:cNvPicPr preferRelativeResize="0"/>
            <p:nvPr/>
          </p:nvPicPr>
          <p:blipFill rotWithShape="1">
            <a:blip r:embed="rId24">
              <a:alphaModFix/>
            </a:blip>
            <a:srcRect/>
            <a:stretch/>
          </p:blipFill>
          <p:spPr>
            <a:xfrm>
              <a:off x="15680309" y="1443710"/>
              <a:ext cx="12953" cy="15138"/>
            </a:xfrm>
            <a:prstGeom prst="rect">
              <a:avLst/>
            </a:prstGeom>
            <a:noFill/>
            <a:ln>
              <a:noFill/>
            </a:ln>
          </p:spPr>
        </p:pic>
        <p:pic>
          <p:nvPicPr>
            <p:cNvPr id="35" name="Google Shape;1268;p8"/>
            <p:cNvPicPr preferRelativeResize="0"/>
            <p:nvPr/>
          </p:nvPicPr>
          <p:blipFill rotWithShape="1">
            <a:blip r:embed="rId28">
              <a:alphaModFix/>
            </a:blip>
            <a:srcRect/>
            <a:stretch/>
          </p:blipFill>
          <p:spPr>
            <a:xfrm>
              <a:off x="15931515" y="1237411"/>
              <a:ext cx="9779" cy="7467"/>
            </a:xfrm>
            <a:prstGeom prst="rect">
              <a:avLst/>
            </a:prstGeom>
            <a:noFill/>
            <a:ln>
              <a:noFill/>
            </a:ln>
          </p:spPr>
        </p:pic>
        <p:pic>
          <p:nvPicPr>
            <p:cNvPr id="36" name="Google Shape;1269;p8"/>
            <p:cNvPicPr preferRelativeResize="0"/>
            <p:nvPr/>
          </p:nvPicPr>
          <p:blipFill rotWithShape="1">
            <a:blip r:embed="rId29">
              <a:alphaModFix/>
            </a:blip>
            <a:srcRect/>
            <a:stretch/>
          </p:blipFill>
          <p:spPr>
            <a:xfrm>
              <a:off x="15934562" y="1189837"/>
              <a:ext cx="38226" cy="32524"/>
            </a:xfrm>
            <a:prstGeom prst="rect">
              <a:avLst/>
            </a:prstGeom>
            <a:noFill/>
            <a:ln>
              <a:noFill/>
            </a:ln>
          </p:spPr>
        </p:pic>
        <p:pic>
          <p:nvPicPr>
            <p:cNvPr id="37" name="Google Shape;1270;p8"/>
            <p:cNvPicPr preferRelativeResize="0"/>
            <p:nvPr/>
          </p:nvPicPr>
          <p:blipFill rotWithShape="1">
            <a:blip r:embed="rId30">
              <a:alphaModFix/>
            </a:blip>
            <a:srcRect/>
            <a:stretch/>
          </p:blipFill>
          <p:spPr>
            <a:xfrm>
              <a:off x="15645637" y="1455178"/>
              <a:ext cx="40257" cy="24193"/>
            </a:xfrm>
            <a:prstGeom prst="rect">
              <a:avLst/>
            </a:prstGeom>
            <a:noFill/>
            <a:ln>
              <a:noFill/>
            </a:ln>
          </p:spPr>
        </p:pic>
        <p:pic>
          <p:nvPicPr>
            <p:cNvPr id="38" name="Google Shape;1271;p8"/>
            <p:cNvPicPr preferRelativeResize="0"/>
            <p:nvPr/>
          </p:nvPicPr>
          <p:blipFill rotWithShape="1">
            <a:blip r:embed="rId31">
              <a:alphaModFix/>
            </a:blip>
            <a:srcRect/>
            <a:stretch/>
          </p:blipFill>
          <p:spPr>
            <a:xfrm>
              <a:off x="15687295" y="1443595"/>
              <a:ext cx="5969" cy="6934"/>
            </a:xfrm>
            <a:prstGeom prst="rect">
              <a:avLst/>
            </a:prstGeom>
            <a:noFill/>
            <a:ln>
              <a:noFill/>
            </a:ln>
          </p:spPr>
        </p:pic>
        <p:pic>
          <p:nvPicPr>
            <p:cNvPr id="39" name="Google Shape;1272;p8"/>
            <p:cNvPicPr preferRelativeResize="0"/>
            <p:nvPr/>
          </p:nvPicPr>
          <p:blipFill rotWithShape="1">
            <a:blip r:embed="rId32">
              <a:alphaModFix/>
            </a:blip>
            <a:srcRect/>
            <a:stretch/>
          </p:blipFill>
          <p:spPr>
            <a:xfrm>
              <a:off x="15900400" y="1202498"/>
              <a:ext cx="17907" cy="15088"/>
            </a:xfrm>
            <a:prstGeom prst="rect">
              <a:avLst/>
            </a:prstGeom>
            <a:noFill/>
            <a:ln>
              <a:noFill/>
            </a:ln>
          </p:spPr>
        </p:pic>
        <p:pic>
          <p:nvPicPr>
            <p:cNvPr id="40" name="Google Shape;1273;p8"/>
            <p:cNvPicPr preferRelativeResize="0"/>
            <p:nvPr/>
          </p:nvPicPr>
          <p:blipFill rotWithShape="1">
            <a:blip r:embed="rId33">
              <a:alphaModFix/>
            </a:blip>
            <a:srcRect/>
            <a:stretch/>
          </p:blipFill>
          <p:spPr>
            <a:xfrm>
              <a:off x="15696945" y="1384351"/>
              <a:ext cx="36195" cy="49428"/>
            </a:xfrm>
            <a:prstGeom prst="rect">
              <a:avLst/>
            </a:prstGeom>
            <a:noFill/>
            <a:ln>
              <a:noFill/>
            </a:ln>
          </p:spPr>
        </p:pic>
        <p:pic>
          <p:nvPicPr>
            <p:cNvPr id="41" name="Google Shape;1274;p8"/>
            <p:cNvPicPr preferRelativeResize="0"/>
            <p:nvPr/>
          </p:nvPicPr>
          <p:blipFill rotWithShape="1">
            <a:blip r:embed="rId34">
              <a:alphaModFix/>
            </a:blip>
            <a:srcRect/>
            <a:stretch/>
          </p:blipFill>
          <p:spPr>
            <a:xfrm>
              <a:off x="15621381" y="1488414"/>
              <a:ext cx="43306" cy="44855"/>
            </a:xfrm>
            <a:prstGeom prst="rect">
              <a:avLst/>
            </a:prstGeom>
            <a:noFill/>
            <a:ln>
              <a:noFill/>
            </a:ln>
          </p:spPr>
        </p:pic>
        <p:pic>
          <p:nvPicPr>
            <p:cNvPr id="42" name="Google Shape;1275;p8"/>
            <p:cNvPicPr preferRelativeResize="0"/>
            <p:nvPr/>
          </p:nvPicPr>
          <p:blipFill rotWithShape="1">
            <a:blip r:embed="rId35">
              <a:alphaModFix/>
            </a:blip>
            <a:srcRect/>
            <a:stretch/>
          </p:blipFill>
          <p:spPr>
            <a:xfrm>
              <a:off x="15655416" y="1424228"/>
              <a:ext cx="62101" cy="58038"/>
            </a:xfrm>
            <a:prstGeom prst="rect">
              <a:avLst/>
            </a:prstGeom>
            <a:noFill/>
            <a:ln>
              <a:noFill/>
            </a:ln>
          </p:spPr>
        </p:pic>
        <p:pic>
          <p:nvPicPr>
            <p:cNvPr id="43" name="Google Shape;1276;p8"/>
            <p:cNvPicPr preferRelativeResize="0"/>
            <p:nvPr/>
          </p:nvPicPr>
          <p:blipFill rotWithShape="1">
            <a:blip r:embed="rId34">
              <a:alphaModFix/>
            </a:blip>
            <a:srcRect/>
            <a:stretch/>
          </p:blipFill>
          <p:spPr>
            <a:xfrm>
              <a:off x="15735425" y="1384478"/>
              <a:ext cx="41404" cy="44323"/>
            </a:xfrm>
            <a:prstGeom prst="rect">
              <a:avLst/>
            </a:prstGeom>
            <a:noFill/>
            <a:ln>
              <a:noFill/>
            </a:ln>
          </p:spPr>
        </p:pic>
        <p:pic>
          <p:nvPicPr>
            <p:cNvPr id="44" name="Google Shape;1277;p8"/>
            <p:cNvPicPr preferRelativeResize="0"/>
            <p:nvPr/>
          </p:nvPicPr>
          <p:blipFill rotWithShape="1">
            <a:blip r:embed="rId22">
              <a:alphaModFix/>
            </a:blip>
            <a:srcRect/>
            <a:stretch/>
          </p:blipFill>
          <p:spPr>
            <a:xfrm>
              <a:off x="15792070" y="1308544"/>
              <a:ext cx="3683" cy="3086"/>
            </a:xfrm>
            <a:prstGeom prst="rect">
              <a:avLst/>
            </a:prstGeom>
            <a:noFill/>
            <a:ln>
              <a:noFill/>
            </a:ln>
          </p:spPr>
        </p:pic>
        <p:pic>
          <p:nvPicPr>
            <p:cNvPr id="45" name="Google Shape;1278;p8"/>
            <p:cNvPicPr preferRelativeResize="0"/>
            <p:nvPr/>
          </p:nvPicPr>
          <p:blipFill rotWithShape="1">
            <a:blip r:embed="rId36">
              <a:alphaModFix/>
            </a:blip>
            <a:srcRect/>
            <a:stretch/>
          </p:blipFill>
          <p:spPr>
            <a:xfrm>
              <a:off x="15669386" y="1471827"/>
              <a:ext cx="6223" cy="16472"/>
            </a:xfrm>
            <a:prstGeom prst="rect">
              <a:avLst/>
            </a:prstGeom>
            <a:noFill/>
            <a:ln>
              <a:noFill/>
            </a:ln>
          </p:spPr>
        </p:pic>
        <p:pic>
          <p:nvPicPr>
            <p:cNvPr id="46" name="Google Shape;1279;p8"/>
            <p:cNvPicPr preferRelativeResize="0"/>
            <p:nvPr/>
          </p:nvPicPr>
          <p:blipFill rotWithShape="1">
            <a:blip r:embed="rId28">
              <a:alphaModFix/>
            </a:blip>
            <a:srcRect/>
            <a:stretch/>
          </p:blipFill>
          <p:spPr>
            <a:xfrm>
              <a:off x="15855950" y="1307782"/>
              <a:ext cx="7747" cy="7251"/>
            </a:xfrm>
            <a:prstGeom prst="rect">
              <a:avLst/>
            </a:prstGeom>
            <a:noFill/>
            <a:ln>
              <a:noFill/>
            </a:ln>
          </p:spPr>
        </p:pic>
        <p:pic>
          <p:nvPicPr>
            <p:cNvPr id="47" name="Google Shape;1280;p8"/>
            <p:cNvPicPr preferRelativeResize="0"/>
            <p:nvPr/>
          </p:nvPicPr>
          <p:blipFill rotWithShape="1">
            <a:blip r:embed="rId24">
              <a:alphaModFix/>
            </a:blip>
            <a:srcRect/>
            <a:stretch/>
          </p:blipFill>
          <p:spPr>
            <a:xfrm>
              <a:off x="15815056" y="1337019"/>
              <a:ext cx="14351" cy="13257"/>
            </a:xfrm>
            <a:prstGeom prst="rect">
              <a:avLst/>
            </a:prstGeom>
            <a:noFill/>
            <a:ln>
              <a:noFill/>
            </a:ln>
          </p:spPr>
        </p:pic>
        <p:pic>
          <p:nvPicPr>
            <p:cNvPr id="48" name="Google Shape;1281;p8"/>
            <p:cNvPicPr preferRelativeResize="0"/>
            <p:nvPr/>
          </p:nvPicPr>
          <p:blipFill rotWithShape="1">
            <a:blip r:embed="rId37">
              <a:alphaModFix/>
            </a:blip>
            <a:srcRect/>
            <a:stretch/>
          </p:blipFill>
          <p:spPr>
            <a:xfrm>
              <a:off x="15642463" y="1463712"/>
              <a:ext cx="54101" cy="18427"/>
            </a:xfrm>
            <a:prstGeom prst="rect">
              <a:avLst/>
            </a:prstGeom>
            <a:noFill/>
            <a:ln>
              <a:noFill/>
            </a:ln>
          </p:spPr>
        </p:pic>
        <p:pic>
          <p:nvPicPr>
            <p:cNvPr id="49" name="Google Shape;1282;p8"/>
            <p:cNvPicPr preferRelativeResize="0"/>
            <p:nvPr/>
          </p:nvPicPr>
          <p:blipFill rotWithShape="1">
            <a:blip r:embed="rId38">
              <a:alphaModFix/>
            </a:blip>
            <a:srcRect/>
            <a:stretch/>
          </p:blipFill>
          <p:spPr>
            <a:xfrm>
              <a:off x="15736444" y="1349412"/>
              <a:ext cx="19811" cy="21044"/>
            </a:xfrm>
            <a:prstGeom prst="rect">
              <a:avLst/>
            </a:prstGeom>
            <a:noFill/>
            <a:ln>
              <a:noFill/>
            </a:ln>
          </p:spPr>
        </p:pic>
        <p:pic>
          <p:nvPicPr>
            <p:cNvPr id="50" name="Google Shape;1283;p8"/>
            <p:cNvPicPr preferRelativeResize="0"/>
            <p:nvPr/>
          </p:nvPicPr>
          <p:blipFill rotWithShape="1">
            <a:blip r:embed="rId39">
              <a:alphaModFix/>
            </a:blip>
            <a:srcRect/>
            <a:stretch/>
          </p:blipFill>
          <p:spPr>
            <a:xfrm>
              <a:off x="15651227" y="1473301"/>
              <a:ext cx="22858" cy="37363"/>
            </a:xfrm>
            <a:prstGeom prst="rect">
              <a:avLst/>
            </a:prstGeom>
            <a:noFill/>
            <a:ln>
              <a:noFill/>
            </a:ln>
          </p:spPr>
        </p:pic>
        <p:pic>
          <p:nvPicPr>
            <p:cNvPr id="51" name="Google Shape;1284;p8"/>
            <p:cNvPicPr preferRelativeResize="0"/>
            <p:nvPr/>
          </p:nvPicPr>
          <p:blipFill rotWithShape="1">
            <a:blip r:embed="rId40">
              <a:alphaModFix/>
            </a:blip>
            <a:srcRect/>
            <a:stretch/>
          </p:blipFill>
          <p:spPr>
            <a:xfrm>
              <a:off x="15670911" y="1472793"/>
              <a:ext cx="9395" cy="6642"/>
            </a:xfrm>
            <a:prstGeom prst="rect">
              <a:avLst/>
            </a:prstGeom>
            <a:noFill/>
            <a:ln>
              <a:noFill/>
            </a:ln>
          </p:spPr>
        </p:pic>
        <p:pic>
          <p:nvPicPr>
            <p:cNvPr id="52" name="Google Shape;1285;p8"/>
            <p:cNvPicPr preferRelativeResize="0"/>
            <p:nvPr/>
          </p:nvPicPr>
          <p:blipFill rotWithShape="1">
            <a:blip r:embed="rId41">
              <a:alphaModFix/>
            </a:blip>
            <a:srcRect/>
            <a:stretch/>
          </p:blipFill>
          <p:spPr>
            <a:xfrm>
              <a:off x="15935325" y="1214271"/>
              <a:ext cx="18032" cy="26936"/>
            </a:xfrm>
            <a:prstGeom prst="rect">
              <a:avLst/>
            </a:prstGeom>
            <a:noFill/>
            <a:ln>
              <a:noFill/>
            </a:ln>
          </p:spPr>
        </p:pic>
        <p:pic>
          <p:nvPicPr>
            <p:cNvPr id="53" name="Google Shape;1286;p8"/>
            <p:cNvPicPr preferRelativeResize="0"/>
            <p:nvPr/>
          </p:nvPicPr>
          <p:blipFill rotWithShape="1">
            <a:blip r:embed="rId42">
              <a:alphaModFix/>
            </a:blip>
            <a:srcRect/>
            <a:stretch/>
          </p:blipFill>
          <p:spPr>
            <a:xfrm>
              <a:off x="15635478" y="1434121"/>
              <a:ext cx="66292" cy="61213"/>
            </a:xfrm>
            <a:prstGeom prst="rect">
              <a:avLst/>
            </a:prstGeom>
            <a:noFill/>
            <a:ln>
              <a:noFill/>
            </a:ln>
          </p:spPr>
        </p:pic>
        <p:pic>
          <p:nvPicPr>
            <p:cNvPr id="54" name="Google Shape;1287;p8"/>
            <p:cNvPicPr preferRelativeResize="0"/>
            <p:nvPr/>
          </p:nvPicPr>
          <p:blipFill rotWithShape="1">
            <a:blip r:embed="rId31">
              <a:alphaModFix/>
            </a:blip>
            <a:srcRect/>
            <a:stretch/>
          </p:blipFill>
          <p:spPr>
            <a:xfrm>
              <a:off x="15682467" y="1428520"/>
              <a:ext cx="1523" cy="1777"/>
            </a:xfrm>
            <a:prstGeom prst="rect">
              <a:avLst/>
            </a:prstGeom>
            <a:noFill/>
            <a:ln>
              <a:noFill/>
            </a:ln>
          </p:spPr>
        </p:pic>
        <p:pic>
          <p:nvPicPr>
            <p:cNvPr id="55" name="Google Shape;1288;p8"/>
            <p:cNvPicPr preferRelativeResize="0"/>
            <p:nvPr/>
          </p:nvPicPr>
          <p:blipFill rotWithShape="1">
            <a:blip r:embed="rId43">
              <a:alphaModFix/>
            </a:blip>
            <a:srcRect/>
            <a:stretch/>
          </p:blipFill>
          <p:spPr>
            <a:xfrm>
              <a:off x="15639414" y="1470417"/>
              <a:ext cx="26036" cy="30924"/>
            </a:xfrm>
            <a:prstGeom prst="rect">
              <a:avLst/>
            </a:prstGeom>
            <a:noFill/>
            <a:ln>
              <a:noFill/>
            </a:ln>
          </p:spPr>
        </p:pic>
        <p:pic>
          <p:nvPicPr>
            <p:cNvPr id="56" name="Google Shape;1289;p8"/>
            <p:cNvPicPr preferRelativeResize="0"/>
            <p:nvPr/>
          </p:nvPicPr>
          <p:blipFill rotWithShape="1">
            <a:blip r:embed="rId44">
              <a:alphaModFix/>
            </a:blip>
            <a:srcRect/>
            <a:stretch/>
          </p:blipFill>
          <p:spPr>
            <a:xfrm>
              <a:off x="15666975" y="1440484"/>
              <a:ext cx="15351" cy="20421"/>
            </a:xfrm>
            <a:prstGeom prst="rect">
              <a:avLst/>
            </a:prstGeom>
            <a:noFill/>
            <a:ln>
              <a:noFill/>
            </a:ln>
          </p:spPr>
        </p:pic>
        <p:pic>
          <p:nvPicPr>
            <p:cNvPr id="57" name="Google Shape;1290;p8"/>
            <p:cNvPicPr preferRelativeResize="0"/>
            <p:nvPr/>
          </p:nvPicPr>
          <p:blipFill rotWithShape="1">
            <a:blip r:embed="rId22">
              <a:alphaModFix/>
            </a:blip>
            <a:srcRect/>
            <a:stretch/>
          </p:blipFill>
          <p:spPr>
            <a:xfrm>
              <a:off x="15953359" y="1215466"/>
              <a:ext cx="2285" cy="1803"/>
            </a:xfrm>
            <a:prstGeom prst="rect">
              <a:avLst/>
            </a:prstGeom>
            <a:noFill/>
            <a:ln>
              <a:noFill/>
            </a:ln>
          </p:spPr>
        </p:pic>
        <p:pic>
          <p:nvPicPr>
            <p:cNvPr id="58" name="Google Shape;1291;p8"/>
            <p:cNvPicPr preferRelativeResize="0"/>
            <p:nvPr/>
          </p:nvPicPr>
          <p:blipFill rotWithShape="1">
            <a:blip r:embed="rId45">
              <a:alphaModFix/>
            </a:blip>
            <a:srcRect/>
            <a:stretch/>
          </p:blipFill>
          <p:spPr>
            <a:xfrm>
              <a:off x="15685896" y="1402969"/>
              <a:ext cx="39878" cy="43662"/>
            </a:xfrm>
            <a:prstGeom prst="rect">
              <a:avLst/>
            </a:prstGeom>
            <a:noFill/>
            <a:ln>
              <a:noFill/>
            </a:ln>
          </p:spPr>
        </p:pic>
        <p:pic>
          <p:nvPicPr>
            <p:cNvPr id="59" name="Google Shape;1292;p8"/>
            <p:cNvPicPr preferRelativeResize="0"/>
            <p:nvPr/>
          </p:nvPicPr>
          <p:blipFill rotWithShape="1">
            <a:blip r:embed="rId46">
              <a:alphaModFix/>
            </a:blip>
            <a:srcRect/>
            <a:stretch/>
          </p:blipFill>
          <p:spPr>
            <a:xfrm>
              <a:off x="15880588" y="1270139"/>
              <a:ext cx="20192" cy="18021"/>
            </a:xfrm>
            <a:prstGeom prst="rect">
              <a:avLst/>
            </a:prstGeom>
            <a:noFill/>
            <a:ln>
              <a:noFill/>
            </a:ln>
          </p:spPr>
        </p:pic>
        <p:pic>
          <p:nvPicPr>
            <p:cNvPr id="60" name="Google Shape;1293;p8"/>
            <p:cNvPicPr preferRelativeResize="0"/>
            <p:nvPr/>
          </p:nvPicPr>
          <p:blipFill rotWithShape="1">
            <a:blip r:embed="rId40">
              <a:alphaModFix/>
            </a:blip>
            <a:srcRect/>
            <a:stretch/>
          </p:blipFill>
          <p:spPr>
            <a:xfrm>
              <a:off x="15668497" y="1475943"/>
              <a:ext cx="10794" cy="10998"/>
            </a:xfrm>
            <a:prstGeom prst="rect">
              <a:avLst/>
            </a:prstGeom>
            <a:noFill/>
            <a:ln>
              <a:noFill/>
            </a:ln>
          </p:spPr>
        </p:pic>
        <p:pic>
          <p:nvPicPr>
            <p:cNvPr id="61" name="Google Shape;1294;p8"/>
            <p:cNvPicPr preferRelativeResize="0"/>
            <p:nvPr/>
          </p:nvPicPr>
          <p:blipFill rotWithShape="1">
            <a:blip r:embed="rId22">
              <a:alphaModFix/>
            </a:blip>
            <a:srcRect/>
            <a:stretch/>
          </p:blipFill>
          <p:spPr>
            <a:xfrm>
              <a:off x="15965169" y="1207654"/>
              <a:ext cx="2031" cy="1524"/>
            </a:xfrm>
            <a:prstGeom prst="rect">
              <a:avLst/>
            </a:prstGeom>
            <a:noFill/>
            <a:ln>
              <a:noFill/>
            </a:ln>
          </p:spPr>
        </p:pic>
        <p:pic>
          <p:nvPicPr>
            <p:cNvPr id="62" name="Google Shape;1295;p8"/>
            <p:cNvPicPr preferRelativeResize="0"/>
            <p:nvPr/>
          </p:nvPicPr>
          <p:blipFill rotWithShape="1">
            <a:blip r:embed="rId28">
              <a:alphaModFix/>
            </a:blip>
            <a:srcRect/>
            <a:stretch/>
          </p:blipFill>
          <p:spPr>
            <a:xfrm>
              <a:off x="15889351" y="1220528"/>
              <a:ext cx="1687" cy="1338"/>
            </a:xfrm>
            <a:prstGeom prst="rect">
              <a:avLst/>
            </a:prstGeom>
            <a:noFill/>
            <a:ln>
              <a:noFill/>
            </a:ln>
          </p:spPr>
        </p:pic>
        <p:pic>
          <p:nvPicPr>
            <p:cNvPr id="63" name="Google Shape;1296;p8"/>
            <p:cNvPicPr preferRelativeResize="0"/>
            <p:nvPr/>
          </p:nvPicPr>
          <p:blipFill rotWithShape="1">
            <a:blip r:embed="rId36">
              <a:alphaModFix/>
            </a:blip>
            <a:srcRect/>
            <a:stretch/>
          </p:blipFill>
          <p:spPr>
            <a:xfrm>
              <a:off x="15948025" y="1190980"/>
              <a:ext cx="2666" cy="11263"/>
            </a:xfrm>
            <a:prstGeom prst="rect">
              <a:avLst/>
            </a:prstGeom>
            <a:noFill/>
            <a:ln>
              <a:noFill/>
            </a:ln>
          </p:spPr>
        </p:pic>
        <p:pic>
          <p:nvPicPr>
            <p:cNvPr id="64" name="Google Shape;1297;p8"/>
            <p:cNvPicPr preferRelativeResize="0"/>
            <p:nvPr/>
          </p:nvPicPr>
          <p:blipFill rotWithShape="1">
            <a:blip r:embed="rId47">
              <a:alphaModFix/>
            </a:blip>
            <a:srcRect/>
            <a:stretch/>
          </p:blipFill>
          <p:spPr>
            <a:xfrm>
              <a:off x="15672054" y="1466291"/>
              <a:ext cx="20955" cy="4953"/>
            </a:xfrm>
            <a:prstGeom prst="rect">
              <a:avLst/>
            </a:prstGeom>
            <a:noFill/>
            <a:ln>
              <a:noFill/>
            </a:ln>
          </p:spPr>
        </p:pic>
        <p:pic>
          <p:nvPicPr>
            <p:cNvPr id="65" name="Google Shape;1298;p8"/>
            <p:cNvPicPr preferRelativeResize="0"/>
            <p:nvPr/>
          </p:nvPicPr>
          <p:blipFill rotWithShape="1">
            <a:blip r:embed="rId40">
              <a:alphaModFix/>
            </a:blip>
            <a:srcRect/>
            <a:stretch/>
          </p:blipFill>
          <p:spPr>
            <a:xfrm>
              <a:off x="15635985" y="1508619"/>
              <a:ext cx="11174" cy="10465"/>
            </a:xfrm>
            <a:prstGeom prst="rect">
              <a:avLst/>
            </a:prstGeom>
            <a:noFill/>
            <a:ln>
              <a:noFill/>
            </a:ln>
          </p:spPr>
        </p:pic>
        <p:pic>
          <p:nvPicPr>
            <p:cNvPr id="66" name="Google Shape;1299;p8"/>
            <p:cNvPicPr preferRelativeResize="0"/>
            <p:nvPr/>
          </p:nvPicPr>
          <p:blipFill rotWithShape="1">
            <a:blip r:embed="rId48">
              <a:alphaModFix/>
            </a:blip>
            <a:srcRect/>
            <a:stretch/>
          </p:blipFill>
          <p:spPr>
            <a:xfrm>
              <a:off x="15891127" y="1207211"/>
              <a:ext cx="68581" cy="70726"/>
            </a:xfrm>
            <a:prstGeom prst="rect">
              <a:avLst/>
            </a:prstGeom>
            <a:noFill/>
            <a:ln>
              <a:noFill/>
            </a:ln>
          </p:spPr>
        </p:pic>
        <p:pic>
          <p:nvPicPr>
            <p:cNvPr id="67" name="Google Shape;1300;p8"/>
            <p:cNvPicPr preferRelativeResize="0"/>
            <p:nvPr/>
          </p:nvPicPr>
          <p:blipFill rotWithShape="1">
            <a:blip r:embed="rId22">
              <a:alphaModFix/>
            </a:blip>
            <a:srcRect/>
            <a:stretch/>
          </p:blipFill>
          <p:spPr>
            <a:xfrm>
              <a:off x="15658337" y="1504276"/>
              <a:ext cx="1142" cy="1384"/>
            </a:xfrm>
            <a:prstGeom prst="rect">
              <a:avLst/>
            </a:prstGeom>
            <a:noFill/>
            <a:ln>
              <a:noFill/>
            </a:ln>
          </p:spPr>
        </p:pic>
        <p:pic>
          <p:nvPicPr>
            <p:cNvPr id="68" name="Google Shape;1301;p8"/>
            <p:cNvPicPr preferRelativeResize="0"/>
            <p:nvPr/>
          </p:nvPicPr>
          <p:blipFill rotWithShape="1">
            <a:blip r:embed="rId32">
              <a:alphaModFix/>
            </a:blip>
            <a:srcRect/>
            <a:stretch/>
          </p:blipFill>
          <p:spPr>
            <a:xfrm>
              <a:off x="15658718" y="1475473"/>
              <a:ext cx="14986" cy="22047"/>
            </a:xfrm>
            <a:prstGeom prst="rect">
              <a:avLst/>
            </a:prstGeom>
            <a:noFill/>
            <a:ln>
              <a:noFill/>
            </a:ln>
          </p:spPr>
        </p:pic>
        <p:pic>
          <p:nvPicPr>
            <p:cNvPr id="69" name="Google Shape;1302;p8"/>
            <p:cNvPicPr preferRelativeResize="0"/>
            <p:nvPr/>
          </p:nvPicPr>
          <p:blipFill rotWithShape="1">
            <a:blip r:embed="rId22">
              <a:alphaModFix/>
            </a:blip>
            <a:srcRect/>
            <a:stretch/>
          </p:blipFill>
          <p:spPr>
            <a:xfrm>
              <a:off x="15635859" y="1500797"/>
              <a:ext cx="1143" cy="1409"/>
            </a:xfrm>
            <a:prstGeom prst="rect">
              <a:avLst/>
            </a:prstGeom>
            <a:noFill/>
            <a:ln>
              <a:noFill/>
            </a:ln>
          </p:spPr>
        </p:pic>
        <p:pic>
          <p:nvPicPr>
            <p:cNvPr id="70" name="Google Shape;1303;p8"/>
            <p:cNvPicPr preferRelativeResize="0"/>
            <p:nvPr/>
          </p:nvPicPr>
          <p:blipFill rotWithShape="1">
            <a:blip r:embed="rId31">
              <a:alphaModFix/>
            </a:blip>
            <a:srcRect/>
            <a:stretch/>
          </p:blipFill>
          <p:spPr>
            <a:xfrm>
              <a:off x="15916402" y="1201216"/>
              <a:ext cx="2412" cy="5461"/>
            </a:xfrm>
            <a:prstGeom prst="rect">
              <a:avLst/>
            </a:prstGeom>
            <a:noFill/>
            <a:ln>
              <a:noFill/>
            </a:ln>
          </p:spPr>
        </p:pic>
        <p:pic>
          <p:nvPicPr>
            <p:cNvPr id="71" name="Google Shape;1304;p8"/>
            <p:cNvPicPr preferRelativeResize="0"/>
            <p:nvPr/>
          </p:nvPicPr>
          <p:blipFill rotWithShape="1">
            <a:blip r:embed="rId22">
              <a:alphaModFix/>
            </a:blip>
            <a:srcRect/>
            <a:stretch/>
          </p:blipFill>
          <p:spPr>
            <a:xfrm>
              <a:off x="15947769" y="1197362"/>
              <a:ext cx="1650" cy="1276"/>
            </a:xfrm>
            <a:prstGeom prst="rect">
              <a:avLst/>
            </a:prstGeom>
            <a:noFill/>
            <a:ln>
              <a:noFill/>
            </a:ln>
          </p:spPr>
        </p:pic>
        <p:pic>
          <p:nvPicPr>
            <p:cNvPr id="72" name="Google Shape;1305;p8"/>
            <p:cNvPicPr preferRelativeResize="0"/>
            <p:nvPr/>
          </p:nvPicPr>
          <p:blipFill rotWithShape="1">
            <a:blip r:embed="rId22">
              <a:alphaModFix/>
            </a:blip>
            <a:srcRect/>
            <a:stretch/>
          </p:blipFill>
          <p:spPr>
            <a:xfrm>
              <a:off x="15933039" y="1198499"/>
              <a:ext cx="1016" cy="901"/>
            </a:xfrm>
            <a:prstGeom prst="rect">
              <a:avLst/>
            </a:prstGeom>
            <a:noFill/>
            <a:ln>
              <a:noFill/>
            </a:ln>
          </p:spPr>
        </p:pic>
        <p:pic>
          <p:nvPicPr>
            <p:cNvPr id="73" name="Google Shape;1306;p8"/>
            <p:cNvPicPr preferRelativeResize="0"/>
            <p:nvPr/>
          </p:nvPicPr>
          <p:blipFill rotWithShape="1">
            <a:blip r:embed="rId40">
              <a:alphaModFix/>
            </a:blip>
            <a:srcRect/>
            <a:stretch/>
          </p:blipFill>
          <p:spPr>
            <a:xfrm>
              <a:off x="15708376" y="1446885"/>
              <a:ext cx="8508" cy="9461"/>
            </a:xfrm>
            <a:prstGeom prst="rect">
              <a:avLst/>
            </a:prstGeom>
            <a:noFill/>
            <a:ln>
              <a:noFill/>
            </a:ln>
          </p:spPr>
        </p:pic>
        <p:pic>
          <p:nvPicPr>
            <p:cNvPr id="74" name="Google Shape;1307;p8"/>
            <p:cNvPicPr preferRelativeResize="0"/>
            <p:nvPr/>
          </p:nvPicPr>
          <p:blipFill rotWithShape="1">
            <a:blip r:embed="rId31">
              <a:alphaModFix/>
            </a:blip>
            <a:srcRect/>
            <a:stretch/>
          </p:blipFill>
          <p:spPr>
            <a:xfrm>
              <a:off x="15918687" y="1247634"/>
              <a:ext cx="9400" cy="9678"/>
            </a:xfrm>
            <a:prstGeom prst="rect">
              <a:avLst/>
            </a:prstGeom>
            <a:noFill/>
            <a:ln>
              <a:noFill/>
            </a:ln>
          </p:spPr>
        </p:pic>
        <p:pic>
          <p:nvPicPr>
            <p:cNvPr id="75" name="Google Shape;1308;p8"/>
            <p:cNvPicPr preferRelativeResize="0"/>
            <p:nvPr/>
          </p:nvPicPr>
          <p:blipFill rotWithShape="1">
            <a:blip r:embed="rId49">
              <a:alphaModFix/>
            </a:blip>
            <a:srcRect/>
            <a:stretch/>
          </p:blipFill>
          <p:spPr>
            <a:xfrm>
              <a:off x="15635732" y="1459293"/>
              <a:ext cx="44576" cy="50304"/>
            </a:xfrm>
            <a:prstGeom prst="rect">
              <a:avLst/>
            </a:prstGeom>
            <a:noFill/>
            <a:ln>
              <a:noFill/>
            </a:ln>
          </p:spPr>
        </p:pic>
        <p:pic>
          <p:nvPicPr>
            <p:cNvPr id="76" name="Google Shape;1309;p8"/>
            <p:cNvPicPr preferRelativeResize="0"/>
            <p:nvPr/>
          </p:nvPicPr>
          <p:blipFill rotWithShape="1">
            <a:blip r:embed="rId24">
              <a:alphaModFix/>
            </a:blip>
            <a:srcRect/>
            <a:stretch/>
          </p:blipFill>
          <p:spPr>
            <a:xfrm>
              <a:off x="15874620" y="1283169"/>
              <a:ext cx="14985" cy="14592"/>
            </a:xfrm>
            <a:prstGeom prst="rect">
              <a:avLst/>
            </a:prstGeom>
            <a:noFill/>
            <a:ln>
              <a:noFill/>
            </a:ln>
          </p:spPr>
        </p:pic>
        <p:pic>
          <p:nvPicPr>
            <p:cNvPr id="77" name="Google Shape;1310;p8"/>
            <p:cNvPicPr preferRelativeResize="0"/>
            <p:nvPr/>
          </p:nvPicPr>
          <p:blipFill rotWithShape="1">
            <a:blip r:embed="rId22">
              <a:alphaModFix/>
            </a:blip>
            <a:srcRect/>
            <a:stretch/>
          </p:blipFill>
          <p:spPr>
            <a:xfrm>
              <a:off x="15679419" y="1471002"/>
              <a:ext cx="761" cy="787"/>
            </a:xfrm>
            <a:prstGeom prst="rect">
              <a:avLst/>
            </a:prstGeom>
            <a:noFill/>
            <a:ln>
              <a:noFill/>
            </a:ln>
          </p:spPr>
        </p:pic>
        <p:pic>
          <p:nvPicPr>
            <p:cNvPr id="78" name="Google Shape;1311;p8"/>
            <p:cNvPicPr preferRelativeResize="0"/>
            <p:nvPr/>
          </p:nvPicPr>
          <p:blipFill rotWithShape="1">
            <a:blip r:embed="rId22">
              <a:alphaModFix/>
            </a:blip>
            <a:srcRect/>
            <a:stretch/>
          </p:blipFill>
          <p:spPr>
            <a:xfrm>
              <a:off x="15943198" y="1229410"/>
              <a:ext cx="1905" cy="1612"/>
            </a:xfrm>
            <a:prstGeom prst="rect">
              <a:avLst/>
            </a:prstGeom>
            <a:noFill/>
            <a:ln>
              <a:noFill/>
            </a:ln>
          </p:spPr>
        </p:pic>
        <p:pic>
          <p:nvPicPr>
            <p:cNvPr id="79" name="Google Shape;1312;p8"/>
            <p:cNvPicPr preferRelativeResize="0"/>
            <p:nvPr/>
          </p:nvPicPr>
          <p:blipFill rotWithShape="1">
            <a:blip r:embed="rId28">
              <a:alphaModFix/>
            </a:blip>
            <a:srcRect/>
            <a:stretch/>
          </p:blipFill>
          <p:spPr>
            <a:xfrm>
              <a:off x="15685389" y="1446009"/>
              <a:ext cx="9270" cy="4178"/>
            </a:xfrm>
            <a:prstGeom prst="rect">
              <a:avLst/>
            </a:prstGeom>
            <a:noFill/>
            <a:ln>
              <a:noFill/>
            </a:ln>
          </p:spPr>
        </p:pic>
        <p:pic>
          <p:nvPicPr>
            <p:cNvPr id="80" name="Google Shape;1313;p8"/>
            <p:cNvPicPr preferRelativeResize="0"/>
            <p:nvPr/>
          </p:nvPicPr>
          <p:blipFill rotWithShape="1">
            <a:blip r:embed="rId50">
              <a:alphaModFix/>
            </a:blip>
            <a:srcRect/>
            <a:stretch/>
          </p:blipFill>
          <p:spPr>
            <a:xfrm>
              <a:off x="15655797" y="1465834"/>
              <a:ext cx="29209" cy="40144"/>
            </a:xfrm>
            <a:prstGeom prst="rect">
              <a:avLst/>
            </a:prstGeom>
            <a:noFill/>
            <a:ln>
              <a:noFill/>
            </a:ln>
          </p:spPr>
        </p:pic>
        <p:pic>
          <p:nvPicPr>
            <p:cNvPr id="81" name="Google Shape;1314;p8"/>
            <p:cNvPicPr preferRelativeResize="0"/>
            <p:nvPr/>
          </p:nvPicPr>
          <p:blipFill rotWithShape="1">
            <a:blip r:embed="rId28">
              <a:alphaModFix/>
            </a:blip>
            <a:srcRect/>
            <a:stretch/>
          </p:blipFill>
          <p:spPr>
            <a:xfrm>
              <a:off x="15917671" y="1204010"/>
              <a:ext cx="1505" cy="1143"/>
            </a:xfrm>
            <a:prstGeom prst="rect">
              <a:avLst/>
            </a:prstGeom>
            <a:noFill/>
            <a:ln>
              <a:noFill/>
            </a:ln>
          </p:spPr>
        </p:pic>
        <p:pic>
          <p:nvPicPr>
            <p:cNvPr id="82" name="Google Shape;1315;p8"/>
            <p:cNvPicPr preferRelativeResize="0"/>
            <p:nvPr/>
          </p:nvPicPr>
          <p:blipFill rotWithShape="1">
            <a:blip r:embed="rId31">
              <a:alphaModFix/>
            </a:blip>
            <a:srcRect/>
            <a:stretch/>
          </p:blipFill>
          <p:spPr>
            <a:xfrm>
              <a:off x="15648432" y="1495513"/>
              <a:ext cx="635" cy="888"/>
            </a:xfrm>
            <a:prstGeom prst="rect">
              <a:avLst/>
            </a:prstGeom>
            <a:noFill/>
            <a:ln>
              <a:noFill/>
            </a:ln>
          </p:spPr>
        </p:pic>
        <p:pic>
          <p:nvPicPr>
            <p:cNvPr id="83" name="Google Shape;1316;p8"/>
            <p:cNvPicPr preferRelativeResize="0"/>
            <p:nvPr/>
          </p:nvPicPr>
          <p:blipFill rotWithShape="1">
            <a:blip r:embed="rId22">
              <a:alphaModFix/>
            </a:blip>
            <a:srcRect/>
            <a:stretch/>
          </p:blipFill>
          <p:spPr>
            <a:xfrm>
              <a:off x="15700883" y="1433957"/>
              <a:ext cx="889" cy="977"/>
            </a:xfrm>
            <a:prstGeom prst="rect">
              <a:avLst/>
            </a:prstGeom>
            <a:noFill/>
            <a:ln>
              <a:noFill/>
            </a:ln>
          </p:spPr>
        </p:pic>
        <p:pic>
          <p:nvPicPr>
            <p:cNvPr id="84" name="Google Shape;1317;p8"/>
            <p:cNvPicPr preferRelativeResize="0"/>
            <p:nvPr/>
          </p:nvPicPr>
          <p:blipFill rotWithShape="1">
            <a:blip r:embed="rId51">
              <a:alphaModFix/>
            </a:blip>
            <a:srcRect/>
            <a:stretch/>
          </p:blipFill>
          <p:spPr>
            <a:xfrm>
              <a:off x="15634335" y="1432801"/>
              <a:ext cx="68198" cy="66688"/>
            </a:xfrm>
            <a:prstGeom prst="rect">
              <a:avLst/>
            </a:prstGeom>
            <a:noFill/>
            <a:ln>
              <a:noFill/>
            </a:ln>
          </p:spPr>
        </p:pic>
        <p:pic>
          <p:nvPicPr>
            <p:cNvPr id="85" name="Google Shape;1318;p8"/>
            <p:cNvPicPr preferRelativeResize="0"/>
            <p:nvPr/>
          </p:nvPicPr>
          <p:blipFill rotWithShape="1">
            <a:blip r:embed="rId52">
              <a:alphaModFix/>
            </a:blip>
            <a:srcRect/>
            <a:stretch/>
          </p:blipFill>
          <p:spPr>
            <a:xfrm>
              <a:off x="15829153" y="1205191"/>
              <a:ext cx="88645" cy="72161"/>
            </a:xfrm>
            <a:prstGeom prst="rect">
              <a:avLst/>
            </a:prstGeom>
            <a:noFill/>
            <a:ln>
              <a:noFill/>
            </a:ln>
          </p:spPr>
        </p:pic>
        <p:pic>
          <p:nvPicPr>
            <p:cNvPr id="86" name="Google Shape;1319;p8"/>
            <p:cNvPicPr preferRelativeResize="0"/>
            <p:nvPr/>
          </p:nvPicPr>
          <p:blipFill rotWithShape="1">
            <a:blip r:embed="rId53">
              <a:alphaModFix/>
            </a:blip>
            <a:srcRect/>
            <a:stretch/>
          </p:blipFill>
          <p:spPr>
            <a:xfrm>
              <a:off x="15914242" y="1200353"/>
              <a:ext cx="12192" cy="4254"/>
            </a:xfrm>
            <a:prstGeom prst="rect">
              <a:avLst/>
            </a:prstGeom>
            <a:noFill/>
            <a:ln>
              <a:noFill/>
            </a:ln>
          </p:spPr>
        </p:pic>
        <p:pic>
          <p:nvPicPr>
            <p:cNvPr id="87" name="Google Shape;1320;p8"/>
            <p:cNvPicPr preferRelativeResize="0"/>
            <p:nvPr/>
          </p:nvPicPr>
          <p:blipFill rotWithShape="1">
            <a:blip r:embed="rId22">
              <a:alphaModFix/>
            </a:blip>
            <a:srcRect/>
            <a:stretch/>
          </p:blipFill>
          <p:spPr>
            <a:xfrm>
              <a:off x="15909036" y="1261630"/>
              <a:ext cx="1143" cy="1028"/>
            </a:xfrm>
            <a:prstGeom prst="rect">
              <a:avLst/>
            </a:prstGeom>
            <a:noFill/>
            <a:ln>
              <a:noFill/>
            </a:ln>
          </p:spPr>
        </p:pic>
        <p:pic>
          <p:nvPicPr>
            <p:cNvPr id="88" name="Google Shape;1321;p8"/>
            <p:cNvPicPr preferRelativeResize="0"/>
            <p:nvPr/>
          </p:nvPicPr>
          <p:blipFill rotWithShape="1">
            <a:blip r:embed="rId54">
              <a:alphaModFix/>
            </a:blip>
            <a:srcRect/>
            <a:stretch/>
          </p:blipFill>
          <p:spPr>
            <a:xfrm>
              <a:off x="15619220" y="1424432"/>
              <a:ext cx="68835" cy="86791"/>
            </a:xfrm>
            <a:prstGeom prst="rect">
              <a:avLst/>
            </a:prstGeom>
            <a:noFill/>
            <a:ln>
              <a:noFill/>
            </a:ln>
          </p:spPr>
        </p:pic>
        <p:pic>
          <p:nvPicPr>
            <p:cNvPr id="89" name="Google Shape;1322;p8"/>
            <p:cNvPicPr preferRelativeResize="0"/>
            <p:nvPr/>
          </p:nvPicPr>
          <p:blipFill rotWithShape="1">
            <a:blip r:embed="rId22">
              <a:alphaModFix/>
            </a:blip>
            <a:srcRect/>
            <a:stretch/>
          </p:blipFill>
          <p:spPr>
            <a:xfrm>
              <a:off x="15663290" y="1472539"/>
              <a:ext cx="507" cy="622"/>
            </a:xfrm>
            <a:prstGeom prst="rect">
              <a:avLst/>
            </a:prstGeom>
            <a:noFill/>
            <a:ln>
              <a:noFill/>
            </a:ln>
          </p:spPr>
        </p:pic>
        <p:pic>
          <p:nvPicPr>
            <p:cNvPr id="90" name="Google Shape;1323;p8"/>
            <p:cNvPicPr preferRelativeResize="0"/>
            <p:nvPr/>
          </p:nvPicPr>
          <p:blipFill rotWithShape="1">
            <a:blip r:embed="rId28">
              <a:alphaModFix/>
            </a:blip>
            <a:srcRect/>
            <a:stretch/>
          </p:blipFill>
          <p:spPr>
            <a:xfrm>
              <a:off x="15915893" y="1250937"/>
              <a:ext cx="9015" cy="7848"/>
            </a:xfrm>
            <a:prstGeom prst="rect">
              <a:avLst/>
            </a:prstGeom>
            <a:noFill/>
            <a:ln>
              <a:noFill/>
            </a:ln>
          </p:spPr>
        </p:pic>
        <p:pic>
          <p:nvPicPr>
            <p:cNvPr id="91" name="Google Shape;1324;p8"/>
            <p:cNvPicPr preferRelativeResize="0"/>
            <p:nvPr/>
          </p:nvPicPr>
          <p:blipFill rotWithShape="1">
            <a:blip r:embed="rId22">
              <a:alphaModFix/>
            </a:blip>
            <a:srcRect/>
            <a:stretch/>
          </p:blipFill>
          <p:spPr>
            <a:xfrm>
              <a:off x="15707867" y="1418907"/>
              <a:ext cx="2158" cy="1447"/>
            </a:xfrm>
            <a:prstGeom prst="rect">
              <a:avLst/>
            </a:prstGeom>
            <a:noFill/>
            <a:ln>
              <a:noFill/>
            </a:ln>
          </p:spPr>
        </p:pic>
        <p:pic>
          <p:nvPicPr>
            <p:cNvPr id="92" name="Google Shape;1325;p8"/>
            <p:cNvPicPr preferRelativeResize="0"/>
            <p:nvPr/>
          </p:nvPicPr>
          <p:blipFill rotWithShape="1">
            <a:blip r:embed="rId22">
              <a:alphaModFix/>
            </a:blip>
            <a:srcRect/>
            <a:stretch/>
          </p:blipFill>
          <p:spPr>
            <a:xfrm>
              <a:off x="15725646" y="1400136"/>
              <a:ext cx="1143" cy="1270"/>
            </a:xfrm>
            <a:prstGeom prst="rect">
              <a:avLst/>
            </a:prstGeom>
            <a:noFill/>
            <a:ln>
              <a:noFill/>
            </a:ln>
          </p:spPr>
        </p:pic>
        <p:pic>
          <p:nvPicPr>
            <p:cNvPr id="93" name="Google Shape;1326;p8"/>
            <p:cNvPicPr preferRelativeResize="0"/>
            <p:nvPr/>
          </p:nvPicPr>
          <p:blipFill rotWithShape="1">
            <a:blip r:embed="rId55">
              <a:alphaModFix/>
            </a:blip>
            <a:srcRect/>
            <a:stretch/>
          </p:blipFill>
          <p:spPr>
            <a:xfrm>
              <a:off x="15939135" y="1190776"/>
              <a:ext cx="30605" cy="35116"/>
            </a:xfrm>
            <a:prstGeom prst="rect">
              <a:avLst/>
            </a:prstGeom>
            <a:noFill/>
            <a:ln>
              <a:noFill/>
            </a:ln>
          </p:spPr>
        </p:pic>
        <p:pic>
          <p:nvPicPr>
            <p:cNvPr id="94" name="Google Shape;1327;p8"/>
            <p:cNvPicPr preferRelativeResize="0"/>
            <p:nvPr/>
          </p:nvPicPr>
          <p:blipFill rotWithShape="1">
            <a:blip r:embed="rId22">
              <a:alphaModFix/>
            </a:blip>
            <a:srcRect/>
            <a:stretch/>
          </p:blipFill>
          <p:spPr>
            <a:xfrm>
              <a:off x="15655289" y="1498752"/>
              <a:ext cx="5080" cy="8280"/>
            </a:xfrm>
            <a:prstGeom prst="rect">
              <a:avLst/>
            </a:prstGeom>
            <a:noFill/>
            <a:ln>
              <a:noFill/>
            </a:ln>
          </p:spPr>
        </p:pic>
        <p:pic>
          <p:nvPicPr>
            <p:cNvPr id="95" name="Google Shape;1328;p8"/>
            <p:cNvPicPr preferRelativeResize="0"/>
            <p:nvPr/>
          </p:nvPicPr>
          <p:blipFill rotWithShape="1">
            <a:blip r:embed="rId28">
              <a:alphaModFix/>
            </a:blip>
            <a:srcRect/>
            <a:stretch/>
          </p:blipFill>
          <p:spPr>
            <a:xfrm>
              <a:off x="15684769" y="1425714"/>
              <a:ext cx="5954" cy="2634"/>
            </a:xfrm>
            <a:prstGeom prst="rect">
              <a:avLst/>
            </a:prstGeom>
            <a:noFill/>
            <a:ln>
              <a:noFill/>
            </a:ln>
          </p:spPr>
        </p:pic>
        <p:pic>
          <p:nvPicPr>
            <p:cNvPr id="96" name="Google Shape;1329;p8"/>
            <p:cNvPicPr preferRelativeResize="0"/>
            <p:nvPr/>
          </p:nvPicPr>
          <p:blipFill rotWithShape="1">
            <a:blip r:embed="rId56">
              <a:alphaModFix/>
            </a:blip>
            <a:srcRect/>
            <a:stretch/>
          </p:blipFill>
          <p:spPr>
            <a:xfrm>
              <a:off x="15656433" y="1444090"/>
              <a:ext cx="39496" cy="47867"/>
            </a:xfrm>
            <a:prstGeom prst="rect">
              <a:avLst/>
            </a:prstGeom>
            <a:noFill/>
            <a:ln>
              <a:noFill/>
            </a:ln>
          </p:spPr>
        </p:pic>
        <p:pic>
          <p:nvPicPr>
            <p:cNvPr id="97" name="Google Shape;1330;p8"/>
            <p:cNvPicPr preferRelativeResize="0"/>
            <p:nvPr/>
          </p:nvPicPr>
          <p:blipFill rotWithShape="1">
            <a:blip r:embed="rId57">
              <a:alphaModFix/>
            </a:blip>
            <a:srcRect/>
            <a:stretch/>
          </p:blipFill>
          <p:spPr>
            <a:xfrm>
              <a:off x="15668877" y="1477454"/>
              <a:ext cx="17778" cy="6591"/>
            </a:xfrm>
            <a:prstGeom prst="rect">
              <a:avLst/>
            </a:prstGeom>
            <a:noFill/>
            <a:ln>
              <a:noFill/>
            </a:ln>
          </p:spPr>
        </p:pic>
        <p:pic>
          <p:nvPicPr>
            <p:cNvPr id="98" name="Google Shape;1331;p8"/>
            <p:cNvPicPr preferRelativeResize="0"/>
            <p:nvPr/>
          </p:nvPicPr>
          <p:blipFill rotWithShape="1">
            <a:blip r:embed="rId28">
              <a:alphaModFix/>
            </a:blip>
            <a:srcRect/>
            <a:stretch/>
          </p:blipFill>
          <p:spPr>
            <a:xfrm>
              <a:off x="15680053" y="1459573"/>
              <a:ext cx="8765" cy="4280"/>
            </a:xfrm>
            <a:prstGeom prst="rect">
              <a:avLst/>
            </a:prstGeom>
            <a:noFill/>
            <a:ln>
              <a:noFill/>
            </a:ln>
          </p:spPr>
        </p:pic>
        <p:pic>
          <p:nvPicPr>
            <p:cNvPr id="99" name="Google Shape;1332;p8"/>
            <p:cNvPicPr preferRelativeResize="0"/>
            <p:nvPr/>
          </p:nvPicPr>
          <p:blipFill rotWithShape="1">
            <a:blip r:embed="rId31">
              <a:alphaModFix/>
            </a:blip>
            <a:srcRect/>
            <a:stretch/>
          </p:blipFill>
          <p:spPr>
            <a:xfrm>
              <a:off x="15669387" y="1490953"/>
              <a:ext cx="381" cy="520"/>
            </a:xfrm>
            <a:prstGeom prst="rect">
              <a:avLst/>
            </a:prstGeom>
            <a:noFill/>
            <a:ln>
              <a:noFill/>
            </a:ln>
          </p:spPr>
        </p:pic>
        <p:pic>
          <p:nvPicPr>
            <p:cNvPr id="100" name="Google Shape;1333;p8"/>
            <p:cNvPicPr preferRelativeResize="0"/>
            <p:nvPr/>
          </p:nvPicPr>
          <p:blipFill rotWithShape="1">
            <a:blip r:embed="rId28">
              <a:alphaModFix/>
            </a:blip>
            <a:srcRect/>
            <a:stretch/>
          </p:blipFill>
          <p:spPr>
            <a:xfrm>
              <a:off x="15651605" y="1493126"/>
              <a:ext cx="5842" cy="4965"/>
            </a:xfrm>
            <a:prstGeom prst="rect">
              <a:avLst/>
            </a:prstGeom>
            <a:noFill/>
            <a:ln>
              <a:noFill/>
            </a:ln>
          </p:spPr>
        </p:pic>
        <p:pic>
          <p:nvPicPr>
            <p:cNvPr id="101" name="Google Shape;1334;p8"/>
            <p:cNvPicPr preferRelativeResize="0"/>
            <p:nvPr/>
          </p:nvPicPr>
          <p:blipFill rotWithShape="1">
            <a:blip r:embed="rId28">
              <a:alphaModFix/>
            </a:blip>
            <a:srcRect/>
            <a:stretch/>
          </p:blipFill>
          <p:spPr>
            <a:xfrm>
              <a:off x="15631794" y="1498498"/>
              <a:ext cx="6730" cy="3238"/>
            </a:xfrm>
            <a:prstGeom prst="rect">
              <a:avLst/>
            </a:prstGeom>
            <a:noFill/>
            <a:ln>
              <a:noFill/>
            </a:ln>
          </p:spPr>
        </p:pic>
        <p:pic>
          <p:nvPicPr>
            <p:cNvPr id="102" name="Google Shape;1335;p8"/>
            <p:cNvPicPr preferRelativeResize="0"/>
            <p:nvPr/>
          </p:nvPicPr>
          <p:blipFill rotWithShape="1">
            <a:blip r:embed="rId22">
              <a:alphaModFix/>
            </a:blip>
            <a:srcRect/>
            <a:stretch/>
          </p:blipFill>
          <p:spPr>
            <a:xfrm>
              <a:off x="15664186" y="1472108"/>
              <a:ext cx="1771" cy="2095"/>
            </a:xfrm>
            <a:prstGeom prst="rect">
              <a:avLst/>
            </a:prstGeom>
            <a:noFill/>
            <a:ln>
              <a:noFill/>
            </a:ln>
          </p:spPr>
        </p:pic>
        <p:pic>
          <p:nvPicPr>
            <p:cNvPr id="103" name="Google Shape;1336;p8"/>
            <p:cNvPicPr preferRelativeResize="0"/>
            <p:nvPr/>
          </p:nvPicPr>
          <p:blipFill rotWithShape="1">
            <a:blip r:embed="rId36">
              <a:alphaModFix/>
            </a:blip>
            <a:srcRect/>
            <a:stretch/>
          </p:blipFill>
          <p:spPr>
            <a:xfrm>
              <a:off x="15706090" y="1456893"/>
              <a:ext cx="506" cy="1969"/>
            </a:xfrm>
            <a:prstGeom prst="rect">
              <a:avLst/>
            </a:prstGeom>
            <a:noFill/>
            <a:ln>
              <a:noFill/>
            </a:ln>
          </p:spPr>
        </p:pic>
        <p:pic>
          <p:nvPicPr>
            <p:cNvPr id="104" name="Google Shape;1337;p8"/>
            <p:cNvPicPr preferRelativeResize="0"/>
            <p:nvPr/>
          </p:nvPicPr>
          <p:blipFill rotWithShape="1">
            <a:blip r:embed="rId32">
              <a:alphaModFix/>
            </a:blip>
            <a:srcRect/>
            <a:stretch/>
          </p:blipFill>
          <p:spPr>
            <a:xfrm>
              <a:off x="15656941" y="1470773"/>
              <a:ext cx="17016" cy="21108"/>
            </a:xfrm>
            <a:prstGeom prst="rect">
              <a:avLst/>
            </a:prstGeom>
            <a:noFill/>
            <a:ln>
              <a:noFill/>
            </a:ln>
          </p:spPr>
        </p:pic>
        <p:pic>
          <p:nvPicPr>
            <p:cNvPr id="105" name="Google Shape;1338;p8"/>
            <p:cNvPicPr preferRelativeResize="0"/>
            <p:nvPr/>
          </p:nvPicPr>
          <p:blipFill rotWithShape="1">
            <a:blip r:embed="rId22">
              <a:alphaModFix/>
            </a:blip>
            <a:srcRect/>
            <a:stretch/>
          </p:blipFill>
          <p:spPr>
            <a:xfrm>
              <a:off x="15715488" y="1411998"/>
              <a:ext cx="381" cy="431"/>
            </a:xfrm>
            <a:prstGeom prst="rect">
              <a:avLst/>
            </a:prstGeom>
            <a:noFill/>
            <a:ln>
              <a:noFill/>
            </a:ln>
          </p:spPr>
        </p:pic>
        <p:pic>
          <p:nvPicPr>
            <p:cNvPr id="106" name="Google Shape;1339;p8"/>
            <p:cNvPicPr preferRelativeResize="0"/>
            <p:nvPr/>
          </p:nvPicPr>
          <p:blipFill rotWithShape="1">
            <a:blip r:embed="rId22">
              <a:alphaModFix/>
            </a:blip>
            <a:srcRect/>
            <a:stretch/>
          </p:blipFill>
          <p:spPr>
            <a:xfrm>
              <a:off x="15712058" y="1431912"/>
              <a:ext cx="2412" cy="2946"/>
            </a:xfrm>
            <a:prstGeom prst="rect">
              <a:avLst/>
            </a:prstGeom>
            <a:noFill/>
            <a:ln>
              <a:noFill/>
            </a:ln>
          </p:spPr>
        </p:pic>
        <p:pic>
          <p:nvPicPr>
            <p:cNvPr id="107" name="Google Shape;1340;p8"/>
            <p:cNvPicPr preferRelativeResize="0"/>
            <p:nvPr/>
          </p:nvPicPr>
          <p:blipFill rotWithShape="1">
            <a:blip r:embed="rId22">
              <a:alphaModFix/>
            </a:blip>
            <a:srcRect/>
            <a:stretch/>
          </p:blipFill>
          <p:spPr>
            <a:xfrm>
              <a:off x="15675229" y="1439290"/>
              <a:ext cx="4826" cy="4927"/>
            </a:xfrm>
            <a:prstGeom prst="rect">
              <a:avLst/>
            </a:prstGeom>
            <a:noFill/>
            <a:ln>
              <a:noFill/>
            </a:ln>
          </p:spPr>
        </p:pic>
        <p:pic>
          <p:nvPicPr>
            <p:cNvPr id="108" name="Google Shape;1341;p8"/>
            <p:cNvPicPr preferRelativeResize="0"/>
            <p:nvPr/>
          </p:nvPicPr>
          <p:blipFill rotWithShape="1">
            <a:blip r:embed="rId32">
              <a:alphaModFix/>
            </a:blip>
            <a:srcRect/>
            <a:stretch/>
          </p:blipFill>
          <p:spPr>
            <a:xfrm>
              <a:off x="15721076" y="1371777"/>
              <a:ext cx="13462" cy="20748"/>
            </a:xfrm>
            <a:prstGeom prst="rect">
              <a:avLst/>
            </a:prstGeom>
            <a:noFill/>
            <a:ln>
              <a:noFill/>
            </a:ln>
          </p:spPr>
        </p:pic>
        <p:pic>
          <p:nvPicPr>
            <p:cNvPr id="109" name="Google Shape;1342;p8"/>
            <p:cNvPicPr preferRelativeResize="0"/>
            <p:nvPr/>
          </p:nvPicPr>
          <p:blipFill rotWithShape="1">
            <a:blip r:embed="rId31">
              <a:alphaModFix/>
            </a:blip>
            <a:srcRect/>
            <a:stretch/>
          </p:blipFill>
          <p:spPr>
            <a:xfrm>
              <a:off x="15649829" y="1507413"/>
              <a:ext cx="380" cy="431"/>
            </a:xfrm>
            <a:prstGeom prst="rect">
              <a:avLst/>
            </a:prstGeom>
            <a:noFill/>
            <a:ln>
              <a:noFill/>
            </a:ln>
          </p:spPr>
        </p:pic>
        <p:pic>
          <p:nvPicPr>
            <p:cNvPr id="110" name="Google Shape;1343;p8"/>
            <p:cNvPicPr preferRelativeResize="0"/>
            <p:nvPr/>
          </p:nvPicPr>
          <p:blipFill rotWithShape="1">
            <a:blip r:embed="rId58">
              <a:alphaModFix/>
            </a:blip>
            <a:srcRect/>
            <a:stretch/>
          </p:blipFill>
          <p:spPr>
            <a:xfrm>
              <a:off x="15643097" y="1430008"/>
              <a:ext cx="72643" cy="68173"/>
            </a:xfrm>
            <a:prstGeom prst="rect">
              <a:avLst/>
            </a:prstGeom>
            <a:noFill/>
            <a:ln>
              <a:noFill/>
            </a:ln>
          </p:spPr>
        </p:pic>
        <p:pic>
          <p:nvPicPr>
            <p:cNvPr id="111" name="Google Shape;1344;p8"/>
            <p:cNvPicPr preferRelativeResize="0"/>
            <p:nvPr/>
          </p:nvPicPr>
          <p:blipFill rotWithShape="1">
            <a:blip r:embed="rId59">
              <a:alphaModFix/>
            </a:blip>
            <a:srcRect/>
            <a:stretch/>
          </p:blipFill>
          <p:spPr>
            <a:xfrm>
              <a:off x="15646147" y="1421586"/>
              <a:ext cx="64895" cy="73330"/>
            </a:xfrm>
            <a:prstGeom prst="rect">
              <a:avLst/>
            </a:prstGeom>
            <a:noFill/>
            <a:ln>
              <a:noFill/>
            </a:ln>
          </p:spPr>
        </p:pic>
        <p:pic>
          <p:nvPicPr>
            <p:cNvPr id="112" name="Google Shape;1345;p8"/>
            <p:cNvPicPr preferRelativeResize="0"/>
            <p:nvPr/>
          </p:nvPicPr>
          <p:blipFill rotWithShape="1">
            <a:blip r:embed="rId22">
              <a:alphaModFix/>
            </a:blip>
            <a:srcRect/>
            <a:stretch/>
          </p:blipFill>
          <p:spPr>
            <a:xfrm>
              <a:off x="15847440" y="1259954"/>
              <a:ext cx="507" cy="431"/>
            </a:xfrm>
            <a:prstGeom prst="rect">
              <a:avLst/>
            </a:prstGeom>
            <a:noFill/>
            <a:ln>
              <a:noFill/>
            </a:ln>
          </p:spPr>
        </p:pic>
        <p:pic>
          <p:nvPicPr>
            <p:cNvPr id="113" name="Google Shape;1346;p8"/>
            <p:cNvPicPr preferRelativeResize="0"/>
            <p:nvPr/>
          </p:nvPicPr>
          <p:blipFill rotWithShape="1">
            <a:blip r:embed="rId60">
              <a:alphaModFix/>
            </a:blip>
            <a:srcRect/>
            <a:stretch/>
          </p:blipFill>
          <p:spPr>
            <a:xfrm>
              <a:off x="15862679" y="1222285"/>
              <a:ext cx="26417" cy="27127"/>
            </a:xfrm>
            <a:prstGeom prst="rect">
              <a:avLst/>
            </a:prstGeom>
            <a:noFill/>
            <a:ln>
              <a:noFill/>
            </a:ln>
          </p:spPr>
        </p:pic>
        <p:pic>
          <p:nvPicPr>
            <p:cNvPr id="114" name="Google Shape;1347;p8"/>
            <p:cNvPicPr preferRelativeResize="0"/>
            <p:nvPr/>
          </p:nvPicPr>
          <p:blipFill rotWithShape="1">
            <a:blip r:embed="rId40">
              <a:alphaModFix/>
            </a:blip>
            <a:srcRect/>
            <a:stretch/>
          </p:blipFill>
          <p:spPr>
            <a:xfrm>
              <a:off x="15671037" y="1452867"/>
              <a:ext cx="13716" cy="10439"/>
            </a:xfrm>
            <a:prstGeom prst="rect">
              <a:avLst/>
            </a:prstGeom>
            <a:noFill/>
            <a:ln>
              <a:noFill/>
            </a:ln>
          </p:spPr>
        </p:pic>
        <p:pic>
          <p:nvPicPr>
            <p:cNvPr id="115" name="Google Shape;1348;p8"/>
            <p:cNvPicPr preferRelativeResize="0"/>
            <p:nvPr/>
          </p:nvPicPr>
          <p:blipFill rotWithShape="1">
            <a:blip r:embed="rId22">
              <a:alphaModFix/>
            </a:blip>
            <a:srcRect/>
            <a:stretch/>
          </p:blipFill>
          <p:spPr>
            <a:xfrm>
              <a:off x="15720694" y="1412227"/>
              <a:ext cx="380" cy="406"/>
            </a:xfrm>
            <a:prstGeom prst="rect">
              <a:avLst/>
            </a:prstGeom>
            <a:noFill/>
            <a:ln>
              <a:noFill/>
            </a:ln>
          </p:spPr>
        </p:pic>
        <p:pic>
          <p:nvPicPr>
            <p:cNvPr id="116" name="Google Shape;1349;p8"/>
            <p:cNvPicPr preferRelativeResize="0"/>
            <p:nvPr/>
          </p:nvPicPr>
          <p:blipFill rotWithShape="1">
            <a:blip r:embed="rId40">
              <a:alphaModFix/>
            </a:blip>
            <a:srcRect/>
            <a:stretch/>
          </p:blipFill>
          <p:spPr>
            <a:xfrm>
              <a:off x="15703041" y="1453451"/>
              <a:ext cx="6813" cy="8280"/>
            </a:xfrm>
            <a:prstGeom prst="rect">
              <a:avLst/>
            </a:prstGeom>
            <a:noFill/>
            <a:ln>
              <a:noFill/>
            </a:ln>
          </p:spPr>
        </p:pic>
        <p:pic>
          <p:nvPicPr>
            <p:cNvPr id="117" name="Google Shape;1350;p8"/>
            <p:cNvPicPr preferRelativeResize="0"/>
            <p:nvPr/>
          </p:nvPicPr>
          <p:blipFill rotWithShape="1">
            <a:blip r:embed="rId22">
              <a:alphaModFix/>
            </a:blip>
            <a:srcRect/>
            <a:stretch/>
          </p:blipFill>
          <p:spPr>
            <a:xfrm>
              <a:off x="15743428" y="1388706"/>
              <a:ext cx="1779" cy="1498"/>
            </a:xfrm>
            <a:prstGeom prst="rect">
              <a:avLst/>
            </a:prstGeom>
            <a:noFill/>
            <a:ln>
              <a:noFill/>
            </a:ln>
          </p:spPr>
        </p:pic>
        <p:pic>
          <p:nvPicPr>
            <p:cNvPr id="118" name="Google Shape;1351;p8"/>
            <p:cNvPicPr preferRelativeResize="0"/>
            <p:nvPr/>
          </p:nvPicPr>
          <p:blipFill rotWithShape="1">
            <a:blip r:embed="rId22">
              <a:alphaModFix/>
            </a:blip>
            <a:srcRect/>
            <a:stretch/>
          </p:blipFill>
          <p:spPr>
            <a:xfrm>
              <a:off x="15921353" y="1232230"/>
              <a:ext cx="253" cy="241"/>
            </a:xfrm>
            <a:prstGeom prst="rect">
              <a:avLst/>
            </a:prstGeom>
            <a:noFill/>
            <a:ln>
              <a:noFill/>
            </a:ln>
          </p:spPr>
        </p:pic>
      </p:grpSp>
    </p:spTree>
  </p:cSld>
  <p:clrMapOvr>
    <a:masterClrMapping/>
  </p:clrMapOvr>
  <p:transition spd="slow">
    <p:push/>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pic>
        <p:nvPicPr>
          <p:cNvPr id="661" name="Google Shape;661;p40"/>
          <p:cNvPicPr preferRelativeResize="0"/>
          <p:nvPr/>
        </p:nvPicPr>
        <p:blipFill rotWithShape="1">
          <a:blip r:embed="rId3">
            <a:alphaModFix/>
          </a:blip>
          <a:srcRect/>
          <a:stretch/>
        </p:blipFill>
        <p:spPr>
          <a:xfrm>
            <a:off x="876287" y="849283"/>
            <a:ext cx="10298742" cy="5790215"/>
          </a:xfrm>
          <a:prstGeom prst="rect">
            <a:avLst/>
          </a:prstGeom>
          <a:noFill/>
          <a:ln>
            <a:noFill/>
          </a:ln>
          <a:effectLst>
            <a:outerShdw blurRad="101600" dist="50800" sx="101000" sy="101000" algn="ctr" rotWithShape="0">
              <a:srgbClr val="7F7F7F">
                <a:alpha val="20000"/>
              </a:srgbClr>
            </a:outerShdw>
          </a:effectLst>
        </p:spPr>
      </p:pic>
      <p:sp>
        <p:nvSpPr>
          <p:cNvPr id="662" name="Google Shape;662;p40"/>
          <p:cNvSpPr/>
          <p:nvPr/>
        </p:nvSpPr>
        <p:spPr>
          <a:xfrm>
            <a:off x="2179299" y="5902882"/>
            <a:ext cx="714509" cy="419549"/>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40"/>
          <p:cNvSpPr/>
          <p:nvPr/>
        </p:nvSpPr>
        <p:spPr>
          <a:xfrm>
            <a:off x="2277910" y="4527696"/>
            <a:ext cx="2487728" cy="419549"/>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64" name="Google Shape;664;p40">
            <a:hlinkClick r:id="rId4"/>
          </p:cNvPr>
          <p:cNvPicPr preferRelativeResize="0"/>
          <p:nvPr/>
        </p:nvPicPr>
        <p:blipFill rotWithShape="1">
          <a:blip r:embed="rId5">
            <a:alphaModFix/>
          </a:blip>
          <a:srcRect/>
          <a:stretch/>
        </p:blipFill>
        <p:spPr>
          <a:xfrm>
            <a:off x="2366966" y="6112656"/>
            <a:ext cx="526842" cy="526842"/>
          </a:xfrm>
          <a:prstGeom prst="rect">
            <a:avLst/>
          </a:prstGeom>
          <a:noFill/>
          <a:ln>
            <a:noFill/>
          </a:ln>
        </p:spPr>
      </p:pic>
      <p:grpSp>
        <p:nvGrpSpPr>
          <p:cNvPr id="6" name="Google Shape;1238;p8"/>
          <p:cNvGrpSpPr/>
          <p:nvPr/>
        </p:nvGrpSpPr>
        <p:grpSpPr>
          <a:xfrm>
            <a:off x="126679" y="81971"/>
            <a:ext cx="1414810" cy="548223"/>
            <a:chOff x="14201902" y="621652"/>
            <a:chExt cx="2318892" cy="951953"/>
          </a:xfrm>
        </p:grpSpPr>
        <p:pic>
          <p:nvPicPr>
            <p:cNvPr id="7" name="Google Shape;1240;p8"/>
            <p:cNvPicPr preferRelativeResize="0"/>
            <p:nvPr/>
          </p:nvPicPr>
          <p:blipFill rotWithShape="1">
            <a:blip r:embed="rId6">
              <a:alphaModFix/>
            </a:blip>
            <a:srcRect/>
            <a:stretch/>
          </p:blipFill>
          <p:spPr>
            <a:xfrm>
              <a:off x="14496301" y="621652"/>
              <a:ext cx="381832" cy="226865"/>
            </a:xfrm>
            <a:prstGeom prst="rect">
              <a:avLst/>
            </a:prstGeom>
            <a:noFill/>
            <a:ln>
              <a:noFill/>
            </a:ln>
          </p:spPr>
        </p:pic>
        <p:sp>
          <p:nvSpPr>
            <p:cNvPr id="8" name="Google Shape;1241;p8"/>
            <p:cNvSpPr/>
            <p:nvPr/>
          </p:nvSpPr>
          <p:spPr>
            <a:xfrm>
              <a:off x="14410042" y="884923"/>
              <a:ext cx="289560" cy="247650"/>
            </a:xfrm>
            <a:custGeom>
              <a:avLst/>
              <a:gdLst/>
              <a:ahLst/>
              <a:cxnLst/>
              <a:rect l="l" t="t" r="r" b="b"/>
              <a:pathLst>
                <a:path w="289559" h="247650" extrusionOk="0">
                  <a:moveTo>
                    <a:pt x="255943" y="0"/>
                  </a:moveTo>
                  <a:lnTo>
                    <a:pt x="240766" y="0"/>
                  </a:lnTo>
                  <a:lnTo>
                    <a:pt x="236550" y="2806"/>
                  </a:lnTo>
                  <a:lnTo>
                    <a:pt x="144741" y="191325"/>
                  </a:lnTo>
                  <a:lnTo>
                    <a:pt x="52603" y="2806"/>
                  </a:lnTo>
                  <a:lnTo>
                    <a:pt x="48374" y="0"/>
                  </a:lnTo>
                  <a:lnTo>
                    <a:pt x="33197" y="0"/>
                  </a:lnTo>
                  <a:lnTo>
                    <a:pt x="28257" y="5981"/>
                  </a:lnTo>
                  <a:lnTo>
                    <a:pt x="0" y="240411"/>
                  </a:lnTo>
                  <a:lnTo>
                    <a:pt x="4216" y="246062"/>
                  </a:lnTo>
                  <a:lnTo>
                    <a:pt x="17297" y="247472"/>
                  </a:lnTo>
                  <a:lnTo>
                    <a:pt x="22580" y="242887"/>
                  </a:lnTo>
                  <a:lnTo>
                    <a:pt x="46964" y="43421"/>
                  </a:lnTo>
                  <a:lnTo>
                    <a:pt x="129209" y="210045"/>
                  </a:lnTo>
                  <a:lnTo>
                    <a:pt x="131673" y="215353"/>
                  </a:lnTo>
                  <a:lnTo>
                    <a:pt x="136283" y="222402"/>
                  </a:lnTo>
                  <a:lnTo>
                    <a:pt x="153212" y="222402"/>
                  </a:lnTo>
                  <a:lnTo>
                    <a:pt x="157810" y="215353"/>
                  </a:lnTo>
                  <a:lnTo>
                    <a:pt x="242176" y="43421"/>
                  </a:lnTo>
                  <a:lnTo>
                    <a:pt x="266522" y="242887"/>
                  </a:lnTo>
                  <a:lnTo>
                    <a:pt x="271843" y="247472"/>
                  </a:lnTo>
                  <a:lnTo>
                    <a:pt x="284899" y="246062"/>
                  </a:lnTo>
                  <a:lnTo>
                    <a:pt x="289128" y="240411"/>
                  </a:lnTo>
                  <a:lnTo>
                    <a:pt x="288429" y="233705"/>
                  </a:lnTo>
                  <a:lnTo>
                    <a:pt x="260896" y="5981"/>
                  </a:lnTo>
                  <a:lnTo>
                    <a:pt x="255943"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9" name="Google Shape;1242;p8"/>
            <p:cNvPicPr preferRelativeResize="0"/>
            <p:nvPr/>
          </p:nvPicPr>
          <p:blipFill rotWithShape="1">
            <a:blip r:embed="rId7">
              <a:alphaModFix/>
            </a:blip>
            <a:srcRect/>
            <a:stretch/>
          </p:blipFill>
          <p:spPr>
            <a:xfrm>
              <a:off x="14755824" y="884923"/>
              <a:ext cx="172262" cy="248538"/>
            </a:xfrm>
            <a:prstGeom prst="rect">
              <a:avLst/>
            </a:prstGeom>
            <a:noFill/>
            <a:ln>
              <a:noFill/>
            </a:ln>
          </p:spPr>
        </p:pic>
        <p:pic>
          <p:nvPicPr>
            <p:cNvPr id="10" name="Google Shape;1243;p8"/>
            <p:cNvPicPr preferRelativeResize="0"/>
            <p:nvPr/>
          </p:nvPicPr>
          <p:blipFill rotWithShape="1">
            <a:blip r:embed="rId8">
              <a:alphaModFix/>
            </a:blip>
            <a:srcRect/>
            <a:stretch/>
          </p:blipFill>
          <p:spPr>
            <a:xfrm>
              <a:off x="14995360" y="884910"/>
              <a:ext cx="296633" cy="246773"/>
            </a:xfrm>
            <a:prstGeom prst="rect">
              <a:avLst/>
            </a:prstGeom>
            <a:noFill/>
            <a:ln>
              <a:noFill/>
            </a:ln>
          </p:spPr>
        </p:pic>
        <p:sp>
          <p:nvSpPr>
            <p:cNvPr id="11" name="Google Shape;1244;p8"/>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2" name="Google Shape;1245;p8"/>
            <p:cNvPicPr preferRelativeResize="0"/>
            <p:nvPr/>
          </p:nvPicPr>
          <p:blipFill rotWithShape="1">
            <a:blip r:embed="rId9">
              <a:alphaModFix/>
            </a:blip>
            <a:srcRect/>
            <a:stretch/>
          </p:blipFill>
          <p:spPr>
            <a:xfrm>
              <a:off x="15426016" y="886663"/>
              <a:ext cx="163791" cy="245021"/>
            </a:xfrm>
            <a:prstGeom prst="rect">
              <a:avLst/>
            </a:prstGeom>
            <a:noFill/>
            <a:ln>
              <a:noFill/>
            </a:ln>
          </p:spPr>
        </p:pic>
        <p:pic>
          <p:nvPicPr>
            <p:cNvPr id="13" name="Google Shape;1246;p8"/>
            <p:cNvPicPr preferRelativeResize="0"/>
            <p:nvPr/>
          </p:nvPicPr>
          <p:blipFill rotWithShape="1">
            <a:blip r:embed="rId10">
              <a:alphaModFix/>
            </a:blip>
            <a:srcRect/>
            <a:stretch/>
          </p:blipFill>
          <p:spPr>
            <a:xfrm>
              <a:off x="15638234" y="884910"/>
              <a:ext cx="128130" cy="245008"/>
            </a:xfrm>
            <a:prstGeom prst="rect">
              <a:avLst/>
            </a:prstGeom>
            <a:noFill/>
            <a:ln>
              <a:noFill/>
            </a:ln>
          </p:spPr>
        </p:pic>
        <p:sp>
          <p:nvSpPr>
            <p:cNvPr id="14" name="Google Shape;1247;p8"/>
            <p:cNvSpPr/>
            <p:nvPr/>
          </p:nvSpPr>
          <p:spPr>
            <a:xfrm>
              <a:off x="15807512" y="884923"/>
              <a:ext cx="23495" cy="247015"/>
            </a:xfrm>
            <a:custGeom>
              <a:avLst/>
              <a:gdLst/>
              <a:ahLst/>
              <a:cxnLst/>
              <a:rect l="l" t="t" r="r" b="b"/>
              <a:pathLst>
                <a:path w="23494" h="247015" extrusionOk="0">
                  <a:moveTo>
                    <a:pt x="18338" y="0"/>
                  </a:moveTo>
                  <a:lnTo>
                    <a:pt x="4927" y="0"/>
                  </a:lnTo>
                  <a:lnTo>
                    <a:pt x="0" y="5283"/>
                  </a:lnTo>
                  <a:lnTo>
                    <a:pt x="0" y="241452"/>
                  </a:lnTo>
                  <a:lnTo>
                    <a:pt x="4927"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5" name="Google Shape;1248;p8"/>
            <p:cNvPicPr preferRelativeResize="0"/>
            <p:nvPr/>
          </p:nvPicPr>
          <p:blipFill rotWithShape="1">
            <a:blip r:embed="rId11">
              <a:alphaModFix/>
            </a:blip>
            <a:srcRect/>
            <a:stretch/>
          </p:blipFill>
          <p:spPr>
            <a:xfrm>
              <a:off x="15884842" y="883856"/>
              <a:ext cx="424116" cy="249605"/>
            </a:xfrm>
            <a:prstGeom prst="rect">
              <a:avLst/>
            </a:prstGeom>
            <a:noFill/>
            <a:ln>
              <a:noFill/>
            </a:ln>
          </p:spPr>
        </p:pic>
        <p:sp>
          <p:nvSpPr>
            <p:cNvPr id="16" name="Google Shape;1249;p8"/>
            <p:cNvSpPr/>
            <p:nvPr/>
          </p:nvSpPr>
          <p:spPr>
            <a:xfrm>
              <a:off x="1506874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66" y="40652"/>
                  </a:lnTo>
                  <a:lnTo>
                    <a:pt x="26466" y="125488"/>
                  </a:lnTo>
                  <a:lnTo>
                    <a:pt x="26114" y="133764"/>
                  </a:lnTo>
                  <a:lnTo>
                    <a:pt x="23985" y="141384"/>
                  </a:lnTo>
                  <a:lnTo>
                    <a:pt x="18896" y="146968"/>
                  </a:lnTo>
                  <a:lnTo>
                    <a:pt x="9664" y="149136"/>
                  </a:lnTo>
                  <a:lnTo>
                    <a:pt x="2628" y="149136"/>
                  </a:lnTo>
                  <a:lnTo>
                    <a:pt x="0" y="151599"/>
                  </a:lnTo>
                  <a:lnTo>
                    <a:pt x="0" y="157911"/>
                  </a:lnTo>
                  <a:lnTo>
                    <a:pt x="2628" y="160350"/>
                  </a:lnTo>
                  <a:lnTo>
                    <a:pt x="9664" y="160350"/>
                  </a:lnTo>
                  <a:lnTo>
                    <a:pt x="23186" y="157662"/>
                  </a:lnTo>
                  <a:lnTo>
                    <a:pt x="31934" y="150277"/>
                  </a:lnTo>
                  <a:lnTo>
                    <a:pt x="36643"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7" name="Google Shape;1250;p8"/>
            <p:cNvPicPr preferRelativeResize="0"/>
            <p:nvPr/>
          </p:nvPicPr>
          <p:blipFill rotWithShape="1">
            <a:blip r:embed="rId12">
              <a:alphaModFix/>
            </a:blip>
            <a:srcRect/>
            <a:stretch/>
          </p:blipFill>
          <p:spPr>
            <a:xfrm>
              <a:off x="15129420" y="1280883"/>
              <a:ext cx="267157" cy="122516"/>
            </a:xfrm>
            <a:prstGeom prst="rect">
              <a:avLst/>
            </a:prstGeom>
            <a:noFill/>
            <a:ln>
              <a:noFill/>
            </a:ln>
          </p:spPr>
        </p:pic>
        <p:pic>
          <p:nvPicPr>
            <p:cNvPr id="18" name="Google Shape;1251;p8"/>
            <p:cNvPicPr preferRelativeResize="0"/>
            <p:nvPr/>
          </p:nvPicPr>
          <p:blipFill rotWithShape="1">
            <a:blip r:embed="rId13">
              <a:alphaModFix/>
            </a:blip>
            <a:srcRect/>
            <a:stretch/>
          </p:blipFill>
          <p:spPr>
            <a:xfrm>
              <a:off x="15417545" y="1318018"/>
              <a:ext cx="70269" cy="84480"/>
            </a:xfrm>
            <a:prstGeom prst="rect">
              <a:avLst/>
            </a:prstGeom>
            <a:noFill/>
            <a:ln>
              <a:noFill/>
            </a:ln>
          </p:spPr>
        </p:pic>
        <p:pic>
          <p:nvPicPr>
            <p:cNvPr id="19" name="Google Shape;1252;p8"/>
            <p:cNvPicPr preferRelativeResize="0"/>
            <p:nvPr/>
          </p:nvPicPr>
          <p:blipFill rotWithShape="1">
            <a:blip r:embed="rId14">
              <a:alphaModFix/>
            </a:blip>
            <a:srcRect/>
            <a:stretch/>
          </p:blipFill>
          <p:spPr>
            <a:xfrm>
              <a:off x="15509772" y="1318018"/>
              <a:ext cx="154457" cy="85382"/>
            </a:xfrm>
            <a:prstGeom prst="rect">
              <a:avLst/>
            </a:prstGeom>
            <a:noFill/>
            <a:ln>
              <a:noFill/>
            </a:ln>
          </p:spPr>
        </p:pic>
        <p:sp>
          <p:nvSpPr>
            <p:cNvPr id="20" name="Google Shape;1253;p8"/>
            <p:cNvSpPr/>
            <p:nvPr/>
          </p:nvSpPr>
          <p:spPr>
            <a:xfrm>
              <a:off x="1591545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43" y="38023"/>
                  </a:lnTo>
                  <a:lnTo>
                    <a:pt x="26479" y="40652"/>
                  </a:lnTo>
                  <a:lnTo>
                    <a:pt x="26479" y="125488"/>
                  </a:lnTo>
                  <a:lnTo>
                    <a:pt x="26119" y="133764"/>
                  </a:lnTo>
                  <a:lnTo>
                    <a:pt x="23983" y="141384"/>
                  </a:lnTo>
                  <a:lnTo>
                    <a:pt x="18885" y="146968"/>
                  </a:lnTo>
                  <a:lnTo>
                    <a:pt x="9639" y="149136"/>
                  </a:lnTo>
                  <a:lnTo>
                    <a:pt x="2628" y="149136"/>
                  </a:lnTo>
                  <a:lnTo>
                    <a:pt x="0" y="151599"/>
                  </a:lnTo>
                  <a:lnTo>
                    <a:pt x="0" y="157911"/>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1" name="Google Shape;1254;p8"/>
            <p:cNvPicPr preferRelativeResize="0"/>
            <p:nvPr/>
          </p:nvPicPr>
          <p:blipFill rotWithShape="1">
            <a:blip r:embed="rId15">
              <a:alphaModFix/>
            </a:blip>
            <a:srcRect/>
            <a:stretch/>
          </p:blipFill>
          <p:spPr>
            <a:xfrm>
              <a:off x="15976003" y="1280883"/>
              <a:ext cx="267157" cy="122516"/>
            </a:xfrm>
            <a:prstGeom prst="rect">
              <a:avLst/>
            </a:prstGeom>
            <a:noFill/>
            <a:ln>
              <a:noFill/>
            </a:ln>
          </p:spPr>
        </p:pic>
        <p:pic>
          <p:nvPicPr>
            <p:cNvPr id="22" name="Google Shape;1255;p8"/>
            <p:cNvPicPr preferRelativeResize="0"/>
            <p:nvPr/>
          </p:nvPicPr>
          <p:blipFill rotWithShape="1">
            <a:blip r:embed="rId16">
              <a:alphaModFix/>
            </a:blip>
            <a:srcRect/>
            <a:stretch/>
          </p:blipFill>
          <p:spPr>
            <a:xfrm>
              <a:off x="16264228" y="1318018"/>
              <a:ext cx="70294" cy="84480"/>
            </a:xfrm>
            <a:prstGeom prst="rect">
              <a:avLst/>
            </a:prstGeom>
            <a:noFill/>
            <a:ln>
              <a:noFill/>
            </a:ln>
          </p:spPr>
        </p:pic>
        <p:pic>
          <p:nvPicPr>
            <p:cNvPr id="23" name="Google Shape;1256;p8"/>
            <p:cNvPicPr preferRelativeResize="0"/>
            <p:nvPr/>
          </p:nvPicPr>
          <p:blipFill rotWithShape="1">
            <a:blip r:embed="rId17">
              <a:alphaModFix/>
            </a:blip>
            <a:srcRect/>
            <a:stretch/>
          </p:blipFill>
          <p:spPr>
            <a:xfrm>
              <a:off x="16356482" y="1318018"/>
              <a:ext cx="154457" cy="85382"/>
            </a:xfrm>
            <a:prstGeom prst="rect">
              <a:avLst/>
            </a:prstGeom>
            <a:noFill/>
            <a:ln>
              <a:noFill/>
            </a:ln>
          </p:spPr>
        </p:pic>
        <p:pic>
          <p:nvPicPr>
            <p:cNvPr id="24" name="Google Shape;1257;p8"/>
            <p:cNvPicPr preferRelativeResize="0"/>
            <p:nvPr/>
          </p:nvPicPr>
          <p:blipFill rotWithShape="1">
            <a:blip r:embed="rId18">
              <a:alphaModFix/>
            </a:blip>
            <a:srcRect/>
            <a:stretch/>
          </p:blipFill>
          <p:spPr>
            <a:xfrm>
              <a:off x="14201902" y="762152"/>
              <a:ext cx="2318892" cy="491782"/>
            </a:xfrm>
            <a:prstGeom prst="rect">
              <a:avLst/>
            </a:prstGeom>
            <a:noFill/>
            <a:ln>
              <a:noFill/>
            </a:ln>
          </p:spPr>
        </p:pic>
        <p:pic>
          <p:nvPicPr>
            <p:cNvPr id="25" name="Google Shape;1258;p8"/>
            <p:cNvPicPr preferRelativeResize="0"/>
            <p:nvPr/>
          </p:nvPicPr>
          <p:blipFill rotWithShape="1">
            <a:blip r:embed="rId19">
              <a:alphaModFix/>
            </a:blip>
            <a:srcRect/>
            <a:stretch/>
          </p:blipFill>
          <p:spPr>
            <a:xfrm>
              <a:off x="15628112" y="1170902"/>
              <a:ext cx="343027" cy="402703"/>
            </a:xfrm>
            <a:prstGeom prst="rect">
              <a:avLst/>
            </a:prstGeom>
            <a:noFill/>
            <a:ln>
              <a:noFill/>
            </a:ln>
          </p:spPr>
        </p:pic>
        <p:pic>
          <p:nvPicPr>
            <p:cNvPr id="26" name="Google Shape;1259;p8"/>
            <p:cNvPicPr preferRelativeResize="0"/>
            <p:nvPr/>
          </p:nvPicPr>
          <p:blipFill rotWithShape="1">
            <a:blip r:embed="rId20">
              <a:alphaModFix/>
            </a:blip>
            <a:srcRect/>
            <a:stretch/>
          </p:blipFill>
          <p:spPr>
            <a:xfrm>
              <a:off x="15688054" y="1399069"/>
              <a:ext cx="75693" cy="71500"/>
            </a:xfrm>
            <a:prstGeom prst="rect">
              <a:avLst/>
            </a:prstGeom>
            <a:noFill/>
            <a:ln>
              <a:noFill/>
            </a:ln>
          </p:spPr>
        </p:pic>
        <p:pic>
          <p:nvPicPr>
            <p:cNvPr id="27" name="Google Shape;1260;p8"/>
            <p:cNvPicPr preferRelativeResize="0"/>
            <p:nvPr/>
          </p:nvPicPr>
          <p:blipFill rotWithShape="1">
            <a:blip r:embed="rId21">
              <a:alphaModFix/>
            </a:blip>
            <a:srcRect/>
            <a:stretch/>
          </p:blipFill>
          <p:spPr>
            <a:xfrm>
              <a:off x="15685006" y="1433904"/>
              <a:ext cx="365" cy="357"/>
            </a:xfrm>
            <a:prstGeom prst="rect">
              <a:avLst/>
            </a:prstGeom>
            <a:noFill/>
            <a:ln>
              <a:noFill/>
            </a:ln>
          </p:spPr>
        </p:pic>
        <p:pic>
          <p:nvPicPr>
            <p:cNvPr id="28" name="Google Shape;1261;p8"/>
            <p:cNvPicPr preferRelativeResize="0"/>
            <p:nvPr/>
          </p:nvPicPr>
          <p:blipFill rotWithShape="1">
            <a:blip r:embed="rId22">
              <a:alphaModFix/>
            </a:blip>
            <a:srcRect/>
            <a:stretch/>
          </p:blipFill>
          <p:spPr>
            <a:xfrm>
              <a:off x="15609698" y="1489519"/>
              <a:ext cx="39623" cy="43522"/>
            </a:xfrm>
            <a:prstGeom prst="rect">
              <a:avLst/>
            </a:prstGeom>
            <a:noFill/>
            <a:ln>
              <a:noFill/>
            </a:ln>
          </p:spPr>
        </p:pic>
        <p:pic>
          <p:nvPicPr>
            <p:cNvPr id="29" name="Google Shape;1262;p8"/>
            <p:cNvPicPr preferRelativeResize="0"/>
            <p:nvPr/>
          </p:nvPicPr>
          <p:blipFill rotWithShape="1">
            <a:blip r:embed="rId23">
              <a:alphaModFix/>
            </a:blip>
            <a:srcRect/>
            <a:stretch/>
          </p:blipFill>
          <p:spPr>
            <a:xfrm>
              <a:off x="15665195" y="1482038"/>
              <a:ext cx="12445" cy="15214"/>
            </a:xfrm>
            <a:prstGeom prst="rect">
              <a:avLst/>
            </a:prstGeom>
            <a:noFill/>
            <a:ln>
              <a:noFill/>
            </a:ln>
          </p:spPr>
        </p:pic>
        <p:pic>
          <p:nvPicPr>
            <p:cNvPr id="30" name="Google Shape;1263;p8"/>
            <p:cNvPicPr preferRelativeResize="0"/>
            <p:nvPr/>
          </p:nvPicPr>
          <p:blipFill rotWithShape="1">
            <a:blip r:embed="rId23">
              <a:alphaModFix/>
            </a:blip>
            <a:srcRect/>
            <a:stretch/>
          </p:blipFill>
          <p:spPr>
            <a:xfrm>
              <a:off x="15665831" y="1458128"/>
              <a:ext cx="11683" cy="14601"/>
            </a:xfrm>
            <a:prstGeom prst="rect">
              <a:avLst/>
            </a:prstGeom>
            <a:noFill/>
            <a:ln>
              <a:noFill/>
            </a:ln>
          </p:spPr>
        </p:pic>
        <p:pic>
          <p:nvPicPr>
            <p:cNvPr id="31" name="Google Shape;1264;p8"/>
            <p:cNvPicPr preferRelativeResize="0"/>
            <p:nvPr/>
          </p:nvPicPr>
          <p:blipFill rotWithShape="1">
            <a:blip r:embed="rId24">
              <a:alphaModFix/>
            </a:blip>
            <a:srcRect/>
            <a:stretch/>
          </p:blipFill>
          <p:spPr>
            <a:xfrm>
              <a:off x="15824835" y="1228966"/>
              <a:ext cx="64007" cy="65811"/>
            </a:xfrm>
            <a:prstGeom prst="rect">
              <a:avLst/>
            </a:prstGeom>
            <a:noFill/>
            <a:ln>
              <a:noFill/>
            </a:ln>
          </p:spPr>
        </p:pic>
        <p:pic>
          <p:nvPicPr>
            <p:cNvPr id="32" name="Google Shape;1265;p8"/>
            <p:cNvPicPr preferRelativeResize="0"/>
            <p:nvPr/>
          </p:nvPicPr>
          <p:blipFill rotWithShape="1">
            <a:blip r:embed="rId25">
              <a:alphaModFix/>
            </a:blip>
            <a:srcRect/>
            <a:stretch/>
          </p:blipFill>
          <p:spPr>
            <a:xfrm>
              <a:off x="15624047" y="1433779"/>
              <a:ext cx="77215" cy="82550"/>
            </a:xfrm>
            <a:prstGeom prst="rect">
              <a:avLst/>
            </a:prstGeom>
            <a:noFill/>
            <a:ln>
              <a:noFill/>
            </a:ln>
          </p:spPr>
        </p:pic>
        <p:pic>
          <p:nvPicPr>
            <p:cNvPr id="33" name="Google Shape;1266;p8"/>
            <p:cNvPicPr preferRelativeResize="0"/>
            <p:nvPr/>
          </p:nvPicPr>
          <p:blipFill rotWithShape="1">
            <a:blip r:embed="rId26">
              <a:alphaModFix/>
            </a:blip>
            <a:srcRect/>
            <a:stretch/>
          </p:blipFill>
          <p:spPr>
            <a:xfrm>
              <a:off x="15901288" y="1256068"/>
              <a:ext cx="16763" cy="12903"/>
            </a:xfrm>
            <a:prstGeom prst="rect">
              <a:avLst/>
            </a:prstGeom>
            <a:noFill/>
            <a:ln>
              <a:noFill/>
            </a:ln>
          </p:spPr>
        </p:pic>
        <p:pic>
          <p:nvPicPr>
            <p:cNvPr id="34" name="Google Shape;1267;p8"/>
            <p:cNvPicPr preferRelativeResize="0"/>
            <p:nvPr/>
          </p:nvPicPr>
          <p:blipFill rotWithShape="1">
            <a:blip r:embed="rId23">
              <a:alphaModFix/>
            </a:blip>
            <a:srcRect/>
            <a:stretch/>
          </p:blipFill>
          <p:spPr>
            <a:xfrm>
              <a:off x="15680309" y="1443710"/>
              <a:ext cx="12953" cy="15138"/>
            </a:xfrm>
            <a:prstGeom prst="rect">
              <a:avLst/>
            </a:prstGeom>
            <a:noFill/>
            <a:ln>
              <a:noFill/>
            </a:ln>
          </p:spPr>
        </p:pic>
        <p:pic>
          <p:nvPicPr>
            <p:cNvPr id="35" name="Google Shape;1268;p8"/>
            <p:cNvPicPr preferRelativeResize="0"/>
            <p:nvPr/>
          </p:nvPicPr>
          <p:blipFill rotWithShape="1">
            <a:blip r:embed="rId27">
              <a:alphaModFix/>
            </a:blip>
            <a:srcRect/>
            <a:stretch/>
          </p:blipFill>
          <p:spPr>
            <a:xfrm>
              <a:off x="15931515" y="1237411"/>
              <a:ext cx="9779" cy="7467"/>
            </a:xfrm>
            <a:prstGeom prst="rect">
              <a:avLst/>
            </a:prstGeom>
            <a:noFill/>
            <a:ln>
              <a:noFill/>
            </a:ln>
          </p:spPr>
        </p:pic>
        <p:pic>
          <p:nvPicPr>
            <p:cNvPr id="36" name="Google Shape;1269;p8"/>
            <p:cNvPicPr preferRelativeResize="0"/>
            <p:nvPr/>
          </p:nvPicPr>
          <p:blipFill rotWithShape="1">
            <a:blip r:embed="rId28">
              <a:alphaModFix/>
            </a:blip>
            <a:srcRect/>
            <a:stretch/>
          </p:blipFill>
          <p:spPr>
            <a:xfrm>
              <a:off x="15934562" y="1189837"/>
              <a:ext cx="38226" cy="32524"/>
            </a:xfrm>
            <a:prstGeom prst="rect">
              <a:avLst/>
            </a:prstGeom>
            <a:noFill/>
            <a:ln>
              <a:noFill/>
            </a:ln>
          </p:spPr>
        </p:pic>
        <p:pic>
          <p:nvPicPr>
            <p:cNvPr id="37" name="Google Shape;1270;p8"/>
            <p:cNvPicPr preferRelativeResize="0"/>
            <p:nvPr/>
          </p:nvPicPr>
          <p:blipFill rotWithShape="1">
            <a:blip r:embed="rId29">
              <a:alphaModFix/>
            </a:blip>
            <a:srcRect/>
            <a:stretch/>
          </p:blipFill>
          <p:spPr>
            <a:xfrm>
              <a:off x="15645637" y="1455178"/>
              <a:ext cx="40257" cy="24193"/>
            </a:xfrm>
            <a:prstGeom prst="rect">
              <a:avLst/>
            </a:prstGeom>
            <a:noFill/>
            <a:ln>
              <a:noFill/>
            </a:ln>
          </p:spPr>
        </p:pic>
        <p:pic>
          <p:nvPicPr>
            <p:cNvPr id="38" name="Google Shape;1271;p8"/>
            <p:cNvPicPr preferRelativeResize="0"/>
            <p:nvPr/>
          </p:nvPicPr>
          <p:blipFill rotWithShape="1">
            <a:blip r:embed="rId30">
              <a:alphaModFix/>
            </a:blip>
            <a:srcRect/>
            <a:stretch/>
          </p:blipFill>
          <p:spPr>
            <a:xfrm>
              <a:off x="15687295" y="1443595"/>
              <a:ext cx="5969" cy="6934"/>
            </a:xfrm>
            <a:prstGeom prst="rect">
              <a:avLst/>
            </a:prstGeom>
            <a:noFill/>
            <a:ln>
              <a:noFill/>
            </a:ln>
          </p:spPr>
        </p:pic>
        <p:pic>
          <p:nvPicPr>
            <p:cNvPr id="39" name="Google Shape;1272;p8"/>
            <p:cNvPicPr preferRelativeResize="0"/>
            <p:nvPr/>
          </p:nvPicPr>
          <p:blipFill rotWithShape="1">
            <a:blip r:embed="rId31">
              <a:alphaModFix/>
            </a:blip>
            <a:srcRect/>
            <a:stretch/>
          </p:blipFill>
          <p:spPr>
            <a:xfrm>
              <a:off x="15900400" y="1202498"/>
              <a:ext cx="17907" cy="15088"/>
            </a:xfrm>
            <a:prstGeom prst="rect">
              <a:avLst/>
            </a:prstGeom>
            <a:noFill/>
            <a:ln>
              <a:noFill/>
            </a:ln>
          </p:spPr>
        </p:pic>
        <p:pic>
          <p:nvPicPr>
            <p:cNvPr id="40" name="Google Shape;1273;p8"/>
            <p:cNvPicPr preferRelativeResize="0"/>
            <p:nvPr/>
          </p:nvPicPr>
          <p:blipFill rotWithShape="1">
            <a:blip r:embed="rId32">
              <a:alphaModFix/>
            </a:blip>
            <a:srcRect/>
            <a:stretch/>
          </p:blipFill>
          <p:spPr>
            <a:xfrm>
              <a:off x="15696945" y="1384351"/>
              <a:ext cx="36195" cy="49428"/>
            </a:xfrm>
            <a:prstGeom prst="rect">
              <a:avLst/>
            </a:prstGeom>
            <a:noFill/>
            <a:ln>
              <a:noFill/>
            </a:ln>
          </p:spPr>
        </p:pic>
        <p:pic>
          <p:nvPicPr>
            <p:cNvPr id="41" name="Google Shape;1274;p8"/>
            <p:cNvPicPr preferRelativeResize="0"/>
            <p:nvPr/>
          </p:nvPicPr>
          <p:blipFill rotWithShape="1">
            <a:blip r:embed="rId33">
              <a:alphaModFix/>
            </a:blip>
            <a:srcRect/>
            <a:stretch/>
          </p:blipFill>
          <p:spPr>
            <a:xfrm>
              <a:off x="15621381" y="1488414"/>
              <a:ext cx="43306" cy="44855"/>
            </a:xfrm>
            <a:prstGeom prst="rect">
              <a:avLst/>
            </a:prstGeom>
            <a:noFill/>
            <a:ln>
              <a:noFill/>
            </a:ln>
          </p:spPr>
        </p:pic>
        <p:pic>
          <p:nvPicPr>
            <p:cNvPr id="42" name="Google Shape;1275;p8"/>
            <p:cNvPicPr preferRelativeResize="0"/>
            <p:nvPr/>
          </p:nvPicPr>
          <p:blipFill rotWithShape="1">
            <a:blip r:embed="rId34">
              <a:alphaModFix/>
            </a:blip>
            <a:srcRect/>
            <a:stretch/>
          </p:blipFill>
          <p:spPr>
            <a:xfrm>
              <a:off x="15655416" y="1424228"/>
              <a:ext cx="62101" cy="58038"/>
            </a:xfrm>
            <a:prstGeom prst="rect">
              <a:avLst/>
            </a:prstGeom>
            <a:noFill/>
            <a:ln>
              <a:noFill/>
            </a:ln>
          </p:spPr>
        </p:pic>
        <p:pic>
          <p:nvPicPr>
            <p:cNvPr id="43" name="Google Shape;1276;p8"/>
            <p:cNvPicPr preferRelativeResize="0"/>
            <p:nvPr/>
          </p:nvPicPr>
          <p:blipFill rotWithShape="1">
            <a:blip r:embed="rId33">
              <a:alphaModFix/>
            </a:blip>
            <a:srcRect/>
            <a:stretch/>
          </p:blipFill>
          <p:spPr>
            <a:xfrm>
              <a:off x="15735425" y="1384478"/>
              <a:ext cx="41404" cy="44323"/>
            </a:xfrm>
            <a:prstGeom prst="rect">
              <a:avLst/>
            </a:prstGeom>
            <a:noFill/>
            <a:ln>
              <a:noFill/>
            </a:ln>
          </p:spPr>
        </p:pic>
        <p:pic>
          <p:nvPicPr>
            <p:cNvPr id="44" name="Google Shape;1277;p8"/>
            <p:cNvPicPr preferRelativeResize="0"/>
            <p:nvPr/>
          </p:nvPicPr>
          <p:blipFill rotWithShape="1">
            <a:blip r:embed="rId21">
              <a:alphaModFix/>
            </a:blip>
            <a:srcRect/>
            <a:stretch/>
          </p:blipFill>
          <p:spPr>
            <a:xfrm>
              <a:off x="15792070" y="1308544"/>
              <a:ext cx="3683" cy="3086"/>
            </a:xfrm>
            <a:prstGeom prst="rect">
              <a:avLst/>
            </a:prstGeom>
            <a:noFill/>
            <a:ln>
              <a:noFill/>
            </a:ln>
          </p:spPr>
        </p:pic>
        <p:pic>
          <p:nvPicPr>
            <p:cNvPr id="45" name="Google Shape;1278;p8"/>
            <p:cNvPicPr preferRelativeResize="0"/>
            <p:nvPr/>
          </p:nvPicPr>
          <p:blipFill rotWithShape="1">
            <a:blip r:embed="rId35">
              <a:alphaModFix/>
            </a:blip>
            <a:srcRect/>
            <a:stretch/>
          </p:blipFill>
          <p:spPr>
            <a:xfrm>
              <a:off x="15669386" y="1471827"/>
              <a:ext cx="6223" cy="16472"/>
            </a:xfrm>
            <a:prstGeom prst="rect">
              <a:avLst/>
            </a:prstGeom>
            <a:noFill/>
            <a:ln>
              <a:noFill/>
            </a:ln>
          </p:spPr>
        </p:pic>
        <p:pic>
          <p:nvPicPr>
            <p:cNvPr id="46" name="Google Shape;1279;p8"/>
            <p:cNvPicPr preferRelativeResize="0"/>
            <p:nvPr/>
          </p:nvPicPr>
          <p:blipFill rotWithShape="1">
            <a:blip r:embed="rId27">
              <a:alphaModFix/>
            </a:blip>
            <a:srcRect/>
            <a:stretch/>
          </p:blipFill>
          <p:spPr>
            <a:xfrm>
              <a:off x="15855950" y="1307782"/>
              <a:ext cx="7747" cy="7251"/>
            </a:xfrm>
            <a:prstGeom prst="rect">
              <a:avLst/>
            </a:prstGeom>
            <a:noFill/>
            <a:ln>
              <a:noFill/>
            </a:ln>
          </p:spPr>
        </p:pic>
        <p:pic>
          <p:nvPicPr>
            <p:cNvPr id="47" name="Google Shape;1280;p8"/>
            <p:cNvPicPr preferRelativeResize="0"/>
            <p:nvPr/>
          </p:nvPicPr>
          <p:blipFill rotWithShape="1">
            <a:blip r:embed="rId23">
              <a:alphaModFix/>
            </a:blip>
            <a:srcRect/>
            <a:stretch/>
          </p:blipFill>
          <p:spPr>
            <a:xfrm>
              <a:off x="15815056" y="1337019"/>
              <a:ext cx="14351" cy="13257"/>
            </a:xfrm>
            <a:prstGeom prst="rect">
              <a:avLst/>
            </a:prstGeom>
            <a:noFill/>
            <a:ln>
              <a:noFill/>
            </a:ln>
          </p:spPr>
        </p:pic>
        <p:pic>
          <p:nvPicPr>
            <p:cNvPr id="48" name="Google Shape;1281;p8"/>
            <p:cNvPicPr preferRelativeResize="0"/>
            <p:nvPr/>
          </p:nvPicPr>
          <p:blipFill rotWithShape="1">
            <a:blip r:embed="rId36">
              <a:alphaModFix/>
            </a:blip>
            <a:srcRect/>
            <a:stretch/>
          </p:blipFill>
          <p:spPr>
            <a:xfrm>
              <a:off x="15642463" y="1463712"/>
              <a:ext cx="54101" cy="18427"/>
            </a:xfrm>
            <a:prstGeom prst="rect">
              <a:avLst/>
            </a:prstGeom>
            <a:noFill/>
            <a:ln>
              <a:noFill/>
            </a:ln>
          </p:spPr>
        </p:pic>
        <p:pic>
          <p:nvPicPr>
            <p:cNvPr id="49" name="Google Shape;1282;p8"/>
            <p:cNvPicPr preferRelativeResize="0"/>
            <p:nvPr/>
          </p:nvPicPr>
          <p:blipFill rotWithShape="1">
            <a:blip r:embed="rId37">
              <a:alphaModFix/>
            </a:blip>
            <a:srcRect/>
            <a:stretch/>
          </p:blipFill>
          <p:spPr>
            <a:xfrm>
              <a:off x="15736444" y="1349412"/>
              <a:ext cx="19811" cy="21044"/>
            </a:xfrm>
            <a:prstGeom prst="rect">
              <a:avLst/>
            </a:prstGeom>
            <a:noFill/>
            <a:ln>
              <a:noFill/>
            </a:ln>
          </p:spPr>
        </p:pic>
        <p:pic>
          <p:nvPicPr>
            <p:cNvPr id="50" name="Google Shape;1283;p8"/>
            <p:cNvPicPr preferRelativeResize="0"/>
            <p:nvPr/>
          </p:nvPicPr>
          <p:blipFill rotWithShape="1">
            <a:blip r:embed="rId38">
              <a:alphaModFix/>
            </a:blip>
            <a:srcRect/>
            <a:stretch/>
          </p:blipFill>
          <p:spPr>
            <a:xfrm>
              <a:off x="15651227" y="1473301"/>
              <a:ext cx="22858" cy="37363"/>
            </a:xfrm>
            <a:prstGeom prst="rect">
              <a:avLst/>
            </a:prstGeom>
            <a:noFill/>
            <a:ln>
              <a:noFill/>
            </a:ln>
          </p:spPr>
        </p:pic>
        <p:pic>
          <p:nvPicPr>
            <p:cNvPr id="51" name="Google Shape;1284;p8"/>
            <p:cNvPicPr preferRelativeResize="0"/>
            <p:nvPr/>
          </p:nvPicPr>
          <p:blipFill rotWithShape="1">
            <a:blip r:embed="rId39">
              <a:alphaModFix/>
            </a:blip>
            <a:srcRect/>
            <a:stretch/>
          </p:blipFill>
          <p:spPr>
            <a:xfrm>
              <a:off x="15670911" y="1472793"/>
              <a:ext cx="9395" cy="6642"/>
            </a:xfrm>
            <a:prstGeom prst="rect">
              <a:avLst/>
            </a:prstGeom>
            <a:noFill/>
            <a:ln>
              <a:noFill/>
            </a:ln>
          </p:spPr>
        </p:pic>
        <p:pic>
          <p:nvPicPr>
            <p:cNvPr id="52" name="Google Shape;1285;p8"/>
            <p:cNvPicPr preferRelativeResize="0"/>
            <p:nvPr/>
          </p:nvPicPr>
          <p:blipFill rotWithShape="1">
            <a:blip r:embed="rId40">
              <a:alphaModFix/>
            </a:blip>
            <a:srcRect/>
            <a:stretch/>
          </p:blipFill>
          <p:spPr>
            <a:xfrm>
              <a:off x="15935325" y="1214271"/>
              <a:ext cx="18032" cy="26936"/>
            </a:xfrm>
            <a:prstGeom prst="rect">
              <a:avLst/>
            </a:prstGeom>
            <a:noFill/>
            <a:ln>
              <a:noFill/>
            </a:ln>
          </p:spPr>
        </p:pic>
        <p:pic>
          <p:nvPicPr>
            <p:cNvPr id="53" name="Google Shape;1286;p8"/>
            <p:cNvPicPr preferRelativeResize="0"/>
            <p:nvPr/>
          </p:nvPicPr>
          <p:blipFill rotWithShape="1">
            <a:blip r:embed="rId41">
              <a:alphaModFix/>
            </a:blip>
            <a:srcRect/>
            <a:stretch/>
          </p:blipFill>
          <p:spPr>
            <a:xfrm>
              <a:off x="15635478" y="1434121"/>
              <a:ext cx="66292" cy="61213"/>
            </a:xfrm>
            <a:prstGeom prst="rect">
              <a:avLst/>
            </a:prstGeom>
            <a:noFill/>
            <a:ln>
              <a:noFill/>
            </a:ln>
          </p:spPr>
        </p:pic>
        <p:pic>
          <p:nvPicPr>
            <p:cNvPr id="54" name="Google Shape;1287;p8"/>
            <p:cNvPicPr preferRelativeResize="0"/>
            <p:nvPr/>
          </p:nvPicPr>
          <p:blipFill rotWithShape="1">
            <a:blip r:embed="rId30">
              <a:alphaModFix/>
            </a:blip>
            <a:srcRect/>
            <a:stretch/>
          </p:blipFill>
          <p:spPr>
            <a:xfrm>
              <a:off x="15682467" y="1428520"/>
              <a:ext cx="1523" cy="1777"/>
            </a:xfrm>
            <a:prstGeom prst="rect">
              <a:avLst/>
            </a:prstGeom>
            <a:noFill/>
            <a:ln>
              <a:noFill/>
            </a:ln>
          </p:spPr>
        </p:pic>
        <p:pic>
          <p:nvPicPr>
            <p:cNvPr id="55" name="Google Shape;1288;p8"/>
            <p:cNvPicPr preferRelativeResize="0"/>
            <p:nvPr/>
          </p:nvPicPr>
          <p:blipFill rotWithShape="1">
            <a:blip r:embed="rId42">
              <a:alphaModFix/>
            </a:blip>
            <a:srcRect/>
            <a:stretch/>
          </p:blipFill>
          <p:spPr>
            <a:xfrm>
              <a:off x="15639414" y="1470417"/>
              <a:ext cx="26036" cy="30924"/>
            </a:xfrm>
            <a:prstGeom prst="rect">
              <a:avLst/>
            </a:prstGeom>
            <a:noFill/>
            <a:ln>
              <a:noFill/>
            </a:ln>
          </p:spPr>
        </p:pic>
        <p:pic>
          <p:nvPicPr>
            <p:cNvPr id="56" name="Google Shape;1289;p8"/>
            <p:cNvPicPr preferRelativeResize="0"/>
            <p:nvPr/>
          </p:nvPicPr>
          <p:blipFill rotWithShape="1">
            <a:blip r:embed="rId43">
              <a:alphaModFix/>
            </a:blip>
            <a:srcRect/>
            <a:stretch/>
          </p:blipFill>
          <p:spPr>
            <a:xfrm>
              <a:off x="15666975" y="1440484"/>
              <a:ext cx="15351" cy="20421"/>
            </a:xfrm>
            <a:prstGeom prst="rect">
              <a:avLst/>
            </a:prstGeom>
            <a:noFill/>
            <a:ln>
              <a:noFill/>
            </a:ln>
          </p:spPr>
        </p:pic>
        <p:pic>
          <p:nvPicPr>
            <p:cNvPr id="57" name="Google Shape;1290;p8"/>
            <p:cNvPicPr preferRelativeResize="0"/>
            <p:nvPr/>
          </p:nvPicPr>
          <p:blipFill rotWithShape="1">
            <a:blip r:embed="rId21">
              <a:alphaModFix/>
            </a:blip>
            <a:srcRect/>
            <a:stretch/>
          </p:blipFill>
          <p:spPr>
            <a:xfrm>
              <a:off x="15953359" y="1215466"/>
              <a:ext cx="2285" cy="1803"/>
            </a:xfrm>
            <a:prstGeom prst="rect">
              <a:avLst/>
            </a:prstGeom>
            <a:noFill/>
            <a:ln>
              <a:noFill/>
            </a:ln>
          </p:spPr>
        </p:pic>
        <p:pic>
          <p:nvPicPr>
            <p:cNvPr id="58" name="Google Shape;1291;p8"/>
            <p:cNvPicPr preferRelativeResize="0"/>
            <p:nvPr/>
          </p:nvPicPr>
          <p:blipFill rotWithShape="1">
            <a:blip r:embed="rId44">
              <a:alphaModFix/>
            </a:blip>
            <a:srcRect/>
            <a:stretch/>
          </p:blipFill>
          <p:spPr>
            <a:xfrm>
              <a:off x="15685896" y="1402969"/>
              <a:ext cx="39878" cy="43662"/>
            </a:xfrm>
            <a:prstGeom prst="rect">
              <a:avLst/>
            </a:prstGeom>
            <a:noFill/>
            <a:ln>
              <a:noFill/>
            </a:ln>
          </p:spPr>
        </p:pic>
        <p:pic>
          <p:nvPicPr>
            <p:cNvPr id="59" name="Google Shape;1292;p8"/>
            <p:cNvPicPr preferRelativeResize="0"/>
            <p:nvPr/>
          </p:nvPicPr>
          <p:blipFill rotWithShape="1">
            <a:blip r:embed="rId45">
              <a:alphaModFix/>
            </a:blip>
            <a:srcRect/>
            <a:stretch/>
          </p:blipFill>
          <p:spPr>
            <a:xfrm>
              <a:off x="15880588" y="1270139"/>
              <a:ext cx="20192" cy="18021"/>
            </a:xfrm>
            <a:prstGeom prst="rect">
              <a:avLst/>
            </a:prstGeom>
            <a:noFill/>
            <a:ln>
              <a:noFill/>
            </a:ln>
          </p:spPr>
        </p:pic>
        <p:pic>
          <p:nvPicPr>
            <p:cNvPr id="60" name="Google Shape;1293;p8"/>
            <p:cNvPicPr preferRelativeResize="0"/>
            <p:nvPr/>
          </p:nvPicPr>
          <p:blipFill rotWithShape="1">
            <a:blip r:embed="rId39">
              <a:alphaModFix/>
            </a:blip>
            <a:srcRect/>
            <a:stretch/>
          </p:blipFill>
          <p:spPr>
            <a:xfrm>
              <a:off x="15668497" y="1475943"/>
              <a:ext cx="10794" cy="10998"/>
            </a:xfrm>
            <a:prstGeom prst="rect">
              <a:avLst/>
            </a:prstGeom>
            <a:noFill/>
            <a:ln>
              <a:noFill/>
            </a:ln>
          </p:spPr>
        </p:pic>
        <p:pic>
          <p:nvPicPr>
            <p:cNvPr id="61" name="Google Shape;1294;p8"/>
            <p:cNvPicPr preferRelativeResize="0"/>
            <p:nvPr/>
          </p:nvPicPr>
          <p:blipFill rotWithShape="1">
            <a:blip r:embed="rId21">
              <a:alphaModFix/>
            </a:blip>
            <a:srcRect/>
            <a:stretch/>
          </p:blipFill>
          <p:spPr>
            <a:xfrm>
              <a:off x="15965169" y="1207654"/>
              <a:ext cx="2031" cy="1524"/>
            </a:xfrm>
            <a:prstGeom prst="rect">
              <a:avLst/>
            </a:prstGeom>
            <a:noFill/>
            <a:ln>
              <a:noFill/>
            </a:ln>
          </p:spPr>
        </p:pic>
        <p:pic>
          <p:nvPicPr>
            <p:cNvPr id="62" name="Google Shape;1295;p8"/>
            <p:cNvPicPr preferRelativeResize="0"/>
            <p:nvPr/>
          </p:nvPicPr>
          <p:blipFill rotWithShape="1">
            <a:blip r:embed="rId27">
              <a:alphaModFix/>
            </a:blip>
            <a:srcRect/>
            <a:stretch/>
          </p:blipFill>
          <p:spPr>
            <a:xfrm>
              <a:off x="15889351" y="1220528"/>
              <a:ext cx="1687" cy="1338"/>
            </a:xfrm>
            <a:prstGeom prst="rect">
              <a:avLst/>
            </a:prstGeom>
            <a:noFill/>
            <a:ln>
              <a:noFill/>
            </a:ln>
          </p:spPr>
        </p:pic>
        <p:pic>
          <p:nvPicPr>
            <p:cNvPr id="63" name="Google Shape;1296;p8"/>
            <p:cNvPicPr preferRelativeResize="0"/>
            <p:nvPr/>
          </p:nvPicPr>
          <p:blipFill rotWithShape="1">
            <a:blip r:embed="rId35">
              <a:alphaModFix/>
            </a:blip>
            <a:srcRect/>
            <a:stretch/>
          </p:blipFill>
          <p:spPr>
            <a:xfrm>
              <a:off x="15948025" y="1190980"/>
              <a:ext cx="2666" cy="11263"/>
            </a:xfrm>
            <a:prstGeom prst="rect">
              <a:avLst/>
            </a:prstGeom>
            <a:noFill/>
            <a:ln>
              <a:noFill/>
            </a:ln>
          </p:spPr>
        </p:pic>
        <p:pic>
          <p:nvPicPr>
            <p:cNvPr id="64" name="Google Shape;1297;p8"/>
            <p:cNvPicPr preferRelativeResize="0"/>
            <p:nvPr/>
          </p:nvPicPr>
          <p:blipFill rotWithShape="1">
            <a:blip r:embed="rId46">
              <a:alphaModFix/>
            </a:blip>
            <a:srcRect/>
            <a:stretch/>
          </p:blipFill>
          <p:spPr>
            <a:xfrm>
              <a:off x="15672054" y="1466291"/>
              <a:ext cx="20955" cy="4953"/>
            </a:xfrm>
            <a:prstGeom prst="rect">
              <a:avLst/>
            </a:prstGeom>
            <a:noFill/>
            <a:ln>
              <a:noFill/>
            </a:ln>
          </p:spPr>
        </p:pic>
        <p:pic>
          <p:nvPicPr>
            <p:cNvPr id="65" name="Google Shape;1298;p8"/>
            <p:cNvPicPr preferRelativeResize="0"/>
            <p:nvPr/>
          </p:nvPicPr>
          <p:blipFill rotWithShape="1">
            <a:blip r:embed="rId39">
              <a:alphaModFix/>
            </a:blip>
            <a:srcRect/>
            <a:stretch/>
          </p:blipFill>
          <p:spPr>
            <a:xfrm>
              <a:off x="15635985" y="1508619"/>
              <a:ext cx="11174" cy="10465"/>
            </a:xfrm>
            <a:prstGeom prst="rect">
              <a:avLst/>
            </a:prstGeom>
            <a:noFill/>
            <a:ln>
              <a:noFill/>
            </a:ln>
          </p:spPr>
        </p:pic>
        <p:pic>
          <p:nvPicPr>
            <p:cNvPr id="66" name="Google Shape;1299;p8"/>
            <p:cNvPicPr preferRelativeResize="0"/>
            <p:nvPr/>
          </p:nvPicPr>
          <p:blipFill rotWithShape="1">
            <a:blip r:embed="rId47">
              <a:alphaModFix/>
            </a:blip>
            <a:srcRect/>
            <a:stretch/>
          </p:blipFill>
          <p:spPr>
            <a:xfrm>
              <a:off x="15891127" y="1207211"/>
              <a:ext cx="68581" cy="70726"/>
            </a:xfrm>
            <a:prstGeom prst="rect">
              <a:avLst/>
            </a:prstGeom>
            <a:noFill/>
            <a:ln>
              <a:noFill/>
            </a:ln>
          </p:spPr>
        </p:pic>
        <p:pic>
          <p:nvPicPr>
            <p:cNvPr id="67" name="Google Shape;1300;p8"/>
            <p:cNvPicPr preferRelativeResize="0"/>
            <p:nvPr/>
          </p:nvPicPr>
          <p:blipFill rotWithShape="1">
            <a:blip r:embed="rId21">
              <a:alphaModFix/>
            </a:blip>
            <a:srcRect/>
            <a:stretch/>
          </p:blipFill>
          <p:spPr>
            <a:xfrm>
              <a:off x="15658337" y="1504276"/>
              <a:ext cx="1142" cy="1384"/>
            </a:xfrm>
            <a:prstGeom prst="rect">
              <a:avLst/>
            </a:prstGeom>
            <a:noFill/>
            <a:ln>
              <a:noFill/>
            </a:ln>
          </p:spPr>
        </p:pic>
        <p:pic>
          <p:nvPicPr>
            <p:cNvPr id="68" name="Google Shape;1301;p8"/>
            <p:cNvPicPr preferRelativeResize="0"/>
            <p:nvPr/>
          </p:nvPicPr>
          <p:blipFill rotWithShape="1">
            <a:blip r:embed="rId31">
              <a:alphaModFix/>
            </a:blip>
            <a:srcRect/>
            <a:stretch/>
          </p:blipFill>
          <p:spPr>
            <a:xfrm>
              <a:off x="15658718" y="1475473"/>
              <a:ext cx="14986" cy="22047"/>
            </a:xfrm>
            <a:prstGeom prst="rect">
              <a:avLst/>
            </a:prstGeom>
            <a:noFill/>
            <a:ln>
              <a:noFill/>
            </a:ln>
          </p:spPr>
        </p:pic>
        <p:pic>
          <p:nvPicPr>
            <p:cNvPr id="69" name="Google Shape;1302;p8"/>
            <p:cNvPicPr preferRelativeResize="0"/>
            <p:nvPr/>
          </p:nvPicPr>
          <p:blipFill rotWithShape="1">
            <a:blip r:embed="rId21">
              <a:alphaModFix/>
            </a:blip>
            <a:srcRect/>
            <a:stretch/>
          </p:blipFill>
          <p:spPr>
            <a:xfrm>
              <a:off x="15635859" y="1500797"/>
              <a:ext cx="1143" cy="1409"/>
            </a:xfrm>
            <a:prstGeom prst="rect">
              <a:avLst/>
            </a:prstGeom>
            <a:noFill/>
            <a:ln>
              <a:noFill/>
            </a:ln>
          </p:spPr>
        </p:pic>
        <p:pic>
          <p:nvPicPr>
            <p:cNvPr id="70" name="Google Shape;1303;p8"/>
            <p:cNvPicPr preferRelativeResize="0"/>
            <p:nvPr/>
          </p:nvPicPr>
          <p:blipFill rotWithShape="1">
            <a:blip r:embed="rId30">
              <a:alphaModFix/>
            </a:blip>
            <a:srcRect/>
            <a:stretch/>
          </p:blipFill>
          <p:spPr>
            <a:xfrm>
              <a:off x="15916402" y="1201216"/>
              <a:ext cx="2412" cy="5461"/>
            </a:xfrm>
            <a:prstGeom prst="rect">
              <a:avLst/>
            </a:prstGeom>
            <a:noFill/>
            <a:ln>
              <a:noFill/>
            </a:ln>
          </p:spPr>
        </p:pic>
        <p:pic>
          <p:nvPicPr>
            <p:cNvPr id="71" name="Google Shape;1304;p8"/>
            <p:cNvPicPr preferRelativeResize="0"/>
            <p:nvPr/>
          </p:nvPicPr>
          <p:blipFill rotWithShape="1">
            <a:blip r:embed="rId21">
              <a:alphaModFix/>
            </a:blip>
            <a:srcRect/>
            <a:stretch/>
          </p:blipFill>
          <p:spPr>
            <a:xfrm>
              <a:off x="15947769" y="1197362"/>
              <a:ext cx="1650" cy="1276"/>
            </a:xfrm>
            <a:prstGeom prst="rect">
              <a:avLst/>
            </a:prstGeom>
            <a:noFill/>
            <a:ln>
              <a:noFill/>
            </a:ln>
          </p:spPr>
        </p:pic>
        <p:pic>
          <p:nvPicPr>
            <p:cNvPr id="72" name="Google Shape;1305;p8"/>
            <p:cNvPicPr preferRelativeResize="0"/>
            <p:nvPr/>
          </p:nvPicPr>
          <p:blipFill rotWithShape="1">
            <a:blip r:embed="rId21">
              <a:alphaModFix/>
            </a:blip>
            <a:srcRect/>
            <a:stretch/>
          </p:blipFill>
          <p:spPr>
            <a:xfrm>
              <a:off x="15933039" y="1198499"/>
              <a:ext cx="1016" cy="901"/>
            </a:xfrm>
            <a:prstGeom prst="rect">
              <a:avLst/>
            </a:prstGeom>
            <a:noFill/>
            <a:ln>
              <a:noFill/>
            </a:ln>
          </p:spPr>
        </p:pic>
        <p:pic>
          <p:nvPicPr>
            <p:cNvPr id="73" name="Google Shape;1306;p8"/>
            <p:cNvPicPr preferRelativeResize="0"/>
            <p:nvPr/>
          </p:nvPicPr>
          <p:blipFill rotWithShape="1">
            <a:blip r:embed="rId39">
              <a:alphaModFix/>
            </a:blip>
            <a:srcRect/>
            <a:stretch/>
          </p:blipFill>
          <p:spPr>
            <a:xfrm>
              <a:off x="15708376" y="1446885"/>
              <a:ext cx="8508" cy="9461"/>
            </a:xfrm>
            <a:prstGeom prst="rect">
              <a:avLst/>
            </a:prstGeom>
            <a:noFill/>
            <a:ln>
              <a:noFill/>
            </a:ln>
          </p:spPr>
        </p:pic>
        <p:pic>
          <p:nvPicPr>
            <p:cNvPr id="74" name="Google Shape;1307;p8"/>
            <p:cNvPicPr preferRelativeResize="0"/>
            <p:nvPr/>
          </p:nvPicPr>
          <p:blipFill rotWithShape="1">
            <a:blip r:embed="rId30">
              <a:alphaModFix/>
            </a:blip>
            <a:srcRect/>
            <a:stretch/>
          </p:blipFill>
          <p:spPr>
            <a:xfrm>
              <a:off x="15918687" y="1247634"/>
              <a:ext cx="9400" cy="9678"/>
            </a:xfrm>
            <a:prstGeom prst="rect">
              <a:avLst/>
            </a:prstGeom>
            <a:noFill/>
            <a:ln>
              <a:noFill/>
            </a:ln>
          </p:spPr>
        </p:pic>
        <p:pic>
          <p:nvPicPr>
            <p:cNvPr id="75" name="Google Shape;1308;p8"/>
            <p:cNvPicPr preferRelativeResize="0"/>
            <p:nvPr/>
          </p:nvPicPr>
          <p:blipFill rotWithShape="1">
            <a:blip r:embed="rId48">
              <a:alphaModFix/>
            </a:blip>
            <a:srcRect/>
            <a:stretch/>
          </p:blipFill>
          <p:spPr>
            <a:xfrm>
              <a:off x="15635732" y="1459293"/>
              <a:ext cx="44576" cy="50304"/>
            </a:xfrm>
            <a:prstGeom prst="rect">
              <a:avLst/>
            </a:prstGeom>
            <a:noFill/>
            <a:ln>
              <a:noFill/>
            </a:ln>
          </p:spPr>
        </p:pic>
        <p:pic>
          <p:nvPicPr>
            <p:cNvPr id="76" name="Google Shape;1309;p8"/>
            <p:cNvPicPr preferRelativeResize="0"/>
            <p:nvPr/>
          </p:nvPicPr>
          <p:blipFill rotWithShape="1">
            <a:blip r:embed="rId23">
              <a:alphaModFix/>
            </a:blip>
            <a:srcRect/>
            <a:stretch/>
          </p:blipFill>
          <p:spPr>
            <a:xfrm>
              <a:off x="15874620" y="1283169"/>
              <a:ext cx="14985" cy="14592"/>
            </a:xfrm>
            <a:prstGeom prst="rect">
              <a:avLst/>
            </a:prstGeom>
            <a:noFill/>
            <a:ln>
              <a:noFill/>
            </a:ln>
          </p:spPr>
        </p:pic>
        <p:pic>
          <p:nvPicPr>
            <p:cNvPr id="77" name="Google Shape;1310;p8"/>
            <p:cNvPicPr preferRelativeResize="0"/>
            <p:nvPr/>
          </p:nvPicPr>
          <p:blipFill rotWithShape="1">
            <a:blip r:embed="rId21">
              <a:alphaModFix/>
            </a:blip>
            <a:srcRect/>
            <a:stretch/>
          </p:blipFill>
          <p:spPr>
            <a:xfrm>
              <a:off x="15679419" y="1471002"/>
              <a:ext cx="761" cy="787"/>
            </a:xfrm>
            <a:prstGeom prst="rect">
              <a:avLst/>
            </a:prstGeom>
            <a:noFill/>
            <a:ln>
              <a:noFill/>
            </a:ln>
          </p:spPr>
        </p:pic>
        <p:pic>
          <p:nvPicPr>
            <p:cNvPr id="78" name="Google Shape;1311;p8"/>
            <p:cNvPicPr preferRelativeResize="0"/>
            <p:nvPr/>
          </p:nvPicPr>
          <p:blipFill rotWithShape="1">
            <a:blip r:embed="rId21">
              <a:alphaModFix/>
            </a:blip>
            <a:srcRect/>
            <a:stretch/>
          </p:blipFill>
          <p:spPr>
            <a:xfrm>
              <a:off x="15943198" y="1229410"/>
              <a:ext cx="1905" cy="1612"/>
            </a:xfrm>
            <a:prstGeom prst="rect">
              <a:avLst/>
            </a:prstGeom>
            <a:noFill/>
            <a:ln>
              <a:noFill/>
            </a:ln>
          </p:spPr>
        </p:pic>
        <p:pic>
          <p:nvPicPr>
            <p:cNvPr id="79" name="Google Shape;1312;p8"/>
            <p:cNvPicPr preferRelativeResize="0"/>
            <p:nvPr/>
          </p:nvPicPr>
          <p:blipFill rotWithShape="1">
            <a:blip r:embed="rId27">
              <a:alphaModFix/>
            </a:blip>
            <a:srcRect/>
            <a:stretch/>
          </p:blipFill>
          <p:spPr>
            <a:xfrm>
              <a:off x="15685389" y="1446009"/>
              <a:ext cx="9270" cy="4178"/>
            </a:xfrm>
            <a:prstGeom prst="rect">
              <a:avLst/>
            </a:prstGeom>
            <a:noFill/>
            <a:ln>
              <a:noFill/>
            </a:ln>
          </p:spPr>
        </p:pic>
        <p:pic>
          <p:nvPicPr>
            <p:cNvPr id="80" name="Google Shape;1313;p8"/>
            <p:cNvPicPr preferRelativeResize="0"/>
            <p:nvPr/>
          </p:nvPicPr>
          <p:blipFill rotWithShape="1">
            <a:blip r:embed="rId49">
              <a:alphaModFix/>
            </a:blip>
            <a:srcRect/>
            <a:stretch/>
          </p:blipFill>
          <p:spPr>
            <a:xfrm>
              <a:off x="15655797" y="1465834"/>
              <a:ext cx="29209" cy="40144"/>
            </a:xfrm>
            <a:prstGeom prst="rect">
              <a:avLst/>
            </a:prstGeom>
            <a:noFill/>
            <a:ln>
              <a:noFill/>
            </a:ln>
          </p:spPr>
        </p:pic>
        <p:pic>
          <p:nvPicPr>
            <p:cNvPr id="81" name="Google Shape;1314;p8"/>
            <p:cNvPicPr preferRelativeResize="0"/>
            <p:nvPr/>
          </p:nvPicPr>
          <p:blipFill rotWithShape="1">
            <a:blip r:embed="rId27">
              <a:alphaModFix/>
            </a:blip>
            <a:srcRect/>
            <a:stretch/>
          </p:blipFill>
          <p:spPr>
            <a:xfrm>
              <a:off x="15917671" y="1204010"/>
              <a:ext cx="1505" cy="1143"/>
            </a:xfrm>
            <a:prstGeom prst="rect">
              <a:avLst/>
            </a:prstGeom>
            <a:noFill/>
            <a:ln>
              <a:noFill/>
            </a:ln>
          </p:spPr>
        </p:pic>
        <p:pic>
          <p:nvPicPr>
            <p:cNvPr id="82" name="Google Shape;1315;p8"/>
            <p:cNvPicPr preferRelativeResize="0"/>
            <p:nvPr/>
          </p:nvPicPr>
          <p:blipFill rotWithShape="1">
            <a:blip r:embed="rId30">
              <a:alphaModFix/>
            </a:blip>
            <a:srcRect/>
            <a:stretch/>
          </p:blipFill>
          <p:spPr>
            <a:xfrm>
              <a:off x="15648432" y="1495513"/>
              <a:ext cx="635" cy="888"/>
            </a:xfrm>
            <a:prstGeom prst="rect">
              <a:avLst/>
            </a:prstGeom>
            <a:noFill/>
            <a:ln>
              <a:noFill/>
            </a:ln>
          </p:spPr>
        </p:pic>
        <p:pic>
          <p:nvPicPr>
            <p:cNvPr id="83" name="Google Shape;1316;p8"/>
            <p:cNvPicPr preferRelativeResize="0"/>
            <p:nvPr/>
          </p:nvPicPr>
          <p:blipFill rotWithShape="1">
            <a:blip r:embed="rId21">
              <a:alphaModFix/>
            </a:blip>
            <a:srcRect/>
            <a:stretch/>
          </p:blipFill>
          <p:spPr>
            <a:xfrm>
              <a:off x="15700883" y="1433957"/>
              <a:ext cx="889" cy="977"/>
            </a:xfrm>
            <a:prstGeom prst="rect">
              <a:avLst/>
            </a:prstGeom>
            <a:noFill/>
            <a:ln>
              <a:noFill/>
            </a:ln>
          </p:spPr>
        </p:pic>
        <p:pic>
          <p:nvPicPr>
            <p:cNvPr id="84" name="Google Shape;1317;p8"/>
            <p:cNvPicPr preferRelativeResize="0"/>
            <p:nvPr/>
          </p:nvPicPr>
          <p:blipFill rotWithShape="1">
            <a:blip r:embed="rId50">
              <a:alphaModFix/>
            </a:blip>
            <a:srcRect/>
            <a:stretch/>
          </p:blipFill>
          <p:spPr>
            <a:xfrm>
              <a:off x="15634335" y="1432801"/>
              <a:ext cx="68198" cy="66688"/>
            </a:xfrm>
            <a:prstGeom prst="rect">
              <a:avLst/>
            </a:prstGeom>
            <a:noFill/>
            <a:ln>
              <a:noFill/>
            </a:ln>
          </p:spPr>
        </p:pic>
        <p:pic>
          <p:nvPicPr>
            <p:cNvPr id="85" name="Google Shape;1318;p8"/>
            <p:cNvPicPr preferRelativeResize="0"/>
            <p:nvPr/>
          </p:nvPicPr>
          <p:blipFill rotWithShape="1">
            <a:blip r:embed="rId51">
              <a:alphaModFix/>
            </a:blip>
            <a:srcRect/>
            <a:stretch/>
          </p:blipFill>
          <p:spPr>
            <a:xfrm>
              <a:off x="15829153" y="1205191"/>
              <a:ext cx="88645" cy="72161"/>
            </a:xfrm>
            <a:prstGeom prst="rect">
              <a:avLst/>
            </a:prstGeom>
            <a:noFill/>
            <a:ln>
              <a:noFill/>
            </a:ln>
          </p:spPr>
        </p:pic>
        <p:pic>
          <p:nvPicPr>
            <p:cNvPr id="86" name="Google Shape;1319;p8"/>
            <p:cNvPicPr preferRelativeResize="0"/>
            <p:nvPr/>
          </p:nvPicPr>
          <p:blipFill rotWithShape="1">
            <a:blip r:embed="rId52">
              <a:alphaModFix/>
            </a:blip>
            <a:srcRect/>
            <a:stretch/>
          </p:blipFill>
          <p:spPr>
            <a:xfrm>
              <a:off x="15914242" y="1200353"/>
              <a:ext cx="12192" cy="4254"/>
            </a:xfrm>
            <a:prstGeom prst="rect">
              <a:avLst/>
            </a:prstGeom>
            <a:noFill/>
            <a:ln>
              <a:noFill/>
            </a:ln>
          </p:spPr>
        </p:pic>
        <p:pic>
          <p:nvPicPr>
            <p:cNvPr id="87" name="Google Shape;1320;p8"/>
            <p:cNvPicPr preferRelativeResize="0"/>
            <p:nvPr/>
          </p:nvPicPr>
          <p:blipFill rotWithShape="1">
            <a:blip r:embed="rId21">
              <a:alphaModFix/>
            </a:blip>
            <a:srcRect/>
            <a:stretch/>
          </p:blipFill>
          <p:spPr>
            <a:xfrm>
              <a:off x="15909036" y="1261630"/>
              <a:ext cx="1143" cy="1028"/>
            </a:xfrm>
            <a:prstGeom prst="rect">
              <a:avLst/>
            </a:prstGeom>
            <a:noFill/>
            <a:ln>
              <a:noFill/>
            </a:ln>
          </p:spPr>
        </p:pic>
        <p:pic>
          <p:nvPicPr>
            <p:cNvPr id="88" name="Google Shape;1321;p8"/>
            <p:cNvPicPr preferRelativeResize="0"/>
            <p:nvPr/>
          </p:nvPicPr>
          <p:blipFill rotWithShape="1">
            <a:blip r:embed="rId53">
              <a:alphaModFix/>
            </a:blip>
            <a:srcRect/>
            <a:stretch/>
          </p:blipFill>
          <p:spPr>
            <a:xfrm>
              <a:off x="15619220" y="1424432"/>
              <a:ext cx="68835" cy="86791"/>
            </a:xfrm>
            <a:prstGeom prst="rect">
              <a:avLst/>
            </a:prstGeom>
            <a:noFill/>
            <a:ln>
              <a:noFill/>
            </a:ln>
          </p:spPr>
        </p:pic>
        <p:pic>
          <p:nvPicPr>
            <p:cNvPr id="89" name="Google Shape;1322;p8"/>
            <p:cNvPicPr preferRelativeResize="0"/>
            <p:nvPr/>
          </p:nvPicPr>
          <p:blipFill rotWithShape="1">
            <a:blip r:embed="rId21">
              <a:alphaModFix/>
            </a:blip>
            <a:srcRect/>
            <a:stretch/>
          </p:blipFill>
          <p:spPr>
            <a:xfrm>
              <a:off x="15663290" y="1472539"/>
              <a:ext cx="507" cy="622"/>
            </a:xfrm>
            <a:prstGeom prst="rect">
              <a:avLst/>
            </a:prstGeom>
            <a:noFill/>
            <a:ln>
              <a:noFill/>
            </a:ln>
          </p:spPr>
        </p:pic>
        <p:pic>
          <p:nvPicPr>
            <p:cNvPr id="90" name="Google Shape;1323;p8"/>
            <p:cNvPicPr preferRelativeResize="0"/>
            <p:nvPr/>
          </p:nvPicPr>
          <p:blipFill rotWithShape="1">
            <a:blip r:embed="rId27">
              <a:alphaModFix/>
            </a:blip>
            <a:srcRect/>
            <a:stretch/>
          </p:blipFill>
          <p:spPr>
            <a:xfrm>
              <a:off x="15915893" y="1250937"/>
              <a:ext cx="9015" cy="7848"/>
            </a:xfrm>
            <a:prstGeom prst="rect">
              <a:avLst/>
            </a:prstGeom>
            <a:noFill/>
            <a:ln>
              <a:noFill/>
            </a:ln>
          </p:spPr>
        </p:pic>
        <p:pic>
          <p:nvPicPr>
            <p:cNvPr id="91" name="Google Shape;1324;p8"/>
            <p:cNvPicPr preferRelativeResize="0"/>
            <p:nvPr/>
          </p:nvPicPr>
          <p:blipFill rotWithShape="1">
            <a:blip r:embed="rId21">
              <a:alphaModFix/>
            </a:blip>
            <a:srcRect/>
            <a:stretch/>
          </p:blipFill>
          <p:spPr>
            <a:xfrm>
              <a:off x="15707867" y="1418907"/>
              <a:ext cx="2158" cy="1447"/>
            </a:xfrm>
            <a:prstGeom prst="rect">
              <a:avLst/>
            </a:prstGeom>
            <a:noFill/>
            <a:ln>
              <a:noFill/>
            </a:ln>
          </p:spPr>
        </p:pic>
        <p:pic>
          <p:nvPicPr>
            <p:cNvPr id="92" name="Google Shape;1325;p8"/>
            <p:cNvPicPr preferRelativeResize="0"/>
            <p:nvPr/>
          </p:nvPicPr>
          <p:blipFill rotWithShape="1">
            <a:blip r:embed="rId21">
              <a:alphaModFix/>
            </a:blip>
            <a:srcRect/>
            <a:stretch/>
          </p:blipFill>
          <p:spPr>
            <a:xfrm>
              <a:off x="15725646" y="1400136"/>
              <a:ext cx="1143" cy="1270"/>
            </a:xfrm>
            <a:prstGeom prst="rect">
              <a:avLst/>
            </a:prstGeom>
            <a:noFill/>
            <a:ln>
              <a:noFill/>
            </a:ln>
          </p:spPr>
        </p:pic>
        <p:pic>
          <p:nvPicPr>
            <p:cNvPr id="93" name="Google Shape;1326;p8"/>
            <p:cNvPicPr preferRelativeResize="0"/>
            <p:nvPr/>
          </p:nvPicPr>
          <p:blipFill rotWithShape="1">
            <a:blip r:embed="rId54">
              <a:alphaModFix/>
            </a:blip>
            <a:srcRect/>
            <a:stretch/>
          </p:blipFill>
          <p:spPr>
            <a:xfrm>
              <a:off x="15939135" y="1190776"/>
              <a:ext cx="30605" cy="35116"/>
            </a:xfrm>
            <a:prstGeom prst="rect">
              <a:avLst/>
            </a:prstGeom>
            <a:noFill/>
            <a:ln>
              <a:noFill/>
            </a:ln>
          </p:spPr>
        </p:pic>
        <p:pic>
          <p:nvPicPr>
            <p:cNvPr id="94" name="Google Shape;1327;p8"/>
            <p:cNvPicPr preferRelativeResize="0"/>
            <p:nvPr/>
          </p:nvPicPr>
          <p:blipFill rotWithShape="1">
            <a:blip r:embed="rId21">
              <a:alphaModFix/>
            </a:blip>
            <a:srcRect/>
            <a:stretch/>
          </p:blipFill>
          <p:spPr>
            <a:xfrm>
              <a:off x="15655289" y="1498752"/>
              <a:ext cx="5080" cy="8280"/>
            </a:xfrm>
            <a:prstGeom prst="rect">
              <a:avLst/>
            </a:prstGeom>
            <a:noFill/>
            <a:ln>
              <a:noFill/>
            </a:ln>
          </p:spPr>
        </p:pic>
        <p:pic>
          <p:nvPicPr>
            <p:cNvPr id="95" name="Google Shape;1328;p8"/>
            <p:cNvPicPr preferRelativeResize="0"/>
            <p:nvPr/>
          </p:nvPicPr>
          <p:blipFill rotWithShape="1">
            <a:blip r:embed="rId27">
              <a:alphaModFix/>
            </a:blip>
            <a:srcRect/>
            <a:stretch/>
          </p:blipFill>
          <p:spPr>
            <a:xfrm>
              <a:off x="15684769" y="1425714"/>
              <a:ext cx="5954" cy="2634"/>
            </a:xfrm>
            <a:prstGeom prst="rect">
              <a:avLst/>
            </a:prstGeom>
            <a:noFill/>
            <a:ln>
              <a:noFill/>
            </a:ln>
          </p:spPr>
        </p:pic>
        <p:pic>
          <p:nvPicPr>
            <p:cNvPr id="96" name="Google Shape;1329;p8"/>
            <p:cNvPicPr preferRelativeResize="0"/>
            <p:nvPr/>
          </p:nvPicPr>
          <p:blipFill rotWithShape="1">
            <a:blip r:embed="rId55">
              <a:alphaModFix/>
            </a:blip>
            <a:srcRect/>
            <a:stretch/>
          </p:blipFill>
          <p:spPr>
            <a:xfrm>
              <a:off x="15656433" y="1444090"/>
              <a:ext cx="39496" cy="47867"/>
            </a:xfrm>
            <a:prstGeom prst="rect">
              <a:avLst/>
            </a:prstGeom>
            <a:noFill/>
            <a:ln>
              <a:noFill/>
            </a:ln>
          </p:spPr>
        </p:pic>
        <p:pic>
          <p:nvPicPr>
            <p:cNvPr id="97" name="Google Shape;1330;p8"/>
            <p:cNvPicPr preferRelativeResize="0"/>
            <p:nvPr/>
          </p:nvPicPr>
          <p:blipFill rotWithShape="1">
            <a:blip r:embed="rId56">
              <a:alphaModFix/>
            </a:blip>
            <a:srcRect/>
            <a:stretch/>
          </p:blipFill>
          <p:spPr>
            <a:xfrm>
              <a:off x="15668877" y="1477454"/>
              <a:ext cx="17778" cy="6591"/>
            </a:xfrm>
            <a:prstGeom prst="rect">
              <a:avLst/>
            </a:prstGeom>
            <a:noFill/>
            <a:ln>
              <a:noFill/>
            </a:ln>
          </p:spPr>
        </p:pic>
        <p:pic>
          <p:nvPicPr>
            <p:cNvPr id="98" name="Google Shape;1331;p8"/>
            <p:cNvPicPr preferRelativeResize="0"/>
            <p:nvPr/>
          </p:nvPicPr>
          <p:blipFill rotWithShape="1">
            <a:blip r:embed="rId27">
              <a:alphaModFix/>
            </a:blip>
            <a:srcRect/>
            <a:stretch/>
          </p:blipFill>
          <p:spPr>
            <a:xfrm>
              <a:off x="15680053" y="1459573"/>
              <a:ext cx="8765" cy="4280"/>
            </a:xfrm>
            <a:prstGeom prst="rect">
              <a:avLst/>
            </a:prstGeom>
            <a:noFill/>
            <a:ln>
              <a:noFill/>
            </a:ln>
          </p:spPr>
        </p:pic>
        <p:pic>
          <p:nvPicPr>
            <p:cNvPr id="99" name="Google Shape;1332;p8"/>
            <p:cNvPicPr preferRelativeResize="0"/>
            <p:nvPr/>
          </p:nvPicPr>
          <p:blipFill rotWithShape="1">
            <a:blip r:embed="rId30">
              <a:alphaModFix/>
            </a:blip>
            <a:srcRect/>
            <a:stretch/>
          </p:blipFill>
          <p:spPr>
            <a:xfrm>
              <a:off x="15669387" y="1490953"/>
              <a:ext cx="381" cy="520"/>
            </a:xfrm>
            <a:prstGeom prst="rect">
              <a:avLst/>
            </a:prstGeom>
            <a:noFill/>
            <a:ln>
              <a:noFill/>
            </a:ln>
          </p:spPr>
        </p:pic>
        <p:pic>
          <p:nvPicPr>
            <p:cNvPr id="100" name="Google Shape;1333;p8"/>
            <p:cNvPicPr preferRelativeResize="0"/>
            <p:nvPr/>
          </p:nvPicPr>
          <p:blipFill rotWithShape="1">
            <a:blip r:embed="rId27">
              <a:alphaModFix/>
            </a:blip>
            <a:srcRect/>
            <a:stretch/>
          </p:blipFill>
          <p:spPr>
            <a:xfrm>
              <a:off x="15651605" y="1493126"/>
              <a:ext cx="5842" cy="4965"/>
            </a:xfrm>
            <a:prstGeom prst="rect">
              <a:avLst/>
            </a:prstGeom>
            <a:noFill/>
            <a:ln>
              <a:noFill/>
            </a:ln>
          </p:spPr>
        </p:pic>
        <p:pic>
          <p:nvPicPr>
            <p:cNvPr id="101" name="Google Shape;1334;p8"/>
            <p:cNvPicPr preferRelativeResize="0"/>
            <p:nvPr/>
          </p:nvPicPr>
          <p:blipFill rotWithShape="1">
            <a:blip r:embed="rId27">
              <a:alphaModFix/>
            </a:blip>
            <a:srcRect/>
            <a:stretch/>
          </p:blipFill>
          <p:spPr>
            <a:xfrm>
              <a:off x="15631794" y="1498498"/>
              <a:ext cx="6730" cy="3238"/>
            </a:xfrm>
            <a:prstGeom prst="rect">
              <a:avLst/>
            </a:prstGeom>
            <a:noFill/>
            <a:ln>
              <a:noFill/>
            </a:ln>
          </p:spPr>
        </p:pic>
        <p:pic>
          <p:nvPicPr>
            <p:cNvPr id="102" name="Google Shape;1335;p8"/>
            <p:cNvPicPr preferRelativeResize="0"/>
            <p:nvPr/>
          </p:nvPicPr>
          <p:blipFill rotWithShape="1">
            <a:blip r:embed="rId21">
              <a:alphaModFix/>
            </a:blip>
            <a:srcRect/>
            <a:stretch/>
          </p:blipFill>
          <p:spPr>
            <a:xfrm>
              <a:off x="15664186" y="1472108"/>
              <a:ext cx="1771" cy="2095"/>
            </a:xfrm>
            <a:prstGeom prst="rect">
              <a:avLst/>
            </a:prstGeom>
            <a:noFill/>
            <a:ln>
              <a:noFill/>
            </a:ln>
          </p:spPr>
        </p:pic>
        <p:pic>
          <p:nvPicPr>
            <p:cNvPr id="103" name="Google Shape;1336;p8"/>
            <p:cNvPicPr preferRelativeResize="0"/>
            <p:nvPr/>
          </p:nvPicPr>
          <p:blipFill rotWithShape="1">
            <a:blip r:embed="rId35">
              <a:alphaModFix/>
            </a:blip>
            <a:srcRect/>
            <a:stretch/>
          </p:blipFill>
          <p:spPr>
            <a:xfrm>
              <a:off x="15706090" y="1456893"/>
              <a:ext cx="506" cy="1969"/>
            </a:xfrm>
            <a:prstGeom prst="rect">
              <a:avLst/>
            </a:prstGeom>
            <a:noFill/>
            <a:ln>
              <a:noFill/>
            </a:ln>
          </p:spPr>
        </p:pic>
        <p:pic>
          <p:nvPicPr>
            <p:cNvPr id="104" name="Google Shape;1337;p8"/>
            <p:cNvPicPr preferRelativeResize="0"/>
            <p:nvPr/>
          </p:nvPicPr>
          <p:blipFill rotWithShape="1">
            <a:blip r:embed="rId31">
              <a:alphaModFix/>
            </a:blip>
            <a:srcRect/>
            <a:stretch/>
          </p:blipFill>
          <p:spPr>
            <a:xfrm>
              <a:off x="15656941" y="1470773"/>
              <a:ext cx="17016" cy="21108"/>
            </a:xfrm>
            <a:prstGeom prst="rect">
              <a:avLst/>
            </a:prstGeom>
            <a:noFill/>
            <a:ln>
              <a:noFill/>
            </a:ln>
          </p:spPr>
        </p:pic>
        <p:pic>
          <p:nvPicPr>
            <p:cNvPr id="105" name="Google Shape;1338;p8"/>
            <p:cNvPicPr preferRelativeResize="0"/>
            <p:nvPr/>
          </p:nvPicPr>
          <p:blipFill rotWithShape="1">
            <a:blip r:embed="rId21">
              <a:alphaModFix/>
            </a:blip>
            <a:srcRect/>
            <a:stretch/>
          </p:blipFill>
          <p:spPr>
            <a:xfrm>
              <a:off x="15715488" y="1411998"/>
              <a:ext cx="381" cy="431"/>
            </a:xfrm>
            <a:prstGeom prst="rect">
              <a:avLst/>
            </a:prstGeom>
            <a:noFill/>
            <a:ln>
              <a:noFill/>
            </a:ln>
          </p:spPr>
        </p:pic>
        <p:pic>
          <p:nvPicPr>
            <p:cNvPr id="106" name="Google Shape;1339;p8"/>
            <p:cNvPicPr preferRelativeResize="0"/>
            <p:nvPr/>
          </p:nvPicPr>
          <p:blipFill rotWithShape="1">
            <a:blip r:embed="rId21">
              <a:alphaModFix/>
            </a:blip>
            <a:srcRect/>
            <a:stretch/>
          </p:blipFill>
          <p:spPr>
            <a:xfrm>
              <a:off x="15712058" y="1431912"/>
              <a:ext cx="2412" cy="2946"/>
            </a:xfrm>
            <a:prstGeom prst="rect">
              <a:avLst/>
            </a:prstGeom>
            <a:noFill/>
            <a:ln>
              <a:noFill/>
            </a:ln>
          </p:spPr>
        </p:pic>
        <p:pic>
          <p:nvPicPr>
            <p:cNvPr id="107" name="Google Shape;1340;p8"/>
            <p:cNvPicPr preferRelativeResize="0"/>
            <p:nvPr/>
          </p:nvPicPr>
          <p:blipFill rotWithShape="1">
            <a:blip r:embed="rId21">
              <a:alphaModFix/>
            </a:blip>
            <a:srcRect/>
            <a:stretch/>
          </p:blipFill>
          <p:spPr>
            <a:xfrm>
              <a:off x="15675229" y="1439290"/>
              <a:ext cx="4826" cy="4927"/>
            </a:xfrm>
            <a:prstGeom prst="rect">
              <a:avLst/>
            </a:prstGeom>
            <a:noFill/>
            <a:ln>
              <a:noFill/>
            </a:ln>
          </p:spPr>
        </p:pic>
        <p:pic>
          <p:nvPicPr>
            <p:cNvPr id="108" name="Google Shape;1341;p8"/>
            <p:cNvPicPr preferRelativeResize="0"/>
            <p:nvPr/>
          </p:nvPicPr>
          <p:blipFill rotWithShape="1">
            <a:blip r:embed="rId31">
              <a:alphaModFix/>
            </a:blip>
            <a:srcRect/>
            <a:stretch/>
          </p:blipFill>
          <p:spPr>
            <a:xfrm>
              <a:off x="15721076" y="1371777"/>
              <a:ext cx="13462" cy="20748"/>
            </a:xfrm>
            <a:prstGeom prst="rect">
              <a:avLst/>
            </a:prstGeom>
            <a:noFill/>
            <a:ln>
              <a:noFill/>
            </a:ln>
          </p:spPr>
        </p:pic>
        <p:pic>
          <p:nvPicPr>
            <p:cNvPr id="109" name="Google Shape;1342;p8"/>
            <p:cNvPicPr preferRelativeResize="0"/>
            <p:nvPr/>
          </p:nvPicPr>
          <p:blipFill rotWithShape="1">
            <a:blip r:embed="rId30">
              <a:alphaModFix/>
            </a:blip>
            <a:srcRect/>
            <a:stretch/>
          </p:blipFill>
          <p:spPr>
            <a:xfrm>
              <a:off x="15649829" y="1507413"/>
              <a:ext cx="380" cy="431"/>
            </a:xfrm>
            <a:prstGeom prst="rect">
              <a:avLst/>
            </a:prstGeom>
            <a:noFill/>
            <a:ln>
              <a:noFill/>
            </a:ln>
          </p:spPr>
        </p:pic>
        <p:pic>
          <p:nvPicPr>
            <p:cNvPr id="110" name="Google Shape;1343;p8"/>
            <p:cNvPicPr preferRelativeResize="0"/>
            <p:nvPr/>
          </p:nvPicPr>
          <p:blipFill rotWithShape="1">
            <a:blip r:embed="rId57">
              <a:alphaModFix/>
            </a:blip>
            <a:srcRect/>
            <a:stretch/>
          </p:blipFill>
          <p:spPr>
            <a:xfrm>
              <a:off x="15643097" y="1430008"/>
              <a:ext cx="72643" cy="68173"/>
            </a:xfrm>
            <a:prstGeom prst="rect">
              <a:avLst/>
            </a:prstGeom>
            <a:noFill/>
            <a:ln>
              <a:noFill/>
            </a:ln>
          </p:spPr>
        </p:pic>
        <p:pic>
          <p:nvPicPr>
            <p:cNvPr id="111" name="Google Shape;1344;p8"/>
            <p:cNvPicPr preferRelativeResize="0"/>
            <p:nvPr/>
          </p:nvPicPr>
          <p:blipFill rotWithShape="1">
            <a:blip r:embed="rId58">
              <a:alphaModFix/>
            </a:blip>
            <a:srcRect/>
            <a:stretch/>
          </p:blipFill>
          <p:spPr>
            <a:xfrm>
              <a:off x="15646147" y="1421586"/>
              <a:ext cx="64895" cy="73330"/>
            </a:xfrm>
            <a:prstGeom prst="rect">
              <a:avLst/>
            </a:prstGeom>
            <a:noFill/>
            <a:ln>
              <a:noFill/>
            </a:ln>
          </p:spPr>
        </p:pic>
        <p:pic>
          <p:nvPicPr>
            <p:cNvPr id="112" name="Google Shape;1345;p8"/>
            <p:cNvPicPr preferRelativeResize="0"/>
            <p:nvPr/>
          </p:nvPicPr>
          <p:blipFill rotWithShape="1">
            <a:blip r:embed="rId21">
              <a:alphaModFix/>
            </a:blip>
            <a:srcRect/>
            <a:stretch/>
          </p:blipFill>
          <p:spPr>
            <a:xfrm>
              <a:off x="15847440" y="1259954"/>
              <a:ext cx="507" cy="431"/>
            </a:xfrm>
            <a:prstGeom prst="rect">
              <a:avLst/>
            </a:prstGeom>
            <a:noFill/>
            <a:ln>
              <a:noFill/>
            </a:ln>
          </p:spPr>
        </p:pic>
        <p:pic>
          <p:nvPicPr>
            <p:cNvPr id="113" name="Google Shape;1346;p8"/>
            <p:cNvPicPr preferRelativeResize="0"/>
            <p:nvPr/>
          </p:nvPicPr>
          <p:blipFill rotWithShape="1">
            <a:blip r:embed="rId59">
              <a:alphaModFix/>
            </a:blip>
            <a:srcRect/>
            <a:stretch/>
          </p:blipFill>
          <p:spPr>
            <a:xfrm>
              <a:off x="15862679" y="1222285"/>
              <a:ext cx="26417" cy="27127"/>
            </a:xfrm>
            <a:prstGeom prst="rect">
              <a:avLst/>
            </a:prstGeom>
            <a:noFill/>
            <a:ln>
              <a:noFill/>
            </a:ln>
          </p:spPr>
        </p:pic>
        <p:pic>
          <p:nvPicPr>
            <p:cNvPr id="114" name="Google Shape;1347;p8"/>
            <p:cNvPicPr preferRelativeResize="0"/>
            <p:nvPr/>
          </p:nvPicPr>
          <p:blipFill rotWithShape="1">
            <a:blip r:embed="rId39">
              <a:alphaModFix/>
            </a:blip>
            <a:srcRect/>
            <a:stretch/>
          </p:blipFill>
          <p:spPr>
            <a:xfrm>
              <a:off x="15671037" y="1452867"/>
              <a:ext cx="13716" cy="10439"/>
            </a:xfrm>
            <a:prstGeom prst="rect">
              <a:avLst/>
            </a:prstGeom>
            <a:noFill/>
            <a:ln>
              <a:noFill/>
            </a:ln>
          </p:spPr>
        </p:pic>
        <p:pic>
          <p:nvPicPr>
            <p:cNvPr id="115" name="Google Shape;1348;p8"/>
            <p:cNvPicPr preferRelativeResize="0"/>
            <p:nvPr/>
          </p:nvPicPr>
          <p:blipFill rotWithShape="1">
            <a:blip r:embed="rId21">
              <a:alphaModFix/>
            </a:blip>
            <a:srcRect/>
            <a:stretch/>
          </p:blipFill>
          <p:spPr>
            <a:xfrm>
              <a:off x="15720694" y="1412227"/>
              <a:ext cx="380" cy="406"/>
            </a:xfrm>
            <a:prstGeom prst="rect">
              <a:avLst/>
            </a:prstGeom>
            <a:noFill/>
            <a:ln>
              <a:noFill/>
            </a:ln>
          </p:spPr>
        </p:pic>
        <p:pic>
          <p:nvPicPr>
            <p:cNvPr id="116" name="Google Shape;1349;p8"/>
            <p:cNvPicPr preferRelativeResize="0"/>
            <p:nvPr/>
          </p:nvPicPr>
          <p:blipFill rotWithShape="1">
            <a:blip r:embed="rId39">
              <a:alphaModFix/>
            </a:blip>
            <a:srcRect/>
            <a:stretch/>
          </p:blipFill>
          <p:spPr>
            <a:xfrm>
              <a:off x="15703041" y="1453451"/>
              <a:ext cx="6813" cy="8280"/>
            </a:xfrm>
            <a:prstGeom prst="rect">
              <a:avLst/>
            </a:prstGeom>
            <a:noFill/>
            <a:ln>
              <a:noFill/>
            </a:ln>
          </p:spPr>
        </p:pic>
        <p:pic>
          <p:nvPicPr>
            <p:cNvPr id="117" name="Google Shape;1350;p8"/>
            <p:cNvPicPr preferRelativeResize="0"/>
            <p:nvPr/>
          </p:nvPicPr>
          <p:blipFill rotWithShape="1">
            <a:blip r:embed="rId21">
              <a:alphaModFix/>
            </a:blip>
            <a:srcRect/>
            <a:stretch/>
          </p:blipFill>
          <p:spPr>
            <a:xfrm>
              <a:off x="15743428" y="1388706"/>
              <a:ext cx="1779" cy="1498"/>
            </a:xfrm>
            <a:prstGeom prst="rect">
              <a:avLst/>
            </a:prstGeom>
            <a:noFill/>
            <a:ln>
              <a:noFill/>
            </a:ln>
          </p:spPr>
        </p:pic>
        <p:pic>
          <p:nvPicPr>
            <p:cNvPr id="118" name="Google Shape;1351;p8"/>
            <p:cNvPicPr preferRelativeResize="0"/>
            <p:nvPr/>
          </p:nvPicPr>
          <p:blipFill rotWithShape="1">
            <a:blip r:embed="rId21">
              <a:alphaModFix/>
            </a:blip>
            <a:srcRect/>
            <a:stretch/>
          </p:blipFill>
          <p:spPr>
            <a:xfrm>
              <a:off x="15921353" y="1232230"/>
              <a:ext cx="253" cy="241"/>
            </a:xfrm>
            <a:prstGeom prst="rect">
              <a:avLst/>
            </a:prstGeom>
            <a:noFill/>
            <a:ln>
              <a:noFill/>
            </a:ln>
          </p:spPr>
        </p:pic>
      </p:grpSp>
      <p:pic>
        <p:nvPicPr>
          <p:cNvPr id="119"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rotWithShape="1">
          <a:blip r:embed="rId60">
            <a:extLst>
              <a:ext uri="{28A0092B-C50C-407E-A947-70E740481C1C}">
                <a14:useLocalDpi xmlns:a14="http://schemas.microsoft.com/office/drawing/2010/main" val="0"/>
              </a:ext>
            </a:extLst>
          </a:blip>
          <a:srcRect b="77211"/>
          <a:stretch/>
        </p:blipFill>
        <p:spPr bwMode="auto">
          <a:xfrm rot="5400000">
            <a:off x="8450383" y="3074090"/>
            <a:ext cx="6733736" cy="7494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pic>
        <p:nvPicPr>
          <p:cNvPr id="669" name="Google Shape;669;p41"/>
          <p:cNvPicPr preferRelativeResize="0"/>
          <p:nvPr/>
        </p:nvPicPr>
        <p:blipFill rotWithShape="1">
          <a:blip r:embed="rId3">
            <a:alphaModFix/>
          </a:blip>
          <a:srcRect/>
          <a:stretch/>
        </p:blipFill>
        <p:spPr>
          <a:xfrm>
            <a:off x="946626" y="841705"/>
            <a:ext cx="10298742" cy="5790215"/>
          </a:xfrm>
          <a:prstGeom prst="rect">
            <a:avLst/>
          </a:prstGeom>
          <a:noFill/>
          <a:ln>
            <a:noFill/>
          </a:ln>
          <a:effectLst>
            <a:outerShdw blurRad="101600" dist="50800" sx="101000" sy="101000" algn="ctr" rotWithShape="0">
              <a:srgbClr val="7F7F7F">
                <a:alpha val="20000"/>
              </a:srgbClr>
            </a:outerShdw>
          </a:effectLst>
        </p:spPr>
      </p:pic>
      <p:sp>
        <p:nvSpPr>
          <p:cNvPr id="670" name="Google Shape;670;p41"/>
          <p:cNvSpPr/>
          <p:nvPr/>
        </p:nvSpPr>
        <p:spPr>
          <a:xfrm>
            <a:off x="2179299" y="5902882"/>
            <a:ext cx="714509" cy="419549"/>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1" name="Google Shape;671;p41"/>
          <p:cNvSpPr/>
          <p:nvPr/>
        </p:nvSpPr>
        <p:spPr>
          <a:xfrm>
            <a:off x="2277910" y="4527696"/>
            <a:ext cx="2487728" cy="419549"/>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72" name="Google Shape;672;p41">
            <a:hlinkClick r:id="rId4"/>
          </p:cNvPr>
          <p:cNvPicPr preferRelativeResize="0"/>
          <p:nvPr/>
        </p:nvPicPr>
        <p:blipFill rotWithShape="1">
          <a:blip r:embed="rId5">
            <a:alphaModFix/>
          </a:blip>
          <a:srcRect/>
          <a:stretch/>
        </p:blipFill>
        <p:spPr>
          <a:xfrm>
            <a:off x="3808491" y="4737470"/>
            <a:ext cx="526842" cy="526842"/>
          </a:xfrm>
          <a:prstGeom prst="rect">
            <a:avLst/>
          </a:prstGeom>
          <a:noFill/>
          <a:ln>
            <a:noFill/>
          </a:ln>
        </p:spPr>
      </p:pic>
      <p:pic>
        <p:nvPicPr>
          <p:cNvPr id="6"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rotWithShape="1">
          <a:blip r:embed="rId6">
            <a:extLst>
              <a:ext uri="{28A0092B-C50C-407E-A947-70E740481C1C}">
                <a14:useLocalDpi xmlns:a14="http://schemas.microsoft.com/office/drawing/2010/main" val="0"/>
              </a:ext>
            </a:extLst>
          </a:blip>
          <a:srcRect b="77211"/>
          <a:stretch/>
        </p:blipFill>
        <p:spPr bwMode="auto">
          <a:xfrm rot="5400000">
            <a:off x="8450383" y="3074090"/>
            <a:ext cx="6733736" cy="749498"/>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oogle Shape;1238;p8"/>
          <p:cNvGrpSpPr/>
          <p:nvPr/>
        </p:nvGrpSpPr>
        <p:grpSpPr>
          <a:xfrm>
            <a:off x="126679" y="81971"/>
            <a:ext cx="1414810" cy="548223"/>
            <a:chOff x="14201902" y="621652"/>
            <a:chExt cx="2318892" cy="951953"/>
          </a:xfrm>
        </p:grpSpPr>
        <p:pic>
          <p:nvPicPr>
            <p:cNvPr id="8" name="Google Shape;1240;p8"/>
            <p:cNvPicPr preferRelativeResize="0"/>
            <p:nvPr/>
          </p:nvPicPr>
          <p:blipFill rotWithShape="1">
            <a:blip r:embed="rId7">
              <a:alphaModFix/>
            </a:blip>
            <a:srcRect/>
            <a:stretch/>
          </p:blipFill>
          <p:spPr>
            <a:xfrm>
              <a:off x="14496301" y="621652"/>
              <a:ext cx="381832" cy="226865"/>
            </a:xfrm>
            <a:prstGeom prst="rect">
              <a:avLst/>
            </a:prstGeom>
            <a:noFill/>
            <a:ln>
              <a:noFill/>
            </a:ln>
          </p:spPr>
        </p:pic>
        <p:sp>
          <p:nvSpPr>
            <p:cNvPr id="9" name="Google Shape;1241;p8"/>
            <p:cNvSpPr/>
            <p:nvPr/>
          </p:nvSpPr>
          <p:spPr>
            <a:xfrm>
              <a:off x="14410042" y="884923"/>
              <a:ext cx="289560" cy="247650"/>
            </a:xfrm>
            <a:custGeom>
              <a:avLst/>
              <a:gdLst/>
              <a:ahLst/>
              <a:cxnLst/>
              <a:rect l="l" t="t" r="r" b="b"/>
              <a:pathLst>
                <a:path w="289559" h="247650" extrusionOk="0">
                  <a:moveTo>
                    <a:pt x="255943" y="0"/>
                  </a:moveTo>
                  <a:lnTo>
                    <a:pt x="240766" y="0"/>
                  </a:lnTo>
                  <a:lnTo>
                    <a:pt x="236550" y="2806"/>
                  </a:lnTo>
                  <a:lnTo>
                    <a:pt x="144741" y="191325"/>
                  </a:lnTo>
                  <a:lnTo>
                    <a:pt x="52603" y="2806"/>
                  </a:lnTo>
                  <a:lnTo>
                    <a:pt x="48374" y="0"/>
                  </a:lnTo>
                  <a:lnTo>
                    <a:pt x="33197" y="0"/>
                  </a:lnTo>
                  <a:lnTo>
                    <a:pt x="28257" y="5981"/>
                  </a:lnTo>
                  <a:lnTo>
                    <a:pt x="0" y="240411"/>
                  </a:lnTo>
                  <a:lnTo>
                    <a:pt x="4216" y="246062"/>
                  </a:lnTo>
                  <a:lnTo>
                    <a:pt x="17297" y="247472"/>
                  </a:lnTo>
                  <a:lnTo>
                    <a:pt x="22580" y="242887"/>
                  </a:lnTo>
                  <a:lnTo>
                    <a:pt x="46964" y="43421"/>
                  </a:lnTo>
                  <a:lnTo>
                    <a:pt x="129209" y="210045"/>
                  </a:lnTo>
                  <a:lnTo>
                    <a:pt x="131673" y="215353"/>
                  </a:lnTo>
                  <a:lnTo>
                    <a:pt x="136283" y="222402"/>
                  </a:lnTo>
                  <a:lnTo>
                    <a:pt x="153212" y="222402"/>
                  </a:lnTo>
                  <a:lnTo>
                    <a:pt x="157810" y="215353"/>
                  </a:lnTo>
                  <a:lnTo>
                    <a:pt x="242176" y="43421"/>
                  </a:lnTo>
                  <a:lnTo>
                    <a:pt x="266522" y="242887"/>
                  </a:lnTo>
                  <a:lnTo>
                    <a:pt x="271843" y="247472"/>
                  </a:lnTo>
                  <a:lnTo>
                    <a:pt x="284899" y="246062"/>
                  </a:lnTo>
                  <a:lnTo>
                    <a:pt x="289128" y="240411"/>
                  </a:lnTo>
                  <a:lnTo>
                    <a:pt x="288429" y="233705"/>
                  </a:lnTo>
                  <a:lnTo>
                    <a:pt x="260896" y="5981"/>
                  </a:lnTo>
                  <a:lnTo>
                    <a:pt x="255943"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0" name="Google Shape;1242;p8"/>
            <p:cNvPicPr preferRelativeResize="0"/>
            <p:nvPr/>
          </p:nvPicPr>
          <p:blipFill rotWithShape="1">
            <a:blip r:embed="rId8">
              <a:alphaModFix/>
            </a:blip>
            <a:srcRect/>
            <a:stretch/>
          </p:blipFill>
          <p:spPr>
            <a:xfrm>
              <a:off x="14755824" y="884923"/>
              <a:ext cx="172262" cy="248538"/>
            </a:xfrm>
            <a:prstGeom prst="rect">
              <a:avLst/>
            </a:prstGeom>
            <a:noFill/>
            <a:ln>
              <a:noFill/>
            </a:ln>
          </p:spPr>
        </p:pic>
        <p:pic>
          <p:nvPicPr>
            <p:cNvPr id="11" name="Google Shape;1243;p8"/>
            <p:cNvPicPr preferRelativeResize="0"/>
            <p:nvPr/>
          </p:nvPicPr>
          <p:blipFill rotWithShape="1">
            <a:blip r:embed="rId9">
              <a:alphaModFix/>
            </a:blip>
            <a:srcRect/>
            <a:stretch/>
          </p:blipFill>
          <p:spPr>
            <a:xfrm>
              <a:off x="14995360" y="884910"/>
              <a:ext cx="296633" cy="246773"/>
            </a:xfrm>
            <a:prstGeom prst="rect">
              <a:avLst/>
            </a:prstGeom>
            <a:noFill/>
            <a:ln>
              <a:noFill/>
            </a:ln>
          </p:spPr>
        </p:pic>
        <p:sp>
          <p:nvSpPr>
            <p:cNvPr id="12" name="Google Shape;1244;p8"/>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3" name="Google Shape;1245;p8"/>
            <p:cNvPicPr preferRelativeResize="0"/>
            <p:nvPr/>
          </p:nvPicPr>
          <p:blipFill rotWithShape="1">
            <a:blip r:embed="rId10">
              <a:alphaModFix/>
            </a:blip>
            <a:srcRect/>
            <a:stretch/>
          </p:blipFill>
          <p:spPr>
            <a:xfrm>
              <a:off x="15426016" y="886663"/>
              <a:ext cx="163791" cy="245021"/>
            </a:xfrm>
            <a:prstGeom prst="rect">
              <a:avLst/>
            </a:prstGeom>
            <a:noFill/>
            <a:ln>
              <a:noFill/>
            </a:ln>
          </p:spPr>
        </p:pic>
        <p:pic>
          <p:nvPicPr>
            <p:cNvPr id="14" name="Google Shape;1246;p8"/>
            <p:cNvPicPr preferRelativeResize="0"/>
            <p:nvPr/>
          </p:nvPicPr>
          <p:blipFill rotWithShape="1">
            <a:blip r:embed="rId11">
              <a:alphaModFix/>
            </a:blip>
            <a:srcRect/>
            <a:stretch/>
          </p:blipFill>
          <p:spPr>
            <a:xfrm>
              <a:off x="15638234" y="884910"/>
              <a:ext cx="128130" cy="245008"/>
            </a:xfrm>
            <a:prstGeom prst="rect">
              <a:avLst/>
            </a:prstGeom>
            <a:noFill/>
            <a:ln>
              <a:noFill/>
            </a:ln>
          </p:spPr>
        </p:pic>
        <p:sp>
          <p:nvSpPr>
            <p:cNvPr id="15" name="Google Shape;1247;p8"/>
            <p:cNvSpPr/>
            <p:nvPr/>
          </p:nvSpPr>
          <p:spPr>
            <a:xfrm>
              <a:off x="15807512" y="884923"/>
              <a:ext cx="23495" cy="247015"/>
            </a:xfrm>
            <a:custGeom>
              <a:avLst/>
              <a:gdLst/>
              <a:ahLst/>
              <a:cxnLst/>
              <a:rect l="l" t="t" r="r" b="b"/>
              <a:pathLst>
                <a:path w="23494" h="247015" extrusionOk="0">
                  <a:moveTo>
                    <a:pt x="18338" y="0"/>
                  </a:moveTo>
                  <a:lnTo>
                    <a:pt x="4927" y="0"/>
                  </a:lnTo>
                  <a:lnTo>
                    <a:pt x="0" y="5283"/>
                  </a:lnTo>
                  <a:lnTo>
                    <a:pt x="0" y="241452"/>
                  </a:lnTo>
                  <a:lnTo>
                    <a:pt x="4927"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6" name="Google Shape;1248;p8"/>
            <p:cNvPicPr preferRelativeResize="0"/>
            <p:nvPr/>
          </p:nvPicPr>
          <p:blipFill rotWithShape="1">
            <a:blip r:embed="rId12">
              <a:alphaModFix/>
            </a:blip>
            <a:srcRect/>
            <a:stretch/>
          </p:blipFill>
          <p:spPr>
            <a:xfrm>
              <a:off x="15884842" y="883856"/>
              <a:ext cx="424116" cy="249605"/>
            </a:xfrm>
            <a:prstGeom prst="rect">
              <a:avLst/>
            </a:prstGeom>
            <a:noFill/>
            <a:ln>
              <a:noFill/>
            </a:ln>
          </p:spPr>
        </p:pic>
        <p:sp>
          <p:nvSpPr>
            <p:cNvPr id="17" name="Google Shape;1249;p8"/>
            <p:cNvSpPr/>
            <p:nvPr/>
          </p:nvSpPr>
          <p:spPr>
            <a:xfrm>
              <a:off x="1506874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66" y="40652"/>
                  </a:lnTo>
                  <a:lnTo>
                    <a:pt x="26466" y="125488"/>
                  </a:lnTo>
                  <a:lnTo>
                    <a:pt x="26114" y="133764"/>
                  </a:lnTo>
                  <a:lnTo>
                    <a:pt x="23985" y="141384"/>
                  </a:lnTo>
                  <a:lnTo>
                    <a:pt x="18896" y="146968"/>
                  </a:lnTo>
                  <a:lnTo>
                    <a:pt x="9664" y="149136"/>
                  </a:lnTo>
                  <a:lnTo>
                    <a:pt x="2628" y="149136"/>
                  </a:lnTo>
                  <a:lnTo>
                    <a:pt x="0" y="151599"/>
                  </a:lnTo>
                  <a:lnTo>
                    <a:pt x="0" y="157911"/>
                  </a:lnTo>
                  <a:lnTo>
                    <a:pt x="2628" y="160350"/>
                  </a:lnTo>
                  <a:lnTo>
                    <a:pt x="9664" y="160350"/>
                  </a:lnTo>
                  <a:lnTo>
                    <a:pt x="23186" y="157662"/>
                  </a:lnTo>
                  <a:lnTo>
                    <a:pt x="31934" y="150277"/>
                  </a:lnTo>
                  <a:lnTo>
                    <a:pt x="36643"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8" name="Google Shape;1250;p8"/>
            <p:cNvPicPr preferRelativeResize="0"/>
            <p:nvPr/>
          </p:nvPicPr>
          <p:blipFill rotWithShape="1">
            <a:blip r:embed="rId13">
              <a:alphaModFix/>
            </a:blip>
            <a:srcRect/>
            <a:stretch/>
          </p:blipFill>
          <p:spPr>
            <a:xfrm>
              <a:off x="15129420" y="1280883"/>
              <a:ext cx="267157" cy="122516"/>
            </a:xfrm>
            <a:prstGeom prst="rect">
              <a:avLst/>
            </a:prstGeom>
            <a:noFill/>
            <a:ln>
              <a:noFill/>
            </a:ln>
          </p:spPr>
        </p:pic>
        <p:pic>
          <p:nvPicPr>
            <p:cNvPr id="19" name="Google Shape;1251;p8"/>
            <p:cNvPicPr preferRelativeResize="0"/>
            <p:nvPr/>
          </p:nvPicPr>
          <p:blipFill rotWithShape="1">
            <a:blip r:embed="rId14">
              <a:alphaModFix/>
            </a:blip>
            <a:srcRect/>
            <a:stretch/>
          </p:blipFill>
          <p:spPr>
            <a:xfrm>
              <a:off x="15417545" y="1318018"/>
              <a:ext cx="70269" cy="84480"/>
            </a:xfrm>
            <a:prstGeom prst="rect">
              <a:avLst/>
            </a:prstGeom>
            <a:noFill/>
            <a:ln>
              <a:noFill/>
            </a:ln>
          </p:spPr>
        </p:pic>
        <p:pic>
          <p:nvPicPr>
            <p:cNvPr id="20" name="Google Shape;1252;p8"/>
            <p:cNvPicPr preferRelativeResize="0"/>
            <p:nvPr/>
          </p:nvPicPr>
          <p:blipFill rotWithShape="1">
            <a:blip r:embed="rId15">
              <a:alphaModFix/>
            </a:blip>
            <a:srcRect/>
            <a:stretch/>
          </p:blipFill>
          <p:spPr>
            <a:xfrm>
              <a:off x="15509772" y="1318018"/>
              <a:ext cx="154457" cy="85382"/>
            </a:xfrm>
            <a:prstGeom prst="rect">
              <a:avLst/>
            </a:prstGeom>
            <a:noFill/>
            <a:ln>
              <a:noFill/>
            </a:ln>
          </p:spPr>
        </p:pic>
        <p:sp>
          <p:nvSpPr>
            <p:cNvPr id="21" name="Google Shape;1253;p8"/>
            <p:cNvSpPr/>
            <p:nvPr/>
          </p:nvSpPr>
          <p:spPr>
            <a:xfrm>
              <a:off x="1591545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43" y="38023"/>
                  </a:lnTo>
                  <a:lnTo>
                    <a:pt x="26479" y="40652"/>
                  </a:lnTo>
                  <a:lnTo>
                    <a:pt x="26479" y="125488"/>
                  </a:lnTo>
                  <a:lnTo>
                    <a:pt x="26119" y="133764"/>
                  </a:lnTo>
                  <a:lnTo>
                    <a:pt x="23983" y="141384"/>
                  </a:lnTo>
                  <a:lnTo>
                    <a:pt x="18885" y="146968"/>
                  </a:lnTo>
                  <a:lnTo>
                    <a:pt x="9639" y="149136"/>
                  </a:lnTo>
                  <a:lnTo>
                    <a:pt x="2628" y="149136"/>
                  </a:lnTo>
                  <a:lnTo>
                    <a:pt x="0" y="151599"/>
                  </a:lnTo>
                  <a:lnTo>
                    <a:pt x="0" y="157911"/>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2" name="Google Shape;1254;p8"/>
            <p:cNvPicPr preferRelativeResize="0"/>
            <p:nvPr/>
          </p:nvPicPr>
          <p:blipFill rotWithShape="1">
            <a:blip r:embed="rId16">
              <a:alphaModFix/>
            </a:blip>
            <a:srcRect/>
            <a:stretch/>
          </p:blipFill>
          <p:spPr>
            <a:xfrm>
              <a:off x="15976003" y="1280883"/>
              <a:ext cx="267157" cy="122516"/>
            </a:xfrm>
            <a:prstGeom prst="rect">
              <a:avLst/>
            </a:prstGeom>
            <a:noFill/>
            <a:ln>
              <a:noFill/>
            </a:ln>
          </p:spPr>
        </p:pic>
        <p:pic>
          <p:nvPicPr>
            <p:cNvPr id="23" name="Google Shape;1255;p8"/>
            <p:cNvPicPr preferRelativeResize="0"/>
            <p:nvPr/>
          </p:nvPicPr>
          <p:blipFill rotWithShape="1">
            <a:blip r:embed="rId17">
              <a:alphaModFix/>
            </a:blip>
            <a:srcRect/>
            <a:stretch/>
          </p:blipFill>
          <p:spPr>
            <a:xfrm>
              <a:off x="16264228" y="1318018"/>
              <a:ext cx="70294" cy="84480"/>
            </a:xfrm>
            <a:prstGeom prst="rect">
              <a:avLst/>
            </a:prstGeom>
            <a:noFill/>
            <a:ln>
              <a:noFill/>
            </a:ln>
          </p:spPr>
        </p:pic>
        <p:pic>
          <p:nvPicPr>
            <p:cNvPr id="24" name="Google Shape;1256;p8"/>
            <p:cNvPicPr preferRelativeResize="0"/>
            <p:nvPr/>
          </p:nvPicPr>
          <p:blipFill rotWithShape="1">
            <a:blip r:embed="rId18">
              <a:alphaModFix/>
            </a:blip>
            <a:srcRect/>
            <a:stretch/>
          </p:blipFill>
          <p:spPr>
            <a:xfrm>
              <a:off x="16356482" y="1318018"/>
              <a:ext cx="154457" cy="85382"/>
            </a:xfrm>
            <a:prstGeom prst="rect">
              <a:avLst/>
            </a:prstGeom>
            <a:noFill/>
            <a:ln>
              <a:noFill/>
            </a:ln>
          </p:spPr>
        </p:pic>
        <p:pic>
          <p:nvPicPr>
            <p:cNvPr id="25" name="Google Shape;1257;p8"/>
            <p:cNvPicPr preferRelativeResize="0"/>
            <p:nvPr/>
          </p:nvPicPr>
          <p:blipFill rotWithShape="1">
            <a:blip r:embed="rId19">
              <a:alphaModFix/>
            </a:blip>
            <a:srcRect/>
            <a:stretch/>
          </p:blipFill>
          <p:spPr>
            <a:xfrm>
              <a:off x="14201902" y="762152"/>
              <a:ext cx="2318892" cy="491782"/>
            </a:xfrm>
            <a:prstGeom prst="rect">
              <a:avLst/>
            </a:prstGeom>
            <a:noFill/>
            <a:ln>
              <a:noFill/>
            </a:ln>
          </p:spPr>
        </p:pic>
        <p:pic>
          <p:nvPicPr>
            <p:cNvPr id="26" name="Google Shape;1258;p8"/>
            <p:cNvPicPr preferRelativeResize="0"/>
            <p:nvPr/>
          </p:nvPicPr>
          <p:blipFill rotWithShape="1">
            <a:blip r:embed="rId20">
              <a:alphaModFix/>
            </a:blip>
            <a:srcRect/>
            <a:stretch/>
          </p:blipFill>
          <p:spPr>
            <a:xfrm>
              <a:off x="15628112" y="1170902"/>
              <a:ext cx="343027" cy="402703"/>
            </a:xfrm>
            <a:prstGeom prst="rect">
              <a:avLst/>
            </a:prstGeom>
            <a:noFill/>
            <a:ln>
              <a:noFill/>
            </a:ln>
          </p:spPr>
        </p:pic>
        <p:pic>
          <p:nvPicPr>
            <p:cNvPr id="27" name="Google Shape;1259;p8"/>
            <p:cNvPicPr preferRelativeResize="0"/>
            <p:nvPr/>
          </p:nvPicPr>
          <p:blipFill rotWithShape="1">
            <a:blip r:embed="rId21">
              <a:alphaModFix/>
            </a:blip>
            <a:srcRect/>
            <a:stretch/>
          </p:blipFill>
          <p:spPr>
            <a:xfrm>
              <a:off x="15688054" y="1399069"/>
              <a:ext cx="75693" cy="71500"/>
            </a:xfrm>
            <a:prstGeom prst="rect">
              <a:avLst/>
            </a:prstGeom>
            <a:noFill/>
            <a:ln>
              <a:noFill/>
            </a:ln>
          </p:spPr>
        </p:pic>
        <p:pic>
          <p:nvPicPr>
            <p:cNvPr id="28" name="Google Shape;1260;p8"/>
            <p:cNvPicPr preferRelativeResize="0"/>
            <p:nvPr/>
          </p:nvPicPr>
          <p:blipFill rotWithShape="1">
            <a:blip r:embed="rId22">
              <a:alphaModFix/>
            </a:blip>
            <a:srcRect/>
            <a:stretch/>
          </p:blipFill>
          <p:spPr>
            <a:xfrm>
              <a:off x="15685006" y="1433904"/>
              <a:ext cx="365" cy="357"/>
            </a:xfrm>
            <a:prstGeom prst="rect">
              <a:avLst/>
            </a:prstGeom>
            <a:noFill/>
            <a:ln>
              <a:noFill/>
            </a:ln>
          </p:spPr>
        </p:pic>
        <p:pic>
          <p:nvPicPr>
            <p:cNvPr id="29" name="Google Shape;1261;p8"/>
            <p:cNvPicPr preferRelativeResize="0"/>
            <p:nvPr/>
          </p:nvPicPr>
          <p:blipFill rotWithShape="1">
            <a:blip r:embed="rId23">
              <a:alphaModFix/>
            </a:blip>
            <a:srcRect/>
            <a:stretch/>
          </p:blipFill>
          <p:spPr>
            <a:xfrm>
              <a:off x="15609698" y="1489519"/>
              <a:ext cx="39623" cy="43522"/>
            </a:xfrm>
            <a:prstGeom prst="rect">
              <a:avLst/>
            </a:prstGeom>
            <a:noFill/>
            <a:ln>
              <a:noFill/>
            </a:ln>
          </p:spPr>
        </p:pic>
        <p:pic>
          <p:nvPicPr>
            <p:cNvPr id="30" name="Google Shape;1262;p8"/>
            <p:cNvPicPr preferRelativeResize="0"/>
            <p:nvPr/>
          </p:nvPicPr>
          <p:blipFill rotWithShape="1">
            <a:blip r:embed="rId24">
              <a:alphaModFix/>
            </a:blip>
            <a:srcRect/>
            <a:stretch/>
          </p:blipFill>
          <p:spPr>
            <a:xfrm>
              <a:off x="15665195" y="1482038"/>
              <a:ext cx="12445" cy="15214"/>
            </a:xfrm>
            <a:prstGeom prst="rect">
              <a:avLst/>
            </a:prstGeom>
            <a:noFill/>
            <a:ln>
              <a:noFill/>
            </a:ln>
          </p:spPr>
        </p:pic>
        <p:pic>
          <p:nvPicPr>
            <p:cNvPr id="31" name="Google Shape;1263;p8"/>
            <p:cNvPicPr preferRelativeResize="0"/>
            <p:nvPr/>
          </p:nvPicPr>
          <p:blipFill rotWithShape="1">
            <a:blip r:embed="rId24">
              <a:alphaModFix/>
            </a:blip>
            <a:srcRect/>
            <a:stretch/>
          </p:blipFill>
          <p:spPr>
            <a:xfrm>
              <a:off x="15665831" y="1458128"/>
              <a:ext cx="11683" cy="14601"/>
            </a:xfrm>
            <a:prstGeom prst="rect">
              <a:avLst/>
            </a:prstGeom>
            <a:noFill/>
            <a:ln>
              <a:noFill/>
            </a:ln>
          </p:spPr>
        </p:pic>
        <p:pic>
          <p:nvPicPr>
            <p:cNvPr id="32" name="Google Shape;1264;p8"/>
            <p:cNvPicPr preferRelativeResize="0"/>
            <p:nvPr/>
          </p:nvPicPr>
          <p:blipFill rotWithShape="1">
            <a:blip r:embed="rId25">
              <a:alphaModFix/>
            </a:blip>
            <a:srcRect/>
            <a:stretch/>
          </p:blipFill>
          <p:spPr>
            <a:xfrm>
              <a:off x="15824835" y="1228966"/>
              <a:ext cx="64007" cy="65811"/>
            </a:xfrm>
            <a:prstGeom prst="rect">
              <a:avLst/>
            </a:prstGeom>
            <a:noFill/>
            <a:ln>
              <a:noFill/>
            </a:ln>
          </p:spPr>
        </p:pic>
        <p:pic>
          <p:nvPicPr>
            <p:cNvPr id="33" name="Google Shape;1265;p8"/>
            <p:cNvPicPr preferRelativeResize="0"/>
            <p:nvPr/>
          </p:nvPicPr>
          <p:blipFill rotWithShape="1">
            <a:blip r:embed="rId26">
              <a:alphaModFix/>
            </a:blip>
            <a:srcRect/>
            <a:stretch/>
          </p:blipFill>
          <p:spPr>
            <a:xfrm>
              <a:off x="15624047" y="1433779"/>
              <a:ext cx="77215" cy="82550"/>
            </a:xfrm>
            <a:prstGeom prst="rect">
              <a:avLst/>
            </a:prstGeom>
            <a:noFill/>
            <a:ln>
              <a:noFill/>
            </a:ln>
          </p:spPr>
        </p:pic>
        <p:pic>
          <p:nvPicPr>
            <p:cNvPr id="34" name="Google Shape;1266;p8"/>
            <p:cNvPicPr preferRelativeResize="0"/>
            <p:nvPr/>
          </p:nvPicPr>
          <p:blipFill rotWithShape="1">
            <a:blip r:embed="rId27">
              <a:alphaModFix/>
            </a:blip>
            <a:srcRect/>
            <a:stretch/>
          </p:blipFill>
          <p:spPr>
            <a:xfrm>
              <a:off x="15901288" y="1256068"/>
              <a:ext cx="16763" cy="12903"/>
            </a:xfrm>
            <a:prstGeom prst="rect">
              <a:avLst/>
            </a:prstGeom>
            <a:noFill/>
            <a:ln>
              <a:noFill/>
            </a:ln>
          </p:spPr>
        </p:pic>
        <p:pic>
          <p:nvPicPr>
            <p:cNvPr id="35" name="Google Shape;1267;p8"/>
            <p:cNvPicPr preferRelativeResize="0"/>
            <p:nvPr/>
          </p:nvPicPr>
          <p:blipFill rotWithShape="1">
            <a:blip r:embed="rId24">
              <a:alphaModFix/>
            </a:blip>
            <a:srcRect/>
            <a:stretch/>
          </p:blipFill>
          <p:spPr>
            <a:xfrm>
              <a:off x="15680309" y="1443710"/>
              <a:ext cx="12953" cy="15138"/>
            </a:xfrm>
            <a:prstGeom prst="rect">
              <a:avLst/>
            </a:prstGeom>
            <a:noFill/>
            <a:ln>
              <a:noFill/>
            </a:ln>
          </p:spPr>
        </p:pic>
        <p:pic>
          <p:nvPicPr>
            <p:cNvPr id="36" name="Google Shape;1268;p8"/>
            <p:cNvPicPr preferRelativeResize="0"/>
            <p:nvPr/>
          </p:nvPicPr>
          <p:blipFill rotWithShape="1">
            <a:blip r:embed="rId28">
              <a:alphaModFix/>
            </a:blip>
            <a:srcRect/>
            <a:stretch/>
          </p:blipFill>
          <p:spPr>
            <a:xfrm>
              <a:off x="15931515" y="1237411"/>
              <a:ext cx="9779" cy="7467"/>
            </a:xfrm>
            <a:prstGeom prst="rect">
              <a:avLst/>
            </a:prstGeom>
            <a:noFill/>
            <a:ln>
              <a:noFill/>
            </a:ln>
          </p:spPr>
        </p:pic>
        <p:pic>
          <p:nvPicPr>
            <p:cNvPr id="37" name="Google Shape;1269;p8"/>
            <p:cNvPicPr preferRelativeResize="0"/>
            <p:nvPr/>
          </p:nvPicPr>
          <p:blipFill rotWithShape="1">
            <a:blip r:embed="rId29">
              <a:alphaModFix/>
            </a:blip>
            <a:srcRect/>
            <a:stretch/>
          </p:blipFill>
          <p:spPr>
            <a:xfrm>
              <a:off x="15934562" y="1189837"/>
              <a:ext cx="38226" cy="32524"/>
            </a:xfrm>
            <a:prstGeom prst="rect">
              <a:avLst/>
            </a:prstGeom>
            <a:noFill/>
            <a:ln>
              <a:noFill/>
            </a:ln>
          </p:spPr>
        </p:pic>
        <p:pic>
          <p:nvPicPr>
            <p:cNvPr id="38" name="Google Shape;1270;p8"/>
            <p:cNvPicPr preferRelativeResize="0"/>
            <p:nvPr/>
          </p:nvPicPr>
          <p:blipFill rotWithShape="1">
            <a:blip r:embed="rId30">
              <a:alphaModFix/>
            </a:blip>
            <a:srcRect/>
            <a:stretch/>
          </p:blipFill>
          <p:spPr>
            <a:xfrm>
              <a:off x="15645637" y="1455178"/>
              <a:ext cx="40257" cy="24193"/>
            </a:xfrm>
            <a:prstGeom prst="rect">
              <a:avLst/>
            </a:prstGeom>
            <a:noFill/>
            <a:ln>
              <a:noFill/>
            </a:ln>
          </p:spPr>
        </p:pic>
        <p:pic>
          <p:nvPicPr>
            <p:cNvPr id="39" name="Google Shape;1271;p8"/>
            <p:cNvPicPr preferRelativeResize="0"/>
            <p:nvPr/>
          </p:nvPicPr>
          <p:blipFill rotWithShape="1">
            <a:blip r:embed="rId31">
              <a:alphaModFix/>
            </a:blip>
            <a:srcRect/>
            <a:stretch/>
          </p:blipFill>
          <p:spPr>
            <a:xfrm>
              <a:off x="15687295" y="1443595"/>
              <a:ext cx="5969" cy="6934"/>
            </a:xfrm>
            <a:prstGeom prst="rect">
              <a:avLst/>
            </a:prstGeom>
            <a:noFill/>
            <a:ln>
              <a:noFill/>
            </a:ln>
          </p:spPr>
        </p:pic>
        <p:pic>
          <p:nvPicPr>
            <p:cNvPr id="40" name="Google Shape;1272;p8"/>
            <p:cNvPicPr preferRelativeResize="0"/>
            <p:nvPr/>
          </p:nvPicPr>
          <p:blipFill rotWithShape="1">
            <a:blip r:embed="rId32">
              <a:alphaModFix/>
            </a:blip>
            <a:srcRect/>
            <a:stretch/>
          </p:blipFill>
          <p:spPr>
            <a:xfrm>
              <a:off x="15900400" y="1202498"/>
              <a:ext cx="17907" cy="15088"/>
            </a:xfrm>
            <a:prstGeom prst="rect">
              <a:avLst/>
            </a:prstGeom>
            <a:noFill/>
            <a:ln>
              <a:noFill/>
            </a:ln>
          </p:spPr>
        </p:pic>
        <p:pic>
          <p:nvPicPr>
            <p:cNvPr id="41" name="Google Shape;1273;p8"/>
            <p:cNvPicPr preferRelativeResize="0"/>
            <p:nvPr/>
          </p:nvPicPr>
          <p:blipFill rotWithShape="1">
            <a:blip r:embed="rId33">
              <a:alphaModFix/>
            </a:blip>
            <a:srcRect/>
            <a:stretch/>
          </p:blipFill>
          <p:spPr>
            <a:xfrm>
              <a:off x="15696945" y="1384351"/>
              <a:ext cx="36195" cy="49428"/>
            </a:xfrm>
            <a:prstGeom prst="rect">
              <a:avLst/>
            </a:prstGeom>
            <a:noFill/>
            <a:ln>
              <a:noFill/>
            </a:ln>
          </p:spPr>
        </p:pic>
        <p:pic>
          <p:nvPicPr>
            <p:cNvPr id="42" name="Google Shape;1274;p8"/>
            <p:cNvPicPr preferRelativeResize="0"/>
            <p:nvPr/>
          </p:nvPicPr>
          <p:blipFill rotWithShape="1">
            <a:blip r:embed="rId34">
              <a:alphaModFix/>
            </a:blip>
            <a:srcRect/>
            <a:stretch/>
          </p:blipFill>
          <p:spPr>
            <a:xfrm>
              <a:off x="15621381" y="1488414"/>
              <a:ext cx="43306" cy="44855"/>
            </a:xfrm>
            <a:prstGeom prst="rect">
              <a:avLst/>
            </a:prstGeom>
            <a:noFill/>
            <a:ln>
              <a:noFill/>
            </a:ln>
          </p:spPr>
        </p:pic>
        <p:pic>
          <p:nvPicPr>
            <p:cNvPr id="43" name="Google Shape;1275;p8"/>
            <p:cNvPicPr preferRelativeResize="0"/>
            <p:nvPr/>
          </p:nvPicPr>
          <p:blipFill rotWithShape="1">
            <a:blip r:embed="rId35">
              <a:alphaModFix/>
            </a:blip>
            <a:srcRect/>
            <a:stretch/>
          </p:blipFill>
          <p:spPr>
            <a:xfrm>
              <a:off x="15655416" y="1424228"/>
              <a:ext cx="62101" cy="58038"/>
            </a:xfrm>
            <a:prstGeom prst="rect">
              <a:avLst/>
            </a:prstGeom>
            <a:noFill/>
            <a:ln>
              <a:noFill/>
            </a:ln>
          </p:spPr>
        </p:pic>
        <p:pic>
          <p:nvPicPr>
            <p:cNvPr id="44" name="Google Shape;1276;p8"/>
            <p:cNvPicPr preferRelativeResize="0"/>
            <p:nvPr/>
          </p:nvPicPr>
          <p:blipFill rotWithShape="1">
            <a:blip r:embed="rId34">
              <a:alphaModFix/>
            </a:blip>
            <a:srcRect/>
            <a:stretch/>
          </p:blipFill>
          <p:spPr>
            <a:xfrm>
              <a:off x="15735425" y="1384478"/>
              <a:ext cx="41404" cy="44323"/>
            </a:xfrm>
            <a:prstGeom prst="rect">
              <a:avLst/>
            </a:prstGeom>
            <a:noFill/>
            <a:ln>
              <a:noFill/>
            </a:ln>
          </p:spPr>
        </p:pic>
        <p:pic>
          <p:nvPicPr>
            <p:cNvPr id="45" name="Google Shape;1277;p8"/>
            <p:cNvPicPr preferRelativeResize="0"/>
            <p:nvPr/>
          </p:nvPicPr>
          <p:blipFill rotWithShape="1">
            <a:blip r:embed="rId22">
              <a:alphaModFix/>
            </a:blip>
            <a:srcRect/>
            <a:stretch/>
          </p:blipFill>
          <p:spPr>
            <a:xfrm>
              <a:off x="15792070" y="1308544"/>
              <a:ext cx="3683" cy="3086"/>
            </a:xfrm>
            <a:prstGeom prst="rect">
              <a:avLst/>
            </a:prstGeom>
            <a:noFill/>
            <a:ln>
              <a:noFill/>
            </a:ln>
          </p:spPr>
        </p:pic>
        <p:pic>
          <p:nvPicPr>
            <p:cNvPr id="46" name="Google Shape;1278;p8"/>
            <p:cNvPicPr preferRelativeResize="0"/>
            <p:nvPr/>
          </p:nvPicPr>
          <p:blipFill rotWithShape="1">
            <a:blip r:embed="rId36">
              <a:alphaModFix/>
            </a:blip>
            <a:srcRect/>
            <a:stretch/>
          </p:blipFill>
          <p:spPr>
            <a:xfrm>
              <a:off x="15669386" y="1471827"/>
              <a:ext cx="6223" cy="16472"/>
            </a:xfrm>
            <a:prstGeom prst="rect">
              <a:avLst/>
            </a:prstGeom>
            <a:noFill/>
            <a:ln>
              <a:noFill/>
            </a:ln>
          </p:spPr>
        </p:pic>
        <p:pic>
          <p:nvPicPr>
            <p:cNvPr id="47" name="Google Shape;1279;p8"/>
            <p:cNvPicPr preferRelativeResize="0"/>
            <p:nvPr/>
          </p:nvPicPr>
          <p:blipFill rotWithShape="1">
            <a:blip r:embed="rId28">
              <a:alphaModFix/>
            </a:blip>
            <a:srcRect/>
            <a:stretch/>
          </p:blipFill>
          <p:spPr>
            <a:xfrm>
              <a:off x="15855950" y="1307782"/>
              <a:ext cx="7747" cy="7251"/>
            </a:xfrm>
            <a:prstGeom prst="rect">
              <a:avLst/>
            </a:prstGeom>
            <a:noFill/>
            <a:ln>
              <a:noFill/>
            </a:ln>
          </p:spPr>
        </p:pic>
        <p:pic>
          <p:nvPicPr>
            <p:cNvPr id="48" name="Google Shape;1280;p8"/>
            <p:cNvPicPr preferRelativeResize="0"/>
            <p:nvPr/>
          </p:nvPicPr>
          <p:blipFill rotWithShape="1">
            <a:blip r:embed="rId24">
              <a:alphaModFix/>
            </a:blip>
            <a:srcRect/>
            <a:stretch/>
          </p:blipFill>
          <p:spPr>
            <a:xfrm>
              <a:off x="15815056" y="1337019"/>
              <a:ext cx="14351" cy="13257"/>
            </a:xfrm>
            <a:prstGeom prst="rect">
              <a:avLst/>
            </a:prstGeom>
            <a:noFill/>
            <a:ln>
              <a:noFill/>
            </a:ln>
          </p:spPr>
        </p:pic>
        <p:pic>
          <p:nvPicPr>
            <p:cNvPr id="49" name="Google Shape;1281;p8"/>
            <p:cNvPicPr preferRelativeResize="0"/>
            <p:nvPr/>
          </p:nvPicPr>
          <p:blipFill rotWithShape="1">
            <a:blip r:embed="rId37">
              <a:alphaModFix/>
            </a:blip>
            <a:srcRect/>
            <a:stretch/>
          </p:blipFill>
          <p:spPr>
            <a:xfrm>
              <a:off x="15642463" y="1463712"/>
              <a:ext cx="54101" cy="18427"/>
            </a:xfrm>
            <a:prstGeom prst="rect">
              <a:avLst/>
            </a:prstGeom>
            <a:noFill/>
            <a:ln>
              <a:noFill/>
            </a:ln>
          </p:spPr>
        </p:pic>
        <p:pic>
          <p:nvPicPr>
            <p:cNvPr id="50" name="Google Shape;1282;p8"/>
            <p:cNvPicPr preferRelativeResize="0"/>
            <p:nvPr/>
          </p:nvPicPr>
          <p:blipFill rotWithShape="1">
            <a:blip r:embed="rId38">
              <a:alphaModFix/>
            </a:blip>
            <a:srcRect/>
            <a:stretch/>
          </p:blipFill>
          <p:spPr>
            <a:xfrm>
              <a:off x="15736444" y="1349412"/>
              <a:ext cx="19811" cy="21044"/>
            </a:xfrm>
            <a:prstGeom prst="rect">
              <a:avLst/>
            </a:prstGeom>
            <a:noFill/>
            <a:ln>
              <a:noFill/>
            </a:ln>
          </p:spPr>
        </p:pic>
        <p:pic>
          <p:nvPicPr>
            <p:cNvPr id="51" name="Google Shape;1283;p8"/>
            <p:cNvPicPr preferRelativeResize="0"/>
            <p:nvPr/>
          </p:nvPicPr>
          <p:blipFill rotWithShape="1">
            <a:blip r:embed="rId39">
              <a:alphaModFix/>
            </a:blip>
            <a:srcRect/>
            <a:stretch/>
          </p:blipFill>
          <p:spPr>
            <a:xfrm>
              <a:off x="15651227" y="1473301"/>
              <a:ext cx="22858" cy="37363"/>
            </a:xfrm>
            <a:prstGeom prst="rect">
              <a:avLst/>
            </a:prstGeom>
            <a:noFill/>
            <a:ln>
              <a:noFill/>
            </a:ln>
          </p:spPr>
        </p:pic>
        <p:pic>
          <p:nvPicPr>
            <p:cNvPr id="52" name="Google Shape;1284;p8"/>
            <p:cNvPicPr preferRelativeResize="0"/>
            <p:nvPr/>
          </p:nvPicPr>
          <p:blipFill rotWithShape="1">
            <a:blip r:embed="rId40">
              <a:alphaModFix/>
            </a:blip>
            <a:srcRect/>
            <a:stretch/>
          </p:blipFill>
          <p:spPr>
            <a:xfrm>
              <a:off x="15670911" y="1472793"/>
              <a:ext cx="9395" cy="6642"/>
            </a:xfrm>
            <a:prstGeom prst="rect">
              <a:avLst/>
            </a:prstGeom>
            <a:noFill/>
            <a:ln>
              <a:noFill/>
            </a:ln>
          </p:spPr>
        </p:pic>
        <p:pic>
          <p:nvPicPr>
            <p:cNvPr id="53" name="Google Shape;1285;p8"/>
            <p:cNvPicPr preferRelativeResize="0"/>
            <p:nvPr/>
          </p:nvPicPr>
          <p:blipFill rotWithShape="1">
            <a:blip r:embed="rId41">
              <a:alphaModFix/>
            </a:blip>
            <a:srcRect/>
            <a:stretch/>
          </p:blipFill>
          <p:spPr>
            <a:xfrm>
              <a:off x="15935325" y="1214271"/>
              <a:ext cx="18032" cy="26936"/>
            </a:xfrm>
            <a:prstGeom prst="rect">
              <a:avLst/>
            </a:prstGeom>
            <a:noFill/>
            <a:ln>
              <a:noFill/>
            </a:ln>
          </p:spPr>
        </p:pic>
        <p:pic>
          <p:nvPicPr>
            <p:cNvPr id="54" name="Google Shape;1286;p8"/>
            <p:cNvPicPr preferRelativeResize="0"/>
            <p:nvPr/>
          </p:nvPicPr>
          <p:blipFill rotWithShape="1">
            <a:blip r:embed="rId42">
              <a:alphaModFix/>
            </a:blip>
            <a:srcRect/>
            <a:stretch/>
          </p:blipFill>
          <p:spPr>
            <a:xfrm>
              <a:off x="15635478" y="1434121"/>
              <a:ext cx="66292" cy="61213"/>
            </a:xfrm>
            <a:prstGeom prst="rect">
              <a:avLst/>
            </a:prstGeom>
            <a:noFill/>
            <a:ln>
              <a:noFill/>
            </a:ln>
          </p:spPr>
        </p:pic>
        <p:pic>
          <p:nvPicPr>
            <p:cNvPr id="55" name="Google Shape;1287;p8"/>
            <p:cNvPicPr preferRelativeResize="0"/>
            <p:nvPr/>
          </p:nvPicPr>
          <p:blipFill rotWithShape="1">
            <a:blip r:embed="rId31">
              <a:alphaModFix/>
            </a:blip>
            <a:srcRect/>
            <a:stretch/>
          </p:blipFill>
          <p:spPr>
            <a:xfrm>
              <a:off x="15682467" y="1428520"/>
              <a:ext cx="1523" cy="1777"/>
            </a:xfrm>
            <a:prstGeom prst="rect">
              <a:avLst/>
            </a:prstGeom>
            <a:noFill/>
            <a:ln>
              <a:noFill/>
            </a:ln>
          </p:spPr>
        </p:pic>
        <p:pic>
          <p:nvPicPr>
            <p:cNvPr id="56" name="Google Shape;1288;p8"/>
            <p:cNvPicPr preferRelativeResize="0"/>
            <p:nvPr/>
          </p:nvPicPr>
          <p:blipFill rotWithShape="1">
            <a:blip r:embed="rId43">
              <a:alphaModFix/>
            </a:blip>
            <a:srcRect/>
            <a:stretch/>
          </p:blipFill>
          <p:spPr>
            <a:xfrm>
              <a:off x="15639414" y="1470417"/>
              <a:ext cx="26036" cy="30924"/>
            </a:xfrm>
            <a:prstGeom prst="rect">
              <a:avLst/>
            </a:prstGeom>
            <a:noFill/>
            <a:ln>
              <a:noFill/>
            </a:ln>
          </p:spPr>
        </p:pic>
        <p:pic>
          <p:nvPicPr>
            <p:cNvPr id="57" name="Google Shape;1289;p8"/>
            <p:cNvPicPr preferRelativeResize="0"/>
            <p:nvPr/>
          </p:nvPicPr>
          <p:blipFill rotWithShape="1">
            <a:blip r:embed="rId44">
              <a:alphaModFix/>
            </a:blip>
            <a:srcRect/>
            <a:stretch/>
          </p:blipFill>
          <p:spPr>
            <a:xfrm>
              <a:off x="15666975" y="1440484"/>
              <a:ext cx="15351" cy="20421"/>
            </a:xfrm>
            <a:prstGeom prst="rect">
              <a:avLst/>
            </a:prstGeom>
            <a:noFill/>
            <a:ln>
              <a:noFill/>
            </a:ln>
          </p:spPr>
        </p:pic>
        <p:pic>
          <p:nvPicPr>
            <p:cNvPr id="58" name="Google Shape;1290;p8"/>
            <p:cNvPicPr preferRelativeResize="0"/>
            <p:nvPr/>
          </p:nvPicPr>
          <p:blipFill rotWithShape="1">
            <a:blip r:embed="rId22">
              <a:alphaModFix/>
            </a:blip>
            <a:srcRect/>
            <a:stretch/>
          </p:blipFill>
          <p:spPr>
            <a:xfrm>
              <a:off x="15953359" y="1215466"/>
              <a:ext cx="2285" cy="1803"/>
            </a:xfrm>
            <a:prstGeom prst="rect">
              <a:avLst/>
            </a:prstGeom>
            <a:noFill/>
            <a:ln>
              <a:noFill/>
            </a:ln>
          </p:spPr>
        </p:pic>
        <p:pic>
          <p:nvPicPr>
            <p:cNvPr id="59" name="Google Shape;1291;p8"/>
            <p:cNvPicPr preferRelativeResize="0"/>
            <p:nvPr/>
          </p:nvPicPr>
          <p:blipFill rotWithShape="1">
            <a:blip r:embed="rId45">
              <a:alphaModFix/>
            </a:blip>
            <a:srcRect/>
            <a:stretch/>
          </p:blipFill>
          <p:spPr>
            <a:xfrm>
              <a:off x="15685896" y="1402969"/>
              <a:ext cx="39878" cy="43662"/>
            </a:xfrm>
            <a:prstGeom prst="rect">
              <a:avLst/>
            </a:prstGeom>
            <a:noFill/>
            <a:ln>
              <a:noFill/>
            </a:ln>
          </p:spPr>
        </p:pic>
        <p:pic>
          <p:nvPicPr>
            <p:cNvPr id="60" name="Google Shape;1292;p8"/>
            <p:cNvPicPr preferRelativeResize="0"/>
            <p:nvPr/>
          </p:nvPicPr>
          <p:blipFill rotWithShape="1">
            <a:blip r:embed="rId46">
              <a:alphaModFix/>
            </a:blip>
            <a:srcRect/>
            <a:stretch/>
          </p:blipFill>
          <p:spPr>
            <a:xfrm>
              <a:off x="15880588" y="1270139"/>
              <a:ext cx="20192" cy="18021"/>
            </a:xfrm>
            <a:prstGeom prst="rect">
              <a:avLst/>
            </a:prstGeom>
            <a:noFill/>
            <a:ln>
              <a:noFill/>
            </a:ln>
          </p:spPr>
        </p:pic>
        <p:pic>
          <p:nvPicPr>
            <p:cNvPr id="61" name="Google Shape;1293;p8"/>
            <p:cNvPicPr preferRelativeResize="0"/>
            <p:nvPr/>
          </p:nvPicPr>
          <p:blipFill rotWithShape="1">
            <a:blip r:embed="rId40">
              <a:alphaModFix/>
            </a:blip>
            <a:srcRect/>
            <a:stretch/>
          </p:blipFill>
          <p:spPr>
            <a:xfrm>
              <a:off x="15668497" y="1475943"/>
              <a:ext cx="10794" cy="10998"/>
            </a:xfrm>
            <a:prstGeom prst="rect">
              <a:avLst/>
            </a:prstGeom>
            <a:noFill/>
            <a:ln>
              <a:noFill/>
            </a:ln>
          </p:spPr>
        </p:pic>
        <p:pic>
          <p:nvPicPr>
            <p:cNvPr id="62" name="Google Shape;1294;p8"/>
            <p:cNvPicPr preferRelativeResize="0"/>
            <p:nvPr/>
          </p:nvPicPr>
          <p:blipFill rotWithShape="1">
            <a:blip r:embed="rId22">
              <a:alphaModFix/>
            </a:blip>
            <a:srcRect/>
            <a:stretch/>
          </p:blipFill>
          <p:spPr>
            <a:xfrm>
              <a:off x="15965169" y="1207654"/>
              <a:ext cx="2031" cy="1524"/>
            </a:xfrm>
            <a:prstGeom prst="rect">
              <a:avLst/>
            </a:prstGeom>
            <a:noFill/>
            <a:ln>
              <a:noFill/>
            </a:ln>
          </p:spPr>
        </p:pic>
        <p:pic>
          <p:nvPicPr>
            <p:cNvPr id="63" name="Google Shape;1295;p8"/>
            <p:cNvPicPr preferRelativeResize="0"/>
            <p:nvPr/>
          </p:nvPicPr>
          <p:blipFill rotWithShape="1">
            <a:blip r:embed="rId28">
              <a:alphaModFix/>
            </a:blip>
            <a:srcRect/>
            <a:stretch/>
          </p:blipFill>
          <p:spPr>
            <a:xfrm>
              <a:off x="15889351" y="1220528"/>
              <a:ext cx="1687" cy="1338"/>
            </a:xfrm>
            <a:prstGeom prst="rect">
              <a:avLst/>
            </a:prstGeom>
            <a:noFill/>
            <a:ln>
              <a:noFill/>
            </a:ln>
          </p:spPr>
        </p:pic>
        <p:pic>
          <p:nvPicPr>
            <p:cNvPr id="64" name="Google Shape;1296;p8"/>
            <p:cNvPicPr preferRelativeResize="0"/>
            <p:nvPr/>
          </p:nvPicPr>
          <p:blipFill rotWithShape="1">
            <a:blip r:embed="rId36">
              <a:alphaModFix/>
            </a:blip>
            <a:srcRect/>
            <a:stretch/>
          </p:blipFill>
          <p:spPr>
            <a:xfrm>
              <a:off x="15948025" y="1190980"/>
              <a:ext cx="2666" cy="11263"/>
            </a:xfrm>
            <a:prstGeom prst="rect">
              <a:avLst/>
            </a:prstGeom>
            <a:noFill/>
            <a:ln>
              <a:noFill/>
            </a:ln>
          </p:spPr>
        </p:pic>
        <p:pic>
          <p:nvPicPr>
            <p:cNvPr id="65" name="Google Shape;1297;p8"/>
            <p:cNvPicPr preferRelativeResize="0"/>
            <p:nvPr/>
          </p:nvPicPr>
          <p:blipFill rotWithShape="1">
            <a:blip r:embed="rId47">
              <a:alphaModFix/>
            </a:blip>
            <a:srcRect/>
            <a:stretch/>
          </p:blipFill>
          <p:spPr>
            <a:xfrm>
              <a:off x="15672054" y="1466291"/>
              <a:ext cx="20955" cy="4953"/>
            </a:xfrm>
            <a:prstGeom prst="rect">
              <a:avLst/>
            </a:prstGeom>
            <a:noFill/>
            <a:ln>
              <a:noFill/>
            </a:ln>
          </p:spPr>
        </p:pic>
        <p:pic>
          <p:nvPicPr>
            <p:cNvPr id="66" name="Google Shape;1298;p8"/>
            <p:cNvPicPr preferRelativeResize="0"/>
            <p:nvPr/>
          </p:nvPicPr>
          <p:blipFill rotWithShape="1">
            <a:blip r:embed="rId40">
              <a:alphaModFix/>
            </a:blip>
            <a:srcRect/>
            <a:stretch/>
          </p:blipFill>
          <p:spPr>
            <a:xfrm>
              <a:off x="15635985" y="1508619"/>
              <a:ext cx="11174" cy="10465"/>
            </a:xfrm>
            <a:prstGeom prst="rect">
              <a:avLst/>
            </a:prstGeom>
            <a:noFill/>
            <a:ln>
              <a:noFill/>
            </a:ln>
          </p:spPr>
        </p:pic>
        <p:pic>
          <p:nvPicPr>
            <p:cNvPr id="67" name="Google Shape;1299;p8"/>
            <p:cNvPicPr preferRelativeResize="0"/>
            <p:nvPr/>
          </p:nvPicPr>
          <p:blipFill rotWithShape="1">
            <a:blip r:embed="rId48">
              <a:alphaModFix/>
            </a:blip>
            <a:srcRect/>
            <a:stretch/>
          </p:blipFill>
          <p:spPr>
            <a:xfrm>
              <a:off x="15891127" y="1207211"/>
              <a:ext cx="68581" cy="70726"/>
            </a:xfrm>
            <a:prstGeom prst="rect">
              <a:avLst/>
            </a:prstGeom>
            <a:noFill/>
            <a:ln>
              <a:noFill/>
            </a:ln>
          </p:spPr>
        </p:pic>
        <p:pic>
          <p:nvPicPr>
            <p:cNvPr id="68" name="Google Shape;1300;p8"/>
            <p:cNvPicPr preferRelativeResize="0"/>
            <p:nvPr/>
          </p:nvPicPr>
          <p:blipFill rotWithShape="1">
            <a:blip r:embed="rId22">
              <a:alphaModFix/>
            </a:blip>
            <a:srcRect/>
            <a:stretch/>
          </p:blipFill>
          <p:spPr>
            <a:xfrm>
              <a:off x="15658337" y="1504276"/>
              <a:ext cx="1142" cy="1384"/>
            </a:xfrm>
            <a:prstGeom prst="rect">
              <a:avLst/>
            </a:prstGeom>
            <a:noFill/>
            <a:ln>
              <a:noFill/>
            </a:ln>
          </p:spPr>
        </p:pic>
        <p:pic>
          <p:nvPicPr>
            <p:cNvPr id="69" name="Google Shape;1301;p8"/>
            <p:cNvPicPr preferRelativeResize="0"/>
            <p:nvPr/>
          </p:nvPicPr>
          <p:blipFill rotWithShape="1">
            <a:blip r:embed="rId32">
              <a:alphaModFix/>
            </a:blip>
            <a:srcRect/>
            <a:stretch/>
          </p:blipFill>
          <p:spPr>
            <a:xfrm>
              <a:off x="15658718" y="1475473"/>
              <a:ext cx="14986" cy="22047"/>
            </a:xfrm>
            <a:prstGeom prst="rect">
              <a:avLst/>
            </a:prstGeom>
            <a:noFill/>
            <a:ln>
              <a:noFill/>
            </a:ln>
          </p:spPr>
        </p:pic>
        <p:pic>
          <p:nvPicPr>
            <p:cNvPr id="70" name="Google Shape;1302;p8"/>
            <p:cNvPicPr preferRelativeResize="0"/>
            <p:nvPr/>
          </p:nvPicPr>
          <p:blipFill rotWithShape="1">
            <a:blip r:embed="rId22">
              <a:alphaModFix/>
            </a:blip>
            <a:srcRect/>
            <a:stretch/>
          </p:blipFill>
          <p:spPr>
            <a:xfrm>
              <a:off x="15635859" y="1500797"/>
              <a:ext cx="1143" cy="1409"/>
            </a:xfrm>
            <a:prstGeom prst="rect">
              <a:avLst/>
            </a:prstGeom>
            <a:noFill/>
            <a:ln>
              <a:noFill/>
            </a:ln>
          </p:spPr>
        </p:pic>
        <p:pic>
          <p:nvPicPr>
            <p:cNvPr id="71" name="Google Shape;1303;p8"/>
            <p:cNvPicPr preferRelativeResize="0"/>
            <p:nvPr/>
          </p:nvPicPr>
          <p:blipFill rotWithShape="1">
            <a:blip r:embed="rId31">
              <a:alphaModFix/>
            </a:blip>
            <a:srcRect/>
            <a:stretch/>
          </p:blipFill>
          <p:spPr>
            <a:xfrm>
              <a:off x="15916402" y="1201216"/>
              <a:ext cx="2412" cy="5461"/>
            </a:xfrm>
            <a:prstGeom prst="rect">
              <a:avLst/>
            </a:prstGeom>
            <a:noFill/>
            <a:ln>
              <a:noFill/>
            </a:ln>
          </p:spPr>
        </p:pic>
        <p:pic>
          <p:nvPicPr>
            <p:cNvPr id="72" name="Google Shape;1304;p8"/>
            <p:cNvPicPr preferRelativeResize="0"/>
            <p:nvPr/>
          </p:nvPicPr>
          <p:blipFill rotWithShape="1">
            <a:blip r:embed="rId22">
              <a:alphaModFix/>
            </a:blip>
            <a:srcRect/>
            <a:stretch/>
          </p:blipFill>
          <p:spPr>
            <a:xfrm>
              <a:off x="15947769" y="1197362"/>
              <a:ext cx="1650" cy="1276"/>
            </a:xfrm>
            <a:prstGeom prst="rect">
              <a:avLst/>
            </a:prstGeom>
            <a:noFill/>
            <a:ln>
              <a:noFill/>
            </a:ln>
          </p:spPr>
        </p:pic>
        <p:pic>
          <p:nvPicPr>
            <p:cNvPr id="73" name="Google Shape;1305;p8"/>
            <p:cNvPicPr preferRelativeResize="0"/>
            <p:nvPr/>
          </p:nvPicPr>
          <p:blipFill rotWithShape="1">
            <a:blip r:embed="rId22">
              <a:alphaModFix/>
            </a:blip>
            <a:srcRect/>
            <a:stretch/>
          </p:blipFill>
          <p:spPr>
            <a:xfrm>
              <a:off x="15933039" y="1198499"/>
              <a:ext cx="1016" cy="901"/>
            </a:xfrm>
            <a:prstGeom prst="rect">
              <a:avLst/>
            </a:prstGeom>
            <a:noFill/>
            <a:ln>
              <a:noFill/>
            </a:ln>
          </p:spPr>
        </p:pic>
        <p:pic>
          <p:nvPicPr>
            <p:cNvPr id="74" name="Google Shape;1306;p8"/>
            <p:cNvPicPr preferRelativeResize="0"/>
            <p:nvPr/>
          </p:nvPicPr>
          <p:blipFill rotWithShape="1">
            <a:blip r:embed="rId40">
              <a:alphaModFix/>
            </a:blip>
            <a:srcRect/>
            <a:stretch/>
          </p:blipFill>
          <p:spPr>
            <a:xfrm>
              <a:off x="15708376" y="1446885"/>
              <a:ext cx="8508" cy="9461"/>
            </a:xfrm>
            <a:prstGeom prst="rect">
              <a:avLst/>
            </a:prstGeom>
            <a:noFill/>
            <a:ln>
              <a:noFill/>
            </a:ln>
          </p:spPr>
        </p:pic>
        <p:pic>
          <p:nvPicPr>
            <p:cNvPr id="75" name="Google Shape;1307;p8"/>
            <p:cNvPicPr preferRelativeResize="0"/>
            <p:nvPr/>
          </p:nvPicPr>
          <p:blipFill rotWithShape="1">
            <a:blip r:embed="rId31">
              <a:alphaModFix/>
            </a:blip>
            <a:srcRect/>
            <a:stretch/>
          </p:blipFill>
          <p:spPr>
            <a:xfrm>
              <a:off x="15918687" y="1247634"/>
              <a:ext cx="9400" cy="9678"/>
            </a:xfrm>
            <a:prstGeom prst="rect">
              <a:avLst/>
            </a:prstGeom>
            <a:noFill/>
            <a:ln>
              <a:noFill/>
            </a:ln>
          </p:spPr>
        </p:pic>
        <p:pic>
          <p:nvPicPr>
            <p:cNvPr id="76" name="Google Shape;1308;p8"/>
            <p:cNvPicPr preferRelativeResize="0"/>
            <p:nvPr/>
          </p:nvPicPr>
          <p:blipFill rotWithShape="1">
            <a:blip r:embed="rId49">
              <a:alphaModFix/>
            </a:blip>
            <a:srcRect/>
            <a:stretch/>
          </p:blipFill>
          <p:spPr>
            <a:xfrm>
              <a:off x="15635732" y="1459293"/>
              <a:ext cx="44576" cy="50304"/>
            </a:xfrm>
            <a:prstGeom prst="rect">
              <a:avLst/>
            </a:prstGeom>
            <a:noFill/>
            <a:ln>
              <a:noFill/>
            </a:ln>
          </p:spPr>
        </p:pic>
        <p:pic>
          <p:nvPicPr>
            <p:cNvPr id="77" name="Google Shape;1309;p8"/>
            <p:cNvPicPr preferRelativeResize="0"/>
            <p:nvPr/>
          </p:nvPicPr>
          <p:blipFill rotWithShape="1">
            <a:blip r:embed="rId24">
              <a:alphaModFix/>
            </a:blip>
            <a:srcRect/>
            <a:stretch/>
          </p:blipFill>
          <p:spPr>
            <a:xfrm>
              <a:off x="15874620" y="1283169"/>
              <a:ext cx="14985" cy="14592"/>
            </a:xfrm>
            <a:prstGeom prst="rect">
              <a:avLst/>
            </a:prstGeom>
            <a:noFill/>
            <a:ln>
              <a:noFill/>
            </a:ln>
          </p:spPr>
        </p:pic>
        <p:pic>
          <p:nvPicPr>
            <p:cNvPr id="78" name="Google Shape;1310;p8"/>
            <p:cNvPicPr preferRelativeResize="0"/>
            <p:nvPr/>
          </p:nvPicPr>
          <p:blipFill rotWithShape="1">
            <a:blip r:embed="rId22">
              <a:alphaModFix/>
            </a:blip>
            <a:srcRect/>
            <a:stretch/>
          </p:blipFill>
          <p:spPr>
            <a:xfrm>
              <a:off x="15679419" y="1471002"/>
              <a:ext cx="761" cy="787"/>
            </a:xfrm>
            <a:prstGeom prst="rect">
              <a:avLst/>
            </a:prstGeom>
            <a:noFill/>
            <a:ln>
              <a:noFill/>
            </a:ln>
          </p:spPr>
        </p:pic>
        <p:pic>
          <p:nvPicPr>
            <p:cNvPr id="79" name="Google Shape;1311;p8"/>
            <p:cNvPicPr preferRelativeResize="0"/>
            <p:nvPr/>
          </p:nvPicPr>
          <p:blipFill rotWithShape="1">
            <a:blip r:embed="rId22">
              <a:alphaModFix/>
            </a:blip>
            <a:srcRect/>
            <a:stretch/>
          </p:blipFill>
          <p:spPr>
            <a:xfrm>
              <a:off x="15943198" y="1229410"/>
              <a:ext cx="1905" cy="1612"/>
            </a:xfrm>
            <a:prstGeom prst="rect">
              <a:avLst/>
            </a:prstGeom>
            <a:noFill/>
            <a:ln>
              <a:noFill/>
            </a:ln>
          </p:spPr>
        </p:pic>
        <p:pic>
          <p:nvPicPr>
            <p:cNvPr id="80" name="Google Shape;1312;p8"/>
            <p:cNvPicPr preferRelativeResize="0"/>
            <p:nvPr/>
          </p:nvPicPr>
          <p:blipFill rotWithShape="1">
            <a:blip r:embed="rId28">
              <a:alphaModFix/>
            </a:blip>
            <a:srcRect/>
            <a:stretch/>
          </p:blipFill>
          <p:spPr>
            <a:xfrm>
              <a:off x="15685389" y="1446009"/>
              <a:ext cx="9270" cy="4178"/>
            </a:xfrm>
            <a:prstGeom prst="rect">
              <a:avLst/>
            </a:prstGeom>
            <a:noFill/>
            <a:ln>
              <a:noFill/>
            </a:ln>
          </p:spPr>
        </p:pic>
        <p:pic>
          <p:nvPicPr>
            <p:cNvPr id="81" name="Google Shape;1313;p8"/>
            <p:cNvPicPr preferRelativeResize="0"/>
            <p:nvPr/>
          </p:nvPicPr>
          <p:blipFill rotWithShape="1">
            <a:blip r:embed="rId50">
              <a:alphaModFix/>
            </a:blip>
            <a:srcRect/>
            <a:stretch/>
          </p:blipFill>
          <p:spPr>
            <a:xfrm>
              <a:off x="15655797" y="1465834"/>
              <a:ext cx="29209" cy="40144"/>
            </a:xfrm>
            <a:prstGeom prst="rect">
              <a:avLst/>
            </a:prstGeom>
            <a:noFill/>
            <a:ln>
              <a:noFill/>
            </a:ln>
          </p:spPr>
        </p:pic>
        <p:pic>
          <p:nvPicPr>
            <p:cNvPr id="82" name="Google Shape;1314;p8"/>
            <p:cNvPicPr preferRelativeResize="0"/>
            <p:nvPr/>
          </p:nvPicPr>
          <p:blipFill rotWithShape="1">
            <a:blip r:embed="rId28">
              <a:alphaModFix/>
            </a:blip>
            <a:srcRect/>
            <a:stretch/>
          </p:blipFill>
          <p:spPr>
            <a:xfrm>
              <a:off x="15917671" y="1204010"/>
              <a:ext cx="1505" cy="1143"/>
            </a:xfrm>
            <a:prstGeom prst="rect">
              <a:avLst/>
            </a:prstGeom>
            <a:noFill/>
            <a:ln>
              <a:noFill/>
            </a:ln>
          </p:spPr>
        </p:pic>
        <p:pic>
          <p:nvPicPr>
            <p:cNvPr id="83" name="Google Shape;1315;p8"/>
            <p:cNvPicPr preferRelativeResize="0"/>
            <p:nvPr/>
          </p:nvPicPr>
          <p:blipFill rotWithShape="1">
            <a:blip r:embed="rId31">
              <a:alphaModFix/>
            </a:blip>
            <a:srcRect/>
            <a:stretch/>
          </p:blipFill>
          <p:spPr>
            <a:xfrm>
              <a:off x="15648432" y="1495513"/>
              <a:ext cx="635" cy="888"/>
            </a:xfrm>
            <a:prstGeom prst="rect">
              <a:avLst/>
            </a:prstGeom>
            <a:noFill/>
            <a:ln>
              <a:noFill/>
            </a:ln>
          </p:spPr>
        </p:pic>
        <p:pic>
          <p:nvPicPr>
            <p:cNvPr id="84" name="Google Shape;1316;p8"/>
            <p:cNvPicPr preferRelativeResize="0"/>
            <p:nvPr/>
          </p:nvPicPr>
          <p:blipFill rotWithShape="1">
            <a:blip r:embed="rId22">
              <a:alphaModFix/>
            </a:blip>
            <a:srcRect/>
            <a:stretch/>
          </p:blipFill>
          <p:spPr>
            <a:xfrm>
              <a:off x="15700883" y="1433957"/>
              <a:ext cx="889" cy="977"/>
            </a:xfrm>
            <a:prstGeom prst="rect">
              <a:avLst/>
            </a:prstGeom>
            <a:noFill/>
            <a:ln>
              <a:noFill/>
            </a:ln>
          </p:spPr>
        </p:pic>
        <p:pic>
          <p:nvPicPr>
            <p:cNvPr id="85" name="Google Shape;1317;p8"/>
            <p:cNvPicPr preferRelativeResize="0"/>
            <p:nvPr/>
          </p:nvPicPr>
          <p:blipFill rotWithShape="1">
            <a:blip r:embed="rId51">
              <a:alphaModFix/>
            </a:blip>
            <a:srcRect/>
            <a:stretch/>
          </p:blipFill>
          <p:spPr>
            <a:xfrm>
              <a:off x="15634335" y="1432801"/>
              <a:ext cx="68198" cy="66688"/>
            </a:xfrm>
            <a:prstGeom prst="rect">
              <a:avLst/>
            </a:prstGeom>
            <a:noFill/>
            <a:ln>
              <a:noFill/>
            </a:ln>
          </p:spPr>
        </p:pic>
        <p:pic>
          <p:nvPicPr>
            <p:cNvPr id="86" name="Google Shape;1318;p8"/>
            <p:cNvPicPr preferRelativeResize="0"/>
            <p:nvPr/>
          </p:nvPicPr>
          <p:blipFill rotWithShape="1">
            <a:blip r:embed="rId52">
              <a:alphaModFix/>
            </a:blip>
            <a:srcRect/>
            <a:stretch/>
          </p:blipFill>
          <p:spPr>
            <a:xfrm>
              <a:off x="15829153" y="1205191"/>
              <a:ext cx="88645" cy="72161"/>
            </a:xfrm>
            <a:prstGeom prst="rect">
              <a:avLst/>
            </a:prstGeom>
            <a:noFill/>
            <a:ln>
              <a:noFill/>
            </a:ln>
          </p:spPr>
        </p:pic>
        <p:pic>
          <p:nvPicPr>
            <p:cNvPr id="87" name="Google Shape;1319;p8"/>
            <p:cNvPicPr preferRelativeResize="0"/>
            <p:nvPr/>
          </p:nvPicPr>
          <p:blipFill rotWithShape="1">
            <a:blip r:embed="rId53">
              <a:alphaModFix/>
            </a:blip>
            <a:srcRect/>
            <a:stretch/>
          </p:blipFill>
          <p:spPr>
            <a:xfrm>
              <a:off x="15914242" y="1200353"/>
              <a:ext cx="12192" cy="4254"/>
            </a:xfrm>
            <a:prstGeom prst="rect">
              <a:avLst/>
            </a:prstGeom>
            <a:noFill/>
            <a:ln>
              <a:noFill/>
            </a:ln>
          </p:spPr>
        </p:pic>
        <p:pic>
          <p:nvPicPr>
            <p:cNvPr id="88" name="Google Shape;1320;p8"/>
            <p:cNvPicPr preferRelativeResize="0"/>
            <p:nvPr/>
          </p:nvPicPr>
          <p:blipFill rotWithShape="1">
            <a:blip r:embed="rId22">
              <a:alphaModFix/>
            </a:blip>
            <a:srcRect/>
            <a:stretch/>
          </p:blipFill>
          <p:spPr>
            <a:xfrm>
              <a:off x="15909036" y="1261630"/>
              <a:ext cx="1143" cy="1028"/>
            </a:xfrm>
            <a:prstGeom prst="rect">
              <a:avLst/>
            </a:prstGeom>
            <a:noFill/>
            <a:ln>
              <a:noFill/>
            </a:ln>
          </p:spPr>
        </p:pic>
        <p:pic>
          <p:nvPicPr>
            <p:cNvPr id="89" name="Google Shape;1321;p8"/>
            <p:cNvPicPr preferRelativeResize="0"/>
            <p:nvPr/>
          </p:nvPicPr>
          <p:blipFill rotWithShape="1">
            <a:blip r:embed="rId54">
              <a:alphaModFix/>
            </a:blip>
            <a:srcRect/>
            <a:stretch/>
          </p:blipFill>
          <p:spPr>
            <a:xfrm>
              <a:off x="15619220" y="1424432"/>
              <a:ext cx="68835" cy="86791"/>
            </a:xfrm>
            <a:prstGeom prst="rect">
              <a:avLst/>
            </a:prstGeom>
            <a:noFill/>
            <a:ln>
              <a:noFill/>
            </a:ln>
          </p:spPr>
        </p:pic>
        <p:pic>
          <p:nvPicPr>
            <p:cNvPr id="90" name="Google Shape;1322;p8"/>
            <p:cNvPicPr preferRelativeResize="0"/>
            <p:nvPr/>
          </p:nvPicPr>
          <p:blipFill rotWithShape="1">
            <a:blip r:embed="rId22">
              <a:alphaModFix/>
            </a:blip>
            <a:srcRect/>
            <a:stretch/>
          </p:blipFill>
          <p:spPr>
            <a:xfrm>
              <a:off x="15663290" y="1472539"/>
              <a:ext cx="507" cy="622"/>
            </a:xfrm>
            <a:prstGeom prst="rect">
              <a:avLst/>
            </a:prstGeom>
            <a:noFill/>
            <a:ln>
              <a:noFill/>
            </a:ln>
          </p:spPr>
        </p:pic>
        <p:pic>
          <p:nvPicPr>
            <p:cNvPr id="91" name="Google Shape;1323;p8"/>
            <p:cNvPicPr preferRelativeResize="0"/>
            <p:nvPr/>
          </p:nvPicPr>
          <p:blipFill rotWithShape="1">
            <a:blip r:embed="rId28">
              <a:alphaModFix/>
            </a:blip>
            <a:srcRect/>
            <a:stretch/>
          </p:blipFill>
          <p:spPr>
            <a:xfrm>
              <a:off x="15915893" y="1250937"/>
              <a:ext cx="9015" cy="7848"/>
            </a:xfrm>
            <a:prstGeom prst="rect">
              <a:avLst/>
            </a:prstGeom>
            <a:noFill/>
            <a:ln>
              <a:noFill/>
            </a:ln>
          </p:spPr>
        </p:pic>
        <p:pic>
          <p:nvPicPr>
            <p:cNvPr id="92" name="Google Shape;1324;p8"/>
            <p:cNvPicPr preferRelativeResize="0"/>
            <p:nvPr/>
          </p:nvPicPr>
          <p:blipFill rotWithShape="1">
            <a:blip r:embed="rId22">
              <a:alphaModFix/>
            </a:blip>
            <a:srcRect/>
            <a:stretch/>
          </p:blipFill>
          <p:spPr>
            <a:xfrm>
              <a:off x="15707867" y="1418907"/>
              <a:ext cx="2158" cy="1447"/>
            </a:xfrm>
            <a:prstGeom prst="rect">
              <a:avLst/>
            </a:prstGeom>
            <a:noFill/>
            <a:ln>
              <a:noFill/>
            </a:ln>
          </p:spPr>
        </p:pic>
        <p:pic>
          <p:nvPicPr>
            <p:cNvPr id="93" name="Google Shape;1325;p8"/>
            <p:cNvPicPr preferRelativeResize="0"/>
            <p:nvPr/>
          </p:nvPicPr>
          <p:blipFill rotWithShape="1">
            <a:blip r:embed="rId22">
              <a:alphaModFix/>
            </a:blip>
            <a:srcRect/>
            <a:stretch/>
          </p:blipFill>
          <p:spPr>
            <a:xfrm>
              <a:off x="15725646" y="1400136"/>
              <a:ext cx="1143" cy="1270"/>
            </a:xfrm>
            <a:prstGeom prst="rect">
              <a:avLst/>
            </a:prstGeom>
            <a:noFill/>
            <a:ln>
              <a:noFill/>
            </a:ln>
          </p:spPr>
        </p:pic>
        <p:pic>
          <p:nvPicPr>
            <p:cNvPr id="94" name="Google Shape;1326;p8"/>
            <p:cNvPicPr preferRelativeResize="0"/>
            <p:nvPr/>
          </p:nvPicPr>
          <p:blipFill rotWithShape="1">
            <a:blip r:embed="rId55">
              <a:alphaModFix/>
            </a:blip>
            <a:srcRect/>
            <a:stretch/>
          </p:blipFill>
          <p:spPr>
            <a:xfrm>
              <a:off x="15939135" y="1190776"/>
              <a:ext cx="30605" cy="35116"/>
            </a:xfrm>
            <a:prstGeom prst="rect">
              <a:avLst/>
            </a:prstGeom>
            <a:noFill/>
            <a:ln>
              <a:noFill/>
            </a:ln>
          </p:spPr>
        </p:pic>
        <p:pic>
          <p:nvPicPr>
            <p:cNvPr id="95" name="Google Shape;1327;p8"/>
            <p:cNvPicPr preferRelativeResize="0"/>
            <p:nvPr/>
          </p:nvPicPr>
          <p:blipFill rotWithShape="1">
            <a:blip r:embed="rId22">
              <a:alphaModFix/>
            </a:blip>
            <a:srcRect/>
            <a:stretch/>
          </p:blipFill>
          <p:spPr>
            <a:xfrm>
              <a:off x="15655289" y="1498752"/>
              <a:ext cx="5080" cy="8280"/>
            </a:xfrm>
            <a:prstGeom prst="rect">
              <a:avLst/>
            </a:prstGeom>
            <a:noFill/>
            <a:ln>
              <a:noFill/>
            </a:ln>
          </p:spPr>
        </p:pic>
        <p:pic>
          <p:nvPicPr>
            <p:cNvPr id="96" name="Google Shape;1328;p8"/>
            <p:cNvPicPr preferRelativeResize="0"/>
            <p:nvPr/>
          </p:nvPicPr>
          <p:blipFill rotWithShape="1">
            <a:blip r:embed="rId28">
              <a:alphaModFix/>
            </a:blip>
            <a:srcRect/>
            <a:stretch/>
          </p:blipFill>
          <p:spPr>
            <a:xfrm>
              <a:off x="15684769" y="1425714"/>
              <a:ext cx="5954" cy="2634"/>
            </a:xfrm>
            <a:prstGeom prst="rect">
              <a:avLst/>
            </a:prstGeom>
            <a:noFill/>
            <a:ln>
              <a:noFill/>
            </a:ln>
          </p:spPr>
        </p:pic>
        <p:pic>
          <p:nvPicPr>
            <p:cNvPr id="97" name="Google Shape;1329;p8"/>
            <p:cNvPicPr preferRelativeResize="0"/>
            <p:nvPr/>
          </p:nvPicPr>
          <p:blipFill rotWithShape="1">
            <a:blip r:embed="rId56">
              <a:alphaModFix/>
            </a:blip>
            <a:srcRect/>
            <a:stretch/>
          </p:blipFill>
          <p:spPr>
            <a:xfrm>
              <a:off x="15656433" y="1444090"/>
              <a:ext cx="39496" cy="47867"/>
            </a:xfrm>
            <a:prstGeom prst="rect">
              <a:avLst/>
            </a:prstGeom>
            <a:noFill/>
            <a:ln>
              <a:noFill/>
            </a:ln>
          </p:spPr>
        </p:pic>
        <p:pic>
          <p:nvPicPr>
            <p:cNvPr id="98" name="Google Shape;1330;p8"/>
            <p:cNvPicPr preferRelativeResize="0"/>
            <p:nvPr/>
          </p:nvPicPr>
          <p:blipFill rotWithShape="1">
            <a:blip r:embed="rId57">
              <a:alphaModFix/>
            </a:blip>
            <a:srcRect/>
            <a:stretch/>
          </p:blipFill>
          <p:spPr>
            <a:xfrm>
              <a:off x="15668877" y="1477454"/>
              <a:ext cx="17778" cy="6591"/>
            </a:xfrm>
            <a:prstGeom prst="rect">
              <a:avLst/>
            </a:prstGeom>
            <a:noFill/>
            <a:ln>
              <a:noFill/>
            </a:ln>
          </p:spPr>
        </p:pic>
        <p:pic>
          <p:nvPicPr>
            <p:cNvPr id="99" name="Google Shape;1331;p8"/>
            <p:cNvPicPr preferRelativeResize="0"/>
            <p:nvPr/>
          </p:nvPicPr>
          <p:blipFill rotWithShape="1">
            <a:blip r:embed="rId28">
              <a:alphaModFix/>
            </a:blip>
            <a:srcRect/>
            <a:stretch/>
          </p:blipFill>
          <p:spPr>
            <a:xfrm>
              <a:off x="15680053" y="1459573"/>
              <a:ext cx="8765" cy="4280"/>
            </a:xfrm>
            <a:prstGeom prst="rect">
              <a:avLst/>
            </a:prstGeom>
            <a:noFill/>
            <a:ln>
              <a:noFill/>
            </a:ln>
          </p:spPr>
        </p:pic>
        <p:pic>
          <p:nvPicPr>
            <p:cNvPr id="100" name="Google Shape;1332;p8"/>
            <p:cNvPicPr preferRelativeResize="0"/>
            <p:nvPr/>
          </p:nvPicPr>
          <p:blipFill rotWithShape="1">
            <a:blip r:embed="rId31">
              <a:alphaModFix/>
            </a:blip>
            <a:srcRect/>
            <a:stretch/>
          </p:blipFill>
          <p:spPr>
            <a:xfrm>
              <a:off x="15669387" y="1490953"/>
              <a:ext cx="381" cy="520"/>
            </a:xfrm>
            <a:prstGeom prst="rect">
              <a:avLst/>
            </a:prstGeom>
            <a:noFill/>
            <a:ln>
              <a:noFill/>
            </a:ln>
          </p:spPr>
        </p:pic>
        <p:pic>
          <p:nvPicPr>
            <p:cNvPr id="101" name="Google Shape;1333;p8"/>
            <p:cNvPicPr preferRelativeResize="0"/>
            <p:nvPr/>
          </p:nvPicPr>
          <p:blipFill rotWithShape="1">
            <a:blip r:embed="rId28">
              <a:alphaModFix/>
            </a:blip>
            <a:srcRect/>
            <a:stretch/>
          </p:blipFill>
          <p:spPr>
            <a:xfrm>
              <a:off x="15651605" y="1493126"/>
              <a:ext cx="5842" cy="4965"/>
            </a:xfrm>
            <a:prstGeom prst="rect">
              <a:avLst/>
            </a:prstGeom>
            <a:noFill/>
            <a:ln>
              <a:noFill/>
            </a:ln>
          </p:spPr>
        </p:pic>
        <p:pic>
          <p:nvPicPr>
            <p:cNvPr id="102" name="Google Shape;1334;p8"/>
            <p:cNvPicPr preferRelativeResize="0"/>
            <p:nvPr/>
          </p:nvPicPr>
          <p:blipFill rotWithShape="1">
            <a:blip r:embed="rId28">
              <a:alphaModFix/>
            </a:blip>
            <a:srcRect/>
            <a:stretch/>
          </p:blipFill>
          <p:spPr>
            <a:xfrm>
              <a:off x="15631794" y="1498498"/>
              <a:ext cx="6730" cy="3238"/>
            </a:xfrm>
            <a:prstGeom prst="rect">
              <a:avLst/>
            </a:prstGeom>
            <a:noFill/>
            <a:ln>
              <a:noFill/>
            </a:ln>
          </p:spPr>
        </p:pic>
        <p:pic>
          <p:nvPicPr>
            <p:cNvPr id="103" name="Google Shape;1335;p8"/>
            <p:cNvPicPr preferRelativeResize="0"/>
            <p:nvPr/>
          </p:nvPicPr>
          <p:blipFill rotWithShape="1">
            <a:blip r:embed="rId22">
              <a:alphaModFix/>
            </a:blip>
            <a:srcRect/>
            <a:stretch/>
          </p:blipFill>
          <p:spPr>
            <a:xfrm>
              <a:off x="15664186" y="1472108"/>
              <a:ext cx="1771" cy="2095"/>
            </a:xfrm>
            <a:prstGeom prst="rect">
              <a:avLst/>
            </a:prstGeom>
            <a:noFill/>
            <a:ln>
              <a:noFill/>
            </a:ln>
          </p:spPr>
        </p:pic>
        <p:pic>
          <p:nvPicPr>
            <p:cNvPr id="104" name="Google Shape;1336;p8"/>
            <p:cNvPicPr preferRelativeResize="0"/>
            <p:nvPr/>
          </p:nvPicPr>
          <p:blipFill rotWithShape="1">
            <a:blip r:embed="rId36">
              <a:alphaModFix/>
            </a:blip>
            <a:srcRect/>
            <a:stretch/>
          </p:blipFill>
          <p:spPr>
            <a:xfrm>
              <a:off x="15706090" y="1456893"/>
              <a:ext cx="506" cy="1969"/>
            </a:xfrm>
            <a:prstGeom prst="rect">
              <a:avLst/>
            </a:prstGeom>
            <a:noFill/>
            <a:ln>
              <a:noFill/>
            </a:ln>
          </p:spPr>
        </p:pic>
        <p:pic>
          <p:nvPicPr>
            <p:cNvPr id="105" name="Google Shape;1337;p8"/>
            <p:cNvPicPr preferRelativeResize="0"/>
            <p:nvPr/>
          </p:nvPicPr>
          <p:blipFill rotWithShape="1">
            <a:blip r:embed="rId32">
              <a:alphaModFix/>
            </a:blip>
            <a:srcRect/>
            <a:stretch/>
          </p:blipFill>
          <p:spPr>
            <a:xfrm>
              <a:off x="15656941" y="1470773"/>
              <a:ext cx="17016" cy="21108"/>
            </a:xfrm>
            <a:prstGeom prst="rect">
              <a:avLst/>
            </a:prstGeom>
            <a:noFill/>
            <a:ln>
              <a:noFill/>
            </a:ln>
          </p:spPr>
        </p:pic>
        <p:pic>
          <p:nvPicPr>
            <p:cNvPr id="106" name="Google Shape;1338;p8"/>
            <p:cNvPicPr preferRelativeResize="0"/>
            <p:nvPr/>
          </p:nvPicPr>
          <p:blipFill rotWithShape="1">
            <a:blip r:embed="rId22">
              <a:alphaModFix/>
            </a:blip>
            <a:srcRect/>
            <a:stretch/>
          </p:blipFill>
          <p:spPr>
            <a:xfrm>
              <a:off x="15715488" y="1411998"/>
              <a:ext cx="381" cy="431"/>
            </a:xfrm>
            <a:prstGeom prst="rect">
              <a:avLst/>
            </a:prstGeom>
            <a:noFill/>
            <a:ln>
              <a:noFill/>
            </a:ln>
          </p:spPr>
        </p:pic>
        <p:pic>
          <p:nvPicPr>
            <p:cNvPr id="107" name="Google Shape;1339;p8"/>
            <p:cNvPicPr preferRelativeResize="0"/>
            <p:nvPr/>
          </p:nvPicPr>
          <p:blipFill rotWithShape="1">
            <a:blip r:embed="rId22">
              <a:alphaModFix/>
            </a:blip>
            <a:srcRect/>
            <a:stretch/>
          </p:blipFill>
          <p:spPr>
            <a:xfrm>
              <a:off x="15712058" y="1431912"/>
              <a:ext cx="2412" cy="2946"/>
            </a:xfrm>
            <a:prstGeom prst="rect">
              <a:avLst/>
            </a:prstGeom>
            <a:noFill/>
            <a:ln>
              <a:noFill/>
            </a:ln>
          </p:spPr>
        </p:pic>
        <p:pic>
          <p:nvPicPr>
            <p:cNvPr id="108" name="Google Shape;1340;p8"/>
            <p:cNvPicPr preferRelativeResize="0"/>
            <p:nvPr/>
          </p:nvPicPr>
          <p:blipFill rotWithShape="1">
            <a:blip r:embed="rId22">
              <a:alphaModFix/>
            </a:blip>
            <a:srcRect/>
            <a:stretch/>
          </p:blipFill>
          <p:spPr>
            <a:xfrm>
              <a:off x="15675229" y="1439290"/>
              <a:ext cx="4826" cy="4927"/>
            </a:xfrm>
            <a:prstGeom prst="rect">
              <a:avLst/>
            </a:prstGeom>
            <a:noFill/>
            <a:ln>
              <a:noFill/>
            </a:ln>
          </p:spPr>
        </p:pic>
        <p:pic>
          <p:nvPicPr>
            <p:cNvPr id="109" name="Google Shape;1341;p8"/>
            <p:cNvPicPr preferRelativeResize="0"/>
            <p:nvPr/>
          </p:nvPicPr>
          <p:blipFill rotWithShape="1">
            <a:blip r:embed="rId32">
              <a:alphaModFix/>
            </a:blip>
            <a:srcRect/>
            <a:stretch/>
          </p:blipFill>
          <p:spPr>
            <a:xfrm>
              <a:off x="15721076" y="1371777"/>
              <a:ext cx="13462" cy="20748"/>
            </a:xfrm>
            <a:prstGeom prst="rect">
              <a:avLst/>
            </a:prstGeom>
            <a:noFill/>
            <a:ln>
              <a:noFill/>
            </a:ln>
          </p:spPr>
        </p:pic>
        <p:pic>
          <p:nvPicPr>
            <p:cNvPr id="110" name="Google Shape;1342;p8"/>
            <p:cNvPicPr preferRelativeResize="0"/>
            <p:nvPr/>
          </p:nvPicPr>
          <p:blipFill rotWithShape="1">
            <a:blip r:embed="rId31">
              <a:alphaModFix/>
            </a:blip>
            <a:srcRect/>
            <a:stretch/>
          </p:blipFill>
          <p:spPr>
            <a:xfrm>
              <a:off x="15649829" y="1507413"/>
              <a:ext cx="380" cy="431"/>
            </a:xfrm>
            <a:prstGeom prst="rect">
              <a:avLst/>
            </a:prstGeom>
            <a:noFill/>
            <a:ln>
              <a:noFill/>
            </a:ln>
          </p:spPr>
        </p:pic>
        <p:pic>
          <p:nvPicPr>
            <p:cNvPr id="111" name="Google Shape;1343;p8"/>
            <p:cNvPicPr preferRelativeResize="0"/>
            <p:nvPr/>
          </p:nvPicPr>
          <p:blipFill rotWithShape="1">
            <a:blip r:embed="rId58">
              <a:alphaModFix/>
            </a:blip>
            <a:srcRect/>
            <a:stretch/>
          </p:blipFill>
          <p:spPr>
            <a:xfrm>
              <a:off x="15643097" y="1430008"/>
              <a:ext cx="72643" cy="68173"/>
            </a:xfrm>
            <a:prstGeom prst="rect">
              <a:avLst/>
            </a:prstGeom>
            <a:noFill/>
            <a:ln>
              <a:noFill/>
            </a:ln>
          </p:spPr>
        </p:pic>
        <p:pic>
          <p:nvPicPr>
            <p:cNvPr id="112" name="Google Shape;1344;p8"/>
            <p:cNvPicPr preferRelativeResize="0"/>
            <p:nvPr/>
          </p:nvPicPr>
          <p:blipFill rotWithShape="1">
            <a:blip r:embed="rId59">
              <a:alphaModFix/>
            </a:blip>
            <a:srcRect/>
            <a:stretch/>
          </p:blipFill>
          <p:spPr>
            <a:xfrm>
              <a:off x="15646147" y="1421586"/>
              <a:ext cx="64895" cy="73330"/>
            </a:xfrm>
            <a:prstGeom prst="rect">
              <a:avLst/>
            </a:prstGeom>
            <a:noFill/>
            <a:ln>
              <a:noFill/>
            </a:ln>
          </p:spPr>
        </p:pic>
        <p:pic>
          <p:nvPicPr>
            <p:cNvPr id="113" name="Google Shape;1345;p8"/>
            <p:cNvPicPr preferRelativeResize="0"/>
            <p:nvPr/>
          </p:nvPicPr>
          <p:blipFill rotWithShape="1">
            <a:blip r:embed="rId22">
              <a:alphaModFix/>
            </a:blip>
            <a:srcRect/>
            <a:stretch/>
          </p:blipFill>
          <p:spPr>
            <a:xfrm>
              <a:off x="15847440" y="1259954"/>
              <a:ext cx="507" cy="431"/>
            </a:xfrm>
            <a:prstGeom prst="rect">
              <a:avLst/>
            </a:prstGeom>
            <a:noFill/>
            <a:ln>
              <a:noFill/>
            </a:ln>
          </p:spPr>
        </p:pic>
        <p:pic>
          <p:nvPicPr>
            <p:cNvPr id="114" name="Google Shape;1346;p8"/>
            <p:cNvPicPr preferRelativeResize="0"/>
            <p:nvPr/>
          </p:nvPicPr>
          <p:blipFill rotWithShape="1">
            <a:blip r:embed="rId60">
              <a:alphaModFix/>
            </a:blip>
            <a:srcRect/>
            <a:stretch/>
          </p:blipFill>
          <p:spPr>
            <a:xfrm>
              <a:off x="15862679" y="1222285"/>
              <a:ext cx="26417" cy="27127"/>
            </a:xfrm>
            <a:prstGeom prst="rect">
              <a:avLst/>
            </a:prstGeom>
            <a:noFill/>
            <a:ln>
              <a:noFill/>
            </a:ln>
          </p:spPr>
        </p:pic>
        <p:pic>
          <p:nvPicPr>
            <p:cNvPr id="115" name="Google Shape;1347;p8"/>
            <p:cNvPicPr preferRelativeResize="0"/>
            <p:nvPr/>
          </p:nvPicPr>
          <p:blipFill rotWithShape="1">
            <a:blip r:embed="rId40">
              <a:alphaModFix/>
            </a:blip>
            <a:srcRect/>
            <a:stretch/>
          </p:blipFill>
          <p:spPr>
            <a:xfrm>
              <a:off x="15671037" y="1452867"/>
              <a:ext cx="13716" cy="10439"/>
            </a:xfrm>
            <a:prstGeom prst="rect">
              <a:avLst/>
            </a:prstGeom>
            <a:noFill/>
            <a:ln>
              <a:noFill/>
            </a:ln>
          </p:spPr>
        </p:pic>
        <p:pic>
          <p:nvPicPr>
            <p:cNvPr id="116" name="Google Shape;1348;p8"/>
            <p:cNvPicPr preferRelativeResize="0"/>
            <p:nvPr/>
          </p:nvPicPr>
          <p:blipFill rotWithShape="1">
            <a:blip r:embed="rId22">
              <a:alphaModFix/>
            </a:blip>
            <a:srcRect/>
            <a:stretch/>
          </p:blipFill>
          <p:spPr>
            <a:xfrm>
              <a:off x="15720694" y="1412227"/>
              <a:ext cx="380" cy="406"/>
            </a:xfrm>
            <a:prstGeom prst="rect">
              <a:avLst/>
            </a:prstGeom>
            <a:noFill/>
            <a:ln>
              <a:noFill/>
            </a:ln>
          </p:spPr>
        </p:pic>
        <p:pic>
          <p:nvPicPr>
            <p:cNvPr id="117" name="Google Shape;1349;p8"/>
            <p:cNvPicPr preferRelativeResize="0"/>
            <p:nvPr/>
          </p:nvPicPr>
          <p:blipFill rotWithShape="1">
            <a:blip r:embed="rId40">
              <a:alphaModFix/>
            </a:blip>
            <a:srcRect/>
            <a:stretch/>
          </p:blipFill>
          <p:spPr>
            <a:xfrm>
              <a:off x="15703041" y="1453451"/>
              <a:ext cx="6813" cy="8280"/>
            </a:xfrm>
            <a:prstGeom prst="rect">
              <a:avLst/>
            </a:prstGeom>
            <a:noFill/>
            <a:ln>
              <a:noFill/>
            </a:ln>
          </p:spPr>
        </p:pic>
        <p:pic>
          <p:nvPicPr>
            <p:cNvPr id="118" name="Google Shape;1350;p8"/>
            <p:cNvPicPr preferRelativeResize="0"/>
            <p:nvPr/>
          </p:nvPicPr>
          <p:blipFill rotWithShape="1">
            <a:blip r:embed="rId22">
              <a:alphaModFix/>
            </a:blip>
            <a:srcRect/>
            <a:stretch/>
          </p:blipFill>
          <p:spPr>
            <a:xfrm>
              <a:off x="15743428" y="1388706"/>
              <a:ext cx="1779" cy="1498"/>
            </a:xfrm>
            <a:prstGeom prst="rect">
              <a:avLst/>
            </a:prstGeom>
            <a:noFill/>
            <a:ln>
              <a:noFill/>
            </a:ln>
          </p:spPr>
        </p:pic>
        <p:pic>
          <p:nvPicPr>
            <p:cNvPr id="119" name="Google Shape;1351;p8"/>
            <p:cNvPicPr preferRelativeResize="0"/>
            <p:nvPr/>
          </p:nvPicPr>
          <p:blipFill rotWithShape="1">
            <a:blip r:embed="rId22">
              <a:alphaModFix/>
            </a:blip>
            <a:srcRect/>
            <a:stretch/>
          </p:blipFill>
          <p:spPr>
            <a:xfrm>
              <a:off x="15921353" y="1232230"/>
              <a:ext cx="253" cy="241"/>
            </a:xfrm>
            <a:prstGeom prst="rect">
              <a:avLst/>
            </a:prstGeom>
            <a:noFill/>
            <a:ln>
              <a:noFill/>
            </a:ln>
          </p:spPr>
        </p:pic>
      </p:gr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pic>
        <p:nvPicPr>
          <p:cNvPr id="677" name="Google Shape;677;p42"/>
          <p:cNvPicPr preferRelativeResize="0"/>
          <p:nvPr/>
        </p:nvPicPr>
        <p:blipFill rotWithShape="1">
          <a:blip r:embed="rId3">
            <a:alphaModFix/>
          </a:blip>
          <a:srcRect/>
          <a:stretch/>
        </p:blipFill>
        <p:spPr>
          <a:xfrm>
            <a:off x="932559" y="813570"/>
            <a:ext cx="10298742" cy="5790215"/>
          </a:xfrm>
          <a:prstGeom prst="rect">
            <a:avLst/>
          </a:prstGeom>
          <a:noFill/>
          <a:ln>
            <a:noFill/>
          </a:ln>
          <a:effectLst>
            <a:outerShdw blurRad="101600" dist="50800" sx="101000" sy="101000" algn="ctr" rotWithShape="0">
              <a:srgbClr val="7F7F7F">
                <a:alpha val="20000"/>
              </a:srgbClr>
            </a:outerShdw>
          </a:effectLst>
        </p:spPr>
      </p:pic>
      <p:sp>
        <p:nvSpPr>
          <p:cNvPr id="678" name="Google Shape;678;p42"/>
          <p:cNvSpPr/>
          <p:nvPr/>
        </p:nvSpPr>
        <p:spPr>
          <a:xfrm>
            <a:off x="4320070" y="4087906"/>
            <a:ext cx="1166330" cy="265876"/>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42"/>
          <p:cNvSpPr/>
          <p:nvPr/>
        </p:nvSpPr>
        <p:spPr>
          <a:xfrm>
            <a:off x="6562165" y="4496696"/>
            <a:ext cx="748118" cy="425448"/>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80" name="Google Shape;680;p42">
            <a:hlinkClick r:id="rId4"/>
          </p:cNvPr>
          <p:cNvPicPr preferRelativeResize="0"/>
          <p:nvPr/>
        </p:nvPicPr>
        <p:blipFill rotWithShape="1">
          <a:blip r:embed="rId5">
            <a:alphaModFix/>
          </a:blip>
          <a:srcRect/>
          <a:stretch/>
        </p:blipFill>
        <p:spPr>
          <a:xfrm>
            <a:off x="4639814" y="4182578"/>
            <a:ext cx="526842" cy="526842"/>
          </a:xfrm>
          <a:prstGeom prst="rect">
            <a:avLst/>
          </a:prstGeom>
          <a:noFill/>
          <a:ln>
            <a:noFill/>
          </a:ln>
        </p:spPr>
      </p:pic>
      <p:grpSp>
        <p:nvGrpSpPr>
          <p:cNvPr id="6" name="Google Shape;1238;p8"/>
          <p:cNvGrpSpPr/>
          <p:nvPr/>
        </p:nvGrpSpPr>
        <p:grpSpPr>
          <a:xfrm>
            <a:off x="126679" y="81971"/>
            <a:ext cx="1414810" cy="548223"/>
            <a:chOff x="14201902" y="621652"/>
            <a:chExt cx="2318892" cy="951953"/>
          </a:xfrm>
        </p:grpSpPr>
        <p:pic>
          <p:nvPicPr>
            <p:cNvPr id="7" name="Google Shape;1240;p8"/>
            <p:cNvPicPr preferRelativeResize="0"/>
            <p:nvPr/>
          </p:nvPicPr>
          <p:blipFill rotWithShape="1">
            <a:blip r:embed="rId6">
              <a:alphaModFix/>
            </a:blip>
            <a:srcRect/>
            <a:stretch/>
          </p:blipFill>
          <p:spPr>
            <a:xfrm>
              <a:off x="14496301" y="621652"/>
              <a:ext cx="381832" cy="226865"/>
            </a:xfrm>
            <a:prstGeom prst="rect">
              <a:avLst/>
            </a:prstGeom>
            <a:noFill/>
            <a:ln>
              <a:noFill/>
            </a:ln>
          </p:spPr>
        </p:pic>
        <p:sp>
          <p:nvSpPr>
            <p:cNvPr id="8" name="Google Shape;1241;p8"/>
            <p:cNvSpPr/>
            <p:nvPr/>
          </p:nvSpPr>
          <p:spPr>
            <a:xfrm>
              <a:off x="14410042" y="884923"/>
              <a:ext cx="289560" cy="247650"/>
            </a:xfrm>
            <a:custGeom>
              <a:avLst/>
              <a:gdLst/>
              <a:ahLst/>
              <a:cxnLst/>
              <a:rect l="l" t="t" r="r" b="b"/>
              <a:pathLst>
                <a:path w="289559" h="247650" extrusionOk="0">
                  <a:moveTo>
                    <a:pt x="255943" y="0"/>
                  </a:moveTo>
                  <a:lnTo>
                    <a:pt x="240766" y="0"/>
                  </a:lnTo>
                  <a:lnTo>
                    <a:pt x="236550" y="2806"/>
                  </a:lnTo>
                  <a:lnTo>
                    <a:pt x="144741" y="191325"/>
                  </a:lnTo>
                  <a:lnTo>
                    <a:pt x="52603" y="2806"/>
                  </a:lnTo>
                  <a:lnTo>
                    <a:pt x="48374" y="0"/>
                  </a:lnTo>
                  <a:lnTo>
                    <a:pt x="33197" y="0"/>
                  </a:lnTo>
                  <a:lnTo>
                    <a:pt x="28257" y="5981"/>
                  </a:lnTo>
                  <a:lnTo>
                    <a:pt x="0" y="240411"/>
                  </a:lnTo>
                  <a:lnTo>
                    <a:pt x="4216" y="246062"/>
                  </a:lnTo>
                  <a:lnTo>
                    <a:pt x="17297" y="247472"/>
                  </a:lnTo>
                  <a:lnTo>
                    <a:pt x="22580" y="242887"/>
                  </a:lnTo>
                  <a:lnTo>
                    <a:pt x="46964" y="43421"/>
                  </a:lnTo>
                  <a:lnTo>
                    <a:pt x="129209" y="210045"/>
                  </a:lnTo>
                  <a:lnTo>
                    <a:pt x="131673" y="215353"/>
                  </a:lnTo>
                  <a:lnTo>
                    <a:pt x="136283" y="222402"/>
                  </a:lnTo>
                  <a:lnTo>
                    <a:pt x="153212" y="222402"/>
                  </a:lnTo>
                  <a:lnTo>
                    <a:pt x="157810" y="215353"/>
                  </a:lnTo>
                  <a:lnTo>
                    <a:pt x="242176" y="43421"/>
                  </a:lnTo>
                  <a:lnTo>
                    <a:pt x="266522" y="242887"/>
                  </a:lnTo>
                  <a:lnTo>
                    <a:pt x="271843" y="247472"/>
                  </a:lnTo>
                  <a:lnTo>
                    <a:pt x="284899" y="246062"/>
                  </a:lnTo>
                  <a:lnTo>
                    <a:pt x="289128" y="240411"/>
                  </a:lnTo>
                  <a:lnTo>
                    <a:pt x="288429" y="233705"/>
                  </a:lnTo>
                  <a:lnTo>
                    <a:pt x="260896" y="5981"/>
                  </a:lnTo>
                  <a:lnTo>
                    <a:pt x="255943"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9" name="Google Shape;1242;p8"/>
            <p:cNvPicPr preferRelativeResize="0"/>
            <p:nvPr/>
          </p:nvPicPr>
          <p:blipFill rotWithShape="1">
            <a:blip r:embed="rId7">
              <a:alphaModFix/>
            </a:blip>
            <a:srcRect/>
            <a:stretch/>
          </p:blipFill>
          <p:spPr>
            <a:xfrm>
              <a:off x="14755824" y="884923"/>
              <a:ext cx="172262" cy="248538"/>
            </a:xfrm>
            <a:prstGeom prst="rect">
              <a:avLst/>
            </a:prstGeom>
            <a:noFill/>
            <a:ln>
              <a:noFill/>
            </a:ln>
          </p:spPr>
        </p:pic>
        <p:pic>
          <p:nvPicPr>
            <p:cNvPr id="10" name="Google Shape;1243;p8"/>
            <p:cNvPicPr preferRelativeResize="0"/>
            <p:nvPr/>
          </p:nvPicPr>
          <p:blipFill rotWithShape="1">
            <a:blip r:embed="rId8">
              <a:alphaModFix/>
            </a:blip>
            <a:srcRect/>
            <a:stretch/>
          </p:blipFill>
          <p:spPr>
            <a:xfrm>
              <a:off x="14995360" y="884910"/>
              <a:ext cx="296633" cy="246773"/>
            </a:xfrm>
            <a:prstGeom prst="rect">
              <a:avLst/>
            </a:prstGeom>
            <a:noFill/>
            <a:ln>
              <a:noFill/>
            </a:ln>
          </p:spPr>
        </p:pic>
        <p:sp>
          <p:nvSpPr>
            <p:cNvPr id="11" name="Google Shape;1244;p8"/>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2" name="Google Shape;1245;p8"/>
            <p:cNvPicPr preferRelativeResize="0"/>
            <p:nvPr/>
          </p:nvPicPr>
          <p:blipFill rotWithShape="1">
            <a:blip r:embed="rId9">
              <a:alphaModFix/>
            </a:blip>
            <a:srcRect/>
            <a:stretch/>
          </p:blipFill>
          <p:spPr>
            <a:xfrm>
              <a:off x="15426016" y="886663"/>
              <a:ext cx="163791" cy="245021"/>
            </a:xfrm>
            <a:prstGeom prst="rect">
              <a:avLst/>
            </a:prstGeom>
            <a:noFill/>
            <a:ln>
              <a:noFill/>
            </a:ln>
          </p:spPr>
        </p:pic>
        <p:pic>
          <p:nvPicPr>
            <p:cNvPr id="13" name="Google Shape;1246;p8"/>
            <p:cNvPicPr preferRelativeResize="0"/>
            <p:nvPr/>
          </p:nvPicPr>
          <p:blipFill rotWithShape="1">
            <a:blip r:embed="rId10">
              <a:alphaModFix/>
            </a:blip>
            <a:srcRect/>
            <a:stretch/>
          </p:blipFill>
          <p:spPr>
            <a:xfrm>
              <a:off x="15638234" y="884910"/>
              <a:ext cx="128130" cy="245008"/>
            </a:xfrm>
            <a:prstGeom prst="rect">
              <a:avLst/>
            </a:prstGeom>
            <a:noFill/>
            <a:ln>
              <a:noFill/>
            </a:ln>
          </p:spPr>
        </p:pic>
        <p:sp>
          <p:nvSpPr>
            <p:cNvPr id="14" name="Google Shape;1247;p8"/>
            <p:cNvSpPr/>
            <p:nvPr/>
          </p:nvSpPr>
          <p:spPr>
            <a:xfrm>
              <a:off x="15807512" y="884923"/>
              <a:ext cx="23495" cy="247015"/>
            </a:xfrm>
            <a:custGeom>
              <a:avLst/>
              <a:gdLst/>
              <a:ahLst/>
              <a:cxnLst/>
              <a:rect l="l" t="t" r="r" b="b"/>
              <a:pathLst>
                <a:path w="23494" h="247015" extrusionOk="0">
                  <a:moveTo>
                    <a:pt x="18338" y="0"/>
                  </a:moveTo>
                  <a:lnTo>
                    <a:pt x="4927" y="0"/>
                  </a:lnTo>
                  <a:lnTo>
                    <a:pt x="0" y="5283"/>
                  </a:lnTo>
                  <a:lnTo>
                    <a:pt x="0" y="241452"/>
                  </a:lnTo>
                  <a:lnTo>
                    <a:pt x="4927"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5" name="Google Shape;1248;p8"/>
            <p:cNvPicPr preferRelativeResize="0"/>
            <p:nvPr/>
          </p:nvPicPr>
          <p:blipFill rotWithShape="1">
            <a:blip r:embed="rId11">
              <a:alphaModFix/>
            </a:blip>
            <a:srcRect/>
            <a:stretch/>
          </p:blipFill>
          <p:spPr>
            <a:xfrm>
              <a:off x="15884842" y="883856"/>
              <a:ext cx="424116" cy="249605"/>
            </a:xfrm>
            <a:prstGeom prst="rect">
              <a:avLst/>
            </a:prstGeom>
            <a:noFill/>
            <a:ln>
              <a:noFill/>
            </a:ln>
          </p:spPr>
        </p:pic>
        <p:sp>
          <p:nvSpPr>
            <p:cNvPr id="16" name="Google Shape;1249;p8"/>
            <p:cNvSpPr/>
            <p:nvPr/>
          </p:nvSpPr>
          <p:spPr>
            <a:xfrm>
              <a:off x="1506874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66" y="40652"/>
                  </a:lnTo>
                  <a:lnTo>
                    <a:pt x="26466" y="125488"/>
                  </a:lnTo>
                  <a:lnTo>
                    <a:pt x="26114" y="133764"/>
                  </a:lnTo>
                  <a:lnTo>
                    <a:pt x="23985" y="141384"/>
                  </a:lnTo>
                  <a:lnTo>
                    <a:pt x="18896" y="146968"/>
                  </a:lnTo>
                  <a:lnTo>
                    <a:pt x="9664" y="149136"/>
                  </a:lnTo>
                  <a:lnTo>
                    <a:pt x="2628" y="149136"/>
                  </a:lnTo>
                  <a:lnTo>
                    <a:pt x="0" y="151599"/>
                  </a:lnTo>
                  <a:lnTo>
                    <a:pt x="0" y="157911"/>
                  </a:lnTo>
                  <a:lnTo>
                    <a:pt x="2628" y="160350"/>
                  </a:lnTo>
                  <a:lnTo>
                    <a:pt x="9664" y="160350"/>
                  </a:lnTo>
                  <a:lnTo>
                    <a:pt x="23186" y="157662"/>
                  </a:lnTo>
                  <a:lnTo>
                    <a:pt x="31934" y="150277"/>
                  </a:lnTo>
                  <a:lnTo>
                    <a:pt x="36643"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7" name="Google Shape;1250;p8"/>
            <p:cNvPicPr preferRelativeResize="0"/>
            <p:nvPr/>
          </p:nvPicPr>
          <p:blipFill rotWithShape="1">
            <a:blip r:embed="rId12">
              <a:alphaModFix/>
            </a:blip>
            <a:srcRect/>
            <a:stretch/>
          </p:blipFill>
          <p:spPr>
            <a:xfrm>
              <a:off x="15129420" y="1280883"/>
              <a:ext cx="267157" cy="122516"/>
            </a:xfrm>
            <a:prstGeom prst="rect">
              <a:avLst/>
            </a:prstGeom>
            <a:noFill/>
            <a:ln>
              <a:noFill/>
            </a:ln>
          </p:spPr>
        </p:pic>
        <p:pic>
          <p:nvPicPr>
            <p:cNvPr id="18" name="Google Shape;1251;p8"/>
            <p:cNvPicPr preferRelativeResize="0"/>
            <p:nvPr/>
          </p:nvPicPr>
          <p:blipFill rotWithShape="1">
            <a:blip r:embed="rId13">
              <a:alphaModFix/>
            </a:blip>
            <a:srcRect/>
            <a:stretch/>
          </p:blipFill>
          <p:spPr>
            <a:xfrm>
              <a:off x="15417545" y="1318018"/>
              <a:ext cx="70269" cy="84480"/>
            </a:xfrm>
            <a:prstGeom prst="rect">
              <a:avLst/>
            </a:prstGeom>
            <a:noFill/>
            <a:ln>
              <a:noFill/>
            </a:ln>
          </p:spPr>
        </p:pic>
        <p:pic>
          <p:nvPicPr>
            <p:cNvPr id="19" name="Google Shape;1252;p8"/>
            <p:cNvPicPr preferRelativeResize="0"/>
            <p:nvPr/>
          </p:nvPicPr>
          <p:blipFill rotWithShape="1">
            <a:blip r:embed="rId14">
              <a:alphaModFix/>
            </a:blip>
            <a:srcRect/>
            <a:stretch/>
          </p:blipFill>
          <p:spPr>
            <a:xfrm>
              <a:off x="15509772" y="1318018"/>
              <a:ext cx="154457" cy="85382"/>
            </a:xfrm>
            <a:prstGeom prst="rect">
              <a:avLst/>
            </a:prstGeom>
            <a:noFill/>
            <a:ln>
              <a:noFill/>
            </a:ln>
          </p:spPr>
        </p:pic>
        <p:sp>
          <p:nvSpPr>
            <p:cNvPr id="20" name="Google Shape;1253;p8"/>
            <p:cNvSpPr/>
            <p:nvPr/>
          </p:nvSpPr>
          <p:spPr>
            <a:xfrm>
              <a:off x="1591545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43" y="38023"/>
                  </a:lnTo>
                  <a:lnTo>
                    <a:pt x="26479" y="40652"/>
                  </a:lnTo>
                  <a:lnTo>
                    <a:pt x="26479" y="125488"/>
                  </a:lnTo>
                  <a:lnTo>
                    <a:pt x="26119" y="133764"/>
                  </a:lnTo>
                  <a:lnTo>
                    <a:pt x="23983" y="141384"/>
                  </a:lnTo>
                  <a:lnTo>
                    <a:pt x="18885" y="146968"/>
                  </a:lnTo>
                  <a:lnTo>
                    <a:pt x="9639" y="149136"/>
                  </a:lnTo>
                  <a:lnTo>
                    <a:pt x="2628" y="149136"/>
                  </a:lnTo>
                  <a:lnTo>
                    <a:pt x="0" y="151599"/>
                  </a:lnTo>
                  <a:lnTo>
                    <a:pt x="0" y="157911"/>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1" name="Google Shape;1254;p8"/>
            <p:cNvPicPr preferRelativeResize="0"/>
            <p:nvPr/>
          </p:nvPicPr>
          <p:blipFill rotWithShape="1">
            <a:blip r:embed="rId15">
              <a:alphaModFix/>
            </a:blip>
            <a:srcRect/>
            <a:stretch/>
          </p:blipFill>
          <p:spPr>
            <a:xfrm>
              <a:off x="15976003" y="1280883"/>
              <a:ext cx="267157" cy="122516"/>
            </a:xfrm>
            <a:prstGeom prst="rect">
              <a:avLst/>
            </a:prstGeom>
            <a:noFill/>
            <a:ln>
              <a:noFill/>
            </a:ln>
          </p:spPr>
        </p:pic>
        <p:pic>
          <p:nvPicPr>
            <p:cNvPr id="22" name="Google Shape;1255;p8"/>
            <p:cNvPicPr preferRelativeResize="0"/>
            <p:nvPr/>
          </p:nvPicPr>
          <p:blipFill rotWithShape="1">
            <a:blip r:embed="rId16">
              <a:alphaModFix/>
            </a:blip>
            <a:srcRect/>
            <a:stretch/>
          </p:blipFill>
          <p:spPr>
            <a:xfrm>
              <a:off x="16264228" y="1318018"/>
              <a:ext cx="70294" cy="84480"/>
            </a:xfrm>
            <a:prstGeom prst="rect">
              <a:avLst/>
            </a:prstGeom>
            <a:noFill/>
            <a:ln>
              <a:noFill/>
            </a:ln>
          </p:spPr>
        </p:pic>
        <p:pic>
          <p:nvPicPr>
            <p:cNvPr id="23" name="Google Shape;1256;p8"/>
            <p:cNvPicPr preferRelativeResize="0"/>
            <p:nvPr/>
          </p:nvPicPr>
          <p:blipFill rotWithShape="1">
            <a:blip r:embed="rId17">
              <a:alphaModFix/>
            </a:blip>
            <a:srcRect/>
            <a:stretch/>
          </p:blipFill>
          <p:spPr>
            <a:xfrm>
              <a:off x="16356482" y="1318018"/>
              <a:ext cx="154457" cy="85382"/>
            </a:xfrm>
            <a:prstGeom prst="rect">
              <a:avLst/>
            </a:prstGeom>
            <a:noFill/>
            <a:ln>
              <a:noFill/>
            </a:ln>
          </p:spPr>
        </p:pic>
        <p:pic>
          <p:nvPicPr>
            <p:cNvPr id="24" name="Google Shape;1257;p8"/>
            <p:cNvPicPr preferRelativeResize="0"/>
            <p:nvPr/>
          </p:nvPicPr>
          <p:blipFill rotWithShape="1">
            <a:blip r:embed="rId18">
              <a:alphaModFix/>
            </a:blip>
            <a:srcRect/>
            <a:stretch/>
          </p:blipFill>
          <p:spPr>
            <a:xfrm>
              <a:off x="14201902" y="762152"/>
              <a:ext cx="2318892" cy="491782"/>
            </a:xfrm>
            <a:prstGeom prst="rect">
              <a:avLst/>
            </a:prstGeom>
            <a:noFill/>
            <a:ln>
              <a:noFill/>
            </a:ln>
          </p:spPr>
        </p:pic>
        <p:pic>
          <p:nvPicPr>
            <p:cNvPr id="25" name="Google Shape;1258;p8"/>
            <p:cNvPicPr preferRelativeResize="0"/>
            <p:nvPr/>
          </p:nvPicPr>
          <p:blipFill rotWithShape="1">
            <a:blip r:embed="rId19">
              <a:alphaModFix/>
            </a:blip>
            <a:srcRect/>
            <a:stretch/>
          </p:blipFill>
          <p:spPr>
            <a:xfrm>
              <a:off x="15628112" y="1170902"/>
              <a:ext cx="343027" cy="402703"/>
            </a:xfrm>
            <a:prstGeom prst="rect">
              <a:avLst/>
            </a:prstGeom>
            <a:noFill/>
            <a:ln>
              <a:noFill/>
            </a:ln>
          </p:spPr>
        </p:pic>
        <p:pic>
          <p:nvPicPr>
            <p:cNvPr id="26" name="Google Shape;1259;p8"/>
            <p:cNvPicPr preferRelativeResize="0"/>
            <p:nvPr/>
          </p:nvPicPr>
          <p:blipFill rotWithShape="1">
            <a:blip r:embed="rId20">
              <a:alphaModFix/>
            </a:blip>
            <a:srcRect/>
            <a:stretch/>
          </p:blipFill>
          <p:spPr>
            <a:xfrm>
              <a:off x="15688054" y="1399069"/>
              <a:ext cx="75693" cy="71500"/>
            </a:xfrm>
            <a:prstGeom prst="rect">
              <a:avLst/>
            </a:prstGeom>
            <a:noFill/>
            <a:ln>
              <a:noFill/>
            </a:ln>
          </p:spPr>
        </p:pic>
        <p:pic>
          <p:nvPicPr>
            <p:cNvPr id="27" name="Google Shape;1260;p8"/>
            <p:cNvPicPr preferRelativeResize="0"/>
            <p:nvPr/>
          </p:nvPicPr>
          <p:blipFill rotWithShape="1">
            <a:blip r:embed="rId21">
              <a:alphaModFix/>
            </a:blip>
            <a:srcRect/>
            <a:stretch/>
          </p:blipFill>
          <p:spPr>
            <a:xfrm>
              <a:off x="15685006" y="1433904"/>
              <a:ext cx="365" cy="357"/>
            </a:xfrm>
            <a:prstGeom prst="rect">
              <a:avLst/>
            </a:prstGeom>
            <a:noFill/>
            <a:ln>
              <a:noFill/>
            </a:ln>
          </p:spPr>
        </p:pic>
        <p:pic>
          <p:nvPicPr>
            <p:cNvPr id="28" name="Google Shape;1261;p8"/>
            <p:cNvPicPr preferRelativeResize="0"/>
            <p:nvPr/>
          </p:nvPicPr>
          <p:blipFill rotWithShape="1">
            <a:blip r:embed="rId22">
              <a:alphaModFix/>
            </a:blip>
            <a:srcRect/>
            <a:stretch/>
          </p:blipFill>
          <p:spPr>
            <a:xfrm>
              <a:off x="15609698" y="1489519"/>
              <a:ext cx="39623" cy="43522"/>
            </a:xfrm>
            <a:prstGeom prst="rect">
              <a:avLst/>
            </a:prstGeom>
            <a:noFill/>
            <a:ln>
              <a:noFill/>
            </a:ln>
          </p:spPr>
        </p:pic>
        <p:pic>
          <p:nvPicPr>
            <p:cNvPr id="29" name="Google Shape;1262;p8"/>
            <p:cNvPicPr preferRelativeResize="0"/>
            <p:nvPr/>
          </p:nvPicPr>
          <p:blipFill rotWithShape="1">
            <a:blip r:embed="rId23">
              <a:alphaModFix/>
            </a:blip>
            <a:srcRect/>
            <a:stretch/>
          </p:blipFill>
          <p:spPr>
            <a:xfrm>
              <a:off x="15665195" y="1482038"/>
              <a:ext cx="12445" cy="15214"/>
            </a:xfrm>
            <a:prstGeom prst="rect">
              <a:avLst/>
            </a:prstGeom>
            <a:noFill/>
            <a:ln>
              <a:noFill/>
            </a:ln>
          </p:spPr>
        </p:pic>
        <p:pic>
          <p:nvPicPr>
            <p:cNvPr id="30" name="Google Shape;1263;p8"/>
            <p:cNvPicPr preferRelativeResize="0"/>
            <p:nvPr/>
          </p:nvPicPr>
          <p:blipFill rotWithShape="1">
            <a:blip r:embed="rId23">
              <a:alphaModFix/>
            </a:blip>
            <a:srcRect/>
            <a:stretch/>
          </p:blipFill>
          <p:spPr>
            <a:xfrm>
              <a:off x="15665831" y="1458128"/>
              <a:ext cx="11683" cy="14601"/>
            </a:xfrm>
            <a:prstGeom prst="rect">
              <a:avLst/>
            </a:prstGeom>
            <a:noFill/>
            <a:ln>
              <a:noFill/>
            </a:ln>
          </p:spPr>
        </p:pic>
        <p:pic>
          <p:nvPicPr>
            <p:cNvPr id="31" name="Google Shape;1264;p8"/>
            <p:cNvPicPr preferRelativeResize="0"/>
            <p:nvPr/>
          </p:nvPicPr>
          <p:blipFill rotWithShape="1">
            <a:blip r:embed="rId24">
              <a:alphaModFix/>
            </a:blip>
            <a:srcRect/>
            <a:stretch/>
          </p:blipFill>
          <p:spPr>
            <a:xfrm>
              <a:off x="15824835" y="1228966"/>
              <a:ext cx="64007" cy="65811"/>
            </a:xfrm>
            <a:prstGeom prst="rect">
              <a:avLst/>
            </a:prstGeom>
            <a:noFill/>
            <a:ln>
              <a:noFill/>
            </a:ln>
          </p:spPr>
        </p:pic>
        <p:pic>
          <p:nvPicPr>
            <p:cNvPr id="32" name="Google Shape;1265;p8"/>
            <p:cNvPicPr preferRelativeResize="0"/>
            <p:nvPr/>
          </p:nvPicPr>
          <p:blipFill rotWithShape="1">
            <a:blip r:embed="rId25">
              <a:alphaModFix/>
            </a:blip>
            <a:srcRect/>
            <a:stretch/>
          </p:blipFill>
          <p:spPr>
            <a:xfrm>
              <a:off x="15624047" y="1433779"/>
              <a:ext cx="77215" cy="82550"/>
            </a:xfrm>
            <a:prstGeom prst="rect">
              <a:avLst/>
            </a:prstGeom>
            <a:noFill/>
            <a:ln>
              <a:noFill/>
            </a:ln>
          </p:spPr>
        </p:pic>
        <p:pic>
          <p:nvPicPr>
            <p:cNvPr id="33" name="Google Shape;1266;p8"/>
            <p:cNvPicPr preferRelativeResize="0"/>
            <p:nvPr/>
          </p:nvPicPr>
          <p:blipFill rotWithShape="1">
            <a:blip r:embed="rId26">
              <a:alphaModFix/>
            </a:blip>
            <a:srcRect/>
            <a:stretch/>
          </p:blipFill>
          <p:spPr>
            <a:xfrm>
              <a:off x="15901288" y="1256068"/>
              <a:ext cx="16763" cy="12903"/>
            </a:xfrm>
            <a:prstGeom prst="rect">
              <a:avLst/>
            </a:prstGeom>
            <a:noFill/>
            <a:ln>
              <a:noFill/>
            </a:ln>
          </p:spPr>
        </p:pic>
        <p:pic>
          <p:nvPicPr>
            <p:cNvPr id="34" name="Google Shape;1267;p8"/>
            <p:cNvPicPr preferRelativeResize="0"/>
            <p:nvPr/>
          </p:nvPicPr>
          <p:blipFill rotWithShape="1">
            <a:blip r:embed="rId23">
              <a:alphaModFix/>
            </a:blip>
            <a:srcRect/>
            <a:stretch/>
          </p:blipFill>
          <p:spPr>
            <a:xfrm>
              <a:off x="15680309" y="1443710"/>
              <a:ext cx="12953" cy="15138"/>
            </a:xfrm>
            <a:prstGeom prst="rect">
              <a:avLst/>
            </a:prstGeom>
            <a:noFill/>
            <a:ln>
              <a:noFill/>
            </a:ln>
          </p:spPr>
        </p:pic>
        <p:pic>
          <p:nvPicPr>
            <p:cNvPr id="35" name="Google Shape;1268;p8"/>
            <p:cNvPicPr preferRelativeResize="0"/>
            <p:nvPr/>
          </p:nvPicPr>
          <p:blipFill rotWithShape="1">
            <a:blip r:embed="rId27">
              <a:alphaModFix/>
            </a:blip>
            <a:srcRect/>
            <a:stretch/>
          </p:blipFill>
          <p:spPr>
            <a:xfrm>
              <a:off x="15931515" y="1237411"/>
              <a:ext cx="9779" cy="7467"/>
            </a:xfrm>
            <a:prstGeom prst="rect">
              <a:avLst/>
            </a:prstGeom>
            <a:noFill/>
            <a:ln>
              <a:noFill/>
            </a:ln>
          </p:spPr>
        </p:pic>
        <p:pic>
          <p:nvPicPr>
            <p:cNvPr id="36" name="Google Shape;1269;p8"/>
            <p:cNvPicPr preferRelativeResize="0"/>
            <p:nvPr/>
          </p:nvPicPr>
          <p:blipFill rotWithShape="1">
            <a:blip r:embed="rId28">
              <a:alphaModFix/>
            </a:blip>
            <a:srcRect/>
            <a:stretch/>
          </p:blipFill>
          <p:spPr>
            <a:xfrm>
              <a:off x="15934562" y="1189837"/>
              <a:ext cx="38226" cy="32524"/>
            </a:xfrm>
            <a:prstGeom prst="rect">
              <a:avLst/>
            </a:prstGeom>
            <a:noFill/>
            <a:ln>
              <a:noFill/>
            </a:ln>
          </p:spPr>
        </p:pic>
        <p:pic>
          <p:nvPicPr>
            <p:cNvPr id="37" name="Google Shape;1270;p8"/>
            <p:cNvPicPr preferRelativeResize="0"/>
            <p:nvPr/>
          </p:nvPicPr>
          <p:blipFill rotWithShape="1">
            <a:blip r:embed="rId29">
              <a:alphaModFix/>
            </a:blip>
            <a:srcRect/>
            <a:stretch/>
          </p:blipFill>
          <p:spPr>
            <a:xfrm>
              <a:off x="15645637" y="1455178"/>
              <a:ext cx="40257" cy="24193"/>
            </a:xfrm>
            <a:prstGeom prst="rect">
              <a:avLst/>
            </a:prstGeom>
            <a:noFill/>
            <a:ln>
              <a:noFill/>
            </a:ln>
          </p:spPr>
        </p:pic>
        <p:pic>
          <p:nvPicPr>
            <p:cNvPr id="38" name="Google Shape;1271;p8"/>
            <p:cNvPicPr preferRelativeResize="0"/>
            <p:nvPr/>
          </p:nvPicPr>
          <p:blipFill rotWithShape="1">
            <a:blip r:embed="rId30">
              <a:alphaModFix/>
            </a:blip>
            <a:srcRect/>
            <a:stretch/>
          </p:blipFill>
          <p:spPr>
            <a:xfrm>
              <a:off x="15687295" y="1443595"/>
              <a:ext cx="5969" cy="6934"/>
            </a:xfrm>
            <a:prstGeom prst="rect">
              <a:avLst/>
            </a:prstGeom>
            <a:noFill/>
            <a:ln>
              <a:noFill/>
            </a:ln>
          </p:spPr>
        </p:pic>
        <p:pic>
          <p:nvPicPr>
            <p:cNvPr id="39" name="Google Shape;1272;p8"/>
            <p:cNvPicPr preferRelativeResize="0"/>
            <p:nvPr/>
          </p:nvPicPr>
          <p:blipFill rotWithShape="1">
            <a:blip r:embed="rId31">
              <a:alphaModFix/>
            </a:blip>
            <a:srcRect/>
            <a:stretch/>
          </p:blipFill>
          <p:spPr>
            <a:xfrm>
              <a:off x="15900400" y="1202498"/>
              <a:ext cx="17907" cy="15088"/>
            </a:xfrm>
            <a:prstGeom prst="rect">
              <a:avLst/>
            </a:prstGeom>
            <a:noFill/>
            <a:ln>
              <a:noFill/>
            </a:ln>
          </p:spPr>
        </p:pic>
        <p:pic>
          <p:nvPicPr>
            <p:cNvPr id="40" name="Google Shape;1273;p8"/>
            <p:cNvPicPr preferRelativeResize="0"/>
            <p:nvPr/>
          </p:nvPicPr>
          <p:blipFill rotWithShape="1">
            <a:blip r:embed="rId32">
              <a:alphaModFix/>
            </a:blip>
            <a:srcRect/>
            <a:stretch/>
          </p:blipFill>
          <p:spPr>
            <a:xfrm>
              <a:off x="15696945" y="1384351"/>
              <a:ext cx="36195" cy="49428"/>
            </a:xfrm>
            <a:prstGeom prst="rect">
              <a:avLst/>
            </a:prstGeom>
            <a:noFill/>
            <a:ln>
              <a:noFill/>
            </a:ln>
          </p:spPr>
        </p:pic>
        <p:pic>
          <p:nvPicPr>
            <p:cNvPr id="41" name="Google Shape;1274;p8"/>
            <p:cNvPicPr preferRelativeResize="0"/>
            <p:nvPr/>
          </p:nvPicPr>
          <p:blipFill rotWithShape="1">
            <a:blip r:embed="rId33">
              <a:alphaModFix/>
            </a:blip>
            <a:srcRect/>
            <a:stretch/>
          </p:blipFill>
          <p:spPr>
            <a:xfrm>
              <a:off x="15621381" y="1488414"/>
              <a:ext cx="43306" cy="44855"/>
            </a:xfrm>
            <a:prstGeom prst="rect">
              <a:avLst/>
            </a:prstGeom>
            <a:noFill/>
            <a:ln>
              <a:noFill/>
            </a:ln>
          </p:spPr>
        </p:pic>
        <p:pic>
          <p:nvPicPr>
            <p:cNvPr id="42" name="Google Shape;1275;p8"/>
            <p:cNvPicPr preferRelativeResize="0"/>
            <p:nvPr/>
          </p:nvPicPr>
          <p:blipFill rotWithShape="1">
            <a:blip r:embed="rId34">
              <a:alphaModFix/>
            </a:blip>
            <a:srcRect/>
            <a:stretch/>
          </p:blipFill>
          <p:spPr>
            <a:xfrm>
              <a:off x="15655416" y="1424228"/>
              <a:ext cx="62101" cy="58038"/>
            </a:xfrm>
            <a:prstGeom prst="rect">
              <a:avLst/>
            </a:prstGeom>
            <a:noFill/>
            <a:ln>
              <a:noFill/>
            </a:ln>
          </p:spPr>
        </p:pic>
        <p:pic>
          <p:nvPicPr>
            <p:cNvPr id="43" name="Google Shape;1276;p8"/>
            <p:cNvPicPr preferRelativeResize="0"/>
            <p:nvPr/>
          </p:nvPicPr>
          <p:blipFill rotWithShape="1">
            <a:blip r:embed="rId33">
              <a:alphaModFix/>
            </a:blip>
            <a:srcRect/>
            <a:stretch/>
          </p:blipFill>
          <p:spPr>
            <a:xfrm>
              <a:off x="15735425" y="1384478"/>
              <a:ext cx="41404" cy="44323"/>
            </a:xfrm>
            <a:prstGeom prst="rect">
              <a:avLst/>
            </a:prstGeom>
            <a:noFill/>
            <a:ln>
              <a:noFill/>
            </a:ln>
          </p:spPr>
        </p:pic>
        <p:pic>
          <p:nvPicPr>
            <p:cNvPr id="44" name="Google Shape;1277;p8"/>
            <p:cNvPicPr preferRelativeResize="0"/>
            <p:nvPr/>
          </p:nvPicPr>
          <p:blipFill rotWithShape="1">
            <a:blip r:embed="rId21">
              <a:alphaModFix/>
            </a:blip>
            <a:srcRect/>
            <a:stretch/>
          </p:blipFill>
          <p:spPr>
            <a:xfrm>
              <a:off x="15792070" y="1308544"/>
              <a:ext cx="3683" cy="3086"/>
            </a:xfrm>
            <a:prstGeom prst="rect">
              <a:avLst/>
            </a:prstGeom>
            <a:noFill/>
            <a:ln>
              <a:noFill/>
            </a:ln>
          </p:spPr>
        </p:pic>
        <p:pic>
          <p:nvPicPr>
            <p:cNvPr id="45" name="Google Shape;1278;p8"/>
            <p:cNvPicPr preferRelativeResize="0"/>
            <p:nvPr/>
          </p:nvPicPr>
          <p:blipFill rotWithShape="1">
            <a:blip r:embed="rId35">
              <a:alphaModFix/>
            </a:blip>
            <a:srcRect/>
            <a:stretch/>
          </p:blipFill>
          <p:spPr>
            <a:xfrm>
              <a:off x="15669386" y="1471827"/>
              <a:ext cx="6223" cy="16472"/>
            </a:xfrm>
            <a:prstGeom prst="rect">
              <a:avLst/>
            </a:prstGeom>
            <a:noFill/>
            <a:ln>
              <a:noFill/>
            </a:ln>
          </p:spPr>
        </p:pic>
        <p:pic>
          <p:nvPicPr>
            <p:cNvPr id="46" name="Google Shape;1279;p8"/>
            <p:cNvPicPr preferRelativeResize="0"/>
            <p:nvPr/>
          </p:nvPicPr>
          <p:blipFill rotWithShape="1">
            <a:blip r:embed="rId27">
              <a:alphaModFix/>
            </a:blip>
            <a:srcRect/>
            <a:stretch/>
          </p:blipFill>
          <p:spPr>
            <a:xfrm>
              <a:off x="15855950" y="1307782"/>
              <a:ext cx="7747" cy="7251"/>
            </a:xfrm>
            <a:prstGeom prst="rect">
              <a:avLst/>
            </a:prstGeom>
            <a:noFill/>
            <a:ln>
              <a:noFill/>
            </a:ln>
          </p:spPr>
        </p:pic>
        <p:pic>
          <p:nvPicPr>
            <p:cNvPr id="47" name="Google Shape;1280;p8"/>
            <p:cNvPicPr preferRelativeResize="0"/>
            <p:nvPr/>
          </p:nvPicPr>
          <p:blipFill rotWithShape="1">
            <a:blip r:embed="rId23">
              <a:alphaModFix/>
            </a:blip>
            <a:srcRect/>
            <a:stretch/>
          </p:blipFill>
          <p:spPr>
            <a:xfrm>
              <a:off x="15815056" y="1337019"/>
              <a:ext cx="14351" cy="13257"/>
            </a:xfrm>
            <a:prstGeom prst="rect">
              <a:avLst/>
            </a:prstGeom>
            <a:noFill/>
            <a:ln>
              <a:noFill/>
            </a:ln>
          </p:spPr>
        </p:pic>
        <p:pic>
          <p:nvPicPr>
            <p:cNvPr id="48" name="Google Shape;1281;p8"/>
            <p:cNvPicPr preferRelativeResize="0"/>
            <p:nvPr/>
          </p:nvPicPr>
          <p:blipFill rotWithShape="1">
            <a:blip r:embed="rId36">
              <a:alphaModFix/>
            </a:blip>
            <a:srcRect/>
            <a:stretch/>
          </p:blipFill>
          <p:spPr>
            <a:xfrm>
              <a:off x="15642463" y="1463712"/>
              <a:ext cx="54101" cy="18427"/>
            </a:xfrm>
            <a:prstGeom prst="rect">
              <a:avLst/>
            </a:prstGeom>
            <a:noFill/>
            <a:ln>
              <a:noFill/>
            </a:ln>
          </p:spPr>
        </p:pic>
        <p:pic>
          <p:nvPicPr>
            <p:cNvPr id="49" name="Google Shape;1282;p8"/>
            <p:cNvPicPr preferRelativeResize="0"/>
            <p:nvPr/>
          </p:nvPicPr>
          <p:blipFill rotWithShape="1">
            <a:blip r:embed="rId37">
              <a:alphaModFix/>
            </a:blip>
            <a:srcRect/>
            <a:stretch/>
          </p:blipFill>
          <p:spPr>
            <a:xfrm>
              <a:off x="15736444" y="1349412"/>
              <a:ext cx="19811" cy="21044"/>
            </a:xfrm>
            <a:prstGeom prst="rect">
              <a:avLst/>
            </a:prstGeom>
            <a:noFill/>
            <a:ln>
              <a:noFill/>
            </a:ln>
          </p:spPr>
        </p:pic>
        <p:pic>
          <p:nvPicPr>
            <p:cNvPr id="50" name="Google Shape;1283;p8"/>
            <p:cNvPicPr preferRelativeResize="0"/>
            <p:nvPr/>
          </p:nvPicPr>
          <p:blipFill rotWithShape="1">
            <a:blip r:embed="rId38">
              <a:alphaModFix/>
            </a:blip>
            <a:srcRect/>
            <a:stretch/>
          </p:blipFill>
          <p:spPr>
            <a:xfrm>
              <a:off x="15651227" y="1473301"/>
              <a:ext cx="22858" cy="37363"/>
            </a:xfrm>
            <a:prstGeom prst="rect">
              <a:avLst/>
            </a:prstGeom>
            <a:noFill/>
            <a:ln>
              <a:noFill/>
            </a:ln>
          </p:spPr>
        </p:pic>
        <p:pic>
          <p:nvPicPr>
            <p:cNvPr id="51" name="Google Shape;1284;p8"/>
            <p:cNvPicPr preferRelativeResize="0"/>
            <p:nvPr/>
          </p:nvPicPr>
          <p:blipFill rotWithShape="1">
            <a:blip r:embed="rId39">
              <a:alphaModFix/>
            </a:blip>
            <a:srcRect/>
            <a:stretch/>
          </p:blipFill>
          <p:spPr>
            <a:xfrm>
              <a:off x="15670911" y="1472793"/>
              <a:ext cx="9395" cy="6642"/>
            </a:xfrm>
            <a:prstGeom prst="rect">
              <a:avLst/>
            </a:prstGeom>
            <a:noFill/>
            <a:ln>
              <a:noFill/>
            </a:ln>
          </p:spPr>
        </p:pic>
        <p:pic>
          <p:nvPicPr>
            <p:cNvPr id="52" name="Google Shape;1285;p8"/>
            <p:cNvPicPr preferRelativeResize="0"/>
            <p:nvPr/>
          </p:nvPicPr>
          <p:blipFill rotWithShape="1">
            <a:blip r:embed="rId40">
              <a:alphaModFix/>
            </a:blip>
            <a:srcRect/>
            <a:stretch/>
          </p:blipFill>
          <p:spPr>
            <a:xfrm>
              <a:off x="15935325" y="1214271"/>
              <a:ext cx="18032" cy="26936"/>
            </a:xfrm>
            <a:prstGeom prst="rect">
              <a:avLst/>
            </a:prstGeom>
            <a:noFill/>
            <a:ln>
              <a:noFill/>
            </a:ln>
          </p:spPr>
        </p:pic>
        <p:pic>
          <p:nvPicPr>
            <p:cNvPr id="53" name="Google Shape;1286;p8"/>
            <p:cNvPicPr preferRelativeResize="0"/>
            <p:nvPr/>
          </p:nvPicPr>
          <p:blipFill rotWithShape="1">
            <a:blip r:embed="rId41">
              <a:alphaModFix/>
            </a:blip>
            <a:srcRect/>
            <a:stretch/>
          </p:blipFill>
          <p:spPr>
            <a:xfrm>
              <a:off x="15635478" y="1434121"/>
              <a:ext cx="66292" cy="61213"/>
            </a:xfrm>
            <a:prstGeom prst="rect">
              <a:avLst/>
            </a:prstGeom>
            <a:noFill/>
            <a:ln>
              <a:noFill/>
            </a:ln>
          </p:spPr>
        </p:pic>
        <p:pic>
          <p:nvPicPr>
            <p:cNvPr id="54" name="Google Shape;1287;p8"/>
            <p:cNvPicPr preferRelativeResize="0"/>
            <p:nvPr/>
          </p:nvPicPr>
          <p:blipFill rotWithShape="1">
            <a:blip r:embed="rId30">
              <a:alphaModFix/>
            </a:blip>
            <a:srcRect/>
            <a:stretch/>
          </p:blipFill>
          <p:spPr>
            <a:xfrm>
              <a:off x="15682467" y="1428520"/>
              <a:ext cx="1523" cy="1777"/>
            </a:xfrm>
            <a:prstGeom prst="rect">
              <a:avLst/>
            </a:prstGeom>
            <a:noFill/>
            <a:ln>
              <a:noFill/>
            </a:ln>
          </p:spPr>
        </p:pic>
        <p:pic>
          <p:nvPicPr>
            <p:cNvPr id="55" name="Google Shape;1288;p8"/>
            <p:cNvPicPr preferRelativeResize="0"/>
            <p:nvPr/>
          </p:nvPicPr>
          <p:blipFill rotWithShape="1">
            <a:blip r:embed="rId42">
              <a:alphaModFix/>
            </a:blip>
            <a:srcRect/>
            <a:stretch/>
          </p:blipFill>
          <p:spPr>
            <a:xfrm>
              <a:off x="15639414" y="1470417"/>
              <a:ext cx="26036" cy="30924"/>
            </a:xfrm>
            <a:prstGeom prst="rect">
              <a:avLst/>
            </a:prstGeom>
            <a:noFill/>
            <a:ln>
              <a:noFill/>
            </a:ln>
          </p:spPr>
        </p:pic>
        <p:pic>
          <p:nvPicPr>
            <p:cNvPr id="56" name="Google Shape;1289;p8"/>
            <p:cNvPicPr preferRelativeResize="0"/>
            <p:nvPr/>
          </p:nvPicPr>
          <p:blipFill rotWithShape="1">
            <a:blip r:embed="rId43">
              <a:alphaModFix/>
            </a:blip>
            <a:srcRect/>
            <a:stretch/>
          </p:blipFill>
          <p:spPr>
            <a:xfrm>
              <a:off x="15666975" y="1440484"/>
              <a:ext cx="15351" cy="20421"/>
            </a:xfrm>
            <a:prstGeom prst="rect">
              <a:avLst/>
            </a:prstGeom>
            <a:noFill/>
            <a:ln>
              <a:noFill/>
            </a:ln>
          </p:spPr>
        </p:pic>
        <p:pic>
          <p:nvPicPr>
            <p:cNvPr id="57" name="Google Shape;1290;p8"/>
            <p:cNvPicPr preferRelativeResize="0"/>
            <p:nvPr/>
          </p:nvPicPr>
          <p:blipFill rotWithShape="1">
            <a:blip r:embed="rId21">
              <a:alphaModFix/>
            </a:blip>
            <a:srcRect/>
            <a:stretch/>
          </p:blipFill>
          <p:spPr>
            <a:xfrm>
              <a:off x="15953359" y="1215466"/>
              <a:ext cx="2285" cy="1803"/>
            </a:xfrm>
            <a:prstGeom prst="rect">
              <a:avLst/>
            </a:prstGeom>
            <a:noFill/>
            <a:ln>
              <a:noFill/>
            </a:ln>
          </p:spPr>
        </p:pic>
        <p:pic>
          <p:nvPicPr>
            <p:cNvPr id="58" name="Google Shape;1291;p8"/>
            <p:cNvPicPr preferRelativeResize="0"/>
            <p:nvPr/>
          </p:nvPicPr>
          <p:blipFill rotWithShape="1">
            <a:blip r:embed="rId44">
              <a:alphaModFix/>
            </a:blip>
            <a:srcRect/>
            <a:stretch/>
          </p:blipFill>
          <p:spPr>
            <a:xfrm>
              <a:off x="15685896" y="1402969"/>
              <a:ext cx="39878" cy="43662"/>
            </a:xfrm>
            <a:prstGeom prst="rect">
              <a:avLst/>
            </a:prstGeom>
            <a:noFill/>
            <a:ln>
              <a:noFill/>
            </a:ln>
          </p:spPr>
        </p:pic>
        <p:pic>
          <p:nvPicPr>
            <p:cNvPr id="59" name="Google Shape;1292;p8"/>
            <p:cNvPicPr preferRelativeResize="0"/>
            <p:nvPr/>
          </p:nvPicPr>
          <p:blipFill rotWithShape="1">
            <a:blip r:embed="rId45">
              <a:alphaModFix/>
            </a:blip>
            <a:srcRect/>
            <a:stretch/>
          </p:blipFill>
          <p:spPr>
            <a:xfrm>
              <a:off x="15880588" y="1270139"/>
              <a:ext cx="20192" cy="18021"/>
            </a:xfrm>
            <a:prstGeom prst="rect">
              <a:avLst/>
            </a:prstGeom>
            <a:noFill/>
            <a:ln>
              <a:noFill/>
            </a:ln>
          </p:spPr>
        </p:pic>
        <p:pic>
          <p:nvPicPr>
            <p:cNvPr id="60" name="Google Shape;1293;p8"/>
            <p:cNvPicPr preferRelativeResize="0"/>
            <p:nvPr/>
          </p:nvPicPr>
          <p:blipFill rotWithShape="1">
            <a:blip r:embed="rId39">
              <a:alphaModFix/>
            </a:blip>
            <a:srcRect/>
            <a:stretch/>
          </p:blipFill>
          <p:spPr>
            <a:xfrm>
              <a:off x="15668497" y="1475943"/>
              <a:ext cx="10794" cy="10998"/>
            </a:xfrm>
            <a:prstGeom prst="rect">
              <a:avLst/>
            </a:prstGeom>
            <a:noFill/>
            <a:ln>
              <a:noFill/>
            </a:ln>
          </p:spPr>
        </p:pic>
        <p:pic>
          <p:nvPicPr>
            <p:cNvPr id="61" name="Google Shape;1294;p8"/>
            <p:cNvPicPr preferRelativeResize="0"/>
            <p:nvPr/>
          </p:nvPicPr>
          <p:blipFill rotWithShape="1">
            <a:blip r:embed="rId21">
              <a:alphaModFix/>
            </a:blip>
            <a:srcRect/>
            <a:stretch/>
          </p:blipFill>
          <p:spPr>
            <a:xfrm>
              <a:off x="15965169" y="1207654"/>
              <a:ext cx="2031" cy="1524"/>
            </a:xfrm>
            <a:prstGeom prst="rect">
              <a:avLst/>
            </a:prstGeom>
            <a:noFill/>
            <a:ln>
              <a:noFill/>
            </a:ln>
          </p:spPr>
        </p:pic>
        <p:pic>
          <p:nvPicPr>
            <p:cNvPr id="62" name="Google Shape;1295;p8"/>
            <p:cNvPicPr preferRelativeResize="0"/>
            <p:nvPr/>
          </p:nvPicPr>
          <p:blipFill rotWithShape="1">
            <a:blip r:embed="rId27">
              <a:alphaModFix/>
            </a:blip>
            <a:srcRect/>
            <a:stretch/>
          </p:blipFill>
          <p:spPr>
            <a:xfrm>
              <a:off x="15889351" y="1220528"/>
              <a:ext cx="1687" cy="1338"/>
            </a:xfrm>
            <a:prstGeom prst="rect">
              <a:avLst/>
            </a:prstGeom>
            <a:noFill/>
            <a:ln>
              <a:noFill/>
            </a:ln>
          </p:spPr>
        </p:pic>
        <p:pic>
          <p:nvPicPr>
            <p:cNvPr id="63" name="Google Shape;1296;p8"/>
            <p:cNvPicPr preferRelativeResize="0"/>
            <p:nvPr/>
          </p:nvPicPr>
          <p:blipFill rotWithShape="1">
            <a:blip r:embed="rId35">
              <a:alphaModFix/>
            </a:blip>
            <a:srcRect/>
            <a:stretch/>
          </p:blipFill>
          <p:spPr>
            <a:xfrm>
              <a:off x="15948025" y="1190980"/>
              <a:ext cx="2666" cy="11263"/>
            </a:xfrm>
            <a:prstGeom prst="rect">
              <a:avLst/>
            </a:prstGeom>
            <a:noFill/>
            <a:ln>
              <a:noFill/>
            </a:ln>
          </p:spPr>
        </p:pic>
        <p:pic>
          <p:nvPicPr>
            <p:cNvPr id="64" name="Google Shape;1297;p8"/>
            <p:cNvPicPr preferRelativeResize="0"/>
            <p:nvPr/>
          </p:nvPicPr>
          <p:blipFill rotWithShape="1">
            <a:blip r:embed="rId46">
              <a:alphaModFix/>
            </a:blip>
            <a:srcRect/>
            <a:stretch/>
          </p:blipFill>
          <p:spPr>
            <a:xfrm>
              <a:off x="15672054" y="1466291"/>
              <a:ext cx="20955" cy="4953"/>
            </a:xfrm>
            <a:prstGeom prst="rect">
              <a:avLst/>
            </a:prstGeom>
            <a:noFill/>
            <a:ln>
              <a:noFill/>
            </a:ln>
          </p:spPr>
        </p:pic>
        <p:pic>
          <p:nvPicPr>
            <p:cNvPr id="65" name="Google Shape;1298;p8"/>
            <p:cNvPicPr preferRelativeResize="0"/>
            <p:nvPr/>
          </p:nvPicPr>
          <p:blipFill rotWithShape="1">
            <a:blip r:embed="rId39">
              <a:alphaModFix/>
            </a:blip>
            <a:srcRect/>
            <a:stretch/>
          </p:blipFill>
          <p:spPr>
            <a:xfrm>
              <a:off x="15635985" y="1508619"/>
              <a:ext cx="11174" cy="10465"/>
            </a:xfrm>
            <a:prstGeom prst="rect">
              <a:avLst/>
            </a:prstGeom>
            <a:noFill/>
            <a:ln>
              <a:noFill/>
            </a:ln>
          </p:spPr>
        </p:pic>
        <p:pic>
          <p:nvPicPr>
            <p:cNvPr id="66" name="Google Shape;1299;p8"/>
            <p:cNvPicPr preferRelativeResize="0"/>
            <p:nvPr/>
          </p:nvPicPr>
          <p:blipFill rotWithShape="1">
            <a:blip r:embed="rId47">
              <a:alphaModFix/>
            </a:blip>
            <a:srcRect/>
            <a:stretch/>
          </p:blipFill>
          <p:spPr>
            <a:xfrm>
              <a:off x="15891127" y="1207211"/>
              <a:ext cx="68581" cy="70726"/>
            </a:xfrm>
            <a:prstGeom prst="rect">
              <a:avLst/>
            </a:prstGeom>
            <a:noFill/>
            <a:ln>
              <a:noFill/>
            </a:ln>
          </p:spPr>
        </p:pic>
        <p:pic>
          <p:nvPicPr>
            <p:cNvPr id="67" name="Google Shape;1300;p8"/>
            <p:cNvPicPr preferRelativeResize="0"/>
            <p:nvPr/>
          </p:nvPicPr>
          <p:blipFill rotWithShape="1">
            <a:blip r:embed="rId21">
              <a:alphaModFix/>
            </a:blip>
            <a:srcRect/>
            <a:stretch/>
          </p:blipFill>
          <p:spPr>
            <a:xfrm>
              <a:off x="15658337" y="1504276"/>
              <a:ext cx="1142" cy="1384"/>
            </a:xfrm>
            <a:prstGeom prst="rect">
              <a:avLst/>
            </a:prstGeom>
            <a:noFill/>
            <a:ln>
              <a:noFill/>
            </a:ln>
          </p:spPr>
        </p:pic>
        <p:pic>
          <p:nvPicPr>
            <p:cNvPr id="68" name="Google Shape;1301;p8"/>
            <p:cNvPicPr preferRelativeResize="0"/>
            <p:nvPr/>
          </p:nvPicPr>
          <p:blipFill rotWithShape="1">
            <a:blip r:embed="rId31">
              <a:alphaModFix/>
            </a:blip>
            <a:srcRect/>
            <a:stretch/>
          </p:blipFill>
          <p:spPr>
            <a:xfrm>
              <a:off x="15658718" y="1475473"/>
              <a:ext cx="14986" cy="22047"/>
            </a:xfrm>
            <a:prstGeom prst="rect">
              <a:avLst/>
            </a:prstGeom>
            <a:noFill/>
            <a:ln>
              <a:noFill/>
            </a:ln>
          </p:spPr>
        </p:pic>
        <p:pic>
          <p:nvPicPr>
            <p:cNvPr id="69" name="Google Shape;1302;p8"/>
            <p:cNvPicPr preferRelativeResize="0"/>
            <p:nvPr/>
          </p:nvPicPr>
          <p:blipFill rotWithShape="1">
            <a:blip r:embed="rId21">
              <a:alphaModFix/>
            </a:blip>
            <a:srcRect/>
            <a:stretch/>
          </p:blipFill>
          <p:spPr>
            <a:xfrm>
              <a:off x="15635859" y="1500797"/>
              <a:ext cx="1143" cy="1409"/>
            </a:xfrm>
            <a:prstGeom prst="rect">
              <a:avLst/>
            </a:prstGeom>
            <a:noFill/>
            <a:ln>
              <a:noFill/>
            </a:ln>
          </p:spPr>
        </p:pic>
        <p:pic>
          <p:nvPicPr>
            <p:cNvPr id="70" name="Google Shape;1303;p8"/>
            <p:cNvPicPr preferRelativeResize="0"/>
            <p:nvPr/>
          </p:nvPicPr>
          <p:blipFill rotWithShape="1">
            <a:blip r:embed="rId30">
              <a:alphaModFix/>
            </a:blip>
            <a:srcRect/>
            <a:stretch/>
          </p:blipFill>
          <p:spPr>
            <a:xfrm>
              <a:off x="15916402" y="1201216"/>
              <a:ext cx="2412" cy="5461"/>
            </a:xfrm>
            <a:prstGeom prst="rect">
              <a:avLst/>
            </a:prstGeom>
            <a:noFill/>
            <a:ln>
              <a:noFill/>
            </a:ln>
          </p:spPr>
        </p:pic>
        <p:pic>
          <p:nvPicPr>
            <p:cNvPr id="71" name="Google Shape;1304;p8"/>
            <p:cNvPicPr preferRelativeResize="0"/>
            <p:nvPr/>
          </p:nvPicPr>
          <p:blipFill rotWithShape="1">
            <a:blip r:embed="rId21">
              <a:alphaModFix/>
            </a:blip>
            <a:srcRect/>
            <a:stretch/>
          </p:blipFill>
          <p:spPr>
            <a:xfrm>
              <a:off x="15947769" y="1197362"/>
              <a:ext cx="1650" cy="1276"/>
            </a:xfrm>
            <a:prstGeom prst="rect">
              <a:avLst/>
            </a:prstGeom>
            <a:noFill/>
            <a:ln>
              <a:noFill/>
            </a:ln>
          </p:spPr>
        </p:pic>
        <p:pic>
          <p:nvPicPr>
            <p:cNvPr id="72" name="Google Shape;1305;p8"/>
            <p:cNvPicPr preferRelativeResize="0"/>
            <p:nvPr/>
          </p:nvPicPr>
          <p:blipFill rotWithShape="1">
            <a:blip r:embed="rId21">
              <a:alphaModFix/>
            </a:blip>
            <a:srcRect/>
            <a:stretch/>
          </p:blipFill>
          <p:spPr>
            <a:xfrm>
              <a:off x="15933039" y="1198499"/>
              <a:ext cx="1016" cy="901"/>
            </a:xfrm>
            <a:prstGeom prst="rect">
              <a:avLst/>
            </a:prstGeom>
            <a:noFill/>
            <a:ln>
              <a:noFill/>
            </a:ln>
          </p:spPr>
        </p:pic>
        <p:pic>
          <p:nvPicPr>
            <p:cNvPr id="73" name="Google Shape;1306;p8"/>
            <p:cNvPicPr preferRelativeResize="0"/>
            <p:nvPr/>
          </p:nvPicPr>
          <p:blipFill rotWithShape="1">
            <a:blip r:embed="rId39">
              <a:alphaModFix/>
            </a:blip>
            <a:srcRect/>
            <a:stretch/>
          </p:blipFill>
          <p:spPr>
            <a:xfrm>
              <a:off x="15708376" y="1446885"/>
              <a:ext cx="8508" cy="9461"/>
            </a:xfrm>
            <a:prstGeom prst="rect">
              <a:avLst/>
            </a:prstGeom>
            <a:noFill/>
            <a:ln>
              <a:noFill/>
            </a:ln>
          </p:spPr>
        </p:pic>
        <p:pic>
          <p:nvPicPr>
            <p:cNvPr id="74" name="Google Shape;1307;p8"/>
            <p:cNvPicPr preferRelativeResize="0"/>
            <p:nvPr/>
          </p:nvPicPr>
          <p:blipFill rotWithShape="1">
            <a:blip r:embed="rId30">
              <a:alphaModFix/>
            </a:blip>
            <a:srcRect/>
            <a:stretch/>
          </p:blipFill>
          <p:spPr>
            <a:xfrm>
              <a:off x="15918687" y="1247634"/>
              <a:ext cx="9400" cy="9678"/>
            </a:xfrm>
            <a:prstGeom prst="rect">
              <a:avLst/>
            </a:prstGeom>
            <a:noFill/>
            <a:ln>
              <a:noFill/>
            </a:ln>
          </p:spPr>
        </p:pic>
        <p:pic>
          <p:nvPicPr>
            <p:cNvPr id="75" name="Google Shape;1308;p8"/>
            <p:cNvPicPr preferRelativeResize="0"/>
            <p:nvPr/>
          </p:nvPicPr>
          <p:blipFill rotWithShape="1">
            <a:blip r:embed="rId48">
              <a:alphaModFix/>
            </a:blip>
            <a:srcRect/>
            <a:stretch/>
          </p:blipFill>
          <p:spPr>
            <a:xfrm>
              <a:off x="15635732" y="1459293"/>
              <a:ext cx="44576" cy="50304"/>
            </a:xfrm>
            <a:prstGeom prst="rect">
              <a:avLst/>
            </a:prstGeom>
            <a:noFill/>
            <a:ln>
              <a:noFill/>
            </a:ln>
          </p:spPr>
        </p:pic>
        <p:pic>
          <p:nvPicPr>
            <p:cNvPr id="76" name="Google Shape;1309;p8"/>
            <p:cNvPicPr preferRelativeResize="0"/>
            <p:nvPr/>
          </p:nvPicPr>
          <p:blipFill rotWithShape="1">
            <a:blip r:embed="rId23">
              <a:alphaModFix/>
            </a:blip>
            <a:srcRect/>
            <a:stretch/>
          </p:blipFill>
          <p:spPr>
            <a:xfrm>
              <a:off x="15874620" y="1283169"/>
              <a:ext cx="14985" cy="14592"/>
            </a:xfrm>
            <a:prstGeom prst="rect">
              <a:avLst/>
            </a:prstGeom>
            <a:noFill/>
            <a:ln>
              <a:noFill/>
            </a:ln>
          </p:spPr>
        </p:pic>
        <p:pic>
          <p:nvPicPr>
            <p:cNvPr id="77" name="Google Shape;1310;p8"/>
            <p:cNvPicPr preferRelativeResize="0"/>
            <p:nvPr/>
          </p:nvPicPr>
          <p:blipFill rotWithShape="1">
            <a:blip r:embed="rId21">
              <a:alphaModFix/>
            </a:blip>
            <a:srcRect/>
            <a:stretch/>
          </p:blipFill>
          <p:spPr>
            <a:xfrm>
              <a:off x="15679419" y="1471002"/>
              <a:ext cx="761" cy="787"/>
            </a:xfrm>
            <a:prstGeom prst="rect">
              <a:avLst/>
            </a:prstGeom>
            <a:noFill/>
            <a:ln>
              <a:noFill/>
            </a:ln>
          </p:spPr>
        </p:pic>
        <p:pic>
          <p:nvPicPr>
            <p:cNvPr id="78" name="Google Shape;1311;p8"/>
            <p:cNvPicPr preferRelativeResize="0"/>
            <p:nvPr/>
          </p:nvPicPr>
          <p:blipFill rotWithShape="1">
            <a:blip r:embed="rId21">
              <a:alphaModFix/>
            </a:blip>
            <a:srcRect/>
            <a:stretch/>
          </p:blipFill>
          <p:spPr>
            <a:xfrm>
              <a:off x="15943198" y="1229410"/>
              <a:ext cx="1905" cy="1612"/>
            </a:xfrm>
            <a:prstGeom prst="rect">
              <a:avLst/>
            </a:prstGeom>
            <a:noFill/>
            <a:ln>
              <a:noFill/>
            </a:ln>
          </p:spPr>
        </p:pic>
        <p:pic>
          <p:nvPicPr>
            <p:cNvPr id="79" name="Google Shape;1312;p8"/>
            <p:cNvPicPr preferRelativeResize="0"/>
            <p:nvPr/>
          </p:nvPicPr>
          <p:blipFill rotWithShape="1">
            <a:blip r:embed="rId27">
              <a:alphaModFix/>
            </a:blip>
            <a:srcRect/>
            <a:stretch/>
          </p:blipFill>
          <p:spPr>
            <a:xfrm>
              <a:off x="15685389" y="1446009"/>
              <a:ext cx="9270" cy="4178"/>
            </a:xfrm>
            <a:prstGeom prst="rect">
              <a:avLst/>
            </a:prstGeom>
            <a:noFill/>
            <a:ln>
              <a:noFill/>
            </a:ln>
          </p:spPr>
        </p:pic>
        <p:pic>
          <p:nvPicPr>
            <p:cNvPr id="80" name="Google Shape;1313;p8"/>
            <p:cNvPicPr preferRelativeResize="0"/>
            <p:nvPr/>
          </p:nvPicPr>
          <p:blipFill rotWithShape="1">
            <a:blip r:embed="rId49">
              <a:alphaModFix/>
            </a:blip>
            <a:srcRect/>
            <a:stretch/>
          </p:blipFill>
          <p:spPr>
            <a:xfrm>
              <a:off x="15655797" y="1465834"/>
              <a:ext cx="29209" cy="40144"/>
            </a:xfrm>
            <a:prstGeom prst="rect">
              <a:avLst/>
            </a:prstGeom>
            <a:noFill/>
            <a:ln>
              <a:noFill/>
            </a:ln>
          </p:spPr>
        </p:pic>
        <p:pic>
          <p:nvPicPr>
            <p:cNvPr id="81" name="Google Shape;1314;p8"/>
            <p:cNvPicPr preferRelativeResize="0"/>
            <p:nvPr/>
          </p:nvPicPr>
          <p:blipFill rotWithShape="1">
            <a:blip r:embed="rId27">
              <a:alphaModFix/>
            </a:blip>
            <a:srcRect/>
            <a:stretch/>
          </p:blipFill>
          <p:spPr>
            <a:xfrm>
              <a:off x="15917671" y="1204010"/>
              <a:ext cx="1505" cy="1143"/>
            </a:xfrm>
            <a:prstGeom prst="rect">
              <a:avLst/>
            </a:prstGeom>
            <a:noFill/>
            <a:ln>
              <a:noFill/>
            </a:ln>
          </p:spPr>
        </p:pic>
        <p:pic>
          <p:nvPicPr>
            <p:cNvPr id="82" name="Google Shape;1315;p8"/>
            <p:cNvPicPr preferRelativeResize="0"/>
            <p:nvPr/>
          </p:nvPicPr>
          <p:blipFill rotWithShape="1">
            <a:blip r:embed="rId30">
              <a:alphaModFix/>
            </a:blip>
            <a:srcRect/>
            <a:stretch/>
          </p:blipFill>
          <p:spPr>
            <a:xfrm>
              <a:off x="15648432" y="1495513"/>
              <a:ext cx="635" cy="888"/>
            </a:xfrm>
            <a:prstGeom prst="rect">
              <a:avLst/>
            </a:prstGeom>
            <a:noFill/>
            <a:ln>
              <a:noFill/>
            </a:ln>
          </p:spPr>
        </p:pic>
        <p:pic>
          <p:nvPicPr>
            <p:cNvPr id="83" name="Google Shape;1316;p8"/>
            <p:cNvPicPr preferRelativeResize="0"/>
            <p:nvPr/>
          </p:nvPicPr>
          <p:blipFill rotWithShape="1">
            <a:blip r:embed="rId21">
              <a:alphaModFix/>
            </a:blip>
            <a:srcRect/>
            <a:stretch/>
          </p:blipFill>
          <p:spPr>
            <a:xfrm>
              <a:off x="15700883" y="1433957"/>
              <a:ext cx="889" cy="977"/>
            </a:xfrm>
            <a:prstGeom prst="rect">
              <a:avLst/>
            </a:prstGeom>
            <a:noFill/>
            <a:ln>
              <a:noFill/>
            </a:ln>
          </p:spPr>
        </p:pic>
        <p:pic>
          <p:nvPicPr>
            <p:cNvPr id="84" name="Google Shape;1317;p8"/>
            <p:cNvPicPr preferRelativeResize="0"/>
            <p:nvPr/>
          </p:nvPicPr>
          <p:blipFill rotWithShape="1">
            <a:blip r:embed="rId50">
              <a:alphaModFix/>
            </a:blip>
            <a:srcRect/>
            <a:stretch/>
          </p:blipFill>
          <p:spPr>
            <a:xfrm>
              <a:off x="15634335" y="1432801"/>
              <a:ext cx="68198" cy="66688"/>
            </a:xfrm>
            <a:prstGeom prst="rect">
              <a:avLst/>
            </a:prstGeom>
            <a:noFill/>
            <a:ln>
              <a:noFill/>
            </a:ln>
          </p:spPr>
        </p:pic>
        <p:pic>
          <p:nvPicPr>
            <p:cNvPr id="85" name="Google Shape;1318;p8"/>
            <p:cNvPicPr preferRelativeResize="0"/>
            <p:nvPr/>
          </p:nvPicPr>
          <p:blipFill rotWithShape="1">
            <a:blip r:embed="rId51">
              <a:alphaModFix/>
            </a:blip>
            <a:srcRect/>
            <a:stretch/>
          </p:blipFill>
          <p:spPr>
            <a:xfrm>
              <a:off x="15829153" y="1205191"/>
              <a:ext cx="88645" cy="72161"/>
            </a:xfrm>
            <a:prstGeom prst="rect">
              <a:avLst/>
            </a:prstGeom>
            <a:noFill/>
            <a:ln>
              <a:noFill/>
            </a:ln>
          </p:spPr>
        </p:pic>
        <p:pic>
          <p:nvPicPr>
            <p:cNvPr id="86" name="Google Shape;1319;p8"/>
            <p:cNvPicPr preferRelativeResize="0"/>
            <p:nvPr/>
          </p:nvPicPr>
          <p:blipFill rotWithShape="1">
            <a:blip r:embed="rId52">
              <a:alphaModFix/>
            </a:blip>
            <a:srcRect/>
            <a:stretch/>
          </p:blipFill>
          <p:spPr>
            <a:xfrm>
              <a:off x="15914242" y="1200353"/>
              <a:ext cx="12192" cy="4254"/>
            </a:xfrm>
            <a:prstGeom prst="rect">
              <a:avLst/>
            </a:prstGeom>
            <a:noFill/>
            <a:ln>
              <a:noFill/>
            </a:ln>
          </p:spPr>
        </p:pic>
        <p:pic>
          <p:nvPicPr>
            <p:cNvPr id="87" name="Google Shape;1320;p8"/>
            <p:cNvPicPr preferRelativeResize="0"/>
            <p:nvPr/>
          </p:nvPicPr>
          <p:blipFill rotWithShape="1">
            <a:blip r:embed="rId21">
              <a:alphaModFix/>
            </a:blip>
            <a:srcRect/>
            <a:stretch/>
          </p:blipFill>
          <p:spPr>
            <a:xfrm>
              <a:off x="15909036" y="1261630"/>
              <a:ext cx="1143" cy="1028"/>
            </a:xfrm>
            <a:prstGeom prst="rect">
              <a:avLst/>
            </a:prstGeom>
            <a:noFill/>
            <a:ln>
              <a:noFill/>
            </a:ln>
          </p:spPr>
        </p:pic>
        <p:pic>
          <p:nvPicPr>
            <p:cNvPr id="88" name="Google Shape;1321;p8"/>
            <p:cNvPicPr preferRelativeResize="0"/>
            <p:nvPr/>
          </p:nvPicPr>
          <p:blipFill rotWithShape="1">
            <a:blip r:embed="rId53">
              <a:alphaModFix/>
            </a:blip>
            <a:srcRect/>
            <a:stretch/>
          </p:blipFill>
          <p:spPr>
            <a:xfrm>
              <a:off x="15619220" y="1424432"/>
              <a:ext cx="68835" cy="86791"/>
            </a:xfrm>
            <a:prstGeom prst="rect">
              <a:avLst/>
            </a:prstGeom>
            <a:noFill/>
            <a:ln>
              <a:noFill/>
            </a:ln>
          </p:spPr>
        </p:pic>
        <p:pic>
          <p:nvPicPr>
            <p:cNvPr id="89" name="Google Shape;1322;p8"/>
            <p:cNvPicPr preferRelativeResize="0"/>
            <p:nvPr/>
          </p:nvPicPr>
          <p:blipFill rotWithShape="1">
            <a:blip r:embed="rId21">
              <a:alphaModFix/>
            </a:blip>
            <a:srcRect/>
            <a:stretch/>
          </p:blipFill>
          <p:spPr>
            <a:xfrm>
              <a:off x="15663290" y="1472539"/>
              <a:ext cx="507" cy="622"/>
            </a:xfrm>
            <a:prstGeom prst="rect">
              <a:avLst/>
            </a:prstGeom>
            <a:noFill/>
            <a:ln>
              <a:noFill/>
            </a:ln>
          </p:spPr>
        </p:pic>
        <p:pic>
          <p:nvPicPr>
            <p:cNvPr id="90" name="Google Shape;1323;p8"/>
            <p:cNvPicPr preferRelativeResize="0"/>
            <p:nvPr/>
          </p:nvPicPr>
          <p:blipFill rotWithShape="1">
            <a:blip r:embed="rId27">
              <a:alphaModFix/>
            </a:blip>
            <a:srcRect/>
            <a:stretch/>
          </p:blipFill>
          <p:spPr>
            <a:xfrm>
              <a:off x="15915893" y="1250937"/>
              <a:ext cx="9015" cy="7848"/>
            </a:xfrm>
            <a:prstGeom prst="rect">
              <a:avLst/>
            </a:prstGeom>
            <a:noFill/>
            <a:ln>
              <a:noFill/>
            </a:ln>
          </p:spPr>
        </p:pic>
        <p:pic>
          <p:nvPicPr>
            <p:cNvPr id="91" name="Google Shape;1324;p8"/>
            <p:cNvPicPr preferRelativeResize="0"/>
            <p:nvPr/>
          </p:nvPicPr>
          <p:blipFill rotWithShape="1">
            <a:blip r:embed="rId21">
              <a:alphaModFix/>
            </a:blip>
            <a:srcRect/>
            <a:stretch/>
          </p:blipFill>
          <p:spPr>
            <a:xfrm>
              <a:off x="15707867" y="1418907"/>
              <a:ext cx="2158" cy="1447"/>
            </a:xfrm>
            <a:prstGeom prst="rect">
              <a:avLst/>
            </a:prstGeom>
            <a:noFill/>
            <a:ln>
              <a:noFill/>
            </a:ln>
          </p:spPr>
        </p:pic>
        <p:pic>
          <p:nvPicPr>
            <p:cNvPr id="92" name="Google Shape;1325;p8"/>
            <p:cNvPicPr preferRelativeResize="0"/>
            <p:nvPr/>
          </p:nvPicPr>
          <p:blipFill rotWithShape="1">
            <a:blip r:embed="rId21">
              <a:alphaModFix/>
            </a:blip>
            <a:srcRect/>
            <a:stretch/>
          </p:blipFill>
          <p:spPr>
            <a:xfrm>
              <a:off x="15725646" y="1400136"/>
              <a:ext cx="1143" cy="1270"/>
            </a:xfrm>
            <a:prstGeom prst="rect">
              <a:avLst/>
            </a:prstGeom>
            <a:noFill/>
            <a:ln>
              <a:noFill/>
            </a:ln>
          </p:spPr>
        </p:pic>
        <p:pic>
          <p:nvPicPr>
            <p:cNvPr id="93" name="Google Shape;1326;p8"/>
            <p:cNvPicPr preferRelativeResize="0"/>
            <p:nvPr/>
          </p:nvPicPr>
          <p:blipFill rotWithShape="1">
            <a:blip r:embed="rId54">
              <a:alphaModFix/>
            </a:blip>
            <a:srcRect/>
            <a:stretch/>
          </p:blipFill>
          <p:spPr>
            <a:xfrm>
              <a:off x="15939135" y="1190776"/>
              <a:ext cx="30605" cy="35116"/>
            </a:xfrm>
            <a:prstGeom prst="rect">
              <a:avLst/>
            </a:prstGeom>
            <a:noFill/>
            <a:ln>
              <a:noFill/>
            </a:ln>
          </p:spPr>
        </p:pic>
        <p:pic>
          <p:nvPicPr>
            <p:cNvPr id="94" name="Google Shape;1327;p8"/>
            <p:cNvPicPr preferRelativeResize="0"/>
            <p:nvPr/>
          </p:nvPicPr>
          <p:blipFill rotWithShape="1">
            <a:blip r:embed="rId21">
              <a:alphaModFix/>
            </a:blip>
            <a:srcRect/>
            <a:stretch/>
          </p:blipFill>
          <p:spPr>
            <a:xfrm>
              <a:off x="15655289" y="1498752"/>
              <a:ext cx="5080" cy="8280"/>
            </a:xfrm>
            <a:prstGeom prst="rect">
              <a:avLst/>
            </a:prstGeom>
            <a:noFill/>
            <a:ln>
              <a:noFill/>
            </a:ln>
          </p:spPr>
        </p:pic>
        <p:pic>
          <p:nvPicPr>
            <p:cNvPr id="95" name="Google Shape;1328;p8"/>
            <p:cNvPicPr preferRelativeResize="0"/>
            <p:nvPr/>
          </p:nvPicPr>
          <p:blipFill rotWithShape="1">
            <a:blip r:embed="rId27">
              <a:alphaModFix/>
            </a:blip>
            <a:srcRect/>
            <a:stretch/>
          </p:blipFill>
          <p:spPr>
            <a:xfrm>
              <a:off x="15684769" y="1425714"/>
              <a:ext cx="5954" cy="2634"/>
            </a:xfrm>
            <a:prstGeom prst="rect">
              <a:avLst/>
            </a:prstGeom>
            <a:noFill/>
            <a:ln>
              <a:noFill/>
            </a:ln>
          </p:spPr>
        </p:pic>
        <p:pic>
          <p:nvPicPr>
            <p:cNvPr id="96" name="Google Shape;1329;p8"/>
            <p:cNvPicPr preferRelativeResize="0"/>
            <p:nvPr/>
          </p:nvPicPr>
          <p:blipFill rotWithShape="1">
            <a:blip r:embed="rId55">
              <a:alphaModFix/>
            </a:blip>
            <a:srcRect/>
            <a:stretch/>
          </p:blipFill>
          <p:spPr>
            <a:xfrm>
              <a:off x="15656433" y="1444090"/>
              <a:ext cx="39496" cy="47867"/>
            </a:xfrm>
            <a:prstGeom prst="rect">
              <a:avLst/>
            </a:prstGeom>
            <a:noFill/>
            <a:ln>
              <a:noFill/>
            </a:ln>
          </p:spPr>
        </p:pic>
        <p:pic>
          <p:nvPicPr>
            <p:cNvPr id="97" name="Google Shape;1330;p8"/>
            <p:cNvPicPr preferRelativeResize="0"/>
            <p:nvPr/>
          </p:nvPicPr>
          <p:blipFill rotWithShape="1">
            <a:blip r:embed="rId56">
              <a:alphaModFix/>
            </a:blip>
            <a:srcRect/>
            <a:stretch/>
          </p:blipFill>
          <p:spPr>
            <a:xfrm>
              <a:off x="15668877" y="1477454"/>
              <a:ext cx="17778" cy="6591"/>
            </a:xfrm>
            <a:prstGeom prst="rect">
              <a:avLst/>
            </a:prstGeom>
            <a:noFill/>
            <a:ln>
              <a:noFill/>
            </a:ln>
          </p:spPr>
        </p:pic>
        <p:pic>
          <p:nvPicPr>
            <p:cNvPr id="98" name="Google Shape;1331;p8"/>
            <p:cNvPicPr preferRelativeResize="0"/>
            <p:nvPr/>
          </p:nvPicPr>
          <p:blipFill rotWithShape="1">
            <a:blip r:embed="rId27">
              <a:alphaModFix/>
            </a:blip>
            <a:srcRect/>
            <a:stretch/>
          </p:blipFill>
          <p:spPr>
            <a:xfrm>
              <a:off x="15680053" y="1459573"/>
              <a:ext cx="8765" cy="4280"/>
            </a:xfrm>
            <a:prstGeom prst="rect">
              <a:avLst/>
            </a:prstGeom>
            <a:noFill/>
            <a:ln>
              <a:noFill/>
            </a:ln>
          </p:spPr>
        </p:pic>
        <p:pic>
          <p:nvPicPr>
            <p:cNvPr id="99" name="Google Shape;1332;p8"/>
            <p:cNvPicPr preferRelativeResize="0"/>
            <p:nvPr/>
          </p:nvPicPr>
          <p:blipFill rotWithShape="1">
            <a:blip r:embed="rId30">
              <a:alphaModFix/>
            </a:blip>
            <a:srcRect/>
            <a:stretch/>
          </p:blipFill>
          <p:spPr>
            <a:xfrm>
              <a:off x="15669387" y="1490953"/>
              <a:ext cx="381" cy="520"/>
            </a:xfrm>
            <a:prstGeom prst="rect">
              <a:avLst/>
            </a:prstGeom>
            <a:noFill/>
            <a:ln>
              <a:noFill/>
            </a:ln>
          </p:spPr>
        </p:pic>
        <p:pic>
          <p:nvPicPr>
            <p:cNvPr id="100" name="Google Shape;1333;p8"/>
            <p:cNvPicPr preferRelativeResize="0"/>
            <p:nvPr/>
          </p:nvPicPr>
          <p:blipFill rotWithShape="1">
            <a:blip r:embed="rId27">
              <a:alphaModFix/>
            </a:blip>
            <a:srcRect/>
            <a:stretch/>
          </p:blipFill>
          <p:spPr>
            <a:xfrm>
              <a:off x="15651605" y="1493126"/>
              <a:ext cx="5842" cy="4965"/>
            </a:xfrm>
            <a:prstGeom prst="rect">
              <a:avLst/>
            </a:prstGeom>
            <a:noFill/>
            <a:ln>
              <a:noFill/>
            </a:ln>
          </p:spPr>
        </p:pic>
        <p:pic>
          <p:nvPicPr>
            <p:cNvPr id="101" name="Google Shape;1334;p8"/>
            <p:cNvPicPr preferRelativeResize="0"/>
            <p:nvPr/>
          </p:nvPicPr>
          <p:blipFill rotWithShape="1">
            <a:blip r:embed="rId27">
              <a:alphaModFix/>
            </a:blip>
            <a:srcRect/>
            <a:stretch/>
          </p:blipFill>
          <p:spPr>
            <a:xfrm>
              <a:off x="15631794" y="1498498"/>
              <a:ext cx="6730" cy="3238"/>
            </a:xfrm>
            <a:prstGeom prst="rect">
              <a:avLst/>
            </a:prstGeom>
            <a:noFill/>
            <a:ln>
              <a:noFill/>
            </a:ln>
          </p:spPr>
        </p:pic>
        <p:pic>
          <p:nvPicPr>
            <p:cNvPr id="102" name="Google Shape;1335;p8"/>
            <p:cNvPicPr preferRelativeResize="0"/>
            <p:nvPr/>
          </p:nvPicPr>
          <p:blipFill rotWithShape="1">
            <a:blip r:embed="rId21">
              <a:alphaModFix/>
            </a:blip>
            <a:srcRect/>
            <a:stretch/>
          </p:blipFill>
          <p:spPr>
            <a:xfrm>
              <a:off x="15664186" y="1472108"/>
              <a:ext cx="1771" cy="2095"/>
            </a:xfrm>
            <a:prstGeom prst="rect">
              <a:avLst/>
            </a:prstGeom>
            <a:noFill/>
            <a:ln>
              <a:noFill/>
            </a:ln>
          </p:spPr>
        </p:pic>
        <p:pic>
          <p:nvPicPr>
            <p:cNvPr id="103" name="Google Shape;1336;p8"/>
            <p:cNvPicPr preferRelativeResize="0"/>
            <p:nvPr/>
          </p:nvPicPr>
          <p:blipFill rotWithShape="1">
            <a:blip r:embed="rId35">
              <a:alphaModFix/>
            </a:blip>
            <a:srcRect/>
            <a:stretch/>
          </p:blipFill>
          <p:spPr>
            <a:xfrm>
              <a:off x="15706090" y="1456893"/>
              <a:ext cx="506" cy="1969"/>
            </a:xfrm>
            <a:prstGeom prst="rect">
              <a:avLst/>
            </a:prstGeom>
            <a:noFill/>
            <a:ln>
              <a:noFill/>
            </a:ln>
          </p:spPr>
        </p:pic>
        <p:pic>
          <p:nvPicPr>
            <p:cNvPr id="104" name="Google Shape;1337;p8"/>
            <p:cNvPicPr preferRelativeResize="0"/>
            <p:nvPr/>
          </p:nvPicPr>
          <p:blipFill rotWithShape="1">
            <a:blip r:embed="rId31">
              <a:alphaModFix/>
            </a:blip>
            <a:srcRect/>
            <a:stretch/>
          </p:blipFill>
          <p:spPr>
            <a:xfrm>
              <a:off x="15656941" y="1470773"/>
              <a:ext cx="17016" cy="21108"/>
            </a:xfrm>
            <a:prstGeom prst="rect">
              <a:avLst/>
            </a:prstGeom>
            <a:noFill/>
            <a:ln>
              <a:noFill/>
            </a:ln>
          </p:spPr>
        </p:pic>
        <p:pic>
          <p:nvPicPr>
            <p:cNvPr id="105" name="Google Shape;1338;p8"/>
            <p:cNvPicPr preferRelativeResize="0"/>
            <p:nvPr/>
          </p:nvPicPr>
          <p:blipFill rotWithShape="1">
            <a:blip r:embed="rId21">
              <a:alphaModFix/>
            </a:blip>
            <a:srcRect/>
            <a:stretch/>
          </p:blipFill>
          <p:spPr>
            <a:xfrm>
              <a:off x="15715488" y="1411998"/>
              <a:ext cx="381" cy="431"/>
            </a:xfrm>
            <a:prstGeom prst="rect">
              <a:avLst/>
            </a:prstGeom>
            <a:noFill/>
            <a:ln>
              <a:noFill/>
            </a:ln>
          </p:spPr>
        </p:pic>
        <p:pic>
          <p:nvPicPr>
            <p:cNvPr id="106" name="Google Shape;1339;p8"/>
            <p:cNvPicPr preferRelativeResize="0"/>
            <p:nvPr/>
          </p:nvPicPr>
          <p:blipFill rotWithShape="1">
            <a:blip r:embed="rId21">
              <a:alphaModFix/>
            </a:blip>
            <a:srcRect/>
            <a:stretch/>
          </p:blipFill>
          <p:spPr>
            <a:xfrm>
              <a:off x="15712058" y="1431912"/>
              <a:ext cx="2412" cy="2946"/>
            </a:xfrm>
            <a:prstGeom prst="rect">
              <a:avLst/>
            </a:prstGeom>
            <a:noFill/>
            <a:ln>
              <a:noFill/>
            </a:ln>
          </p:spPr>
        </p:pic>
        <p:pic>
          <p:nvPicPr>
            <p:cNvPr id="107" name="Google Shape;1340;p8"/>
            <p:cNvPicPr preferRelativeResize="0"/>
            <p:nvPr/>
          </p:nvPicPr>
          <p:blipFill rotWithShape="1">
            <a:blip r:embed="rId21">
              <a:alphaModFix/>
            </a:blip>
            <a:srcRect/>
            <a:stretch/>
          </p:blipFill>
          <p:spPr>
            <a:xfrm>
              <a:off x="15675229" y="1439290"/>
              <a:ext cx="4826" cy="4927"/>
            </a:xfrm>
            <a:prstGeom prst="rect">
              <a:avLst/>
            </a:prstGeom>
            <a:noFill/>
            <a:ln>
              <a:noFill/>
            </a:ln>
          </p:spPr>
        </p:pic>
        <p:pic>
          <p:nvPicPr>
            <p:cNvPr id="108" name="Google Shape;1341;p8"/>
            <p:cNvPicPr preferRelativeResize="0"/>
            <p:nvPr/>
          </p:nvPicPr>
          <p:blipFill rotWithShape="1">
            <a:blip r:embed="rId31">
              <a:alphaModFix/>
            </a:blip>
            <a:srcRect/>
            <a:stretch/>
          </p:blipFill>
          <p:spPr>
            <a:xfrm>
              <a:off x="15721076" y="1371777"/>
              <a:ext cx="13462" cy="20748"/>
            </a:xfrm>
            <a:prstGeom prst="rect">
              <a:avLst/>
            </a:prstGeom>
            <a:noFill/>
            <a:ln>
              <a:noFill/>
            </a:ln>
          </p:spPr>
        </p:pic>
        <p:pic>
          <p:nvPicPr>
            <p:cNvPr id="109" name="Google Shape;1342;p8"/>
            <p:cNvPicPr preferRelativeResize="0"/>
            <p:nvPr/>
          </p:nvPicPr>
          <p:blipFill rotWithShape="1">
            <a:blip r:embed="rId30">
              <a:alphaModFix/>
            </a:blip>
            <a:srcRect/>
            <a:stretch/>
          </p:blipFill>
          <p:spPr>
            <a:xfrm>
              <a:off x="15649829" y="1507413"/>
              <a:ext cx="380" cy="431"/>
            </a:xfrm>
            <a:prstGeom prst="rect">
              <a:avLst/>
            </a:prstGeom>
            <a:noFill/>
            <a:ln>
              <a:noFill/>
            </a:ln>
          </p:spPr>
        </p:pic>
        <p:pic>
          <p:nvPicPr>
            <p:cNvPr id="110" name="Google Shape;1343;p8"/>
            <p:cNvPicPr preferRelativeResize="0"/>
            <p:nvPr/>
          </p:nvPicPr>
          <p:blipFill rotWithShape="1">
            <a:blip r:embed="rId57">
              <a:alphaModFix/>
            </a:blip>
            <a:srcRect/>
            <a:stretch/>
          </p:blipFill>
          <p:spPr>
            <a:xfrm>
              <a:off x="15643097" y="1430008"/>
              <a:ext cx="72643" cy="68173"/>
            </a:xfrm>
            <a:prstGeom prst="rect">
              <a:avLst/>
            </a:prstGeom>
            <a:noFill/>
            <a:ln>
              <a:noFill/>
            </a:ln>
          </p:spPr>
        </p:pic>
        <p:pic>
          <p:nvPicPr>
            <p:cNvPr id="111" name="Google Shape;1344;p8"/>
            <p:cNvPicPr preferRelativeResize="0"/>
            <p:nvPr/>
          </p:nvPicPr>
          <p:blipFill rotWithShape="1">
            <a:blip r:embed="rId58">
              <a:alphaModFix/>
            </a:blip>
            <a:srcRect/>
            <a:stretch/>
          </p:blipFill>
          <p:spPr>
            <a:xfrm>
              <a:off x="15646147" y="1421586"/>
              <a:ext cx="64895" cy="73330"/>
            </a:xfrm>
            <a:prstGeom prst="rect">
              <a:avLst/>
            </a:prstGeom>
            <a:noFill/>
            <a:ln>
              <a:noFill/>
            </a:ln>
          </p:spPr>
        </p:pic>
        <p:pic>
          <p:nvPicPr>
            <p:cNvPr id="112" name="Google Shape;1345;p8"/>
            <p:cNvPicPr preferRelativeResize="0"/>
            <p:nvPr/>
          </p:nvPicPr>
          <p:blipFill rotWithShape="1">
            <a:blip r:embed="rId21">
              <a:alphaModFix/>
            </a:blip>
            <a:srcRect/>
            <a:stretch/>
          </p:blipFill>
          <p:spPr>
            <a:xfrm>
              <a:off x="15847440" y="1259954"/>
              <a:ext cx="507" cy="431"/>
            </a:xfrm>
            <a:prstGeom prst="rect">
              <a:avLst/>
            </a:prstGeom>
            <a:noFill/>
            <a:ln>
              <a:noFill/>
            </a:ln>
          </p:spPr>
        </p:pic>
        <p:pic>
          <p:nvPicPr>
            <p:cNvPr id="113" name="Google Shape;1346;p8"/>
            <p:cNvPicPr preferRelativeResize="0"/>
            <p:nvPr/>
          </p:nvPicPr>
          <p:blipFill rotWithShape="1">
            <a:blip r:embed="rId59">
              <a:alphaModFix/>
            </a:blip>
            <a:srcRect/>
            <a:stretch/>
          </p:blipFill>
          <p:spPr>
            <a:xfrm>
              <a:off x="15862679" y="1222285"/>
              <a:ext cx="26417" cy="27127"/>
            </a:xfrm>
            <a:prstGeom prst="rect">
              <a:avLst/>
            </a:prstGeom>
            <a:noFill/>
            <a:ln>
              <a:noFill/>
            </a:ln>
          </p:spPr>
        </p:pic>
        <p:pic>
          <p:nvPicPr>
            <p:cNvPr id="114" name="Google Shape;1347;p8"/>
            <p:cNvPicPr preferRelativeResize="0"/>
            <p:nvPr/>
          </p:nvPicPr>
          <p:blipFill rotWithShape="1">
            <a:blip r:embed="rId39">
              <a:alphaModFix/>
            </a:blip>
            <a:srcRect/>
            <a:stretch/>
          </p:blipFill>
          <p:spPr>
            <a:xfrm>
              <a:off x="15671037" y="1452867"/>
              <a:ext cx="13716" cy="10439"/>
            </a:xfrm>
            <a:prstGeom prst="rect">
              <a:avLst/>
            </a:prstGeom>
            <a:noFill/>
            <a:ln>
              <a:noFill/>
            </a:ln>
          </p:spPr>
        </p:pic>
        <p:pic>
          <p:nvPicPr>
            <p:cNvPr id="115" name="Google Shape;1348;p8"/>
            <p:cNvPicPr preferRelativeResize="0"/>
            <p:nvPr/>
          </p:nvPicPr>
          <p:blipFill rotWithShape="1">
            <a:blip r:embed="rId21">
              <a:alphaModFix/>
            </a:blip>
            <a:srcRect/>
            <a:stretch/>
          </p:blipFill>
          <p:spPr>
            <a:xfrm>
              <a:off x="15720694" y="1412227"/>
              <a:ext cx="380" cy="406"/>
            </a:xfrm>
            <a:prstGeom prst="rect">
              <a:avLst/>
            </a:prstGeom>
            <a:noFill/>
            <a:ln>
              <a:noFill/>
            </a:ln>
          </p:spPr>
        </p:pic>
        <p:pic>
          <p:nvPicPr>
            <p:cNvPr id="116" name="Google Shape;1349;p8"/>
            <p:cNvPicPr preferRelativeResize="0"/>
            <p:nvPr/>
          </p:nvPicPr>
          <p:blipFill rotWithShape="1">
            <a:blip r:embed="rId39">
              <a:alphaModFix/>
            </a:blip>
            <a:srcRect/>
            <a:stretch/>
          </p:blipFill>
          <p:spPr>
            <a:xfrm>
              <a:off x="15703041" y="1453451"/>
              <a:ext cx="6813" cy="8280"/>
            </a:xfrm>
            <a:prstGeom prst="rect">
              <a:avLst/>
            </a:prstGeom>
            <a:noFill/>
            <a:ln>
              <a:noFill/>
            </a:ln>
          </p:spPr>
        </p:pic>
        <p:pic>
          <p:nvPicPr>
            <p:cNvPr id="117" name="Google Shape;1350;p8"/>
            <p:cNvPicPr preferRelativeResize="0"/>
            <p:nvPr/>
          </p:nvPicPr>
          <p:blipFill rotWithShape="1">
            <a:blip r:embed="rId21">
              <a:alphaModFix/>
            </a:blip>
            <a:srcRect/>
            <a:stretch/>
          </p:blipFill>
          <p:spPr>
            <a:xfrm>
              <a:off x="15743428" y="1388706"/>
              <a:ext cx="1779" cy="1498"/>
            </a:xfrm>
            <a:prstGeom prst="rect">
              <a:avLst/>
            </a:prstGeom>
            <a:noFill/>
            <a:ln>
              <a:noFill/>
            </a:ln>
          </p:spPr>
        </p:pic>
        <p:pic>
          <p:nvPicPr>
            <p:cNvPr id="118" name="Google Shape;1351;p8"/>
            <p:cNvPicPr preferRelativeResize="0"/>
            <p:nvPr/>
          </p:nvPicPr>
          <p:blipFill rotWithShape="1">
            <a:blip r:embed="rId21">
              <a:alphaModFix/>
            </a:blip>
            <a:srcRect/>
            <a:stretch/>
          </p:blipFill>
          <p:spPr>
            <a:xfrm>
              <a:off x="15921353" y="1232230"/>
              <a:ext cx="253" cy="241"/>
            </a:xfrm>
            <a:prstGeom prst="rect">
              <a:avLst/>
            </a:prstGeom>
            <a:noFill/>
            <a:ln>
              <a:noFill/>
            </a:ln>
          </p:spPr>
        </p:pic>
      </p:grpSp>
      <p:pic>
        <p:nvPicPr>
          <p:cNvPr id="119"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rotWithShape="1">
          <a:blip r:embed="rId60">
            <a:extLst>
              <a:ext uri="{28A0092B-C50C-407E-A947-70E740481C1C}">
                <a14:useLocalDpi xmlns:a14="http://schemas.microsoft.com/office/drawing/2010/main" val="0"/>
              </a:ext>
            </a:extLst>
          </a:blip>
          <a:srcRect b="77211"/>
          <a:stretch/>
        </p:blipFill>
        <p:spPr bwMode="auto">
          <a:xfrm rot="5400000">
            <a:off x="8450383" y="3074090"/>
            <a:ext cx="6733736" cy="7494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pic>
        <p:nvPicPr>
          <p:cNvPr id="685" name="Google Shape;685;p43"/>
          <p:cNvPicPr preferRelativeResize="0"/>
          <p:nvPr/>
        </p:nvPicPr>
        <p:blipFill rotWithShape="1">
          <a:blip r:embed="rId3">
            <a:alphaModFix/>
          </a:blip>
          <a:srcRect/>
          <a:stretch/>
        </p:blipFill>
        <p:spPr>
          <a:xfrm>
            <a:off x="923505" y="865590"/>
            <a:ext cx="10298742" cy="5790215"/>
          </a:xfrm>
          <a:prstGeom prst="rect">
            <a:avLst/>
          </a:prstGeom>
          <a:noFill/>
          <a:ln>
            <a:noFill/>
          </a:ln>
          <a:effectLst>
            <a:outerShdw blurRad="101600" dist="50800" sx="101000" sy="101000" algn="ctr" rotWithShape="0">
              <a:srgbClr val="7F7F7F">
                <a:alpha val="20000"/>
              </a:srgbClr>
            </a:outerShdw>
          </a:effectLst>
        </p:spPr>
      </p:pic>
      <p:sp>
        <p:nvSpPr>
          <p:cNvPr id="686" name="Google Shape;686;p43"/>
          <p:cNvSpPr/>
          <p:nvPr/>
        </p:nvSpPr>
        <p:spPr>
          <a:xfrm>
            <a:off x="4320070" y="4087906"/>
            <a:ext cx="1166330" cy="265876"/>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43"/>
          <p:cNvSpPr/>
          <p:nvPr/>
        </p:nvSpPr>
        <p:spPr>
          <a:xfrm>
            <a:off x="6562165" y="4496696"/>
            <a:ext cx="748118" cy="425448"/>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88" name="Google Shape;688;p43">
            <a:hlinkClick r:id="rId4"/>
          </p:cNvPr>
          <p:cNvPicPr preferRelativeResize="0"/>
          <p:nvPr/>
        </p:nvPicPr>
        <p:blipFill rotWithShape="1">
          <a:blip r:embed="rId5">
            <a:alphaModFix/>
          </a:blip>
          <a:srcRect/>
          <a:stretch/>
        </p:blipFill>
        <p:spPr>
          <a:xfrm>
            <a:off x="6783441" y="4658723"/>
            <a:ext cx="526842" cy="526842"/>
          </a:xfrm>
          <a:prstGeom prst="rect">
            <a:avLst/>
          </a:prstGeom>
          <a:noFill/>
          <a:ln>
            <a:noFill/>
          </a:ln>
        </p:spPr>
      </p:pic>
      <p:pic>
        <p:nvPicPr>
          <p:cNvPr id="6"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rotWithShape="1">
          <a:blip r:embed="rId6">
            <a:extLst>
              <a:ext uri="{28A0092B-C50C-407E-A947-70E740481C1C}">
                <a14:useLocalDpi xmlns:a14="http://schemas.microsoft.com/office/drawing/2010/main" val="0"/>
              </a:ext>
            </a:extLst>
          </a:blip>
          <a:srcRect b="77211"/>
          <a:stretch/>
        </p:blipFill>
        <p:spPr bwMode="auto">
          <a:xfrm rot="5400000">
            <a:off x="8450383" y="3074090"/>
            <a:ext cx="6733736" cy="749498"/>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oogle Shape;1238;p8"/>
          <p:cNvGrpSpPr/>
          <p:nvPr/>
        </p:nvGrpSpPr>
        <p:grpSpPr>
          <a:xfrm>
            <a:off x="126679" y="81971"/>
            <a:ext cx="1414810" cy="548223"/>
            <a:chOff x="14201902" y="621652"/>
            <a:chExt cx="2318892" cy="951953"/>
          </a:xfrm>
        </p:grpSpPr>
        <p:pic>
          <p:nvPicPr>
            <p:cNvPr id="8" name="Google Shape;1240;p8"/>
            <p:cNvPicPr preferRelativeResize="0"/>
            <p:nvPr/>
          </p:nvPicPr>
          <p:blipFill rotWithShape="1">
            <a:blip r:embed="rId7">
              <a:alphaModFix/>
            </a:blip>
            <a:srcRect/>
            <a:stretch/>
          </p:blipFill>
          <p:spPr>
            <a:xfrm>
              <a:off x="14496301" y="621652"/>
              <a:ext cx="381832" cy="226865"/>
            </a:xfrm>
            <a:prstGeom prst="rect">
              <a:avLst/>
            </a:prstGeom>
            <a:noFill/>
            <a:ln>
              <a:noFill/>
            </a:ln>
          </p:spPr>
        </p:pic>
        <p:sp>
          <p:nvSpPr>
            <p:cNvPr id="9" name="Google Shape;1241;p8"/>
            <p:cNvSpPr/>
            <p:nvPr/>
          </p:nvSpPr>
          <p:spPr>
            <a:xfrm>
              <a:off x="14410042" y="884923"/>
              <a:ext cx="289560" cy="247650"/>
            </a:xfrm>
            <a:custGeom>
              <a:avLst/>
              <a:gdLst/>
              <a:ahLst/>
              <a:cxnLst/>
              <a:rect l="l" t="t" r="r" b="b"/>
              <a:pathLst>
                <a:path w="289559" h="247650" extrusionOk="0">
                  <a:moveTo>
                    <a:pt x="255943" y="0"/>
                  </a:moveTo>
                  <a:lnTo>
                    <a:pt x="240766" y="0"/>
                  </a:lnTo>
                  <a:lnTo>
                    <a:pt x="236550" y="2806"/>
                  </a:lnTo>
                  <a:lnTo>
                    <a:pt x="144741" y="191325"/>
                  </a:lnTo>
                  <a:lnTo>
                    <a:pt x="52603" y="2806"/>
                  </a:lnTo>
                  <a:lnTo>
                    <a:pt x="48374" y="0"/>
                  </a:lnTo>
                  <a:lnTo>
                    <a:pt x="33197" y="0"/>
                  </a:lnTo>
                  <a:lnTo>
                    <a:pt x="28257" y="5981"/>
                  </a:lnTo>
                  <a:lnTo>
                    <a:pt x="0" y="240411"/>
                  </a:lnTo>
                  <a:lnTo>
                    <a:pt x="4216" y="246062"/>
                  </a:lnTo>
                  <a:lnTo>
                    <a:pt x="17297" y="247472"/>
                  </a:lnTo>
                  <a:lnTo>
                    <a:pt x="22580" y="242887"/>
                  </a:lnTo>
                  <a:lnTo>
                    <a:pt x="46964" y="43421"/>
                  </a:lnTo>
                  <a:lnTo>
                    <a:pt x="129209" y="210045"/>
                  </a:lnTo>
                  <a:lnTo>
                    <a:pt x="131673" y="215353"/>
                  </a:lnTo>
                  <a:lnTo>
                    <a:pt x="136283" y="222402"/>
                  </a:lnTo>
                  <a:lnTo>
                    <a:pt x="153212" y="222402"/>
                  </a:lnTo>
                  <a:lnTo>
                    <a:pt x="157810" y="215353"/>
                  </a:lnTo>
                  <a:lnTo>
                    <a:pt x="242176" y="43421"/>
                  </a:lnTo>
                  <a:lnTo>
                    <a:pt x="266522" y="242887"/>
                  </a:lnTo>
                  <a:lnTo>
                    <a:pt x="271843" y="247472"/>
                  </a:lnTo>
                  <a:lnTo>
                    <a:pt x="284899" y="246062"/>
                  </a:lnTo>
                  <a:lnTo>
                    <a:pt x="289128" y="240411"/>
                  </a:lnTo>
                  <a:lnTo>
                    <a:pt x="288429" y="233705"/>
                  </a:lnTo>
                  <a:lnTo>
                    <a:pt x="260896" y="5981"/>
                  </a:lnTo>
                  <a:lnTo>
                    <a:pt x="255943"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0" name="Google Shape;1242;p8"/>
            <p:cNvPicPr preferRelativeResize="0"/>
            <p:nvPr/>
          </p:nvPicPr>
          <p:blipFill rotWithShape="1">
            <a:blip r:embed="rId8">
              <a:alphaModFix/>
            </a:blip>
            <a:srcRect/>
            <a:stretch/>
          </p:blipFill>
          <p:spPr>
            <a:xfrm>
              <a:off x="14755824" y="884923"/>
              <a:ext cx="172262" cy="248538"/>
            </a:xfrm>
            <a:prstGeom prst="rect">
              <a:avLst/>
            </a:prstGeom>
            <a:noFill/>
            <a:ln>
              <a:noFill/>
            </a:ln>
          </p:spPr>
        </p:pic>
        <p:pic>
          <p:nvPicPr>
            <p:cNvPr id="11" name="Google Shape;1243;p8"/>
            <p:cNvPicPr preferRelativeResize="0"/>
            <p:nvPr/>
          </p:nvPicPr>
          <p:blipFill rotWithShape="1">
            <a:blip r:embed="rId9">
              <a:alphaModFix/>
            </a:blip>
            <a:srcRect/>
            <a:stretch/>
          </p:blipFill>
          <p:spPr>
            <a:xfrm>
              <a:off x="14995360" y="884910"/>
              <a:ext cx="296633" cy="246773"/>
            </a:xfrm>
            <a:prstGeom prst="rect">
              <a:avLst/>
            </a:prstGeom>
            <a:noFill/>
            <a:ln>
              <a:noFill/>
            </a:ln>
          </p:spPr>
        </p:pic>
        <p:sp>
          <p:nvSpPr>
            <p:cNvPr id="12" name="Google Shape;1244;p8"/>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3" name="Google Shape;1245;p8"/>
            <p:cNvPicPr preferRelativeResize="0"/>
            <p:nvPr/>
          </p:nvPicPr>
          <p:blipFill rotWithShape="1">
            <a:blip r:embed="rId10">
              <a:alphaModFix/>
            </a:blip>
            <a:srcRect/>
            <a:stretch/>
          </p:blipFill>
          <p:spPr>
            <a:xfrm>
              <a:off x="15426016" y="886663"/>
              <a:ext cx="163791" cy="245021"/>
            </a:xfrm>
            <a:prstGeom prst="rect">
              <a:avLst/>
            </a:prstGeom>
            <a:noFill/>
            <a:ln>
              <a:noFill/>
            </a:ln>
          </p:spPr>
        </p:pic>
        <p:pic>
          <p:nvPicPr>
            <p:cNvPr id="14" name="Google Shape;1246;p8"/>
            <p:cNvPicPr preferRelativeResize="0"/>
            <p:nvPr/>
          </p:nvPicPr>
          <p:blipFill rotWithShape="1">
            <a:blip r:embed="rId11">
              <a:alphaModFix/>
            </a:blip>
            <a:srcRect/>
            <a:stretch/>
          </p:blipFill>
          <p:spPr>
            <a:xfrm>
              <a:off x="15638234" y="884910"/>
              <a:ext cx="128130" cy="245008"/>
            </a:xfrm>
            <a:prstGeom prst="rect">
              <a:avLst/>
            </a:prstGeom>
            <a:noFill/>
            <a:ln>
              <a:noFill/>
            </a:ln>
          </p:spPr>
        </p:pic>
        <p:sp>
          <p:nvSpPr>
            <p:cNvPr id="15" name="Google Shape;1247;p8"/>
            <p:cNvSpPr/>
            <p:nvPr/>
          </p:nvSpPr>
          <p:spPr>
            <a:xfrm>
              <a:off x="15807512" y="884923"/>
              <a:ext cx="23495" cy="247015"/>
            </a:xfrm>
            <a:custGeom>
              <a:avLst/>
              <a:gdLst/>
              <a:ahLst/>
              <a:cxnLst/>
              <a:rect l="l" t="t" r="r" b="b"/>
              <a:pathLst>
                <a:path w="23494" h="247015" extrusionOk="0">
                  <a:moveTo>
                    <a:pt x="18338" y="0"/>
                  </a:moveTo>
                  <a:lnTo>
                    <a:pt x="4927" y="0"/>
                  </a:lnTo>
                  <a:lnTo>
                    <a:pt x="0" y="5283"/>
                  </a:lnTo>
                  <a:lnTo>
                    <a:pt x="0" y="241452"/>
                  </a:lnTo>
                  <a:lnTo>
                    <a:pt x="4927"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6" name="Google Shape;1248;p8"/>
            <p:cNvPicPr preferRelativeResize="0"/>
            <p:nvPr/>
          </p:nvPicPr>
          <p:blipFill rotWithShape="1">
            <a:blip r:embed="rId12">
              <a:alphaModFix/>
            </a:blip>
            <a:srcRect/>
            <a:stretch/>
          </p:blipFill>
          <p:spPr>
            <a:xfrm>
              <a:off x="15884842" y="883856"/>
              <a:ext cx="424116" cy="249605"/>
            </a:xfrm>
            <a:prstGeom prst="rect">
              <a:avLst/>
            </a:prstGeom>
            <a:noFill/>
            <a:ln>
              <a:noFill/>
            </a:ln>
          </p:spPr>
        </p:pic>
        <p:sp>
          <p:nvSpPr>
            <p:cNvPr id="17" name="Google Shape;1249;p8"/>
            <p:cNvSpPr/>
            <p:nvPr/>
          </p:nvSpPr>
          <p:spPr>
            <a:xfrm>
              <a:off x="1506874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66" y="40652"/>
                  </a:lnTo>
                  <a:lnTo>
                    <a:pt x="26466" y="125488"/>
                  </a:lnTo>
                  <a:lnTo>
                    <a:pt x="26114" y="133764"/>
                  </a:lnTo>
                  <a:lnTo>
                    <a:pt x="23985" y="141384"/>
                  </a:lnTo>
                  <a:lnTo>
                    <a:pt x="18896" y="146968"/>
                  </a:lnTo>
                  <a:lnTo>
                    <a:pt x="9664" y="149136"/>
                  </a:lnTo>
                  <a:lnTo>
                    <a:pt x="2628" y="149136"/>
                  </a:lnTo>
                  <a:lnTo>
                    <a:pt x="0" y="151599"/>
                  </a:lnTo>
                  <a:lnTo>
                    <a:pt x="0" y="157911"/>
                  </a:lnTo>
                  <a:lnTo>
                    <a:pt x="2628" y="160350"/>
                  </a:lnTo>
                  <a:lnTo>
                    <a:pt x="9664" y="160350"/>
                  </a:lnTo>
                  <a:lnTo>
                    <a:pt x="23186" y="157662"/>
                  </a:lnTo>
                  <a:lnTo>
                    <a:pt x="31934" y="150277"/>
                  </a:lnTo>
                  <a:lnTo>
                    <a:pt x="36643"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8" name="Google Shape;1250;p8"/>
            <p:cNvPicPr preferRelativeResize="0"/>
            <p:nvPr/>
          </p:nvPicPr>
          <p:blipFill rotWithShape="1">
            <a:blip r:embed="rId13">
              <a:alphaModFix/>
            </a:blip>
            <a:srcRect/>
            <a:stretch/>
          </p:blipFill>
          <p:spPr>
            <a:xfrm>
              <a:off x="15129420" y="1280883"/>
              <a:ext cx="267157" cy="122516"/>
            </a:xfrm>
            <a:prstGeom prst="rect">
              <a:avLst/>
            </a:prstGeom>
            <a:noFill/>
            <a:ln>
              <a:noFill/>
            </a:ln>
          </p:spPr>
        </p:pic>
        <p:pic>
          <p:nvPicPr>
            <p:cNvPr id="19" name="Google Shape;1251;p8"/>
            <p:cNvPicPr preferRelativeResize="0"/>
            <p:nvPr/>
          </p:nvPicPr>
          <p:blipFill rotWithShape="1">
            <a:blip r:embed="rId14">
              <a:alphaModFix/>
            </a:blip>
            <a:srcRect/>
            <a:stretch/>
          </p:blipFill>
          <p:spPr>
            <a:xfrm>
              <a:off x="15417545" y="1318018"/>
              <a:ext cx="70269" cy="84480"/>
            </a:xfrm>
            <a:prstGeom prst="rect">
              <a:avLst/>
            </a:prstGeom>
            <a:noFill/>
            <a:ln>
              <a:noFill/>
            </a:ln>
          </p:spPr>
        </p:pic>
        <p:pic>
          <p:nvPicPr>
            <p:cNvPr id="20" name="Google Shape;1252;p8"/>
            <p:cNvPicPr preferRelativeResize="0"/>
            <p:nvPr/>
          </p:nvPicPr>
          <p:blipFill rotWithShape="1">
            <a:blip r:embed="rId15">
              <a:alphaModFix/>
            </a:blip>
            <a:srcRect/>
            <a:stretch/>
          </p:blipFill>
          <p:spPr>
            <a:xfrm>
              <a:off x="15509772" y="1318018"/>
              <a:ext cx="154457" cy="85382"/>
            </a:xfrm>
            <a:prstGeom prst="rect">
              <a:avLst/>
            </a:prstGeom>
            <a:noFill/>
            <a:ln>
              <a:noFill/>
            </a:ln>
          </p:spPr>
        </p:pic>
        <p:sp>
          <p:nvSpPr>
            <p:cNvPr id="21" name="Google Shape;1253;p8"/>
            <p:cNvSpPr/>
            <p:nvPr/>
          </p:nvSpPr>
          <p:spPr>
            <a:xfrm>
              <a:off x="1591545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43" y="38023"/>
                  </a:lnTo>
                  <a:lnTo>
                    <a:pt x="26479" y="40652"/>
                  </a:lnTo>
                  <a:lnTo>
                    <a:pt x="26479" y="125488"/>
                  </a:lnTo>
                  <a:lnTo>
                    <a:pt x="26119" y="133764"/>
                  </a:lnTo>
                  <a:lnTo>
                    <a:pt x="23983" y="141384"/>
                  </a:lnTo>
                  <a:lnTo>
                    <a:pt x="18885" y="146968"/>
                  </a:lnTo>
                  <a:lnTo>
                    <a:pt x="9639" y="149136"/>
                  </a:lnTo>
                  <a:lnTo>
                    <a:pt x="2628" y="149136"/>
                  </a:lnTo>
                  <a:lnTo>
                    <a:pt x="0" y="151599"/>
                  </a:lnTo>
                  <a:lnTo>
                    <a:pt x="0" y="157911"/>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2" name="Google Shape;1254;p8"/>
            <p:cNvPicPr preferRelativeResize="0"/>
            <p:nvPr/>
          </p:nvPicPr>
          <p:blipFill rotWithShape="1">
            <a:blip r:embed="rId16">
              <a:alphaModFix/>
            </a:blip>
            <a:srcRect/>
            <a:stretch/>
          </p:blipFill>
          <p:spPr>
            <a:xfrm>
              <a:off x="15976003" y="1280883"/>
              <a:ext cx="267157" cy="122516"/>
            </a:xfrm>
            <a:prstGeom prst="rect">
              <a:avLst/>
            </a:prstGeom>
            <a:noFill/>
            <a:ln>
              <a:noFill/>
            </a:ln>
          </p:spPr>
        </p:pic>
        <p:pic>
          <p:nvPicPr>
            <p:cNvPr id="23" name="Google Shape;1255;p8"/>
            <p:cNvPicPr preferRelativeResize="0"/>
            <p:nvPr/>
          </p:nvPicPr>
          <p:blipFill rotWithShape="1">
            <a:blip r:embed="rId17">
              <a:alphaModFix/>
            </a:blip>
            <a:srcRect/>
            <a:stretch/>
          </p:blipFill>
          <p:spPr>
            <a:xfrm>
              <a:off x="16264228" y="1318018"/>
              <a:ext cx="70294" cy="84480"/>
            </a:xfrm>
            <a:prstGeom prst="rect">
              <a:avLst/>
            </a:prstGeom>
            <a:noFill/>
            <a:ln>
              <a:noFill/>
            </a:ln>
          </p:spPr>
        </p:pic>
        <p:pic>
          <p:nvPicPr>
            <p:cNvPr id="24" name="Google Shape;1256;p8"/>
            <p:cNvPicPr preferRelativeResize="0"/>
            <p:nvPr/>
          </p:nvPicPr>
          <p:blipFill rotWithShape="1">
            <a:blip r:embed="rId18">
              <a:alphaModFix/>
            </a:blip>
            <a:srcRect/>
            <a:stretch/>
          </p:blipFill>
          <p:spPr>
            <a:xfrm>
              <a:off x="16356482" y="1318018"/>
              <a:ext cx="154457" cy="85382"/>
            </a:xfrm>
            <a:prstGeom prst="rect">
              <a:avLst/>
            </a:prstGeom>
            <a:noFill/>
            <a:ln>
              <a:noFill/>
            </a:ln>
          </p:spPr>
        </p:pic>
        <p:pic>
          <p:nvPicPr>
            <p:cNvPr id="25" name="Google Shape;1257;p8"/>
            <p:cNvPicPr preferRelativeResize="0"/>
            <p:nvPr/>
          </p:nvPicPr>
          <p:blipFill rotWithShape="1">
            <a:blip r:embed="rId19">
              <a:alphaModFix/>
            </a:blip>
            <a:srcRect/>
            <a:stretch/>
          </p:blipFill>
          <p:spPr>
            <a:xfrm>
              <a:off x="14201902" y="762152"/>
              <a:ext cx="2318892" cy="491782"/>
            </a:xfrm>
            <a:prstGeom prst="rect">
              <a:avLst/>
            </a:prstGeom>
            <a:noFill/>
            <a:ln>
              <a:noFill/>
            </a:ln>
          </p:spPr>
        </p:pic>
        <p:pic>
          <p:nvPicPr>
            <p:cNvPr id="26" name="Google Shape;1258;p8"/>
            <p:cNvPicPr preferRelativeResize="0"/>
            <p:nvPr/>
          </p:nvPicPr>
          <p:blipFill rotWithShape="1">
            <a:blip r:embed="rId20">
              <a:alphaModFix/>
            </a:blip>
            <a:srcRect/>
            <a:stretch/>
          </p:blipFill>
          <p:spPr>
            <a:xfrm>
              <a:off x="15628112" y="1170902"/>
              <a:ext cx="343027" cy="402703"/>
            </a:xfrm>
            <a:prstGeom prst="rect">
              <a:avLst/>
            </a:prstGeom>
            <a:noFill/>
            <a:ln>
              <a:noFill/>
            </a:ln>
          </p:spPr>
        </p:pic>
        <p:pic>
          <p:nvPicPr>
            <p:cNvPr id="27" name="Google Shape;1259;p8"/>
            <p:cNvPicPr preferRelativeResize="0"/>
            <p:nvPr/>
          </p:nvPicPr>
          <p:blipFill rotWithShape="1">
            <a:blip r:embed="rId21">
              <a:alphaModFix/>
            </a:blip>
            <a:srcRect/>
            <a:stretch/>
          </p:blipFill>
          <p:spPr>
            <a:xfrm>
              <a:off x="15688054" y="1399069"/>
              <a:ext cx="75693" cy="71500"/>
            </a:xfrm>
            <a:prstGeom prst="rect">
              <a:avLst/>
            </a:prstGeom>
            <a:noFill/>
            <a:ln>
              <a:noFill/>
            </a:ln>
          </p:spPr>
        </p:pic>
        <p:pic>
          <p:nvPicPr>
            <p:cNvPr id="28" name="Google Shape;1260;p8"/>
            <p:cNvPicPr preferRelativeResize="0"/>
            <p:nvPr/>
          </p:nvPicPr>
          <p:blipFill rotWithShape="1">
            <a:blip r:embed="rId22">
              <a:alphaModFix/>
            </a:blip>
            <a:srcRect/>
            <a:stretch/>
          </p:blipFill>
          <p:spPr>
            <a:xfrm>
              <a:off x="15685006" y="1433904"/>
              <a:ext cx="365" cy="357"/>
            </a:xfrm>
            <a:prstGeom prst="rect">
              <a:avLst/>
            </a:prstGeom>
            <a:noFill/>
            <a:ln>
              <a:noFill/>
            </a:ln>
          </p:spPr>
        </p:pic>
        <p:pic>
          <p:nvPicPr>
            <p:cNvPr id="29" name="Google Shape;1261;p8"/>
            <p:cNvPicPr preferRelativeResize="0"/>
            <p:nvPr/>
          </p:nvPicPr>
          <p:blipFill rotWithShape="1">
            <a:blip r:embed="rId23">
              <a:alphaModFix/>
            </a:blip>
            <a:srcRect/>
            <a:stretch/>
          </p:blipFill>
          <p:spPr>
            <a:xfrm>
              <a:off x="15609698" y="1489519"/>
              <a:ext cx="39623" cy="43522"/>
            </a:xfrm>
            <a:prstGeom prst="rect">
              <a:avLst/>
            </a:prstGeom>
            <a:noFill/>
            <a:ln>
              <a:noFill/>
            </a:ln>
          </p:spPr>
        </p:pic>
        <p:pic>
          <p:nvPicPr>
            <p:cNvPr id="30" name="Google Shape;1262;p8"/>
            <p:cNvPicPr preferRelativeResize="0"/>
            <p:nvPr/>
          </p:nvPicPr>
          <p:blipFill rotWithShape="1">
            <a:blip r:embed="rId24">
              <a:alphaModFix/>
            </a:blip>
            <a:srcRect/>
            <a:stretch/>
          </p:blipFill>
          <p:spPr>
            <a:xfrm>
              <a:off x="15665195" y="1482038"/>
              <a:ext cx="12445" cy="15214"/>
            </a:xfrm>
            <a:prstGeom prst="rect">
              <a:avLst/>
            </a:prstGeom>
            <a:noFill/>
            <a:ln>
              <a:noFill/>
            </a:ln>
          </p:spPr>
        </p:pic>
        <p:pic>
          <p:nvPicPr>
            <p:cNvPr id="31" name="Google Shape;1263;p8"/>
            <p:cNvPicPr preferRelativeResize="0"/>
            <p:nvPr/>
          </p:nvPicPr>
          <p:blipFill rotWithShape="1">
            <a:blip r:embed="rId24">
              <a:alphaModFix/>
            </a:blip>
            <a:srcRect/>
            <a:stretch/>
          </p:blipFill>
          <p:spPr>
            <a:xfrm>
              <a:off x="15665831" y="1458128"/>
              <a:ext cx="11683" cy="14601"/>
            </a:xfrm>
            <a:prstGeom prst="rect">
              <a:avLst/>
            </a:prstGeom>
            <a:noFill/>
            <a:ln>
              <a:noFill/>
            </a:ln>
          </p:spPr>
        </p:pic>
        <p:pic>
          <p:nvPicPr>
            <p:cNvPr id="32" name="Google Shape;1264;p8"/>
            <p:cNvPicPr preferRelativeResize="0"/>
            <p:nvPr/>
          </p:nvPicPr>
          <p:blipFill rotWithShape="1">
            <a:blip r:embed="rId25">
              <a:alphaModFix/>
            </a:blip>
            <a:srcRect/>
            <a:stretch/>
          </p:blipFill>
          <p:spPr>
            <a:xfrm>
              <a:off x="15824835" y="1228966"/>
              <a:ext cx="64007" cy="65811"/>
            </a:xfrm>
            <a:prstGeom prst="rect">
              <a:avLst/>
            </a:prstGeom>
            <a:noFill/>
            <a:ln>
              <a:noFill/>
            </a:ln>
          </p:spPr>
        </p:pic>
        <p:pic>
          <p:nvPicPr>
            <p:cNvPr id="33" name="Google Shape;1265;p8"/>
            <p:cNvPicPr preferRelativeResize="0"/>
            <p:nvPr/>
          </p:nvPicPr>
          <p:blipFill rotWithShape="1">
            <a:blip r:embed="rId26">
              <a:alphaModFix/>
            </a:blip>
            <a:srcRect/>
            <a:stretch/>
          </p:blipFill>
          <p:spPr>
            <a:xfrm>
              <a:off x="15624047" y="1433779"/>
              <a:ext cx="77215" cy="82550"/>
            </a:xfrm>
            <a:prstGeom prst="rect">
              <a:avLst/>
            </a:prstGeom>
            <a:noFill/>
            <a:ln>
              <a:noFill/>
            </a:ln>
          </p:spPr>
        </p:pic>
        <p:pic>
          <p:nvPicPr>
            <p:cNvPr id="34" name="Google Shape;1266;p8"/>
            <p:cNvPicPr preferRelativeResize="0"/>
            <p:nvPr/>
          </p:nvPicPr>
          <p:blipFill rotWithShape="1">
            <a:blip r:embed="rId27">
              <a:alphaModFix/>
            </a:blip>
            <a:srcRect/>
            <a:stretch/>
          </p:blipFill>
          <p:spPr>
            <a:xfrm>
              <a:off x="15901288" y="1256068"/>
              <a:ext cx="16763" cy="12903"/>
            </a:xfrm>
            <a:prstGeom prst="rect">
              <a:avLst/>
            </a:prstGeom>
            <a:noFill/>
            <a:ln>
              <a:noFill/>
            </a:ln>
          </p:spPr>
        </p:pic>
        <p:pic>
          <p:nvPicPr>
            <p:cNvPr id="35" name="Google Shape;1267;p8"/>
            <p:cNvPicPr preferRelativeResize="0"/>
            <p:nvPr/>
          </p:nvPicPr>
          <p:blipFill rotWithShape="1">
            <a:blip r:embed="rId24">
              <a:alphaModFix/>
            </a:blip>
            <a:srcRect/>
            <a:stretch/>
          </p:blipFill>
          <p:spPr>
            <a:xfrm>
              <a:off x="15680309" y="1443710"/>
              <a:ext cx="12953" cy="15138"/>
            </a:xfrm>
            <a:prstGeom prst="rect">
              <a:avLst/>
            </a:prstGeom>
            <a:noFill/>
            <a:ln>
              <a:noFill/>
            </a:ln>
          </p:spPr>
        </p:pic>
        <p:pic>
          <p:nvPicPr>
            <p:cNvPr id="36" name="Google Shape;1268;p8"/>
            <p:cNvPicPr preferRelativeResize="0"/>
            <p:nvPr/>
          </p:nvPicPr>
          <p:blipFill rotWithShape="1">
            <a:blip r:embed="rId28">
              <a:alphaModFix/>
            </a:blip>
            <a:srcRect/>
            <a:stretch/>
          </p:blipFill>
          <p:spPr>
            <a:xfrm>
              <a:off x="15931515" y="1237411"/>
              <a:ext cx="9779" cy="7467"/>
            </a:xfrm>
            <a:prstGeom prst="rect">
              <a:avLst/>
            </a:prstGeom>
            <a:noFill/>
            <a:ln>
              <a:noFill/>
            </a:ln>
          </p:spPr>
        </p:pic>
        <p:pic>
          <p:nvPicPr>
            <p:cNvPr id="37" name="Google Shape;1269;p8"/>
            <p:cNvPicPr preferRelativeResize="0"/>
            <p:nvPr/>
          </p:nvPicPr>
          <p:blipFill rotWithShape="1">
            <a:blip r:embed="rId29">
              <a:alphaModFix/>
            </a:blip>
            <a:srcRect/>
            <a:stretch/>
          </p:blipFill>
          <p:spPr>
            <a:xfrm>
              <a:off x="15934562" y="1189837"/>
              <a:ext cx="38226" cy="32524"/>
            </a:xfrm>
            <a:prstGeom prst="rect">
              <a:avLst/>
            </a:prstGeom>
            <a:noFill/>
            <a:ln>
              <a:noFill/>
            </a:ln>
          </p:spPr>
        </p:pic>
        <p:pic>
          <p:nvPicPr>
            <p:cNvPr id="38" name="Google Shape;1270;p8"/>
            <p:cNvPicPr preferRelativeResize="0"/>
            <p:nvPr/>
          </p:nvPicPr>
          <p:blipFill rotWithShape="1">
            <a:blip r:embed="rId30">
              <a:alphaModFix/>
            </a:blip>
            <a:srcRect/>
            <a:stretch/>
          </p:blipFill>
          <p:spPr>
            <a:xfrm>
              <a:off x="15645637" y="1455178"/>
              <a:ext cx="40257" cy="24193"/>
            </a:xfrm>
            <a:prstGeom prst="rect">
              <a:avLst/>
            </a:prstGeom>
            <a:noFill/>
            <a:ln>
              <a:noFill/>
            </a:ln>
          </p:spPr>
        </p:pic>
        <p:pic>
          <p:nvPicPr>
            <p:cNvPr id="39" name="Google Shape;1271;p8"/>
            <p:cNvPicPr preferRelativeResize="0"/>
            <p:nvPr/>
          </p:nvPicPr>
          <p:blipFill rotWithShape="1">
            <a:blip r:embed="rId31">
              <a:alphaModFix/>
            </a:blip>
            <a:srcRect/>
            <a:stretch/>
          </p:blipFill>
          <p:spPr>
            <a:xfrm>
              <a:off x="15687295" y="1443595"/>
              <a:ext cx="5969" cy="6934"/>
            </a:xfrm>
            <a:prstGeom prst="rect">
              <a:avLst/>
            </a:prstGeom>
            <a:noFill/>
            <a:ln>
              <a:noFill/>
            </a:ln>
          </p:spPr>
        </p:pic>
        <p:pic>
          <p:nvPicPr>
            <p:cNvPr id="40" name="Google Shape;1272;p8"/>
            <p:cNvPicPr preferRelativeResize="0"/>
            <p:nvPr/>
          </p:nvPicPr>
          <p:blipFill rotWithShape="1">
            <a:blip r:embed="rId32">
              <a:alphaModFix/>
            </a:blip>
            <a:srcRect/>
            <a:stretch/>
          </p:blipFill>
          <p:spPr>
            <a:xfrm>
              <a:off x="15900400" y="1202498"/>
              <a:ext cx="17907" cy="15088"/>
            </a:xfrm>
            <a:prstGeom prst="rect">
              <a:avLst/>
            </a:prstGeom>
            <a:noFill/>
            <a:ln>
              <a:noFill/>
            </a:ln>
          </p:spPr>
        </p:pic>
        <p:pic>
          <p:nvPicPr>
            <p:cNvPr id="41" name="Google Shape;1273;p8"/>
            <p:cNvPicPr preferRelativeResize="0"/>
            <p:nvPr/>
          </p:nvPicPr>
          <p:blipFill rotWithShape="1">
            <a:blip r:embed="rId33">
              <a:alphaModFix/>
            </a:blip>
            <a:srcRect/>
            <a:stretch/>
          </p:blipFill>
          <p:spPr>
            <a:xfrm>
              <a:off x="15696945" y="1384351"/>
              <a:ext cx="36195" cy="49428"/>
            </a:xfrm>
            <a:prstGeom prst="rect">
              <a:avLst/>
            </a:prstGeom>
            <a:noFill/>
            <a:ln>
              <a:noFill/>
            </a:ln>
          </p:spPr>
        </p:pic>
        <p:pic>
          <p:nvPicPr>
            <p:cNvPr id="42" name="Google Shape;1274;p8"/>
            <p:cNvPicPr preferRelativeResize="0"/>
            <p:nvPr/>
          </p:nvPicPr>
          <p:blipFill rotWithShape="1">
            <a:blip r:embed="rId34">
              <a:alphaModFix/>
            </a:blip>
            <a:srcRect/>
            <a:stretch/>
          </p:blipFill>
          <p:spPr>
            <a:xfrm>
              <a:off x="15621381" y="1488414"/>
              <a:ext cx="43306" cy="44855"/>
            </a:xfrm>
            <a:prstGeom prst="rect">
              <a:avLst/>
            </a:prstGeom>
            <a:noFill/>
            <a:ln>
              <a:noFill/>
            </a:ln>
          </p:spPr>
        </p:pic>
        <p:pic>
          <p:nvPicPr>
            <p:cNvPr id="43" name="Google Shape;1275;p8"/>
            <p:cNvPicPr preferRelativeResize="0"/>
            <p:nvPr/>
          </p:nvPicPr>
          <p:blipFill rotWithShape="1">
            <a:blip r:embed="rId35">
              <a:alphaModFix/>
            </a:blip>
            <a:srcRect/>
            <a:stretch/>
          </p:blipFill>
          <p:spPr>
            <a:xfrm>
              <a:off x="15655416" y="1424228"/>
              <a:ext cx="62101" cy="58038"/>
            </a:xfrm>
            <a:prstGeom prst="rect">
              <a:avLst/>
            </a:prstGeom>
            <a:noFill/>
            <a:ln>
              <a:noFill/>
            </a:ln>
          </p:spPr>
        </p:pic>
        <p:pic>
          <p:nvPicPr>
            <p:cNvPr id="44" name="Google Shape;1276;p8"/>
            <p:cNvPicPr preferRelativeResize="0"/>
            <p:nvPr/>
          </p:nvPicPr>
          <p:blipFill rotWithShape="1">
            <a:blip r:embed="rId34">
              <a:alphaModFix/>
            </a:blip>
            <a:srcRect/>
            <a:stretch/>
          </p:blipFill>
          <p:spPr>
            <a:xfrm>
              <a:off x="15735425" y="1384478"/>
              <a:ext cx="41404" cy="44323"/>
            </a:xfrm>
            <a:prstGeom prst="rect">
              <a:avLst/>
            </a:prstGeom>
            <a:noFill/>
            <a:ln>
              <a:noFill/>
            </a:ln>
          </p:spPr>
        </p:pic>
        <p:pic>
          <p:nvPicPr>
            <p:cNvPr id="45" name="Google Shape;1277;p8"/>
            <p:cNvPicPr preferRelativeResize="0"/>
            <p:nvPr/>
          </p:nvPicPr>
          <p:blipFill rotWithShape="1">
            <a:blip r:embed="rId22">
              <a:alphaModFix/>
            </a:blip>
            <a:srcRect/>
            <a:stretch/>
          </p:blipFill>
          <p:spPr>
            <a:xfrm>
              <a:off x="15792070" y="1308544"/>
              <a:ext cx="3683" cy="3086"/>
            </a:xfrm>
            <a:prstGeom prst="rect">
              <a:avLst/>
            </a:prstGeom>
            <a:noFill/>
            <a:ln>
              <a:noFill/>
            </a:ln>
          </p:spPr>
        </p:pic>
        <p:pic>
          <p:nvPicPr>
            <p:cNvPr id="46" name="Google Shape;1278;p8"/>
            <p:cNvPicPr preferRelativeResize="0"/>
            <p:nvPr/>
          </p:nvPicPr>
          <p:blipFill rotWithShape="1">
            <a:blip r:embed="rId36">
              <a:alphaModFix/>
            </a:blip>
            <a:srcRect/>
            <a:stretch/>
          </p:blipFill>
          <p:spPr>
            <a:xfrm>
              <a:off x="15669386" y="1471827"/>
              <a:ext cx="6223" cy="16472"/>
            </a:xfrm>
            <a:prstGeom prst="rect">
              <a:avLst/>
            </a:prstGeom>
            <a:noFill/>
            <a:ln>
              <a:noFill/>
            </a:ln>
          </p:spPr>
        </p:pic>
        <p:pic>
          <p:nvPicPr>
            <p:cNvPr id="47" name="Google Shape;1279;p8"/>
            <p:cNvPicPr preferRelativeResize="0"/>
            <p:nvPr/>
          </p:nvPicPr>
          <p:blipFill rotWithShape="1">
            <a:blip r:embed="rId28">
              <a:alphaModFix/>
            </a:blip>
            <a:srcRect/>
            <a:stretch/>
          </p:blipFill>
          <p:spPr>
            <a:xfrm>
              <a:off x="15855950" y="1307782"/>
              <a:ext cx="7747" cy="7251"/>
            </a:xfrm>
            <a:prstGeom prst="rect">
              <a:avLst/>
            </a:prstGeom>
            <a:noFill/>
            <a:ln>
              <a:noFill/>
            </a:ln>
          </p:spPr>
        </p:pic>
        <p:pic>
          <p:nvPicPr>
            <p:cNvPr id="48" name="Google Shape;1280;p8"/>
            <p:cNvPicPr preferRelativeResize="0"/>
            <p:nvPr/>
          </p:nvPicPr>
          <p:blipFill rotWithShape="1">
            <a:blip r:embed="rId24">
              <a:alphaModFix/>
            </a:blip>
            <a:srcRect/>
            <a:stretch/>
          </p:blipFill>
          <p:spPr>
            <a:xfrm>
              <a:off x="15815056" y="1337019"/>
              <a:ext cx="14351" cy="13257"/>
            </a:xfrm>
            <a:prstGeom prst="rect">
              <a:avLst/>
            </a:prstGeom>
            <a:noFill/>
            <a:ln>
              <a:noFill/>
            </a:ln>
          </p:spPr>
        </p:pic>
        <p:pic>
          <p:nvPicPr>
            <p:cNvPr id="49" name="Google Shape;1281;p8"/>
            <p:cNvPicPr preferRelativeResize="0"/>
            <p:nvPr/>
          </p:nvPicPr>
          <p:blipFill rotWithShape="1">
            <a:blip r:embed="rId37">
              <a:alphaModFix/>
            </a:blip>
            <a:srcRect/>
            <a:stretch/>
          </p:blipFill>
          <p:spPr>
            <a:xfrm>
              <a:off x="15642463" y="1463712"/>
              <a:ext cx="54101" cy="18427"/>
            </a:xfrm>
            <a:prstGeom prst="rect">
              <a:avLst/>
            </a:prstGeom>
            <a:noFill/>
            <a:ln>
              <a:noFill/>
            </a:ln>
          </p:spPr>
        </p:pic>
        <p:pic>
          <p:nvPicPr>
            <p:cNvPr id="50" name="Google Shape;1282;p8"/>
            <p:cNvPicPr preferRelativeResize="0"/>
            <p:nvPr/>
          </p:nvPicPr>
          <p:blipFill rotWithShape="1">
            <a:blip r:embed="rId38">
              <a:alphaModFix/>
            </a:blip>
            <a:srcRect/>
            <a:stretch/>
          </p:blipFill>
          <p:spPr>
            <a:xfrm>
              <a:off x="15736444" y="1349412"/>
              <a:ext cx="19811" cy="21044"/>
            </a:xfrm>
            <a:prstGeom prst="rect">
              <a:avLst/>
            </a:prstGeom>
            <a:noFill/>
            <a:ln>
              <a:noFill/>
            </a:ln>
          </p:spPr>
        </p:pic>
        <p:pic>
          <p:nvPicPr>
            <p:cNvPr id="51" name="Google Shape;1283;p8"/>
            <p:cNvPicPr preferRelativeResize="0"/>
            <p:nvPr/>
          </p:nvPicPr>
          <p:blipFill rotWithShape="1">
            <a:blip r:embed="rId39">
              <a:alphaModFix/>
            </a:blip>
            <a:srcRect/>
            <a:stretch/>
          </p:blipFill>
          <p:spPr>
            <a:xfrm>
              <a:off x="15651227" y="1473301"/>
              <a:ext cx="22858" cy="37363"/>
            </a:xfrm>
            <a:prstGeom prst="rect">
              <a:avLst/>
            </a:prstGeom>
            <a:noFill/>
            <a:ln>
              <a:noFill/>
            </a:ln>
          </p:spPr>
        </p:pic>
        <p:pic>
          <p:nvPicPr>
            <p:cNvPr id="52" name="Google Shape;1284;p8"/>
            <p:cNvPicPr preferRelativeResize="0"/>
            <p:nvPr/>
          </p:nvPicPr>
          <p:blipFill rotWithShape="1">
            <a:blip r:embed="rId40">
              <a:alphaModFix/>
            </a:blip>
            <a:srcRect/>
            <a:stretch/>
          </p:blipFill>
          <p:spPr>
            <a:xfrm>
              <a:off x="15670911" y="1472793"/>
              <a:ext cx="9395" cy="6642"/>
            </a:xfrm>
            <a:prstGeom prst="rect">
              <a:avLst/>
            </a:prstGeom>
            <a:noFill/>
            <a:ln>
              <a:noFill/>
            </a:ln>
          </p:spPr>
        </p:pic>
        <p:pic>
          <p:nvPicPr>
            <p:cNvPr id="53" name="Google Shape;1285;p8"/>
            <p:cNvPicPr preferRelativeResize="0"/>
            <p:nvPr/>
          </p:nvPicPr>
          <p:blipFill rotWithShape="1">
            <a:blip r:embed="rId41">
              <a:alphaModFix/>
            </a:blip>
            <a:srcRect/>
            <a:stretch/>
          </p:blipFill>
          <p:spPr>
            <a:xfrm>
              <a:off x="15935325" y="1214271"/>
              <a:ext cx="18032" cy="26936"/>
            </a:xfrm>
            <a:prstGeom prst="rect">
              <a:avLst/>
            </a:prstGeom>
            <a:noFill/>
            <a:ln>
              <a:noFill/>
            </a:ln>
          </p:spPr>
        </p:pic>
        <p:pic>
          <p:nvPicPr>
            <p:cNvPr id="54" name="Google Shape;1286;p8"/>
            <p:cNvPicPr preferRelativeResize="0"/>
            <p:nvPr/>
          </p:nvPicPr>
          <p:blipFill rotWithShape="1">
            <a:blip r:embed="rId42">
              <a:alphaModFix/>
            </a:blip>
            <a:srcRect/>
            <a:stretch/>
          </p:blipFill>
          <p:spPr>
            <a:xfrm>
              <a:off x="15635478" y="1434121"/>
              <a:ext cx="66292" cy="61213"/>
            </a:xfrm>
            <a:prstGeom prst="rect">
              <a:avLst/>
            </a:prstGeom>
            <a:noFill/>
            <a:ln>
              <a:noFill/>
            </a:ln>
          </p:spPr>
        </p:pic>
        <p:pic>
          <p:nvPicPr>
            <p:cNvPr id="55" name="Google Shape;1287;p8"/>
            <p:cNvPicPr preferRelativeResize="0"/>
            <p:nvPr/>
          </p:nvPicPr>
          <p:blipFill rotWithShape="1">
            <a:blip r:embed="rId31">
              <a:alphaModFix/>
            </a:blip>
            <a:srcRect/>
            <a:stretch/>
          </p:blipFill>
          <p:spPr>
            <a:xfrm>
              <a:off x="15682467" y="1428520"/>
              <a:ext cx="1523" cy="1777"/>
            </a:xfrm>
            <a:prstGeom prst="rect">
              <a:avLst/>
            </a:prstGeom>
            <a:noFill/>
            <a:ln>
              <a:noFill/>
            </a:ln>
          </p:spPr>
        </p:pic>
        <p:pic>
          <p:nvPicPr>
            <p:cNvPr id="56" name="Google Shape;1288;p8"/>
            <p:cNvPicPr preferRelativeResize="0"/>
            <p:nvPr/>
          </p:nvPicPr>
          <p:blipFill rotWithShape="1">
            <a:blip r:embed="rId43">
              <a:alphaModFix/>
            </a:blip>
            <a:srcRect/>
            <a:stretch/>
          </p:blipFill>
          <p:spPr>
            <a:xfrm>
              <a:off x="15639414" y="1470417"/>
              <a:ext cx="26036" cy="30924"/>
            </a:xfrm>
            <a:prstGeom prst="rect">
              <a:avLst/>
            </a:prstGeom>
            <a:noFill/>
            <a:ln>
              <a:noFill/>
            </a:ln>
          </p:spPr>
        </p:pic>
        <p:pic>
          <p:nvPicPr>
            <p:cNvPr id="57" name="Google Shape;1289;p8"/>
            <p:cNvPicPr preferRelativeResize="0"/>
            <p:nvPr/>
          </p:nvPicPr>
          <p:blipFill rotWithShape="1">
            <a:blip r:embed="rId44">
              <a:alphaModFix/>
            </a:blip>
            <a:srcRect/>
            <a:stretch/>
          </p:blipFill>
          <p:spPr>
            <a:xfrm>
              <a:off x="15666975" y="1440484"/>
              <a:ext cx="15351" cy="20421"/>
            </a:xfrm>
            <a:prstGeom prst="rect">
              <a:avLst/>
            </a:prstGeom>
            <a:noFill/>
            <a:ln>
              <a:noFill/>
            </a:ln>
          </p:spPr>
        </p:pic>
        <p:pic>
          <p:nvPicPr>
            <p:cNvPr id="58" name="Google Shape;1290;p8"/>
            <p:cNvPicPr preferRelativeResize="0"/>
            <p:nvPr/>
          </p:nvPicPr>
          <p:blipFill rotWithShape="1">
            <a:blip r:embed="rId22">
              <a:alphaModFix/>
            </a:blip>
            <a:srcRect/>
            <a:stretch/>
          </p:blipFill>
          <p:spPr>
            <a:xfrm>
              <a:off x="15953359" y="1215466"/>
              <a:ext cx="2285" cy="1803"/>
            </a:xfrm>
            <a:prstGeom prst="rect">
              <a:avLst/>
            </a:prstGeom>
            <a:noFill/>
            <a:ln>
              <a:noFill/>
            </a:ln>
          </p:spPr>
        </p:pic>
        <p:pic>
          <p:nvPicPr>
            <p:cNvPr id="59" name="Google Shape;1291;p8"/>
            <p:cNvPicPr preferRelativeResize="0"/>
            <p:nvPr/>
          </p:nvPicPr>
          <p:blipFill rotWithShape="1">
            <a:blip r:embed="rId45">
              <a:alphaModFix/>
            </a:blip>
            <a:srcRect/>
            <a:stretch/>
          </p:blipFill>
          <p:spPr>
            <a:xfrm>
              <a:off x="15685896" y="1402969"/>
              <a:ext cx="39878" cy="43662"/>
            </a:xfrm>
            <a:prstGeom prst="rect">
              <a:avLst/>
            </a:prstGeom>
            <a:noFill/>
            <a:ln>
              <a:noFill/>
            </a:ln>
          </p:spPr>
        </p:pic>
        <p:pic>
          <p:nvPicPr>
            <p:cNvPr id="60" name="Google Shape;1292;p8"/>
            <p:cNvPicPr preferRelativeResize="0"/>
            <p:nvPr/>
          </p:nvPicPr>
          <p:blipFill rotWithShape="1">
            <a:blip r:embed="rId46">
              <a:alphaModFix/>
            </a:blip>
            <a:srcRect/>
            <a:stretch/>
          </p:blipFill>
          <p:spPr>
            <a:xfrm>
              <a:off x="15880588" y="1270139"/>
              <a:ext cx="20192" cy="18021"/>
            </a:xfrm>
            <a:prstGeom prst="rect">
              <a:avLst/>
            </a:prstGeom>
            <a:noFill/>
            <a:ln>
              <a:noFill/>
            </a:ln>
          </p:spPr>
        </p:pic>
        <p:pic>
          <p:nvPicPr>
            <p:cNvPr id="61" name="Google Shape;1293;p8"/>
            <p:cNvPicPr preferRelativeResize="0"/>
            <p:nvPr/>
          </p:nvPicPr>
          <p:blipFill rotWithShape="1">
            <a:blip r:embed="rId40">
              <a:alphaModFix/>
            </a:blip>
            <a:srcRect/>
            <a:stretch/>
          </p:blipFill>
          <p:spPr>
            <a:xfrm>
              <a:off x="15668497" y="1475943"/>
              <a:ext cx="10794" cy="10998"/>
            </a:xfrm>
            <a:prstGeom prst="rect">
              <a:avLst/>
            </a:prstGeom>
            <a:noFill/>
            <a:ln>
              <a:noFill/>
            </a:ln>
          </p:spPr>
        </p:pic>
        <p:pic>
          <p:nvPicPr>
            <p:cNvPr id="62" name="Google Shape;1294;p8"/>
            <p:cNvPicPr preferRelativeResize="0"/>
            <p:nvPr/>
          </p:nvPicPr>
          <p:blipFill rotWithShape="1">
            <a:blip r:embed="rId22">
              <a:alphaModFix/>
            </a:blip>
            <a:srcRect/>
            <a:stretch/>
          </p:blipFill>
          <p:spPr>
            <a:xfrm>
              <a:off x="15965169" y="1207654"/>
              <a:ext cx="2031" cy="1524"/>
            </a:xfrm>
            <a:prstGeom prst="rect">
              <a:avLst/>
            </a:prstGeom>
            <a:noFill/>
            <a:ln>
              <a:noFill/>
            </a:ln>
          </p:spPr>
        </p:pic>
        <p:pic>
          <p:nvPicPr>
            <p:cNvPr id="63" name="Google Shape;1295;p8"/>
            <p:cNvPicPr preferRelativeResize="0"/>
            <p:nvPr/>
          </p:nvPicPr>
          <p:blipFill rotWithShape="1">
            <a:blip r:embed="rId28">
              <a:alphaModFix/>
            </a:blip>
            <a:srcRect/>
            <a:stretch/>
          </p:blipFill>
          <p:spPr>
            <a:xfrm>
              <a:off x="15889351" y="1220528"/>
              <a:ext cx="1687" cy="1338"/>
            </a:xfrm>
            <a:prstGeom prst="rect">
              <a:avLst/>
            </a:prstGeom>
            <a:noFill/>
            <a:ln>
              <a:noFill/>
            </a:ln>
          </p:spPr>
        </p:pic>
        <p:pic>
          <p:nvPicPr>
            <p:cNvPr id="64" name="Google Shape;1296;p8"/>
            <p:cNvPicPr preferRelativeResize="0"/>
            <p:nvPr/>
          </p:nvPicPr>
          <p:blipFill rotWithShape="1">
            <a:blip r:embed="rId36">
              <a:alphaModFix/>
            </a:blip>
            <a:srcRect/>
            <a:stretch/>
          </p:blipFill>
          <p:spPr>
            <a:xfrm>
              <a:off x="15948025" y="1190980"/>
              <a:ext cx="2666" cy="11263"/>
            </a:xfrm>
            <a:prstGeom prst="rect">
              <a:avLst/>
            </a:prstGeom>
            <a:noFill/>
            <a:ln>
              <a:noFill/>
            </a:ln>
          </p:spPr>
        </p:pic>
        <p:pic>
          <p:nvPicPr>
            <p:cNvPr id="65" name="Google Shape;1297;p8"/>
            <p:cNvPicPr preferRelativeResize="0"/>
            <p:nvPr/>
          </p:nvPicPr>
          <p:blipFill rotWithShape="1">
            <a:blip r:embed="rId47">
              <a:alphaModFix/>
            </a:blip>
            <a:srcRect/>
            <a:stretch/>
          </p:blipFill>
          <p:spPr>
            <a:xfrm>
              <a:off x="15672054" y="1466291"/>
              <a:ext cx="20955" cy="4953"/>
            </a:xfrm>
            <a:prstGeom prst="rect">
              <a:avLst/>
            </a:prstGeom>
            <a:noFill/>
            <a:ln>
              <a:noFill/>
            </a:ln>
          </p:spPr>
        </p:pic>
        <p:pic>
          <p:nvPicPr>
            <p:cNvPr id="66" name="Google Shape;1298;p8"/>
            <p:cNvPicPr preferRelativeResize="0"/>
            <p:nvPr/>
          </p:nvPicPr>
          <p:blipFill rotWithShape="1">
            <a:blip r:embed="rId40">
              <a:alphaModFix/>
            </a:blip>
            <a:srcRect/>
            <a:stretch/>
          </p:blipFill>
          <p:spPr>
            <a:xfrm>
              <a:off x="15635985" y="1508619"/>
              <a:ext cx="11174" cy="10465"/>
            </a:xfrm>
            <a:prstGeom prst="rect">
              <a:avLst/>
            </a:prstGeom>
            <a:noFill/>
            <a:ln>
              <a:noFill/>
            </a:ln>
          </p:spPr>
        </p:pic>
        <p:pic>
          <p:nvPicPr>
            <p:cNvPr id="67" name="Google Shape;1299;p8"/>
            <p:cNvPicPr preferRelativeResize="0"/>
            <p:nvPr/>
          </p:nvPicPr>
          <p:blipFill rotWithShape="1">
            <a:blip r:embed="rId48">
              <a:alphaModFix/>
            </a:blip>
            <a:srcRect/>
            <a:stretch/>
          </p:blipFill>
          <p:spPr>
            <a:xfrm>
              <a:off x="15891127" y="1207211"/>
              <a:ext cx="68581" cy="70726"/>
            </a:xfrm>
            <a:prstGeom prst="rect">
              <a:avLst/>
            </a:prstGeom>
            <a:noFill/>
            <a:ln>
              <a:noFill/>
            </a:ln>
          </p:spPr>
        </p:pic>
        <p:pic>
          <p:nvPicPr>
            <p:cNvPr id="68" name="Google Shape;1300;p8"/>
            <p:cNvPicPr preferRelativeResize="0"/>
            <p:nvPr/>
          </p:nvPicPr>
          <p:blipFill rotWithShape="1">
            <a:blip r:embed="rId22">
              <a:alphaModFix/>
            </a:blip>
            <a:srcRect/>
            <a:stretch/>
          </p:blipFill>
          <p:spPr>
            <a:xfrm>
              <a:off x="15658337" y="1504276"/>
              <a:ext cx="1142" cy="1384"/>
            </a:xfrm>
            <a:prstGeom prst="rect">
              <a:avLst/>
            </a:prstGeom>
            <a:noFill/>
            <a:ln>
              <a:noFill/>
            </a:ln>
          </p:spPr>
        </p:pic>
        <p:pic>
          <p:nvPicPr>
            <p:cNvPr id="69" name="Google Shape;1301;p8"/>
            <p:cNvPicPr preferRelativeResize="0"/>
            <p:nvPr/>
          </p:nvPicPr>
          <p:blipFill rotWithShape="1">
            <a:blip r:embed="rId32">
              <a:alphaModFix/>
            </a:blip>
            <a:srcRect/>
            <a:stretch/>
          </p:blipFill>
          <p:spPr>
            <a:xfrm>
              <a:off x="15658718" y="1475473"/>
              <a:ext cx="14986" cy="22047"/>
            </a:xfrm>
            <a:prstGeom prst="rect">
              <a:avLst/>
            </a:prstGeom>
            <a:noFill/>
            <a:ln>
              <a:noFill/>
            </a:ln>
          </p:spPr>
        </p:pic>
        <p:pic>
          <p:nvPicPr>
            <p:cNvPr id="70" name="Google Shape;1302;p8"/>
            <p:cNvPicPr preferRelativeResize="0"/>
            <p:nvPr/>
          </p:nvPicPr>
          <p:blipFill rotWithShape="1">
            <a:blip r:embed="rId22">
              <a:alphaModFix/>
            </a:blip>
            <a:srcRect/>
            <a:stretch/>
          </p:blipFill>
          <p:spPr>
            <a:xfrm>
              <a:off x="15635859" y="1500797"/>
              <a:ext cx="1143" cy="1409"/>
            </a:xfrm>
            <a:prstGeom prst="rect">
              <a:avLst/>
            </a:prstGeom>
            <a:noFill/>
            <a:ln>
              <a:noFill/>
            </a:ln>
          </p:spPr>
        </p:pic>
        <p:pic>
          <p:nvPicPr>
            <p:cNvPr id="71" name="Google Shape;1303;p8"/>
            <p:cNvPicPr preferRelativeResize="0"/>
            <p:nvPr/>
          </p:nvPicPr>
          <p:blipFill rotWithShape="1">
            <a:blip r:embed="rId31">
              <a:alphaModFix/>
            </a:blip>
            <a:srcRect/>
            <a:stretch/>
          </p:blipFill>
          <p:spPr>
            <a:xfrm>
              <a:off x="15916402" y="1201216"/>
              <a:ext cx="2412" cy="5461"/>
            </a:xfrm>
            <a:prstGeom prst="rect">
              <a:avLst/>
            </a:prstGeom>
            <a:noFill/>
            <a:ln>
              <a:noFill/>
            </a:ln>
          </p:spPr>
        </p:pic>
        <p:pic>
          <p:nvPicPr>
            <p:cNvPr id="72" name="Google Shape;1304;p8"/>
            <p:cNvPicPr preferRelativeResize="0"/>
            <p:nvPr/>
          </p:nvPicPr>
          <p:blipFill rotWithShape="1">
            <a:blip r:embed="rId22">
              <a:alphaModFix/>
            </a:blip>
            <a:srcRect/>
            <a:stretch/>
          </p:blipFill>
          <p:spPr>
            <a:xfrm>
              <a:off x="15947769" y="1197362"/>
              <a:ext cx="1650" cy="1276"/>
            </a:xfrm>
            <a:prstGeom prst="rect">
              <a:avLst/>
            </a:prstGeom>
            <a:noFill/>
            <a:ln>
              <a:noFill/>
            </a:ln>
          </p:spPr>
        </p:pic>
        <p:pic>
          <p:nvPicPr>
            <p:cNvPr id="73" name="Google Shape;1305;p8"/>
            <p:cNvPicPr preferRelativeResize="0"/>
            <p:nvPr/>
          </p:nvPicPr>
          <p:blipFill rotWithShape="1">
            <a:blip r:embed="rId22">
              <a:alphaModFix/>
            </a:blip>
            <a:srcRect/>
            <a:stretch/>
          </p:blipFill>
          <p:spPr>
            <a:xfrm>
              <a:off x="15933039" y="1198499"/>
              <a:ext cx="1016" cy="901"/>
            </a:xfrm>
            <a:prstGeom prst="rect">
              <a:avLst/>
            </a:prstGeom>
            <a:noFill/>
            <a:ln>
              <a:noFill/>
            </a:ln>
          </p:spPr>
        </p:pic>
        <p:pic>
          <p:nvPicPr>
            <p:cNvPr id="74" name="Google Shape;1306;p8"/>
            <p:cNvPicPr preferRelativeResize="0"/>
            <p:nvPr/>
          </p:nvPicPr>
          <p:blipFill rotWithShape="1">
            <a:blip r:embed="rId40">
              <a:alphaModFix/>
            </a:blip>
            <a:srcRect/>
            <a:stretch/>
          </p:blipFill>
          <p:spPr>
            <a:xfrm>
              <a:off x="15708376" y="1446885"/>
              <a:ext cx="8508" cy="9461"/>
            </a:xfrm>
            <a:prstGeom prst="rect">
              <a:avLst/>
            </a:prstGeom>
            <a:noFill/>
            <a:ln>
              <a:noFill/>
            </a:ln>
          </p:spPr>
        </p:pic>
        <p:pic>
          <p:nvPicPr>
            <p:cNvPr id="75" name="Google Shape;1307;p8"/>
            <p:cNvPicPr preferRelativeResize="0"/>
            <p:nvPr/>
          </p:nvPicPr>
          <p:blipFill rotWithShape="1">
            <a:blip r:embed="rId31">
              <a:alphaModFix/>
            </a:blip>
            <a:srcRect/>
            <a:stretch/>
          </p:blipFill>
          <p:spPr>
            <a:xfrm>
              <a:off x="15918687" y="1247634"/>
              <a:ext cx="9400" cy="9678"/>
            </a:xfrm>
            <a:prstGeom prst="rect">
              <a:avLst/>
            </a:prstGeom>
            <a:noFill/>
            <a:ln>
              <a:noFill/>
            </a:ln>
          </p:spPr>
        </p:pic>
        <p:pic>
          <p:nvPicPr>
            <p:cNvPr id="76" name="Google Shape;1308;p8"/>
            <p:cNvPicPr preferRelativeResize="0"/>
            <p:nvPr/>
          </p:nvPicPr>
          <p:blipFill rotWithShape="1">
            <a:blip r:embed="rId49">
              <a:alphaModFix/>
            </a:blip>
            <a:srcRect/>
            <a:stretch/>
          </p:blipFill>
          <p:spPr>
            <a:xfrm>
              <a:off x="15635732" y="1459293"/>
              <a:ext cx="44576" cy="50304"/>
            </a:xfrm>
            <a:prstGeom prst="rect">
              <a:avLst/>
            </a:prstGeom>
            <a:noFill/>
            <a:ln>
              <a:noFill/>
            </a:ln>
          </p:spPr>
        </p:pic>
        <p:pic>
          <p:nvPicPr>
            <p:cNvPr id="77" name="Google Shape;1309;p8"/>
            <p:cNvPicPr preferRelativeResize="0"/>
            <p:nvPr/>
          </p:nvPicPr>
          <p:blipFill rotWithShape="1">
            <a:blip r:embed="rId24">
              <a:alphaModFix/>
            </a:blip>
            <a:srcRect/>
            <a:stretch/>
          </p:blipFill>
          <p:spPr>
            <a:xfrm>
              <a:off x="15874620" y="1283169"/>
              <a:ext cx="14985" cy="14592"/>
            </a:xfrm>
            <a:prstGeom prst="rect">
              <a:avLst/>
            </a:prstGeom>
            <a:noFill/>
            <a:ln>
              <a:noFill/>
            </a:ln>
          </p:spPr>
        </p:pic>
        <p:pic>
          <p:nvPicPr>
            <p:cNvPr id="78" name="Google Shape;1310;p8"/>
            <p:cNvPicPr preferRelativeResize="0"/>
            <p:nvPr/>
          </p:nvPicPr>
          <p:blipFill rotWithShape="1">
            <a:blip r:embed="rId22">
              <a:alphaModFix/>
            </a:blip>
            <a:srcRect/>
            <a:stretch/>
          </p:blipFill>
          <p:spPr>
            <a:xfrm>
              <a:off x="15679419" y="1471002"/>
              <a:ext cx="761" cy="787"/>
            </a:xfrm>
            <a:prstGeom prst="rect">
              <a:avLst/>
            </a:prstGeom>
            <a:noFill/>
            <a:ln>
              <a:noFill/>
            </a:ln>
          </p:spPr>
        </p:pic>
        <p:pic>
          <p:nvPicPr>
            <p:cNvPr id="79" name="Google Shape;1311;p8"/>
            <p:cNvPicPr preferRelativeResize="0"/>
            <p:nvPr/>
          </p:nvPicPr>
          <p:blipFill rotWithShape="1">
            <a:blip r:embed="rId22">
              <a:alphaModFix/>
            </a:blip>
            <a:srcRect/>
            <a:stretch/>
          </p:blipFill>
          <p:spPr>
            <a:xfrm>
              <a:off x="15943198" y="1229410"/>
              <a:ext cx="1905" cy="1612"/>
            </a:xfrm>
            <a:prstGeom prst="rect">
              <a:avLst/>
            </a:prstGeom>
            <a:noFill/>
            <a:ln>
              <a:noFill/>
            </a:ln>
          </p:spPr>
        </p:pic>
        <p:pic>
          <p:nvPicPr>
            <p:cNvPr id="80" name="Google Shape;1312;p8"/>
            <p:cNvPicPr preferRelativeResize="0"/>
            <p:nvPr/>
          </p:nvPicPr>
          <p:blipFill rotWithShape="1">
            <a:blip r:embed="rId28">
              <a:alphaModFix/>
            </a:blip>
            <a:srcRect/>
            <a:stretch/>
          </p:blipFill>
          <p:spPr>
            <a:xfrm>
              <a:off x="15685389" y="1446009"/>
              <a:ext cx="9270" cy="4178"/>
            </a:xfrm>
            <a:prstGeom prst="rect">
              <a:avLst/>
            </a:prstGeom>
            <a:noFill/>
            <a:ln>
              <a:noFill/>
            </a:ln>
          </p:spPr>
        </p:pic>
        <p:pic>
          <p:nvPicPr>
            <p:cNvPr id="81" name="Google Shape;1313;p8"/>
            <p:cNvPicPr preferRelativeResize="0"/>
            <p:nvPr/>
          </p:nvPicPr>
          <p:blipFill rotWithShape="1">
            <a:blip r:embed="rId50">
              <a:alphaModFix/>
            </a:blip>
            <a:srcRect/>
            <a:stretch/>
          </p:blipFill>
          <p:spPr>
            <a:xfrm>
              <a:off x="15655797" y="1465834"/>
              <a:ext cx="29209" cy="40144"/>
            </a:xfrm>
            <a:prstGeom prst="rect">
              <a:avLst/>
            </a:prstGeom>
            <a:noFill/>
            <a:ln>
              <a:noFill/>
            </a:ln>
          </p:spPr>
        </p:pic>
        <p:pic>
          <p:nvPicPr>
            <p:cNvPr id="82" name="Google Shape;1314;p8"/>
            <p:cNvPicPr preferRelativeResize="0"/>
            <p:nvPr/>
          </p:nvPicPr>
          <p:blipFill rotWithShape="1">
            <a:blip r:embed="rId28">
              <a:alphaModFix/>
            </a:blip>
            <a:srcRect/>
            <a:stretch/>
          </p:blipFill>
          <p:spPr>
            <a:xfrm>
              <a:off x="15917671" y="1204010"/>
              <a:ext cx="1505" cy="1143"/>
            </a:xfrm>
            <a:prstGeom prst="rect">
              <a:avLst/>
            </a:prstGeom>
            <a:noFill/>
            <a:ln>
              <a:noFill/>
            </a:ln>
          </p:spPr>
        </p:pic>
        <p:pic>
          <p:nvPicPr>
            <p:cNvPr id="83" name="Google Shape;1315;p8"/>
            <p:cNvPicPr preferRelativeResize="0"/>
            <p:nvPr/>
          </p:nvPicPr>
          <p:blipFill rotWithShape="1">
            <a:blip r:embed="rId31">
              <a:alphaModFix/>
            </a:blip>
            <a:srcRect/>
            <a:stretch/>
          </p:blipFill>
          <p:spPr>
            <a:xfrm>
              <a:off x="15648432" y="1495513"/>
              <a:ext cx="635" cy="888"/>
            </a:xfrm>
            <a:prstGeom prst="rect">
              <a:avLst/>
            </a:prstGeom>
            <a:noFill/>
            <a:ln>
              <a:noFill/>
            </a:ln>
          </p:spPr>
        </p:pic>
        <p:pic>
          <p:nvPicPr>
            <p:cNvPr id="84" name="Google Shape;1316;p8"/>
            <p:cNvPicPr preferRelativeResize="0"/>
            <p:nvPr/>
          </p:nvPicPr>
          <p:blipFill rotWithShape="1">
            <a:blip r:embed="rId22">
              <a:alphaModFix/>
            </a:blip>
            <a:srcRect/>
            <a:stretch/>
          </p:blipFill>
          <p:spPr>
            <a:xfrm>
              <a:off x="15700883" y="1433957"/>
              <a:ext cx="889" cy="977"/>
            </a:xfrm>
            <a:prstGeom prst="rect">
              <a:avLst/>
            </a:prstGeom>
            <a:noFill/>
            <a:ln>
              <a:noFill/>
            </a:ln>
          </p:spPr>
        </p:pic>
        <p:pic>
          <p:nvPicPr>
            <p:cNvPr id="85" name="Google Shape;1317;p8"/>
            <p:cNvPicPr preferRelativeResize="0"/>
            <p:nvPr/>
          </p:nvPicPr>
          <p:blipFill rotWithShape="1">
            <a:blip r:embed="rId51">
              <a:alphaModFix/>
            </a:blip>
            <a:srcRect/>
            <a:stretch/>
          </p:blipFill>
          <p:spPr>
            <a:xfrm>
              <a:off x="15634335" y="1432801"/>
              <a:ext cx="68198" cy="66688"/>
            </a:xfrm>
            <a:prstGeom prst="rect">
              <a:avLst/>
            </a:prstGeom>
            <a:noFill/>
            <a:ln>
              <a:noFill/>
            </a:ln>
          </p:spPr>
        </p:pic>
        <p:pic>
          <p:nvPicPr>
            <p:cNvPr id="86" name="Google Shape;1318;p8"/>
            <p:cNvPicPr preferRelativeResize="0"/>
            <p:nvPr/>
          </p:nvPicPr>
          <p:blipFill rotWithShape="1">
            <a:blip r:embed="rId52">
              <a:alphaModFix/>
            </a:blip>
            <a:srcRect/>
            <a:stretch/>
          </p:blipFill>
          <p:spPr>
            <a:xfrm>
              <a:off x="15829153" y="1205191"/>
              <a:ext cx="88645" cy="72161"/>
            </a:xfrm>
            <a:prstGeom prst="rect">
              <a:avLst/>
            </a:prstGeom>
            <a:noFill/>
            <a:ln>
              <a:noFill/>
            </a:ln>
          </p:spPr>
        </p:pic>
        <p:pic>
          <p:nvPicPr>
            <p:cNvPr id="87" name="Google Shape;1319;p8"/>
            <p:cNvPicPr preferRelativeResize="0"/>
            <p:nvPr/>
          </p:nvPicPr>
          <p:blipFill rotWithShape="1">
            <a:blip r:embed="rId53">
              <a:alphaModFix/>
            </a:blip>
            <a:srcRect/>
            <a:stretch/>
          </p:blipFill>
          <p:spPr>
            <a:xfrm>
              <a:off x="15914242" y="1200353"/>
              <a:ext cx="12192" cy="4254"/>
            </a:xfrm>
            <a:prstGeom prst="rect">
              <a:avLst/>
            </a:prstGeom>
            <a:noFill/>
            <a:ln>
              <a:noFill/>
            </a:ln>
          </p:spPr>
        </p:pic>
        <p:pic>
          <p:nvPicPr>
            <p:cNvPr id="88" name="Google Shape;1320;p8"/>
            <p:cNvPicPr preferRelativeResize="0"/>
            <p:nvPr/>
          </p:nvPicPr>
          <p:blipFill rotWithShape="1">
            <a:blip r:embed="rId22">
              <a:alphaModFix/>
            </a:blip>
            <a:srcRect/>
            <a:stretch/>
          </p:blipFill>
          <p:spPr>
            <a:xfrm>
              <a:off x="15909036" y="1261630"/>
              <a:ext cx="1143" cy="1028"/>
            </a:xfrm>
            <a:prstGeom prst="rect">
              <a:avLst/>
            </a:prstGeom>
            <a:noFill/>
            <a:ln>
              <a:noFill/>
            </a:ln>
          </p:spPr>
        </p:pic>
        <p:pic>
          <p:nvPicPr>
            <p:cNvPr id="89" name="Google Shape;1321;p8"/>
            <p:cNvPicPr preferRelativeResize="0"/>
            <p:nvPr/>
          </p:nvPicPr>
          <p:blipFill rotWithShape="1">
            <a:blip r:embed="rId54">
              <a:alphaModFix/>
            </a:blip>
            <a:srcRect/>
            <a:stretch/>
          </p:blipFill>
          <p:spPr>
            <a:xfrm>
              <a:off x="15619220" y="1424432"/>
              <a:ext cx="68835" cy="86791"/>
            </a:xfrm>
            <a:prstGeom prst="rect">
              <a:avLst/>
            </a:prstGeom>
            <a:noFill/>
            <a:ln>
              <a:noFill/>
            </a:ln>
          </p:spPr>
        </p:pic>
        <p:pic>
          <p:nvPicPr>
            <p:cNvPr id="90" name="Google Shape;1322;p8"/>
            <p:cNvPicPr preferRelativeResize="0"/>
            <p:nvPr/>
          </p:nvPicPr>
          <p:blipFill rotWithShape="1">
            <a:blip r:embed="rId22">
              <a:alphaModFix/>
            </a:blip>
            <a:srcRect/>
            <a:stretch/>
          </p:blipFill>
          <p:spPr>
            <a:xfrm>
              <a:off x="15663290" y="1472539"/>
              <a:ext cx="507" cy="622"/>
            </a:xfrm>
            <a:prstGeom prst="rect">
              <a:avLst/>
            </a:prstGeom>
            <a:noFill/>
            <a:ln>
              <a:noFill/>
            </a:ln>
          </p:spPr>
        </p:pic>
        <p:pic>
          <p:nvPicPr>
            <p:cNvPr id="91" name="Google Shape;1323;p8"/>
            <p:cNvPicPr preferRelativeResize="0"/>
            <p:nvPr/>
          </p:nvPicPr>
          <p:blipFill rotWithShape="1">
            <a:blip r:embed="rId28">
              <a:alphaModFix/>
            </a:blip>
            <a:srcRect/>
            <a:stretch/>
          </p:blipFill>
          <p:spPr>
            <a:xfrm>
              <a:off x="15915893" y="1250937"/>
              <a:ext cx="9015" cy="7848"/>
            </a:xfrm>
            <a:prstGeom prst="rect">
              <a:avLst/>
            </a:prstGeom>
            <a:noFill/>
            <a:ln>
              <a:noFill/>
            </a:ln>
          </p:spPr>
        </p:pic>
        <p:pic>
          <p:nvPicPr>
            <p:cNvPr id="92" name="Google Shape;1324;p8"/>
            <p:cNvPicPr preferRelativeResize="0"/>
            <p:nvPr/>
          </p:nvPicPr>
          <p:blipFill rotWithShape="1">
            <a:blip r:embed="rId22">
              <a:alphaModFix/>
            </a:blip>
            <a:srcRect/>
            <a:stretch/>
          </p:blipFill>
          <p:spPr>
            <a:xfrm>
              <a:off x="15707867" y="1418907"/>
              <a:ext cx="2158" cy="1447"/>
            </a:xfrm>
            <a:prstGeom prst="rect">
              <a:avLst/>
            </a:prstGeom>
            <a:noFill/>
            <a:ln>
              <a:noFill/>
            </a:ln>
          </p:spPr>
        </p:pic>
        <p:pic>
          <p:nvPicPr>
            <p:cNvPr id="93" name="Google Shape;1325;p8"/>
            <p:cNvPicPr preferRelativeResize="0"/>
            <p:nvPr/>
          </p:nvPicPr>
          <p:blipFill rotWithShape="1">
            <a:blip r:embed="rId22">
              <a:alphaModFix/>
            </a:blip>
            <a:srcRect/>
            <a:stretch/>
          </p:blipFill>
          <p:spPr>
            <a:xfrm>
              <a:off x="15725646" y="1400136"/>
              <a:ext cx="1143" cy="1270"/>
            </a:xfrm>
            <a:prstGeom prst="rect">
              <a:avLst/>
            </a:prstGeom>
            <a:noFill/>
            <a:ln>
              <a:noFill/>
            </a:ln>
          </p:spPr>
        </p:pic>
        <p:pic>
          <p:nvPicPr>
            <p:cNvPr id="94" name="Google Shape;1326;p8"/>
            <p:cNvPicPr preferRelativeResize="0"/>
            <p:nvPr/>
          </p:nvPicPr>
          <p:blipFill rotWithShape="1">
            <a:blip r:embed="rId55">
              <a:alphaModFix/>
            </a:blip>
            <a:srcRect/>
            <a:stretch/>
          </p:blipFill>
          <p:spPr>
            <a:xfrm>
              <a:off x="15939135" y="1190776"/>
              <a:ext cx="30605" cy="35116"/>
            </a:xfrm>
            <a:prstGeom prst="rect">
              <a:avLst/>
            </a:prstGeom>
            <a:noFill/>
            <a:ln>
              <a:noFill/>
            </a:ln>
          </p:spPr>
        </p:pic>
        <p:pic>
          <p:nvPicPr>
            <p:cNvPr id="95" name="Google Shape;1327;p8"/>
            <p:cNvPicPr preferRelativeResize="0"/>
            <p:nvPr/>
          </p:nvPicPr>
          <p:blipFill rotWithShape="1">
            <a:blip r:embed="rId22">
              <a:alphaModFix/>
            </a:blip>
            <a:srcRect/>
            <a:stretch/>
          </p:blipFill>
          <p:spPr>
            <a:xfrm>
              <a:off x="15655289" y="1498752"/>
              <a:ext cx="5080" cy="8280"/>
            </a:xfrm>
            <a:prstGeom prst="rect">
              <a:avLst/>
            </a:prstGeom>
            <a:noFill/>
            <a:ln>
              <a:noFill/>
            </a:ln>
          </p:spPr>
        </p:pic>
        <p:pic>
          <p:nvPicPr>
            <p:cNvPr id="96" name="Google Shape;1328;p8"/>
            <p:cNvPicPr preferRelativeResize="0"/>
            <p:nvPr/>
          </p:nvPicPr>
          <p:blipFill rotWithShape="1">
            <a:blip r:embed="rId28">
              <a:alphaModFix/>
            </a:blip>
            <a:srcRect/>
            <a:stretch/>
          </p:blipFill>
          <p:spPr>
            <a:xfrm>
              <a:off x="15684769" y="1425714"/>
              <a:ext cx="5954" cy="2634"/>
            </a:xfrm>
            <a:prstGeom prst="rect">
              <a:avLst/>
            </a:prstGeom>
            <a:noFill/>
            <a:ln>
              <a:noFill/>
            </a:ln>
          </p:spPr>
        </p:pic>
        <p:pic>
          <p:nvPicPr>
            <p:cNvPr id="97" name="Google Shape;1329;p8"/>
            <p:cNvPicPr preferRelativeResize="0"/>
            <p:nvPr/>
          </p:nvPicPr>
          <p:blipFill rotWithShape="1">
            <a:blip r:embed="rId56">
              <a:alphaModFix/>
            </a:blip>
            <a:srcRect/>
            <a:stretch/>
          </p:blipFill>
          <p:spPr>
            <a:xfrm>
              <a:off x="15656433" y="1444090"/>
              <a:ext cx="39496" cy="47867"/>
            </a:xfrm>
            <a:prstGeom prst="rect">
              <a:avLst/>
            </a:prstGeom>
            <a:noFill/>
            <a:ln>
              <a:noFill/>
            </a:ln>
          </p:spPr>
        </p:pic>
        <p:pic>
          <p:nvPicPr>
            <p:cNvPr id="98" name="Google Shape;1330;p8"/>
            <p:cNvPicPr preferRelativeResize="0"/>
            <p:nvPr/>
          </p:nvPicPr>
          <p:blipFill rotWithShape="1">
            <a:blip r:embed="rId57">
              <a:alphaModFix/>
            </a:blip>
            <a:srcRect/>
            <a:stretch/>
          </p:blipFill>
          <p:spPr>
            <a:xfrm>
              <a:off x="15668877" y="1477454"/>
              <a:ext cx="17778" cy="6591"/>
            </a:xfrm>
            <a:prstGeom prst="rect">
              <a:avLst/>
            </a:prstGeom>
            <a:noFill/>
            <a:ln>
              <a:noFill/>
            </a:ln>
          </p:spPr>
        </p:pic>
        <p:pic>
          <p:nvPicPr>
            <p:cNvPr id="99" name="Google Shape;1331;p8"/>
            <p:cNvPicPr preferRelativeResize="0"/>
            <p:nvPr/>
          </p:nvPicPr>
          <p:blipFill rotWithShape="1">
            <a:blip r:embed="rId28">
              <a:alphaModFix/>
            </a:blip>
            <a:srcRect/>
            <a:stretch/>
          </p:blipFill>
          <p:spPr>
            <a:xfrm>
              <a:off x="15680053" y="1459573"/>
              <a:ext cx="8765" cy="4280"/>
            </a:xfrm>
            <a:prstGeom prst="rect">
              <a:avLst/>
            </a:prstGeom>
            <a:noFill/>
            <a:ln>
              <a:noFill/>
            </a:ln>
          </p:spPr>
        </p:pic>
        <p:pic>
          <p:nvPicPr>
            <p:cNvPr id="100" name="Google Shape;1332;p8"/>
            <p:cNvPicPr preferRelativeResize="0"/>
            <p:nvPr/>
          </p:nvPicPr>
          <p:blipFill rotWithShape="1">
            <a:blip r:embed="rId31">
              <a:alphaModFix/>
            </a:blip>
            <a:srcRect/>
            <a:stretch/>
          </p:blipFill>
          <p:spPr>
            <a:xfrm>
              <a:off x="15669387" y="1490953"/>
              <a:ext cx="381" cy="520"/>
            </a:xfrm>
            <a:prstGeom prst="rect">
              <a:avLst/>
            </a:prstGeom>
            <a:noFill/>
            <a:ln>
              <a:noFill/>
            </a:ln>
          </p:spPr>
        </p:pic>
        <p:pic>
          <p:nvPicPr>
            <p:cNvPr id="101" name="Google Shape;1333;p8"/>
            <p:cNvPicPr preferRelativeResize="0"/>
            <p:nvPr/>
          </p:nvPicPr>
          <p:blipFill rotWithShape="1">
            <a:blip r:embed="rId28">
              <a:alphaModFix/>
            </a:blip>
            <a:srcRect/>
            <a:stretch/>
          </p:blipFill>
          <p:spPr>
            <a:xfrm>
              <a:off x="15651605" y="1493126"/>
              <a:ext cx="5842" cy="4965"/>
            </a:xfrm>
            <a:prstGeom prst="rect">
              <a:avLst/>
            </a:prstGeom>
            <a:noFill/>
            <a:ln>
              <a:noFill/>
            </a:ln>
          </p:spPr>
        </p:pic>
        <p:pic>
          <p:nvPicPr>
            <p:cNvPr id="102" name="Google Shape;1334;p8"/>
            <p:cNvPicPr preferRelativeResize="0"/>
            <p:nvPr/>
          </p:nvPicPr>
          <p:blipFill rotWithShape="1">
            <a:blip r:embed="rId28">
              <a:alphaModFix/>
            </a:blip>
            <a:srcRect/>
            <a:stretch/>
          </p:blipFill>
          <p:spPr>
            <a:xfrm>
              <a:off x="15631794" y="1498498"/>
              <a:ext cx="6730" cy="3238"/>
            </a:xfrm>
            <a:prstGeom prst="rect">
              <a:avLst/>
            </a:prstGeom>
            <a:noFill/>
            <a:ln>
              <a:noFill/>
            </a:ln>
          </p:spPr>
        </p:pic>
        <p:pic>
          <p:nvPicPr>
            <p:cNvPr id="103" name="Google Shape;1335;p8"/>
            <p:cNvPicPr preferRelativeResize="0"/>
            <p:nvPr/>
          </p:nvPicPr>
          <p:blipFill rotWithShape="1">
            <a:blip r:embed="rId22">
              <a:alphaModFix/>
            </a:blip>
            <a:srcRect/>
            <a:stretch/>
          </p:blipFill>
          <p:spPr>
            <a:xfrm>
              <a:off x="15664186" y="1472108"/>
              <a:ext cx="1771" cy="2095"/>
            </a:xfrm>
            <a:prstGeom prst="rect">
              <a:avLst/>
            </a:prstGeom>
            <a:noFill/>
            <a:ln>
              <a:noFill/>
            </a:ln>
          </p:spPr>
        </p:pic>
        <p:pic>
          <p:nvPicPr>
            <p:cNvPr id="104" name="Google Shape;1336;p8"/>
            <p:cNvPicPr preferRelativeResize="0"/>
            <p:nvPr/>
          </p:nvPicPr>
          <p:blipFill rotWithShape="1">
            <a:blip r:embed="rId36">
              <a:alphaModFix/>
            </a:blip>
            <a:srcRect/>
            <a:stretch/>
          </p:blipFill>
          <p:spPr>
            <a:xfrm>
              <a:off x="15706090" y="1456893"/>
              <a:ext cx="506" cy="1969"/>
            </a:xfrm>
            <a:prstGeom prst="rect">
              <a:avLst/>
            </a:prstGeom>
            <a:noFill/>
            <a:ln>
              <a:noFill/>
            </a:ln>
          </p:spPr>
        </p:pic>
        <p:pic>
          <p:nvPicPr>
            <p:cNvPr id="105" name="Google Shape;1337;p8"/>
            <p:cNvPicPr preferRelativeResize="0"/>
            <p:nvPr/>
          </p:nvPicPr>
          <p:blipFill rotWithShape="1">
            <a:blip r:embed="rId32">
              <a:alphaModFix/>
            </a:blip>
            <a:srcRect/>
            <a:stretch/>
          </p:blipFill>
          <p:spPr>
            <a:xfrm>
              <a:off x="15656941" y="1470773"/>
              <a:ext cx="17016" cy="21108"/>
            </a:xfrm>
            <a:prstGeom prst="rect">
              <a:avLst/>
            </a:prstGeom>
            <a:noFill/>
            <a:ln>
              <a:noFill/>
            </a:ln>
          </p:spPr>
        </p:pic>
        <p:pic>
          <p:nvPicPr>
            <p:cNvPr id="106" name="Google Shape;1338;p8"/>
            <p:cNvPicPr preferRelativeResize="0"/>
            <p:nvPr/>
          </p:nvPicPr>
          <p:blipFill rotWithShape="1">
            <a:blip r:embed="rId22">
              <a:alphaModFix/>
            </a:blip>
            <a:srcRect/>
            <a:stretch/>
          </p:blipFill>
          <p:spPr>
            <a:xfrm>
              <a:off x="15715488" y="1411998"/>
              <a:ext cx="381" cy="431"/>
            </a:xfrm>
            <a:prstGeom prst="rect">
              <a:avLst/>
            </a:prstGeom>
            <a:noFill/>
            <a:ln>
              <a:noFill/>
            </a:ln>
          </p:spPr>
        </p:pic>
        <p:pic>
          <p:nvPicPr>
            <p:cNvPr id="107" name="Google Shape;1339;p8"/>
            <p:cNvPicPr preferRelativeResize="0"/>
            <p:nvPr/>
          </p:nvPicPr>
          <p:blipFill rotWithShape="1">
            <a:blip r:embed="rId22">
              <a:alphaModFix/>
            </a:blip>
            <a:srcRect/>
            <a:stretch/>
          </p:blipFill>
          <p:spPr>
            <a:xfrm>
              <a:off x="15712058" y="1431912"/>
              <a:ext cx="2412" cy="2946"/>
            </a:xfrm>
            <a:prstGeom prst="rect">
              <a:avLst/>
            </a:prstGeom>
            <a:noFill/>
            <a:ln>
              <a:noFill/>
            </a:ln>
          </p:spPr>
        </p:pic>
        <p:pic>
          <p:nvPicPr>
            <p:cNvPr id="108" name="Google Shape;1340;p8"/>
            <p:cNvPicPr preferRelativeResize="0"/>
            <p:nvPr/>
          </p:nvPicPr>
          <p:blipFill rotWithShape="1">
            <a:blip r:embed="rId22">
              <a:alphaModFix/>
            </a:blip>
            <a:srcRect/>
            <a:stretch/>
          </p:blipFill>
          <p:spPr>
            <a:xfrm>
              <a:off x="15675229" y="1439290"/>
              <a:ext cx="4826" cy="4927"/>
            </a:xfrm>
            <a:prstGeom prst="rect">
              <a:avLst/>
            </a:prstGeom>
            <a:noFill/>
            <a:ln>
              <a:noFill/>
            </a:ln>
          </p:spPr>
        </p:pic>
        <p:pic>
          <p:nvPicPr>
            <p:cNvPr id="109" name="Google Shape;1341;p8"/>
            <p:cNvPicPr preferRelativeResize="0"/>
            <p:nvPr/>
          </p:nvPicPr>
          <p:blipFill rotWithShape="1">
            <a:blip r:embed="rId32">
              <a:alphaModFix/>
            </a:blip>
            <a:srcRect/>
            <a:stretch/>
          </p:blipFill>
          <p:spPr>
            <a:xfrm>
              <a:off x="15721076" y="1371777"/>
              <a:ext cx="13462" cy="20748"/>
            </a:xfrm>
            <a:prstGeom prst="rect">
              <a:avLst/>
            </a:prstGeom>
            <a:noFill/>
            <a:ln>
              <a:noFill/>
            </a:ln>
          </p:spPr>
        </p:pic>
        <p:pic>
          <p:nvPicPr>
            <p:cNvPr id="110" name="Google Shape;1342;p8"/>
            <p:cNvPicPr preferRelativeResize="0"/>
            <p:nvPr/>
          </p:nvPicPr>
          <p:blipFill rotWithShape="1">
            <a:blip r:embed="rId31">
              <a:alphaModFix/>
            </a:blip>
            <a:srcRect/>
            <a:stretch/>
          </p:blipFill>
          <p:spPr>
            <a:xfrm>
              <a:off x="15649829" y="1507413"/>
              <a:ext cx="380" cy="431"/>
            </a:xfrm>
            <a:prstGeom prst="rect">
              <a:avLst/>
            </a:prstGeom>
            <a:noFill/>
            <a:ln>
              <a:noFill/>
            </a:ln>
          </p:spPr>
        </p:pic>
        <p:pic>
          <p:nvPicPr>
            <p:cNvPr id="111" name="Google Shape;1343;p8"/>
            <p:cNvPicPr preferRelativeResize="0"/>
            <p:nvPr/>
          </p:nvPicPr>
          <p:blipFill rotWithShape="1">
            <a:blip r:embed="rId58">
              <a:alphaModFix/>
            </a:blip>
            <a:srcRect/>
            <a:stretch/>
          </p:blipFill>
          <p:spPr>
            <a:xfrm>
              <a:off x="15643097" y="1430008"/>
              <a:ext cx="72643" cy="68173"/>
            </a:xfrm>
            <a:prstGeom prst="rect">
              <a:avLst/>
            </a:prstGeom>
            <a:noFill/>
            <a:ln>
              <a:noFill/>
            </a:ln>
          </p:spPr>
        </p:pic>
        <p:pic>
          <p:nvPicPr>
            <p:cNvPr id="112" name="Google Shape;1344;p8"/>
            <p:cNvPicPr preferRelativeResize="0"/>
            <p:nvPr/>
          </p:nvPicPr>
          <p:blipFill rotWithShape="1">
            <a:blip r:embed="rId59">
              <a:alphaModFix/>
            </a:blip>
            <a:srcRect/>
            <a:stretch/>
          </p:blipFill>
          <p:spPr>
            <a:xfrm>
              <a:off x="15646147" y="1421586"/>
              <a:ext cx="64895" cy="73330"/>
            </a:xfrm>
            <a:prstGeom prst="rect">
              <a:avLst/>
            </a:prstGeom>
            <a:noFill/>
            <a:ln>
              <a:noFill/>
            </a:ln>
          </p:spPr>
        </p:pic>
        <p:pic>
          <p:nvPicPr>
            <p:cNvPr id="113" name="Google Shape;1345;p8"/>
            <p:cNvPicPr preferRelativeResize="0"/>
            <p:nvPr/>
          </p:nvPicPr>
          <p:blipFill rotWithShape="1">
            <a:blip r:embed="rId22">
              <a:alphaModFix/>
            </a:blip>
            <a:srcRect/>
            <a:stretch/>
          </p:blipFill>
          <p:spPr>
            <a:xfrm>
              <a:off x="15847440" y="1259954"/>
              <a:ext cx="507" cy="431"/>
            </a:xfrm>
            <a:prstGeom prst="rect">
              <a:avLst/>
            </a:prstGeom>
            <a:noFill/>
            <a:ln>
              <a:noFill/>
            </a:ln>
          </p:spPr>
        </p:pic>
        <p:pic>
          <p:nvPicPr>
            <p:cNvPr id="114" name="Google Shape;1346;p8"/>
            <p:cNvPicPr preferRelativeResize="0"/>
            <p:nvPr/>
          </p:nvPicPr>
          <p:blipFill rotWithShape="1">
            <a:blip r:embed="rId60">
              <a:alphaModFix/>
            </a:blip>
            <a:srcRect/>
            <a:stretch/>
          </p:blipFill>
          <p:spPr>
            <a:xfrm>
              <a:off x="15862679" y="1222285"/>
              <a:ext cx="26417" cy="27127"/>
            </a:xfrm>
            <a:prstGeom prst="rect">
              <a:avLst/>
            </a:prstGeom>
            <a:noFill/>
            <a:ln>
              <a:noFill/>
            </a:ln>
          </p:spPr>
        </p:pic>
        <p:pic>
          <p:nvPicPr>
            <p:cNvPr id="115" name="Google Shape;1347;p8"/>
            <p:cNvPicPr preferRelativeResize="0"/>
            <p:nvPr/>
          </p:nvPicPr>
          <p:blipFill rotWithShape="1">
            <a:blip r:embed="rId40">
              <a:alphaModFix/>
            </a:blip>
            <a:srcRect/>
            <a:stretch/>
          </p:blipFill>
          <p:spPr>
            <a:xfrm>
              <a:off x="15671037" y="1452867"/>
              <a:ext cx="13716" cy="10439"/>
            </a:xfrm>
            <a:prstGeom prst="rect">
              <a:avLst/>
            </a:prstGeom>
            <a:noFill/>
            <a:ln>
              <a:noFill/>
            </a:ln>
          </p:spPr>
        </p:pic>
        <p:pic>
          <p:nvPicPr>
            <p:cNvPr id="116" name="Google Shape;1348;p8"/>
            <p:cNvPicPr preferRelativeResize="0"/>
            <p:nvPr/>
          </p:nvPicPr>
          <p:blipFill rotWithShape="1">
            <a:blip r:embed="rId22">
              <a:alphaModFix/>
            </a:blip>
            <a:srcRect/>
            <a:stretch/>
          </p:blipFill>
          <p:spPr>
            <a:xfrm>
              <a:off x="15720694" y="1412227"/>
              <a:ext cx="380" cy="406"/>
            </a:xfrm>
            <a:prstGeom prst="rect">
              <a:avLst/>
            </a:prstGeom>
            <a:noFill/>
            <a:ln>
              <a:noFill/>
            </a:ln>
          </p:spPr>
        </p:pic>
        <p:pic>
          <p:nvPicPr>
            <p:cNvPr id="117" name="Google Shape;1349;p8"/>
            <p:cNvPicPr preferRelativeResize="0"/>
            <p:nvPr/>
          </p:nvPicPr>
          <p:blipFill rotWithShape="1">
            <a:blip r:embed="rId40">
              <a:alphaModFix/>
            </a:blip>
            <a:srcRect/>
            <a:stretch/>
          </p:blipFill>
          <p:spPr>
            <a:xfrm>
              <a:off x="15703041" y="1453451"/>
              <a:ext cx="6813" cy="8280"/>
            </a:xfrm>
            <a:prstGeom prst="rect">
              <a:avLst/>
            </a:prstGeom>
            <a:noFill/>
            <a:ln>
              <a:noFill/>
            </a:ln>
          </p:spPr>
        </p:pic>
        <p:pic>
          <p:nvPicPr>
            <p:cNvPr id="118" name="Google Shape;1350;p8"/>
            <p:cNvPicPr preferRelativeResize="0"/>
            <p:nvPr/>
          </p:nvPicPr>
          <p:blipFill rotWithShape="1">
            <a:blip r:embed="rId22">
              <a:alphaModFix/>
            </a:blip>
            <a:srcRect/>
            <a:stretch/>
          </p:blipFill>
          <p:spPr>
            <a:xfrm>
              <a:off x="15743428" y="1388706"/>
              <a:ext cx="1779" cy="1498"/>
            </a:xfrm>
            <a:prstGeom prst="rect">
              <a:avLst/>
            </a:prstGeom>
            <a:noFill/>
            <a:ln>
              <a:noFill/>
            </a:ln>
          </p:spPr>
        </p:pic>
        <p:pic>
          <p:nvPicPr>
            <p:cNvPr id="119" name="Google Shape;1351;p8"/>
            <p:cNvPicPr preferRelativeResize="0"/>
            <p:nvPr/>
          </p:nvPicPr>
          <p:blipFill rotWithShape="1">
            <a:blip r:embed="rId22">
              <a:alphaModFix/>
            </a:blip>
            <a:srcRect/>
            <a:stretch/>
          </p:blipFill>
          <p:spPr>
            <a:xfrm>
              <a:off x="15921353" y="1232230"/>
              <a:ext cx="253" cy="241"/>
            </a:xfrm>
            <a:prstGeom prst="rect">
              <a:avLst/>
            </a:prstGeom>
            <a:noFill/>
            <a:ln>
              <a:noFill/>
            </a:ln>
          </p:spPr>
        </p:pic>
      </p:gr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pic>
        <p:nvPicPr>
          <p:cNvPr id="693" name="Google Shape;693;p44"/>
          <p:cNvPicPr preferRelativeResize="0"/>
          <p:nvPr/>
        </p:nvPicPr>
        <p:blipFill rotWithShape="1">
          <a:blip r:embed="rId3">
            <a:alphaModFix/>
          </a:blip>
          <a:srcRect/>
          <a:stretch/>
        </p:blipFill>
        <p:spPr>
          <a:xfrm>
            <a:off x="946626" y="855773"/>
            <a:ext cx="10298742" cy="5790215"/>
          </a:xfrm>
          <a:prstGeom prst="rect">
            <a:avLst/>
          </a:prstGeom>
          <a:noFill/>
          <a:ln>
            <a:noFill/>
          </a:ln>
          <a:effectLst>
            <a:outerShdw blurRad="101600" dist="50800" sx="101000" sy="101000" algn="ctr" rotWithShape="0">
              <a:srgbClr val="7F7F7F">
                <a:alpha val="20000"/>
              </a:srgbClr>
            </a:outerShdw>
          </a:effectLst>
        </p:spPr>
      </p:pic>
      <p:sp>
        <p:nvSpPr>
          <p:cNvPr id="694" name="Google Shape;694;p44"/>
          <p:cNvSpPr/>
          <p:nvPr/>
        </p:nvSpPr>
        <p:spPr>
          <a:xfrm>
            <a:off x="6562165" y="4496696"/>
            <a:ext cx="748118" cy="425448"/>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95" name="Google Shape;695;p44">
            <a:hlinkClick r:id="rId4"/>
          </p:cNvPr>
          <p:cNvPicPr preferRelativeResize="0"/>
          <p:nvPr/>
        </p:nvPicPr>
        <p:blipFill rotWithShape="1">
          <a:blip r:embed="rId5">
            <a:alphaModFix/>
          </a:blip>
          <a:srcRect/>
          <a:stretch/>
        </p:blipFill>
        <p:spPr>
          <a:xfrm>
            <a:off x="6783441" y="4658723"/>
            <a:ext cx="526842" cy="526842"/>
          </a:xfrm>
          <a:prstGeom prst="rect">
            <a:avLst/>
          </a:prstGeom>
          <a:noFill/>
          <a:ln>
            <a:noFill/>
          </a:ln>
        </p:spPr>
      </p:pic>
      <p:grpSp>
        <p:nvGrpSpPr>
          <p:cNvPr id="5" name="Google Shape;1238;p8"/>
          <p:cNvGrpSpPr/>
          <p:nvPr/>
        </p:nvGrpSpPr>
        <p:grpSpPr>
          <a:xfrm>
            <a:off x="126679" y="152310"/>
            <a:ext cx="1414810" cy="548223"/>
            <a:chOff x="14201902" y="621652"/>
            <a:chExt cx="2318892" cy="951953"/>
          </a:xfrm>
        </p:grpSpPr>
        <p:pic>
          <p:nvPicPr>
            <p:cNvPr id="6" name="Google Shape;1240;p8"/>
            <p:cNvPicPr preferRelativeResize="0"/>
            <p:nvPr/>
          </p:nvPicPr>
          <p:blipFill rotWithShape="1">
            <a:blip r:embed="rId6">
              <a:alphaModFix/>
            </a:blip>
            <a:srcRect/>
            <a:stretch/>
          </p:blipFill>
          <p:spPr>
            <a:xfrm>
              <a:off x="14496301" y="621652"/>
              <a:ext cx="381832" cy="226865"/>
            </a:xfrm>
            <a:prstGeom prst="rect">
              <a:avLst/>
            </a:prstGeom>
            <a:noFill/>
            <a:ln>
              <a:noFill/>
            </a:ln>
          </p:spPr>
        </p:pic>
        <p:sp>
          <p:nvSpPr>
            <p:cNvPr id="7" name="Google Shape;1241;p8"/>
            <p:cNvSpPr/>
            <p:nvPr/>
          </p:nvSpPr>
          <p:spPr>
            <a:xfrm>
              <a:off x="14410042" y="884923"/>
              <a:ext cx="289560" cy="247650"/>
            </a:xfrm>
            <a:custGeom>
              <a:avLst/>
              <a:gdLst/>
              <a:ahLst/>
              <a:cxnLst/>
              <a:rect l="l" t="t" r="r" b="b"/>
              <a:pathLst>
                <a:path w="289559" h="247650" extrusionOk="0">
                  <a:moveTo>
                    <a:pt x="255943" y="0"/>
                  </a:moveTo>
                  <a:lnTo>
                    <a:pt x="240766" y="0"/>
                  </a:lnTo>
                  <a:lnTo>
                    <a:pt x="236550" y="2806"/>
                  </a:lnTo>
                  <a:lnTo>
                    <a:pt x="144741" y="191325"/>
                  </a:lnTo>
                  <a:lnTo>
                    <a:pt x="52603" y="2806"/>
                  </a:lnTo>
                  <a:lnTo>
                    <a:pt x="48374" y="0"/>
                  </a:lnTo>
                  <a:lnTo>
                    <a:pt x="33197" y="0"/>
                  </a:lnTo>
                  <a:lnTo>
                    <a:pt x="28257" y="5981"/>
                  </a:lnTo>
                  <a:lnTo>
                    <a:pt x="0" y="240411"/>
                  </a:lnTo>
                  <a:lnTo>
                    <a:pt x="4216" y="246062"/>
                  </a:lnTo>
                  <a:lnTo>
                    <a:pt x="17297" y="247472"/>
                  </a:lnTo>
                  <a:lnTo>
                    <a:pt x="22580" y="242887"/>
                  </a:lnTo>
                  <a:lnTo>
                    <a:pt x="46964" y="43421"/>
                  </a:lnTo>
                  <a:lnTo>
                    <a:pt x="129209" y="210045"/>
                  </a:lnTo>
                  <a:lnTo>
                    <a:pt x="131673" y="215353"/>
                  </a:lnTo>
                  <a:lnTo>
                    <a:pt x="136283" y="222402"/>
                  </a:lnTo>
                  <a:lnTo>
                    <a:pt x="153212" y="222402"/>
                  </a:lnTo>
                  <a:lnTo>
                    <a:pt x="157810" y="215353"/>
                  </a:lnTo>
                  <a:lnTo>
                    <a:pt x="242176" y="43421"/>
                  </a:lnTo>
                  <a:lnTo>
                    <a:pt x="266522" y="242887"/>
                  </a:lnTo>
                  <a:lnTo>
                    <a:pt x="271843" y="247472"/>
                  </a:lnTo>
                  <a:lnTo>
                    <a:pt x="284899" y="246062"/>
                  </a:lnTo>
                  <a:lnTo>
                    <a:pt x="289128" y="240411"/>
                  </a:lnTo>
                  <a:lnTo>
                    <a:pt x="288429" y="233705"/>
                  </a:lnTo>
                  <a:lnTo>
                    <a:pt x="260896" y="5981"/>
                  </a:lnTo>
                  <a:lnTo>
                    <a:pt x="255943"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8" name="Google Shape;1242;p8"/>
            <p:cNvPicPr preferRelativeResize="0"/>
            <p:nvPr/>
          </p:nvPicPr>
          <p:blipFill rotWithShape="1">
            <a:blip r:embed="rId7">
              <a:alphaModFix/>
            </a:blip>
            <a:srcRect/>
            <a:stretch/>
          </p:blipFill>
          <p:spPr>
            <a:xfrm>
              <a:off x="14755824" y="884923"/>
              <a:ext cx="172262" cy="248538"/>
            </a:xfrm>
            <a:prstGeom prst="rect">
              <a:avLst/>
            </a:prstGeom>
            <a:noFill/>
            <a:ln>
              <a:noFill/>
            </a:ln>
          </p:spPr>
        </p:pic>
        <p:pic>
          <p:nvPicPr>
            <p:cNvPr id="9" name="Google Shape;1243;p8"/>
            <p:cNvPicPr preferRelativeResize="0"/>
            <p:nvPr/>
          </p:nvPicPr>
          <p:blipFill rotWithShape="1">
            <a:blip r:embed="rId8">
              <a:alphaModFix/>
            </a:blip>
            <a:srcRect/>
            <a:stretch/>
          </p:blipFill>
          <p:spPr>
            <a:xfrm>
              <a:off x="14995360" y="884910"/>
              <a:ext cx="296633" cy="246773"/>
            </a:xfrm>
            <a:prstGeom prst="rect">
              <a:avLst/>
            </a:prstGeom>
            <a:noFill/>
            <a:ln>
              <a:noFill/>
            </a:ln>
          </p:spPr>
        </p:pic>
        <p:sp>
          <p:nvSpPr>
            <p:cNvPr id="10" name="Google Shape;1244;p8"/>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1" name="Google Shape;1245;p8"/>
            <p:cNvPicPr preferRelativeResize="0"/>
            <p:nvPr/>
          </p:nvPicPr>
          <p:blipFill rotWithShape="1">
            <a:blip r:embed="rId9">
              <a:alphaModFix/>
            </a:blip>
            <a:srcRect/>
            <a:stretch/>
          </p:blipFill>
          <p:spPr>
            <a:xfrm>
              <a:off x="15426016" y="886663"/>
              <a:ext cx="163791" cy="245021"/>
            </a:xfrm>
            <a:prstGeom prst="rect">
              <a:avLst/>
            </a:prstGeom>
            <a:noFill/>
            <a:ln>
              <a:noFill/>
            </a:ln>
          </p:spPr>
        </p:pic>
        <p:pic>
          <p:nvPicPr>
            <p:cNvPr id="12" name="Google Shape;1246;p8"/>
            <p:cNvPicPr preferRelativeResize="0"/>
            <p:nvPr/>
          </p:nvPicPr>
          <p:blipFill rotWithShape="1">
            <a:blip r:embed="rId10">
              <a:alphaModFix/>
            </a:blip>
            <a:srcRect/>
            <a:stretch/>
          </p:blipFill>
          <p:spPr>
            <a:xfrm>
              <a:off x="15638234" y="884910"/>
              <a:ext cx="128130" cy="245008"/>
            </a:xfrm>
            <a:prstGeom prst="rect">
              <a:avLst/>
            </a:prstGeom>
            <a:noFill/>
            <a:ln>
              <a:noFill/>
            </a:ln>
          </p:spPr>
        </p:pic>
        <p:sp>
          <p:nvSpPr>
            <p:cNvPr id="13" name="Google Shape;1247;p8"/>
            <p:cNvSpPr/>
            <p:nvPr/>
          </p:nvSpPr>
          <p:spPr>
            <a:xfrm>
              <a:off x="15807512" y="884923"/>
              <a:ext cx="23495" cy="247015"/>
            </a:xfrm>
            <a:custGeom>
              <a:avLst/>
              <a:gdLst/>
              <a:ahLst/>
              <a:cxnLst/>
              <a:rect l="l" t="t" r="r" b="b"/>
              <a:pathLst>
                <a:path w="23494" h="247015" extrusionOk="0">
                  <a:moveTo>
                    <a:pt x="18338" y="0"/>
                  </a:moveTo>
                  <a:lnTo>
                    <a:pt x="4927" y="0"/>
                  </a:lnTo>
                  <a:lnTo>
                    <a:pt x="0" y="5283"/>
                  </a:lnTo>
                  <a:lnTo>
                    <a:pt x="0" y="241452"/>
                  </a:lnTo>
                  <a:lnTo>
                    <a:pt x="4927"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4" name="Google Shape;1248;p8"/>
            <p:cNvPicPr preferRelativeResize="0"/>
            <p:nvPr/>
          </p:nvPicPr>
          <p:blipFill rotWithShape="1">
            <a:blip r:embed="rId11">
              <a:alphaModFix/>
            </a:blip>
            <a:srcRect/>
            <a:stretch/>
          </p:blipFill>
          <p:spPr>
            <a:xfrm>
              <a:off x="15884842" y="883856"/>
              <a:ext cx="424116" cy="249605"/>
            </a:xfrm>
            <a:prstGeom prst="rect">
              <a:avLst/>
            </a:prstGeom>
            <a:noFill/>
            <a:ln>
              <a:noFill/>
            </a:ln>
          </p:spPr>
        </p:pic>
        <p:sp>
          <p:nvSpPr>
            <p:cNvPr id="15" name="Google Shape;1249;p8"/>
            <p:cNvSpPr/>
            <p:nvPr/>
          </p:nvSpPr>
          <p:spPr>
            <a:xfrm>
              <a:off x="1506874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66" y="40652"/>
                  </a:lnTo>
                  <a:lnTo>
                    <a:pt x="26466" y="125488"/>
                  </a:lnTo>
                  <a:lnTo>
                    <a:pt x="26114" y="133764"/>
                  </a:lnTo>
                  <a:lnTo>
                    <a:pt x="23985" y="141384"/>
                  </a:lnTo>
                  <a:lnTo>
                    <a:pt x="18896" y="146968"/>
                  </a:lnTo>
                  <a:lnTo>
                    <a:pt x="9664" y="149136"/>
                  </a:lnTo>
                  <a:lnTo>
                    <a:pt x="2628" y="149136"/>
                  </a:lnTo>
                  <a:lnTo>
                    <a:pt x="0" y="151599"/>
                  </a:lnTo>
                  <a:lnTo>
                    <a:pt x="0" y="157911"/>
                  </a:lnTo>
                  <a:lnTo>
                    <a:pt x="2628" y="160350"/>
                  </a:lnTo>
                  <a:lnTo>
                    <a:pt x="9664" y="160350"/>
                  </a:lnTo>
                  <a:lnTo>
                    <a:pt x="23186" y="157662"/>
                  </a:lnTo>
                  <a:lnTo>
                    <a:pt x="31934" y="150277"/>
                  </a:lnTo>
                  <a:lnTo>
                    <a:pt x="36643"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6" name="Google Shape;1250;p8"/>
            <p:cNvPicPr preferRelativeResize="0"/>
            <p:nvPr/>
          </p:nvPicPr>
          <p:blipFill rotWithShape="1">
            <a:blip r:embed="rId12">
              <a:alphaModFix/>
            </a:blip>
            <a:srcRect/>
            <a:stretch/>
          </p:blipFill>
          <p:spPr>
            <a:xfrm>
              <a:off x="15129420" y="1280883"/>
              <a:ext cx="267157" cy="122516"/>
            </a:xfrm>
            <a:prstGeom prst="rect">
              <a:avLst/>
            </a:prstGeom>
            <a:noFill/>
            <a:ln>
              <a:noFill/>
            </a:ln>
          </p:spPr>
        </p:pic>
        <p:pic>
          <p:nvPicPr>
            <p:cNvPr id="17" name="Google Shape;1251;p8"/>
            <p:cNvPicPr preferRelativeResize="0"/>
            <p:nvPr/>
          </p:nvPicPr>
          <p:blipFill rotWithShape="1">
            <a:blip r:embed="rId13">
              <a:alphaModFix/>
            </a:blip>
            <a:srcRect/>
            <a:stretch/>
          </p:blipFill>
          <p:spPr>
            <a:xfrm>
              <a:off x="15417545" y="1318018"/>
              <a:ext cx="70269" cy="84480"/>
            </a:xfrm>
            <a:prstGeom prst="rect">
              <a:avLst/>
            </a:prstGeom>
            <a:noFill/>
            <a:ln>
              <a:noFill/>
            </a:ln>
          </p:spPr>
        </p:pic>
        <p:pic>
          <p:nvPicPr>
            <p:cNvPr id="18" name="Google Shape;1252;p8"/>
            <p:cNvPicPr preferRelativeResize="0"/>
            <p:nvPr/>
          </p:nvPicPr>
          <p:blipFill rotWithShape="1">
            <a:blip r:embed="rId14">
              <a:alphaModFix/>
            </a:blip>
            <a:srcRect/>
            <a:stretch/>
          </p:blipFill>
          <p:spPr>
            <a:xfrm>
              <a:off x="15509772" y="1318018"/>
              <a:ext cx="154457" cy="85382"/>
            </a:xfrm>
            <a:prstGeom prst="rect">
              <a:avLst/>
            </a:prstGeom>
            <a:noFill/>
            <a:ln>
              <a:noFill/>
            </a:ln>
          </p:spPr>
        </p:pic>
        <p:sp>
          <p:nvSpPr>
            <p:cNvPr id="19" name="Google Shape;1253;p8"/>
            <p:cNvSpPr/>
            <p:nvPr/>
          </p:nvSpPr>
          <p:spPr>
            <a:xfrm>
              <a:off x="1591545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43" y="38023"/>
                  </a:lnTo>
                  <a:lnTo>
                    <a:pt x="26479" y="40652"/>
                  </a:lnTo>
                  <a:lnTo>
                    <a:pt x="26479" y="125488"/>
                  </a:lnTo>
                  <a:lnTo>
                    <a:pt x="26119" y="133764"/>
                  </a:lnTo>
                  <a:lnTo>
                    <a:pt x="23983" y="141384"/>
                  </a:lnTo>
                  <a:lnTo>
                    <a:pt x="18885" y="146968"/>
                  </a:lnTo>
                  <a:lnTo>
                    <a:pt x="9639" y="149136"/>
                  </a:lnTo>
                  <a:lnTo>
                    <a:pt x="2628" y="149136"/>
                  </a:lnTo>
                  <a:lnTo>
                    <a:pt x="0" y="151599"/>
                  </a:lnTo>
                  <a:lnTo>
                    <a:pt x="0" y="157911"/>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0" name="Google Shape;1254;p8"/>
            <p:cNvPicPr preferRelativeResize="0"/>
            <p:nvPr/>
          </p:nvPicPr>
          <p:blipFill rotWithShape="1">
            <a:blip r:embed="rId15">
              <a:alphaModFix/>
            </a:blip>
            <a:srcRect/>
            <a:stretch/>
          </p:blipFill>
          <p:spPr>
            <a:xfrm>
              <a:off x="15976003" y="1280883"/>
              <a:ext cx="267157" cy="122516"/>
            </a:xfrm>
            <a:prstGeom prst="rect">
              <a:avLst/>
            </a:prstGeom>
            <a:noFill/>
            <a:ln>
              <a:noFill/>
            </a:ln>
          </p:spPr>
        </p:pic>
        <p:pic>
          <p:nvPicPr>
            <p:cNvPr id="21" name="Google Shape;1255;p8"/>
            <p:cNvPicPr preferRelativeResize="0"/>
            <p:nvPr/>
          </p:nvPicPr>
          <p:blipFill rotWithShape="1">
            <a:blip r:embed="rId16">
              <a:alphaModFix/>
            </a:blip>
            <a:srcRect/>
            <a:stretch/>
          </p:blipFill>
          <p:spPr>
            <a:xfrm>
              <a:off x="16264228" y="1318018"/>
              <a:ext cx="70294" cy="84480"/>
            </a:xfrm>
            <a:prstGeom prst="rect">
              <a:avLst/>
            </a:prstGeom>
            <a:noFill/>
            <a:ln>
              <a:noFill/>
            </a:ln>
          </p:spPr>
        </p:pic>
        <p:pic>
          <p:nvPicPr>
            <p:cNvPr id="22" name="Google Shape;1256;p8"/>
            <p:cNvPicPr preferRelativeResize="0"/>
            <p:nvPr/>
          </p:nvPicPr>
          <p:blipFill rotWithShape="1">
            <a:blip r:embed="rId17">
              <a:alphaModFix/>
            </a:blip>
            <a:srcRect/>
            <a:stretch/>
          </p:blipFill>
          <p:spPr>
            <a:xfrm>
              <a:off x="16356482" y="1318018"/>
              <a:ext cx="154457" cy="85382"/>
            </a:xfrm>
            <a:prstGeom prst="rect">
              <a:avLst/>
            </a:prstGeom>
            <a:noFill/>
            <a:ln>
              <a:noFill/>
            </a:ln>
          </p:spPr>
        </p:pic>
        <p:pic>
          <p:nvPicPr>
            <p:cNvPr id="23" name="Google Shape;1257;p8"/>
            <p:cNvPicPr preferRelativeResize="0"/>
            <p:nvPr/>
          </p:nvPicPr>
          <p:blipFill rotWithShape="1">
            <a:blip r:embed="rId18">
              <a:alphaModFix/>
            </a:blip>
            <a:srcRect/>
            <a:stretch/>
          </p:blipFill>
          <p:spPr>
            <a:xfrm>
              <a:off x="14201902" y="762152"/>
              <a:ext cx="2318892" cy="491782"/>
            </a:xfrm>
            <a:prstGeom prst="rect">
              <a:avLst/>
            </a:prstGeom>
            <a:noFill/>
            <a:ln>
              <a:noFill/>
            </a:ln>
          </p:spPr>
        </p:pic>
        <p:pic>
          <p:nvPicPr>
            <p:cNvPr id="24" name="Google Shape;1258;p8"/>
            <p:cNvPicPr preferRelativeResize="0"/>
            <p:nvPr/>
          </p:nvPicPr>
          <p:blipFill rotWithShape="1">
            <a:blip r:embed="rId19">
              <a:alphaModFix/>
            </a:blip>
            <a:srcRect/>
            <a:stretch/>
          </p:blipFill>
          <p:spPr>
            <a:xfrm>
              <a:off x="15628112" y="1170902"/>
              <a:ext cx="343027" cy="402703"/>
            </a:xfrm>
            <a:prstGeom prst="rect">
              <a:avLst/>
            </a:prstGeom>
            <a:noFill/>
            <a:ln>
              <a:noFill/>
            </a:ln>
          </p:spPr>
        </p:pic>
        <p:pic>
          <p:nvPicPr>
            <p:cNvPr id="25" name="Google Shape;1259;p8"/>
            <p:cNvPicPr preferRelativeResize="0"/>
            <p:nvPr/>
          </p:nvPicPr>
          <p:blipFill rotWithShape="1">
            <a:blip r:embed="rId20">
              <a:alphaModFix/>
            </a:blip>
            <a:srcRect/>
            <a:stretch/>
          </p:blipFill>
          <p:spPr>
            <a:xfrm>
              <a:off x="15688054" y="1399069"/>
              <a:ext cx="75693" cy="71500"/>
            </a:xfrm>
            <a:prstGeom prst="rect">
              <a:avLst/>
            </a:prstGeom>
            <a:noFill/>
            <a:ln>
              <a:noFill/>
            </a:ln>
          </p:spPr>
        </p:pic>
        <p:pic>
          <p:nvPicPr>
            <p:cNvPr id="26" name="Google Shape;1260;p8"/>
            <p:cNvPicPr preferRelativeResize="0"/>
            <p:nvPr/>
          </p:nvPicPr>
          <p:blipFill rotWithShape="1">
            <a:blip r:embed="rId21">
              <a:alphaModFix/>
            </a:blip>
            <a:srcRect/>
            <a:stretch/>
          </p:blipFill>
          <p:spPr>
            <a:xfrm>
              <a:off x="15685006" y="1433904"/>
              <a:ext cx="365" cy="357"/>
            </a:xfrm>
            <a:prstGeom prst="rect">
              <a:avLst/>
            </a:prstGeom>
            <a:noFill/>
            <a:ln>
              <a:noFill/>
            </a:ln>
          </p:spPr>
        </p:pic>
        <p:pic>
          <p:nvPicPr>
            <p:cNvPr id="27" name="Google Shape;1261;p8"/>
            <p:cNvPicPr preferRelativeResize="0"/>
            <p:nvPr/>
          </p:nvPicPr>
          <p:blipFill rotWithShape="1">
            <a:blip r:embed="rId22">
              <a:alphaModFix/>
            </a:blip>
            <a:srcRect/>
            <a:stretch/>
          </p:blipFill>
          <p:spPr>
            <a:xfrm>
              <a:off x="15609698" y="1489519"/>
              <a:ext cx="39623" cy="43522"/>
            </a:xfrm>
            <a:prstGeom prst="rect">
              <a:avLst/>
            </a:prstGeom>
            <a:noFill/>
            <a:ln>
              <a:noFill/>
            </a:ln>
          </p:spPr>
        </p:pic>
        <p:pic>
          <p:nvPicPr>
            <p:cNvPr id="28" name="Google Shape;1262;p8"/>
            <p:cNvPicPr preferRelativeResize="0"/>
            <p:nvPr/>
          </p:nvPicPr>
          <p:blipFill rotWithShape="1">
            <a:blip r:embed="rId23">
              <a:alphaModFix/>
            </a:blip>
            <a:srcRect/>
            <a:stretch/>
          </p:blipFill>
          <p:spPr>
            <a:xfrm>
              <a:off x="15665195" y="1482038"/>
              <a:ext cx="12445" cy="15214"/>
            </a:xfrm>
            <a:prstGeom prst="rect">
              <a:avLst/>
            </a:prstGeom>
            <a:noFill/>
            <a:ln>
              <a:noFill/>
            </a:ln>
          </p:spPr>
        </p:pic>
        <p:pic>
          <p:nvPicPr>
            <p:cNvPr id="29" name="Google Shape;1263;p8"/>
            <p:cNvPicPr preferRelativeResize="0"/>
            <p:nvPr/>
          </p:nvPicPr>
          <p:blipFill rotWithShape="1">
            <a:blip r:embed="rId23">
              <a:alphaModFix/>
            </a:blip>
            <a:srcRect/>
            <a:stretch/>
          </p:blipFill>
          <p:spPr>
            <a:xfrm>
              <a:off x="15665831" y="1458128"/>
              <a:ext cx="11683" cy="14601"/>
            </a:xfrm>
            <a:prstGeom prst="rect">
              <a:avLst/>
            </a:prstGeom>
            <a:noFill/>
            <a:ln>
              <a:noFill/>
            </a:ln>
          </p:spPr>
        </p:pic>
        <p:pic>
          <p:nvPicPr>
            <p:cNvPr id="30" name="Google Shape;1264;p8"/>
            <p:cNvPicPr preferRelativeResize="0"/>
            <p:nvPr/>
          </p:nvPicPr>
          <p:blipFill rotWithShape="1">
            <a:blip r:embed="rId24">
              <a:alphaModFix/>
            </a:blip>
            <a:srcRect/>
            <a:stretch/>
          </p:blipFill>
          <p:spPr>
            <a:xfrm>
              <a:off x="15824835" y="1228966"/>
              <a:ext cx="64007" cy="65811"/>
            </a:xfrm>
            <a:prstGeom prst="rect">
              <a:avLst/>
            </a:prstGeom>
            <a:noFill/>
            <a:ln>
              <a:noFill/>
            </a:ln>
          </p:spPr>
        </p:pic>
        <p:pic>
          <p:nvPicPr>
            <p:cNvPr id="31" name="Google Shape;1265;p8"/>
            <p:cNvPicPr preferRelativeResize="0"/>
            <p:nvPr/>
          </p:nvPicPr>
          <p:blipFill rotWithShape="1">
            <a:blip r:embed="rId25">
              <a:alphaModFix/>
            </a:blip>
            <a:srcRect/>
            <a:stretch/>
          </p:blipFill>
          <p:spPr>
            <a:xfrm>
              <a:off x="15624047" y="1433779"/>
              <a:ext cx="77215" cy="82550"/>
            </a:xfrm>
            <a:prstGeom prst="rect">
              <a:avLst/>
            </a:prstGeom>
            <a:noFill/>
            <a:ln>
              <a:noFill/>
            </a:ln>
          </p:spPr>
        </p:pic>
        <p:pic>
          <p:nvPicPr>
            <p:cNvPr id="32" name="Google Shape;1266;p8"/>
            <p:cNvPicPr preferRelativeResize="0"/>
            <p:nvPr/>
          </p:nvPicPr>
          <p:blipFill rotWithShape="1">
            <a:blip r:embed="rId26">
              <a:alphaModFix/>
            </a:blip>
            <a:srcRect/>
            <a:stretch/>
          </p:blipFill>
          <p:spPr>
            <a:xfrm>
              <a:off x="15901288" y="1256068"/>
              <a:ext cx="16763" cy="12903"/>
            </a:xfrm>
            <a:prstGeom prst="rect">
              <a:avLst/>
            </a:prstGeom>
            <a:noFill/>
            <a:ln>
              <a:noFill/>
            </a:ln>
          </p:spPr>
        </p:pic>
        <p:pic>
          <p:nvPicPr>
            <p:cNvPr id="33" name="Google Shape;1267;p8"/>
            <p:cNvPicPr preferRelativeResize="0"/>
            <p:nvPr/>
          </p:nvPicPr>
          <p:blipFill rotWithShape="1">
            <a:blip r:embed="rId23">
              <a:alphaModFix/>
            </a:blip>
            <a:srcRect/>
            <a:stretch/>
          </p:blipFill>
          <p:spPr>
            <a:xfrm>
              <a:off x="15680309" y="1443710"/>
              <a:ext cx="12953" cy="15138"/>
            </a:xfrm>
            <a:prstGeom prst="rect">
              <a:avLst/>
            </a:prstGeom>
            <a:noFill/>
            <a:ln>
              <a:noFill/>
            </a:ln>
          </p:spPr>
        </p:pic>
        <p:pic>
          <p:nvPicPr>
            <p:cNvPr id="34" name="Google Shape;1268;p8"/>
            <p:cNvPicPr preferRelativeResize="0"/>
            <p:nvPr/>
          </p:nvPicPr>
          <p:blipFill rotWithShape="1">
            <a:blip r:embed="rId27">
              <a:alphaModFix/>
            </a:blip>
            <a:srcRect/>
            <a:stretch/>
          </p:blipFill>
          <p:spPr>
            <a:xfrm>
              <a:off x="15931515" y="1237411"/>
              <a:ext cx="9779" cy="7467"/>
            </a:xfrm>
            <a:prstGeom prst="rect">
              <a:avLst/>
            </a:prstGeom>
            <a:noFill/>
            <a:ln>
              <a:noFill/>
            </a:ln>
          </p:spPr>
        </p:pic>
        <p:pic>
          <p:nvPicPr>
            <p:cNvPr id="35" name="Google Shape;1269;p8"/>
            <p:cNvPicPr preferRelativeResize="0"/>
            <p:nvPr/>
          </p:nvPicPr>
          <p:blipFill rotWithShape="1">
            <a:blip r:embed="rId28">
              <a:alphaModFix/>
            </a:blip>
            <a:srcRect/>
            <a:stretch/>
          </p:blipFill>
          <p:spPr>
            <a:xfrm>
              <a:off x="15934562" y="1189837"/>
              <a:ext cx="38226" cy="32524"/>
            </a:xfrm>
            <a:prstGeom prst="rect">
              <a:avLst/>
            </a:prstGeom>
            <a:noFill/>
            <a:ln>
              <a:noFill/>
            </a:ln>
          </p:spPr>
        </p:pic>
        <p:pic>
          <p:nvPicPr>
            <p:cNvPr id="36" name="Google Shape;1270;p8"/>
            <p:cNvPicPr preferRelativeResize="0"/>
            <p:nvPr/>
          </p:nvPicPr>
          <p:blipFill rotWithShape="1">
            <a:blip r:embed="rId29">
              <a:alphaModFix/>
            </a:blip>
            <a:srcRect/>
            <a:stretch/>
          </p:blipFill>
          <p:spPr>
            <a:xfrm>
              <a:off x="15645637" y="1455178"/>
              <a:ext cx="40257" cy="24193"/>
            </a:xfrm>
            <a:prstGeom prst="rect">
              <a:avLst/>
            </a:prstGeom>
            <a:noFill/>
            <a:ln>
              <a:noFill/>
            </a:ln>
          </p:spPr>
        </p:pic>
        <p:pic>
          <p:nvPicPr>
            <p:cNvPr id="37" name="Google Shape;1271;p8"/>
            <p:cNvPicPr preferRelativeResize="0"/>
            <p:nvPr/>
          </p:nvPicPr>
          <p:blipFill rotWithShape="1">
            <a:blip r:embed="rId30">
              <a:alphaModFix/>
            </a:blip>
            <a:srcRect/>
            <a:stretch/>
          </p:blipFill>
          <p:spPr>
            <a:xfrm>
              <a:off x="15687295" y="1443595"/>
              <a:ext cx="5969" cy="6934"/>
            </a:xfrm>
            <a:prstGeom prst="rect">
              <a:avLst/>
            </a:prstGeom>
            <a:noFill/>
            <a:ln>
              <a:noFill/>
            </a:ln>
          </p:spPr>
        </p:pic>
        <p:pic>
          <p:nvPicPr>
            <p:cNvPr id="38" name="Google Shape;1272;p8"/>
            <p:cNvPicPr preferRelativeResize="0"/>
            <p:nvPr/>
          </p:nvPicPr>
          <p:blipFill rotWithShape="1">
            <a:blip r:embed="rId31">
              <a:alphaModFix/>
            </a:blip>
            <a:srcRect/>
            <a:stretch/>
          </p:blipFill>
          <p:spPr>
            <a:xfrm>
              <a:off x="15900400" y="1202498"/>
              <a:ext cx="17907" cy="15088"/>
            </a:xfrm>
            <a:prstGeom prst="rect">
              <a:avLst/>
            </a:prstGeom>
            <a:noFill/>
            <a:ln>
              <a:noFill/>
            </a:ln>
          </p:spPr>
        </p:pic>
        <p:pic>
          <p:nvPicPr>
            <p:cNvPr id="39" name="Google Shape;1273;p8"/>
            <p:cNvPicPr preferRelativeResize="0"/>
            <p:nvPr/>
          </p:nvPicPr>
          <p:blipFill rotWithShape="1">
            <a:blip r:embed="rId32">
              <a:alphaModFix/>
            </a:blip>
            <a:srcRect/>
            <a:stretch/>
          </p:blipFill>
          <p:spPr>
            <a:xfrm>
              <a:off x="15696945" y="1384351"/>
              <a:ext cx="36195" cy="49428"/>
            </a:xfrm>
            <a:prstGeom prst="rect">
              <a:avLst/>
            </a:prstGeom>
            <a:noFill/>
            <a:ln>
              <a:noFill/>
            </a:ln>
          </p:spPr>
        </p:pic>
        <p:pic>
          <p:nvPicPr>
            <p:cNvPr id="40" name="Google Shape;1274;p8"/>
            <p:cNvPicPr preferRelativeResize="0"/>
            <p:nvPr/>
          </p:nvPicPr>
          <p:blipFill rotWithShape="1">
            <a:blip r:embed="rId33">
              <a:alphaModFix/>
            </a:blip>
            <a:srcRect/>
            <a:stretch/>
          </p:blipFill>
          <p:spPr>
            <a:xfrm>
              <a:off x="15621381" y="1488414"/>
              <a:ext cx="43306" cy="44855"/>
            </a:xfrm>
            <a:prstGeom prst="rect">
              <a:avLst/>
            </a:prstGeom>
            <a:noFill/>
            <a:ln>
              <a:noFill/>
            </a:ln>
          </p:spPr>
        </p:pic>
        <p:pic>
          <p:nvPicPr>
            <p:cNvPr id="41" name="Google Shape;1275;p8"/>
            <p:cNvPicPr preferRelativeResize="0"/>
            <p:nvPr/>
          </p:nvPicPr>
          <p:blipFill rotWithShape="1">
            <a:blip r:embed="rId34">
              <a:alphaModFix/>
            </a:blip>
            <a:srcRect/>
            <a:stretch/>
          </p:blipFill>
          <p:spPr>
            <a:xfrm>
              <a:off x="15655416" y="1424228"/>
              <a:ext cx="62101" cy="58038"/>
            </a:xfrm>
            <a:prstGeom prst="rect">
              <a:avLst/>
            </a:prstGeom>
            <a:noFill/>
            <a:ln>
              <a:noFill/>
            </a:ln>
          </p:spPr>
        </p:pic>
        <p:pic>
          <p:nvPicPr>
            <p:cNvPr id="42" name="Google Shape;1276;p8"/>
            <p:cNvPicPr preferRelativeResize="0"/>
            <p:nvPr/>
          </p:nvPicPr>
          <p:blipFill rotWithShape="1">
            <a:blip r:embed="rId33">
              <a:alphaModFix/>
            </a:blip>
            <a:srcRect/>
            <a:stretch/>
          </p:blipFill>
          <p:spPr>
            <a:xfrm>
              <a:off x="15735425" y="1384478"/>
              <a:ext cx="41404" cy="44323"/>
            </a:xfrm>
            <a:prstGeom prst="rect">
              <a:avLst/>
            </a:prstGeom>
            <a:noFill/>
            <a:ln>
              <a:noFill/>
            </a:ln>
          </p:spPr>
        </p:pic>
        <p:pic>
          <p:nvPicPr>
            <p:cNvPr id="43" name="Google Shape;1277;p8"/>
            <p:cNvPicPr preferRelativeResize="0"/>
            <p:nvPr/>
          </p:nvPicPr>
          <p:blipFill rotWithShape="1">
            <a:blip r:embed="rId21">
              <a:alphaModFix/>
            </a:blip>
            <a:srcRect/>
            <a:stretch/>
          </p:blipFill>
          <p:spPr>
            <a:xfrm>
              <a:off x="15792070" y="1308544"/>
              <a:ext cx="3683" cy="3086"/>
            </a:xfrm>
            <a:prstGeom prst="rect">
              <a:avLst/>
            </a:prstGeom>
            <a:noFill/>
            <a:ln>
              <a:noFill/>
            </a:ln>
          </p:spPr>
        </p:pic>
        <p:pic>
          <p:nvPicPr>
            <p:cNvPr id="44" name="Google Shape;1278;p8"/>
            <p:cNvPicPr preferRelativeResize="0"/>
            <p:nvPr/>
          </p:nvPicPr>
          <p:blipFill rotWithShape="1">
            <a:blip r:embed="rId35">
              <a:alphaModFix/>
            </a:blip>
            <a:srcRect/>
            <a:stretch/>
          </p:blipFill>
          <p:spPr>
            <a:xfrm>
              <a:off x="15669386" y="1471827"/>
              <a:ext cx="6223" cy="16472"/>
            </a:xfrm>
            <a:prstGeom prst="rect">
              <a:avLst/>
            </a:prstGeom>
            <a:noFill/>
            <a:ln>
              <a:noFill/>
            </a:ln>
          </p:spPr>
        </p:pic>
        <p:pic>
          <p:nvPicPr>
            <p:cNvPr id="45" name="Google Shape;1279;p8"/>
            <p:cNvPicPr preferRelativeResize="0"/>
            <p:nvPr/>
          </p:nvPicPr>
          <p:blipFill rotWithShape="1">
            <a:blip r:embed="rId27">
              <a:alphaModFix/>
            </a:blip>
            <a:srcRect/>
            <a:stretch/>
          </p:blipFill>
          <p:spPr>
            <a:xfrm>
              <a:off x="15855950" y="1307782"/>
              <a:ext cx="7747" cy="7251"/>
            </a:xfrm>
            <a:prstGeom prst="rect">
              <a:avLst/>
            </a:prstGeom>
            <a:noFill/>
            <a:ln>
              <a:noFill/>
            </a:ln>
          </p:spPr>
        </p:pic>
        <p:pic>
          <p:nvPicPr>
            <p:cNvPr id="46" name="Google Shape;1280;p8"/>
            <p:cNvPicPr preferRelativeResize="0"/>
            <p:nvPr/>
          </p:nvPicPr>
          <p:blipFill rotWithShape="1">
            <a:blip r:embed="rId23">
              <a:alphaModFix/>
            </a:blip>
            <a:srcRect/>
            <a:stretch/>
          </p:blipFill>
          <p:spPr>
            <a:xfrm>
              <a:off x="15815056" y="1337019"/>
              <a:ext cx="14351" cy="13257"/>
            </a:xfrm>
            <a:prstGeom prst="rect">
              <a:avLst/>
            </a:prstGeom>
            <a:noFill/>
            <a:ln>
              <a:noFill/>
            </a:ln>
          </p:spPr>
        </p:pic>
        <p:pic>
          <p:nvPicPr>
            <p:cNvPr id="47" name="Google Shape;1281;p8"/>
            <p:cNvPicPr preferRelativeResize="0"/>
            <p:nvPr/>
          </p:nvPicPr>
          <p:blipFill rotWithShape="1">
            <a:blip r:embed="rId36">
              <a:alphaModFix/>
            </a:blip>
            <a:srcRect/>
            <a:stretch/>
          </p:blipFill>
          <p:spPr>
            <a:xfrm>
              <a:off x="15642463" y="1463712"/>
              <a:ext cx="54101" cy="18427"/>
            </a:xfrm>
            <a:prstGeom prst="rect">
              <a:avLst/>
            </a:prstGeom>
            <a:noFill/>
            <a:ln>
              <a:noFill/>
            </a:ln>
          </p:spPr>
        </p:pic>
        <p:pic>
          <p:nvPicPr>
            <p:cNvPr id="48" name="Google Shape;1282;p8"/>
            <p:cNvPicPr preferRelativeResize="0"/>
            <p:nvPr/>
          </p:nvPicPr>
          <p:blipFill rotWithShape="1">
            <a:blip r:embed="rId37">
              <a:alphaModFix/>
            </a:blip>
            <a:srcRect/>
            <a:stretch/>
          </p:blipFill>
          <p:spPr>
            <a:xfrm>
              <a:off x="15736444" y="1349412"/>
              <a:ext cx="19811" cy="21044"/>
            </a:xfrm>
            <a:prstGeom prst="rect">
              <a:avLst/>
            </a:prstGeom>
            <a:noFill/>
            <a:ln>
              <a:noFill/>
            </a:ln>
          </p:spPr>
        </p:pic>
        <p:pic>
          <p:nvPicPr>
            <p:cNvPr id="49" name="Google Shape;1283;p8"/>
            <p:cNvPicPr preferRelativeResize="0"/>
            <p:nvPr/>
          </p:nvPicPr>
          <p:blipFill rotWithShape="1">
            <a:blip r:embed="rId38">
              <a:alphaModFix/>
            </a:blip>
            <a:srcRect/>
            <a:stretch/>
          </p:blipFill>
          <p:spPr>
            <a:xfrm>
              <a:off x="15651227" y="1473301"/>
              <a:ext cx="22858" cy="37363"/>
            </a:xfrm>
            <a:prstGeom prst="rect">
              <a:avLst/>
            </a:prstGeom>
            <a:noFill/>
            <a:ln>
              <a:noFill/>
            </a:ln>
          </p:spPr>
        </p:pic>
        <p:pic>
          <p:nvPicPr>
            <p:cNvPr id="50" name="Google Shape;1284;p8"/>
            <p:cNvPicPr preferRelativeResize="0"/>
            <p:nvPr/>
          </p:nvPicPr>
          <p:blipFill rotWithShape="1">
            <a:blip r:embed="rId39">
              <a:alphaModFix/>
            </a:blip>
            <a:srcRect/>
            <a:stretch/>
          </p:blipFill>
          <p:spPr>
            <a:xfrm>
              <a:off x="15670911" y="1472793"/>
              <a:ext cx="9395" cy="6642"/>
            </a:xfrm>
            <a:prstGeom prst="rect">
              <a:avLst/>
            </a:prstGeom>
            <a:noFill/>
            <a:ln>
              <a:noFill/>
            </a:ln>
          </p:spPr>
        </p:pic>
        <p:pic>
          <p:nvPicPr>
            <p:cNvPr id="51" name="Google Shape;1285;p8"/>
            <p:cNvPicPr preferRelativeResize="0"/>
            <p:nvPr/>
          </p:nvPicPr>
          <p:blipFill rotWithShape="1">
            <a:blip r:embed="rId40">
              <a:alphaModFix/>
            </a:blip>
            <a:srcRect/>
            <a:stretch/>
          </p:blipFill>
          <p:spPr>
            <a:xfrm>
              <a:off x="15935325" y="1214271"/>
              <a:ext cx="18032" cy="26936"/>
            </a:xfrm>
            <a:prstGeom prst="rect">
              <a:avLst/>
            </a:prstGeom>
            <a:noFill/>
            <a:ln>
              <a:noFill/>
            </a:ln>
          </p:spPr>
        </p:pic>
        <p:pic>
          <p:nvPicPr>
            <p:cNvPr id="52" name="Google Shape;1286;p8"/>
            <p:cNvPicPr preferRelativeResize="0"/>
            <p:nvPr/>
          </p:nvPicPr>
          <p:blipFill rotWithShape="1">
            <a:blip r:embed="rId41">
              <a:alphaModFix/>
            </a:blip>
            <a:srcRect/>
            <a:stretch/>
          </p:blipFill>
          <p:spPr>
            <a:xfrm>
              <a:off x="15635478" y="1434121"/>
              <a:ext cx="66292" cy="61213"/>
            </a:xfrm>
            <a:prstGeom prst="rect">
              <a:avLst/>
            </a:prstGeom>
            <a:noFill/>
            <a:ln>
              <a:noFill/>
            </a:ln>
          </p:spPr>
        </p:pic>
        <p:pic>
          <p:nvPicPr>
            <p:cNvPr id="53" name="Google Shape;1287;p8"/>
            <p:cNvPicPr preferRelativeResize="0"/>
            <p:nvPr/>
          </p:nvPicPr>
          <p:blipFill rotWithShape="1">
            <a:blip r:embed="rId30">
              <a:alphaModFix/>
            </a:blip>
            <a:srcRect/>
            <a:stretch/>
          </p:blipFill>
          <p:spPr>
            <a:xfrm>
              <a:off x="15682467" y="1428520"/>
              <a:ext cx="1523" cy="1777"/>
            </a:xfrm>
            <a:prstGeom prst="rect">
              <a:avLst/>
            </a:prstGeom>
            <a:noFill/>
            <a:ln>
              <a:noFill/>
            </a:ln>
          </p:spPr>
        </p:pic>
        <p:pic>
          <p:nvPicPr>
            <p:cNvPr id="54" name="Google Shape;1288;p8"/>
            <p:cNvPicPr preferRelativeResize="0"/>
            <p:nvPr/>
          </p:nvPicPr>
          <p:blipFill rotWithShape="1">
            <a:blip r:embed="rId42">
              <a:alphaModFix/>
            </a:blip>
            <a:srcRect/>
            <a:stretch/>
          </p:blipFill>
          <p:spPr>
            <a:xfrm>
              <a:off x="15639414" y="1470417"/>
              <a:ext cx="26036" cy="30924"/>
            </a:xfrm>
            <a:prstGeom prst="rect">
              <a:avLst/>
            </a:prstGeom>
            <a:noFill/>
            <a:ln>
              <a:noFill/>
            </a:ln>
          </p:spPr>
        </p:pic>
        <p:pic>
          <p:nvPicPr>
            <p:cNvPr id="55" name="Google Shape;1289;p8"/>
            <p:cNvPicPr preferRelativeResize="0"/>
            <p:nvPr/>
          </p:nvPicPr>
          <p:blipFill rotWithShape="1">
            <a:blip r:embed="rId43">
              <a:alphaModFix/>
            </a:blip>
            <a:srcRect/>
            <a:stretch/>
          </p:blipFill>
          <p:spPr>
            <a:xfrm>
              <a:off x="15666975" y="1440484"/>
              <a:ext cx="15351" cy="20421"/>
            </a:xfrm>
            <a:prstGeom prst="rect">
              <a:avLst/>
            </a:prstGeom>
            <a:noFill/>
            <a:ln>
              <a:noFill/>
            </a:ln>
          </p:spPr>
        </p:pic>
        <p:pic>
          <p:nvPicPr>
            <p:cNvPr id="56" name="Google Shape;1290;p8"/>
            <p:cNvPicPr preferRelativeResize="0"/>
            <p:nvPr/>
          </p:nvPicPr>
          <p:blipFill rotWithShape="1">
            <a:blip r:embed="rId21">
              <a:alphaModFix/>
            </a:blip>
            <a:srcRect/>
            <a:stretch/>
          </p:blipFill>
          <p:spPr>
            <a:xfrm>
              <a:off x="15953359" y="1215466"/>
              <a:ext cx="2285" cy="1803"/>
            </a:xfrm>
            <a:prstGeom prst="rect">
              <a:avLst/>
            </a:prstGeom>
            <a:noFill/>
            <a:ln>
              <a:noFill/>
            </a:ln>
          </p:spPr>
        </p:pic>
        <p:pic>
          <p:nvPicPr>
            <p:cNvPr id="57" name="Google Shape;1291;p8"/>
            <p:cNvPicPr preferRelativeResize="0"/>
            <p:nvPr/>
          </p:nvPicPr>
          <p:blipFill rotWithShape="1">
            <a:blip r:embed="rId44">
              <a:alphaModFix/>
            </a:blip>
            <a:srcRect/>
            <a:stretch/>
          </p:blipFill>
          <p:spPr>
            <a:xfrm>
              <a:off x="15685896" y="1402969"/>
              <a:ext cx="39878" cy="43662"/>
            </a:xfrm>
            <a:prstGeom prst="rect">
              <a:avLst/>
            </a:prstGeom>
            <a:noFill/>
            <a:ln>
              <a:noFill/>
            </a:ln>
          </p:spPr>
        </p:pic>
        <p:pic>
          <p:nvPicPr>
            <p:cNvPr id="58" name="Google Shape;1292;p8"/>
            <p:cNvPicPr preferRelativeResize="0"/>
            <p:nvPr/>
          </p:nvPicPr>
          <p:blipFill rotWithShape="1">
            <a:blip r:embed="rId45">
              <a:alphaModFix/>
            </a:blip>
            <a:srcRect/>
            <a:stretch/>
          </p:blipFill>
          <p:spPr>
            <a:xfrm>
              <a:off x="15880588" y="1270139"/>
              <a:ext cx="20192" cy="18021"/>
            </a:xfrm>
            <a:prstGeom prst="rect">
              <a:avLst/>
            </a:prstGeom>
            <a:noFill/>
            <a:ln>
              <a:noFill/>
            </a:ln>
          </p:spPr>
        </p:pic>
        <p:pic>
          <p:nvPicPr>
            <p:cNvPr id="59" name="Google Shape;1293;p8"/>
            <p:cNvPicPr preferRelativeResize="0"/>
            <p:nvPr/>
          </p:nvPicPr>
          <p:blipFill rotWithShape="1">
            <a:blip r:embed="rId39">
              <a:alphaModFix/>
            </a:blip>
            <a:srcRect/>
            <a:stretch/>
          </p:blipFill>
          <p:spPr>
            <a:xfrm>
              <a:off x="15668497" y="1475943"/>
              <a:ext cx="10794" cy="10998"/>
            </a:xfrm>
            <a:prstGeom prst="rect">
              <a:avLst/>
            </a:prstGeom>
            <a:noFill/>
            <a:ln>
              <a:noFill/>
            </a:ln>
          </p:spPr>
        </p:pic>
        <p:pic>
          <p:nvPicPr>
            <p:cNvPr id="60" name="Google Shape;1294;p8"/>
            <p:cNvPicPr preferRelativeResize="0"/>
            <p:nvPr/>
          </p:nvPicPr>
          <p:blipFill rotWithShape="1">
            <a:blip r:embed="rId21">
              <a:alphaModFix/>
            </a:blip>
            <a:srcRect/>
            <a:stretch/>
          </p:blipFill>
          <p:spPr>
            <a:xfrm>
              <a:off x="15965169" y="1207654"/>
              <a:ext cx="2031" cy="1524"/>
            </a:xfrm>
            <a:prstGeom prst="rect">
              <a:avLst/>
            </a:prstGeom>
            <a:noFill/>
            <a:ln>
              <a:noFill/>
            </a:ln>
          </p:spPr>
        </p:pic>
        <p:pic>
          <p:nvPicPr>
            <p:cNvPr id="61" name="Google Shape;1295;p8"/>
            <p:cNvPicPr preferRelativeResize="0"/>
            <p:nvPr/>
          </p:nvPicPr>
          <p:blipFill rotWithShape="1">
            <a:blip r:embed="rId27">
              <a:alphaModFix/>
            </a:blip>
            <a:srcRect/>
            <a:stretch/>
          </p:blipFill>
          <p:spPr>
            <a:xfrm>
              <a:off x="15889351" y="1220528"/>
              <a:ext cx="1687" cy="1338"/>
            </a:xfrm>
            <a:prstGeom prst="rect">
              <a:avLst/>
            </a:prstGeom>
            <a:noFill/>
            <a:ln>
              <a:noFill/>
            </a:ln>
          </p:spPr>
        </p:pic>
        <p:pic>
          <p:nvPicPr>
            <p:cNvPr id="62" name="Google Shape;1296;p8"/>
            <p:cNvPicPr preferRelativeResize="0"/>
            <p:nvPr/>
          </p:nvPicPr>
          <p:blipFill rotWithShape="1">
            <a:blip r:embed="rId35">
              <a:alphaModFix/>
            </a:blip>
            <a:srcRect/>
            <a:stretch/>
          </p:blipFill>
          <p:spPr>
            <a:xfrm>
              <a:off x="15948025" y="1190980"/>
              <a:ext cx="2666" cy="11263"/>
            </a:xfrm>
            <a:prstGeom prst="rect">
              <a:avLst/>
            </a:prstGeom>
            <a:noFill/>
            <a:ln>
              <a:noFill/>
            </a:ln>
          </p:spPr>
        </p:pic>
        <p:pic>
          <p:nvPicPr>
            <p:cNvPr id="63" name="Google Shape;1297;p8"/>
            <p:cNvPicPr preferRelativeResize="0"/>
            <p:nvPr/>
          </p:nvPicPr>
          <p:blipFill rotWithShape="1">
            <a:blip r:embed="rId46">
              <a:alphaModFix/>
            </a:blip>
            <a:srcRect/>
            <a:stretch/>
          </p:blipFill>
          <p:spPr>
            <a:xfrm>
              <a:off x="15672054" y="1466291"/>
              <a:ext cx="20955" cy="4953"/>
            </a:xfrm>
            <a:prstGeom prst="rect">
              <a:avLst/>
            </a:prstGeom>
            <a:noFill/>
            <a:ln>
              <a:noFill/>
            </a:ln>
          </p:spPr>
        </p:pic>
        <p:pic>
          <p:nvPicPr>
            <p:cNvPr id="64" name="Google Shape;1298;p8"/>
            <p:cNvPicPr preferRelativeResize="0"/>
            <p:nvPr/>
          </p:nvPicPr>
          <p:blipFill rotWithShape="1">
            <a:blip r:embed="rId39">
              <a:alphaModFix/>
            </a:blip>
            <a:srcRect/>
            <a:stretch/>
          </p:blipFill>
          <p:spPr>
            <a:xfrm>
              <a:off x="15635985" y="1508619"/>
              <a:ext cx="11174" cy="10465"/>
            </a:xfrm>
            <a:prstGeom prst="rect">
              <a:avLst/>
            </a:prstGeom>
            <a:noFill/>
            <a:ln>
              <a:noFill/>
            </a:ln>
          </p:spPr>
        </p:pic>
        <p:pic>
          <p:nvPicPr>
            <p:cNvPr id="65" name="Google Shape;1299;p8"/>
            <p:cNvPicPr preferRelativeResize="0"/>
            <p:nvPr/>
          </p:nvPicPr>
          <p:blipFill rotWithShape="1">
            <a:blip r:embed="rId47">
              <a:alphaModFix/>
            </a:blip>
            <a:srcRect/>
            <a:stretch/>
          </p:blipFill>
          <p:spPr>
            <a:xfrm>
              <a:off x="15891127" y="1207211"/>
              <a:ext cx="68581" cy="70726"/>
            </a:xfrm>
            <a:prstGeom prst="rect">
              <a:avLst/>
            </a:prstGeom>
            <a:noFill/>
            <a:ln>
              <a:noFill/>
            </a:ln>
          </p:spPr>
        </p:pic>
        <p:pic>
          <p:nvPicPr>
            <p:cNvPr id="66" name="Google Shape;1300;p8"/>
            <p:cNvPicPr preferRelativeResize="0"/>
            <p:nvPr/>
          </p:nvPicPr>
          <p:blipFill rotWithShape="1">
            <a:blip r:embed="rId21">
              <a:alphaModFix/>
            </a:blip>
            <a:srcRect/>
            <a:stretch/>
          </p:blipFill>
          <p:spPr>
            <a:xfrm>
              <a:off x="15658337" y="1504276"/>
              <a:ext cx="1142" cy="1384"/>
            </a:xfrm>
            <a:prstGeom prst="rect">
              <a:avLst/>
            </a:prstGeom>
            <a:noFill/>
            <a:ln>
              <a:noFill/>
            </a:ln>
          </p:spPr>
        </p:pic>
        <p:pic>
          <p:nvPicPr>
            <p:cNvPr id="67" name="Google Shape;1301;p8"/>
            <p:cNvPicPr preferRelativeResize="0"/>
            <p:nvPr/>
          </p:nvPicPr>
          <p:blipFill rotWithShape="1">
            <a:blip r:embed="rId31">
              <a:alphaModFix/>
            </a:blip>
            <a:srcRect/>
            <a:stretch/>
          </p:blipFill>
          <p:spPr>
            <a:xfrm>
              <a:off x="15658718" y="1475473"/>
              <a:ext cx="14986" cy="22047"/>
            </a:xfrm>
            <a:prstGeom prst="rect">
              <a:avLst/>
            </a:prstGeom>
            <a:noFill/>
            <a:ln>
              <a:noFill/>
            </a:ln>
          </p:spPr>
        </p:pic>
        <p:pic>
          <p:nvPicPr>
            <p:cNvPr id="68" name="Google Shape;1302;p8"/>
            <p:cNvPicPr preferRelativeResize="0"/>
            <p:nvPr/>
          </p:nvPicPr>
          <p:blipFill rotWithShape="1">
            <a:blip r:embed="rId21">
              <a:alphaModFix/>
            </a:blip>
            <a:srcRect/>
            <a:stretch/>
          </p:blipFill>
          <p:spPr>
            <a:xfrm>
              <a:off x="15635859" y="1500797"/>
              <a:ext cx="1143" cy="1409"/>
            </a:xfrm>
            <a:prstGeom prst="rect">
              <a:avLst/>
            </a:prstGeom>
            <a:noFill/>
            <a:ln>
              <a:noFill/>
            </a:ln>
          </p:spPr>
        </p:pic>
        <p:pic>
          <p:nvPicPr>
            <p:cNvPr id="69" name="Google Shape;1303;p8"/>
            <p:cNvPicPr preferRelativeResize="0"/>
            <p:nvPr/>
          </p:nvPicPr>
          <p:blipFill rotWithShape="1">
            <a:blip r:embed="rId30">
              <a:alphaModFix/>
            </a:blip>
            <a:srcRect/>
            <a:stretch/>
          </p:blipFill>
          <p:spPr>
            <a:xfrm>
              <a:off x="15916402" y="1201216"/>
              <a:ext cx="2412" cy="5461"/>
            </a:xfrm>
            <a:prstGeom prst="rect">
              <a:avLst/>
            </a:prstGeom>
            <a:noFill/>
            <a:ln>
              <a:noFill/>
            </a:ln>
          </p:spPr>
        </p:pic>
        <p:pic>
          <p:nvPicPr>
            <p:cNvPr id="70" name="Google Shape;1304;p8"/>
            <p:cNvPicPr preferRelativeResize="0"/>
            <p:nvPr/>
          </p:nvPicPr>
          <p:blipFill rotWithShape="1">
            <a:blip r:embed="rId21">
              <a:alphaModFix/>
            </a:blip>
            <a:srcRect/>
            <a:stretch/>
          </p:blipFill>
          <p:spPr>
            <a:xfrm>
              <a:off x="15947769" y="1197362"/>
              <a:ext cx="1650" cy="1276"/>
            </a:xfrm>
            <a:prstGeom prst="rect">
              <a:avLst/>
            </a:prstGeom>
            <a:noFill/>
            <a:ln>
              <a:noFill/>
            </a:ln>
          </p:spPr>
        </p:pic>
        <p:pic>
          <p:nvPicPr>
            <p:cNvPr id="71" name="Google Shape;1305;p8"/>
            <p:cNvPicPr preferRelativeResize="0"/>
            <p:nvPr/>
          </p:nvPicPr>
          <p:blipFill rotWithShape="1">
            <a:blip r:embed="rId21">
              <a:alphaModFix/>
            </a:blip>
            <a:srcRect/>
            <a:stretch/>
          </p:blipFill>
          <p:spPr>
            <a:xfrm>
              <a:off x="15933039" y="1198499"/>
              <a:ext cx="1016" cy="901"/>
            </a:xfrm>
            <a:prstGeom prst="rect">
              <a:avLst/>
            </a:prstGeom>
            <a:noFill/>
            <a:ln>
              <a:noFill/>
            </a:ln>
          </p:spPr>
        </p:pic>
        <p:pic>
          <p:nvPicPr>
            <p:cNvPr id="72" name="Google Shape;1306;p8"/>
            <p:cNvPicPr preferRelativeResize="0"/>
            <p:nvPr/>
          </p:nvPicPr>
          <p:blipFill rotWithShape="1">
            <a:blip r:embed="rId39">
              <a:alphaModFix/>
            </a:blip>
            <a:srcRect/>
            <a:stretch/>
          </p:blipFill>
          <p:spPr>
            <a:xfrm>
              <a:off x="15708376" y="1446885"/>
              <a:ext cx="8508" cy="9461"/>
            </a:xfrm>
            <a:prstGeom prst="rect">
              <a:avLst/>
            </a:prstGeom>
            <a:noFill/>
            <a:ln>
              <a:noFill/>
            </a:ln>
          </p:spPr>
        </p:pic>
        <p:pic>
          <p:nvPicPr>
            <p:cNvPr id="73" name="Google Shape;1307;p8"/>
            <p:cNvPicPr preferRelativeResize="0"/>
            <p:nvPr/>
          </p:nvPicPr>
          <p:blipFill rotWithShape="1">
            <a:blip r:embed="rId30">
              <a:alphaModFix/>
            </a:blip>
            <a:srcRect/>
            <a:stretch/>
          </p:blipFill>
          <p:spPr>
            <a:xfrm>
              <a:off x="15918687" y="1247634"/>
              <a:ext cx="9400" cy="9678"/>
            </a:xfrm>
            <a:prstGeom prst="rect">
              <a:avLst/>
            </a:prstGeom>
            <a:noFill/>
            <a:ln>
              <a:noFill/>
            </a:ln>
          </p:spPr>
        </p:pic>
        <p:pic>
          <p:nvPicPr>
            <p:cNvPr id="74" name="Google Shape;1308;p8"/>
            <p:cNvPicPr preferRelativeResize="0"/>
            <p:nvPr/>
          </p:nvPicPr>
          <p:blipFill rotWithShape="1">
            <a:blip r:embed="rId48">
              <a:alphaModFix/>
            </a:blip>
            <a:srcRect/>
            <a:stretch/>
          </p:blipFill>
          <p:spPr>
            <a:xfrm>
              <a:off x="15635732" y="1459293"/>
              <a:ext cx="44576" cy="50304"/>
            </a:xfrm>
            <a:prstGeom prst="rect">
              <a:avLst/>
            </a:prstGeom>
            <a:noFill/>
            <a:ln>
              <a:noFill/>
            </a:ln>
          </p:spPr>
        </p:pic>
        <p:pic>
          <p:nvPicPr>
            <p:cNvPr id="75" name="Google Shape;1309;p8"/>
            <p:cNvPicPr preferRelativeResize="0"/>
            <p:nvPr/>
          </p:nvPicPr>
          <p:blipFill rotWithShape="1">
            <a:blip r:embed="rId23">
              <a:alphaModFix/>
            </a:blip>
            <a:srcRect/>
            <a:stretch/>
          </p:blipFill>
          <p:spPr>
            <a:xfrm>
              <a:off x="15874620" y="1283169"/>
              <a:ext cx="14985" cy="14592"/>
            </a:xfrm>
            <a:prstGeom prst="rect">
              <a:avLst/>
            </a:prstGeom>
            <a:noFill/>
            <a:ln>
              <a:noFill/>
            </a:ln>
          </p:spPr>
        </p:pic>
        <p:pic>
          <p:nvPicPr>
            <p:cNvPr id="76" name="Google Shape;1310;p8"/>
            <p:cNvPicPr preferRelativeResize="0"/>
            <p:nvPr/>
          </p:nvPicPr>
          <p:blipFill rotWithShape="1">
            <a:blip r:embed="rId21">
              <a:alphaModFix/>
            </a:blip>
            <a:srcRect/>
            <a:stretch/>
          </p:blipFill>
          <p:spPr>
            <a:xfrm>
              <a:off x="15679419" y="1471002"/>
              <a:ext cx="761" cy="787"/>
            </a:xfrm>
            <a:prstGeom prst="rect">
              <a:avLst/>
            </a:prstGeom>
            <a:noFill/>
            <a:ln>
              <a:noFill/>
            </a:ln>
          </p:spPr>
        </p:pic>
        <p:pic>
          <p:nvPicPr>
            <p:cNvPr id="77" name="Google Shape;1311;p8"/>
            <p:cNvPicPr preferRelativeResize="0"/>
            <p:nvPr/>
          </p:nvPicPr>
          <p:blipFill rotWithShape="1">
            <a:blip r:embed="rId21">
              <a:alphaModFix/>
            </a:blip>
            <a:srcRect/>
            <a:stretch/>
          </p:blipFill>
          <p:spPr>
            <a:xfrm>
              <a:off x="15943198" y="1229410"/>
              <a:ext cx="1905" cy="1612"/>
            </a:xfrm>
            <a:prstGeom prst="rect">
              <a:avLst/>
            </a:prstGeom>
            <a:noFill/>
            <a:ln>
              <a:noFill/>
            </a:ln>
          </p:spPr>
        </p:pic>
        <p:pic>
          <p:nvPicPr>
            <p:cNvPr id="78" name="Google Shape;1312;p8"/>
            <p:cNvPicPr preferRelativeResize="0"/>
            <p:nvPr/>
          </p:nvPicPr>
          <p:blipFill rotWithShape="1">
            <a:blip r:embed="rId27">
              <a:alphaModFix/>
            </a:blip>
            <a:srcRect/>
            <a:stretch/>
          </p:blipFill>
          <p:spPr>
            <a:xfrm>
              <a:off x="15685389" y="1446009"/>
              <a:ext cx="9270" cy="4178"/>
            </a:xfrm>
            <a:prstGeom prst="rect">
              <a:avLst/>
            </a:prstGeom>
            <a:noFill/>
            <a:ln>
              <a:noFill/>
            </a:ln>
          </p:spPr>
        </p:pic>
        <p:pic>
          <p:nvPicPr>
            <p:cNvPr id="79" name="Google Shape;1313;p8"/>
            <p:cNvPicPr preferRelativeResize="0"/>
            <p:nvPr/>
          </p:nvPicPr>
          <p:blipFill rotWithShape="1">
            <a:blip r:embed="rId49">
              <a:alphaModFix/>
            </a:blip>
            <a:srcRect/>
            <a:stretch/>
          </p:blipFill>
          <p:spPr>
            <a:xfrm>
              <a:off x="15655797" y="1465834"/>
              <a:ext cx="29209" cy="40144"/>
            </a:xfrm>
            <a:prstGeom prst="rect">
              <a:avLst/>
            </a:prstGeom>
            <a:noFill/>
            <a:ln>
              <a:noFill/>
            </a:ln>
          </p:spPr>
        </p:pic>
        <p:pic>
          <p:nvPicPr>
            <p:cNvPr id="80" name="Google Shape;1314;p8"/>
            <p:cNvPicPr preferRelativeResize="0"/>
            <p:nvPr/>
          </p:nvPicPr>
          <p:blipFill rotWithShape="1">
            <a:blip r:embed="rId27">
              <a:alphaModFix/>
            </a:blip>
            <a:srcRect/>
            <a:stretch/>
          </p:blipFill>
          <p:spPr>
            <a:xfrm>
              <a:off x="15917671" y="1204010"/>
              <a:ext cx="1505" cy="1143"/>
            </a:xfrm>
            <a:prstGeom prst="rect">
              <a:avLst/>
            </a:prstGeom>
            <a:noFill/>
            <a:ln>
              <a:noFill/>
            </a:ln>
          </p:spPr>
        </p:pic>
        <p:pic>
          <p:nvPicPr>
            <p:cNvPr id="81" name="Google Shape;1315;p8"/>
            <p:cNvPicPr preferRelativeResize="0"/>
            <p:nvPr/>
          </p:nvPicPr>
          <p:blipFill rotWithShape="1">
            <a:blip r:embed="rId30">
              <a:alphaModFix/>
            </a:blip>
            <a:srcRect/>
            <a:stretch/>
          </p:blipFill>
          <p:spPr>
            <a:xfrm>
              <a:off x="15648432" y="1495513"/>
              <a:ext cx="635" cy="888"/>
            </a:xfrm>
            <a:prstGeom prst="rect">
              <a:avLst/>
            </a:prstGeom>
            <a:noFill/>
            <a:ln>
              <a:noFill/>
            </a:ln>
          </p:spPr>
        </p:pic>
        <p:pic>
          <p:nvPicPr>
            <p:cNvPr id="82" name="Google Shape;1316;p8"/>
            <p:cNvPicPr preferRelativeResize="0"/>
            <p:nvPr/>
          </p:nvPicPr>
          <p:blipFill rotWithShape="1">
            <a:blip r:embed="rId21">
              <a:alphaModFix/>
            </a:blip>
            <a:srcRect/>
            <a:stretch/>
          </p:blipFill>
          <p:spPr>
            <a:xfrm>
              <a:off x="15700883" y="1433957"/>
              <a:ext cx="889" cy="977"/>
            </a:xfrm>
            <a:prstGeom prst="rect">
              <a:avLst/>
            </a:prstGeom>
            <a:noFill/>
            <a:ln>
              <a:noFill/>
            </a:ln>
          </p:spPr>
        </p:pic>
        <p:pic>
          <p:nvPicPr>
            <p:cNvPr id="83" name="Google Shape;1317;p8"/>
            <p:cNvPicPr preferRelativeResize="0"/>
            <p:nvPr/>
          </p:nvPicPr>
          <p:blipFill rotWithShape="1">
            <a:blip r:embed="rId50">
              <a:alphaModFix/>
            </a:blip>
            <a:srcRect/>
            <a:stretch/>
          </p:blipFill>
          <p:spPr>
            <a:xfrm>
              <a:off x="15634335" y="1432801"/>
              <a:ext cx="68198" cy="66688"/>
            </a:xfrm>
            <a:prstGeom prst="rect">
              <a:avLst/>
            </a:prstGeom>
            <a:noFill/>
            <a:ln>
              <a:noFill/>
            </a:ln>
          </p:spPr>
        </p:pic>
        <p:pic>
          <p:nvPicPr>
            <p:cNvPr id="84" name="Google Shape;1318;p8"/>
            <p:cNvPicPr preferRelativeResize="0"/>
            <p:nvPr/>
          </p:nvPicPr>
          <p:blipFill rotWithShape="1">
            <a:blip r:embed="rId51">
              <a:alphaModFix/>
            </a:blip>
            <a:srcRect/>
            <a:stretch/>
          </p:blipFill>
          <p:spPr>
            <a:xfrm>
              <a:off x="15829153" y="1205191"/>
              <a:ext cx="88645" cy="72161"/>
            </a:xfrm>
            <a:prstGeom prst="rect">
              <a:avLst/>
            </a:prstGeom>
            <a:noFill/>
            <a:ln>
              <a:noFill/>
            </a:ln>
          </p:spPr>
        </p:pic>
        <p:pic>
          <p:nvPicPr>
            <p:cNvPr id="85" name="Google Shape;1319;p8"/>
            <p:cNvPicPr preferRelativeResize="0"/>
            <p:nvPr/>
          </p:nvPicPr>
          <p:blipFill rotWithShape="1">
            <a:blip r:embed="rId52">
              <a:alphaModFix/>
            </a:blip>
            <a:srcRect/>
            <a:stretch/>
          </p:blipFill>
          <p:spPr>
            <a:xfrm>
              <a:off x="15914242" y="1200353"/>
              <a:ext cx="12192" cy="4254"/>
            </a:xfrm>
            <a:prstGeom prst="rect">
              <a:avLst/>
            </a:prstGeom>
            <a:noFill/>
            <a:ln>
              <a:noFill/>
            </a:ln>
          </p:spPr>
        </p:pic>
        <p:pic>
          <p:nvPicPr>
            <p:cNvPr id="86" name="Google Shape;1320;p8"/>
            <p:cNvPicPr preferRelativeResize="0"/>
            <p:nvPr/>
          </p:nvPicPr>
          <p:blipFill rotWithShape="1">
            <a:blip r:embed="rId21">
              <a:alphaModFix/>
            </a:blip>
            <a:srcRect/>
            <a:stretch/>
          </p:blipFill>
          <p:spPr>
            <a:xfrm>
              <a:off x="15909036" y="1261630"/>
              <a:ext cx="1143" cy="1028"/>
            </a:xfrm>
            <a:prstGeom prst="rect">
              <a:avLst/>
            </a:prstGeom>
            <a:noFill/>
            <a:ln>
              <a:noFill/>
            </a:ln>
          </p:spPr>
        </p:pic>
        <p:pic>
          <p:nvPicPr>
            <p:cNvPr id="87" name="Google Shape;1321;p8"/>
            <p:cNvPicPr preferRelativeResize="0"/>
            <p:nvPr/>
          </p:nvPicPr>
          <p:blipFill rotWithShape="1">
            <a:blip r:embed="rId53">
              <a:alphaModFix/>
            </a:blip>
            <a:srcRect/>
            <a:stretch/>
          </p:blipFill>
          <p:spPr>
            <a:xfrm>
              <a:off x="15619220" y="1424432"/>
              <a:ext cx="68835" cy="86791"/>
            </a:xfrm>
            <a:prstGeom prst="rect">
              <a:avLst/>
            </a:prstGeom>
            <a:noFill/>
            <a:ln>
              <a:noFill/>
            </a:ln>
          </p:spPr>
        </p:pic>
        <p:pic>
          <p:nvPicPr>
            <p:cNvPr id="88" name="Google Shape;1322;p8"/>
            <p:cNvPicPr preferRelativeResize="0"/>
            <p:nvPr/>
          </p:nvPicPr>
          <p:blipFill rotWithShape="1">
            <a:blip r:embed="rId21">
              <a:alphaModFix/>
            </a:blip>
            <a:srcRect/>
            <a:stretch/>
          </p:blipFill>
          <p:spPr>
            <a:xfrm>
              <a:off x="15663290" y="1472539"/>
              <a:ext cx="507" cy="622"/>
            </a:xfrm>
            <a:prstGeom prst="rect">
              <a:avLst/>
            </a:prstGeom>
            <a:noFill/>
            <a:ln>
              <a:noFill/>
            </a:ln>
          </p:spPr>
        </p:pic>
        <p:pic>
          <p:nvPicPr>
            <p:cNvPr id="89" name="Google Shape;1323;p8"/>
            <p:cNvPicPr preferRelativeResize="0"/>
            <p:nvPr/>
          </p:nvPicPr>
          <p:blipFill rotWithShape="1">
            <a:blip r:embed="rId27">
              <a:alphaModFix/>
            </a:blip>
            <a:srcRect/>
            <a:stretch/>
          </p:blipFill>
          <p:spPr>
            <a:xfrm>
              <a:off x="15915893" y="1250937"/>
              <a:ext cx="9015" cy="7848"/>
            </a:xfrm>
            <a:prstGeom prst="rect">
              <a:avLst/>
            </a:prstGeom>
            <a:noFill/>
            <a:ln>
              <a:noFill/>
            </a:ln>
          </p:spPr>
        </p:pic>
        <p:pic>
          <p:nvPicPr>
            <p:cNvPr id="90" name="Google Shape;1324;p8"/>
            <p:cNvPicPr preferRelativeResize="0"/>
            <p:nvPr/>
          </p:nvPicPr>
          <p:blipFill rotWithShape="1">
            <a:blip r:embed="rId21">
              <a:alphaModFix/>
            </a:blip>
            <a:srcRect/>
            <a:stretch/>
          </p:blipFill>
          <p:spPr>
            <a:xfrm>
              <a:off x="15707867" y="1418907"/>
              <a:ext cx="2158" cy="1447"/>
            </a:xfrm>
            <a:prstGeom prst="rect">
              <a:avLst/>
            </a:prstGeom>
            <a:noFill/>
            <a:ln>
              <a:noFill/>
            </a:ln>
          </p:spPr>
        </p:pic>
        <p:pic>
          <p:nvPicPr>
            <p:cNvPr id="91" name="Google Shape;1325;p8"/>
            <p:cNvPicPr preferRelativeResize="0"/>
            <p:nvPr/>
          </p:nvPicPr>
          <p:blipFill rotWithShape="1">
            <a:blip r:embed="rId21">
              <a:alphaModFix/>
            </a:blip>
            <a:srcRect/>
            <a:stretch/>
          </p:blipFill>
          <p:spPr>
            <a:xfrm>
              <a:off x="15725646" y="1400136"/>
              <a:ext cx="1143" cy="1270"/>
            </a:xfrm>
            <a:prstGeom prst="rect">
              <a:avLst/>
            </a:prstGeom>
            <a:noFill/>
            <a:ln>
              <a:noFill/>
            </a:ln>
          </p:spPr>
        </p:pic>
        <p:pic>
          <p:nvPicPr>
            <p:cNvPr id="92" name="Google Shape;1326;p8"/>
            <p:cNvPicPr preferRelativeResize="0"/>
            <p:nvPr/>
          </p:nvPicPr>
          <p:blipFill rotWithShape="1">
            <a:blip r:embed="rId54">
              <a:alphaModFix/>
            </a:blip>
            <a:srcRect/>
            <a:stretch/>
          </p:blipFill>
          <p:spPr>
            <a:xfrm>
              <a:off x="15939135" y="1190776"/>
              <a:ext cx="30605" cy="35116"/>
            </a:xfrm>
            <a:prstGeom prst="rect">
              <a:avLst/>
            </a:prstGeom>
            <a:noFill/>
            <a:ln>
              <a:noFill/>
            </a:ln>
          </p:spPr>
        </p:pic>
        <p:pic>
          <p:nvPicPr>
            <p:cNvPr id="93" name="Google Shape;1327;p8"/>
            <p:cNvPicPr preferRelativeResize="0"/>
            <p:nvPr/>
          </p:nvPicPr>
          <p:blipFill rotWithShape="1">
            <a:blip r:embed="rId21">
              <a:alphaModFix/>
            </a:blip>
            <a:srcRect/>
            <a:stretch/>
          </p:blipFill>
          <p:spPr>
            <a:xfrm>
              <a:off x="15655289" y="1498752"/>
              <a:ext cx="5080" cy="8280"/>
            </a:xfrm>
            <a:prstGeom prst="rect">
              <a:avLst/>
            </a:prstGeom>
            <a:noFill/>
            <a:ln>
              <a:noFill/>
            </a:ln>
          </p:spPr>
        </p:pic>
        <p:pic>
          <p:nvPicPr>
            <p:cNvPr id="94" name="Google Shape;1328;p8"/>
            <p:cNvPicPr preferRelativeResize="0"/>
            <p:nvPr/>
          </p:nvPicPr>
          <p:blipFill rotWithShape="1">
            <a:blip r:embed="rId27">
              <a:alphaModFix/>
            </a:blip>
            <a:srcRect/>
            <a:stretch/>
          </p:blipFill>
          <p:spPr>
            <a:xfrm>
              <a:off x="15684769" y="1425714"/>
              <a:ext cx="5954" cy="2634"/>
            </a:xfrm>
            <a:prstGeom prst="rect">
              <a:avLst/>
            </a:prstGeom>
            <a:noFill/>
            <a:ln>
              <a:noFill/>
            </a:ln>
          </p:spPr>
        </p:pic>
        <p:pic>
          <p:nvPicPr>
            <p:cNvPr id="95" name="Google Shape;1329;p8"/>
            <p:cNvPicPr preferRelativeResize="0"/>
            <p:nvPr/>
          </p:nvPicPr>
          <p:blipFill rotWithShape="1">
            <a:blip r:embed="rId55">
              <a:alphaModFix/>
            </a:blip>
            <a:srcRect/>
            <a:stretch/>
          </p:blipFill>
          <p:spPr>
            <a:xfrm>
              <a:off x="15656433" y="1444090"/>
              <a:ext cx="39496" cy="47867"/>
            </a:xfrm>
            <a:prstGeom prst="rect">
              <a:avLst/>
            </a:prstGeom>
            <a:noFill/>
            <a:ln>
              <a:noFill/>
            </a:ln>
          </p:spPr>
        </p:pic>
        <p:pic>
          <p:nvPicPr>
            <p:cNvPr id="96" name="Google Shape;1330;p8"/>
            <p:cNvPicPr preferRelativeResize="0"/>
            <p:nvPr/>
          </p:nvPicPr>
          <p:blipFill rotWithShape="1">
            <a:blip r:embed="rId56">
              <a:alphaModFix/>
            </a:blip>
            <a:srcRect/>
            <a:stretch/>
          </p:blipFill>
          <p:spPr>
            <a:xfrm>
              <a:off x="15668877" y="1477454"/>
              <a:ext cx="17778" cy="6591"/>
            </a:xfrm>
            <a:prstGeom prst="rect">
              <a:avLst/>
            </a:prstGeom>
            <a:noFill/>
            <a:ln>
              <a:noFill/>
            </a:ln>
          </p:spPr>
        </p:pic>
        <p:pic>
          <p:nvPicPr>
            <p:cNvPr id="97" name="Google Shape;1331;p8"/>
            <p:cNvPicPr preferRelativeResize="0"/>
            <p:nvPr/>
          </p:nvPicPr>
          <p:blipFill rotWithShape="1">
            <a:blip r:embed="rId27">
              <a:alphaModFix/>
            </a:blip>
            <a:srcRect/>
            <a:stretch/>
          </p:blipFill>
          <p:spPr>
            <a:xfrm>
              <a:off x="15680053" y="1459573"/>
              <a:ext cx="8765" cy="4280"/>
            </a:xfrm>
            <a:prstGeom prst="rect">
              <a:avLst/>
            </a:prstGeom>
            <a:noFill/>
            <a:ln>
              <a:noFill/>
            </a:ln>
          </p:spPr>
        </p:pic>
        <p:pic>
          <p:nvPicPr>
            <p:cNvPr id="98" name="Google Shape;1332;p8"/>
            <p:cNvPicPr preferRelativeResize="0"/>
            <p:nvPr/>
          </p:nvPicPr>
          <p:blipFill rotWithShape="1">
            <a:blip r:embed="rId30">
              <a:alphaModFix/>
            </a:blip>
            <a:srcRect/>
            <a:stretch/>
          </p:blipFill>
          <p:spPr>
            <a:xfrm>
              <a:off x="15669387" y="1490953"/>
              <a:ext cx="381" cy="520"/>
            </a:xfrm>
            <a:prstGeom prst="rect">
              <a:avLst/>
            </a:prstGeom>
            <a:noFill/>
            <a:ln>
              <a:noFill/>
            </a:ln>
          </p:spPr>
        </p:pic>
        <p:pic>
          <p:nvPicPr>
            <p:cNvPr id="99" name="Google Shape;1333;p8"/>
            <p:cNvPicPr preferRelativeResize="0"/>
            <p:nvPr/>
          </p:nvPicPr>
          <p:blipFill rotWithShape="1">
            <a:blip r:embed="rId27">
              <a:alphaModFix/>
            </a:blip>
            <a:srcRect/>
            <a:stretch/>
          </p:blipFill>
          <p:spPr>
            <a:xfrm>
              <a:off x="15651605" y="1493126"/>
              <a:ext cx="5842" cy="4965"/>
            </a:xfrm>
            <a:prstGeom prst="rect">
              <a:avLst/>
            </a:prstGeom>
            <a:noFill/>
            <a:ln>
              <a:noFill/>
            </a:ln>
          </p:spPr>
        </p:pic>
        <p:pic>
          <p:nvPicPr>
            <p:cNvPr id="100" name="Google Shape;1334;p8"/>
            <p:cNvPicPr preferRelativeResize="0"/>
            <p:nvPr/>
          </p:nvPicPr>
          <p:blipFill rotWithShape="1">
            <a:blip r:embed="rId27">
              <a:alphaModFix/>
            </a:blip>
            <a:srcRect/>
            <a:stretch/>
          </p:blipFill>
          <p:spPr>
            <a:xfrm>
              <a:off x="15631794" y="1498498"/>
              <a:ext cx="6730" cy="3238"/>
            </a:xfrm>
            <a:prstGeom prst="rect">
              <a:avLst/>
            </a:prstGeom>
            <a:noFill/>
            <a:ln>
              <a:noFill/>
            </a:ln>
          </p:spPr>
        </p:pic>
        <p:pic>
          <p:nvPicPr>
            <p:cNvPr id="101" name="Google Shape;1335;p8"/>
            <p:cNvPicPr preferRelativeResize="0"/>
            <p:nvPr/>
          </p:nvPicPr>
          <p:blipFill rotWithShape="1">
            <a:blip r:embed="rId21">
              <a:alphaModFix/>
            </a:blip>
            <a:srcRect/>
            <a:stretch/>
          </p:blipFill>
          <p:spPr>
            <a:xfrm>
              <a:off x="15664186" y="1472108"/>
              <a:ext cx="1771" cy="2095"/>
            </a:xfrm>
            <a:prstGeom prst="rect">
              <a:avLst/>
            </a:prstGeom>
            <a:noFill/>
            <a:ln>
              <a:noFill/>
            </a:ln>
          </p:spPr>
        </p:pic>
        <p:pic>
          <p:nvPicPr>
            <p:cNvPr id="102" name="Google Shape;1336;p8"/>
            <p:cNvPicPr preferRelativeResize="0"/>
            <p:nvPr/>
          </p:nvPicPr>
          <p:blipFill rotWithShape="1">
            <a:blip r:embed="rId35">
              <a:alphaModFix/>
            </a:blip>
            <a:srcRect/>
            <a:stretch/>
          </p:blipFill>
          <p:spPr>
            <a:xfrm>
              <a:off x="15706090" y="1456893"/>
              <a:ext cx="506" cy="1969"/>
            </a:xfrm>
            <a:prstGeom prst="rect">
              <a:avLst/>
            </a:prstGeom>
            <a:noFill/>
            <a:ln>
              <a:noFill/>
            </a:ln>
          </p:spPr>
        </p:pic>
        <p:pic>
          <p:nvPicPr>
            <p:cNvPr id="103" name="Google Shape;1337;p8"/>
            <p:cNvPicPr preferRelativeResize="0"/>
            <p:nvPr/>
          </p:nvPicPr>
          <p:blipFill rotWithShape="1">
            <a:blip r:embed="rId31">
              <a:alphaModFix/>
            </a:blip>
            <a:srcRect/>
            <a:stretch/>
          </p:blipFill>
          <p:spPr>
            <a:xfrm>
              <a:off x="15656941" y="1470773"/>
              <a:ext cx="17016" cy="21108"/>
            </a:xfrm>
            <a:prstGeom prst="rect">
              <a:avLst/>
            </a:prstGeom>
            <a:noFill/>
            <a:ln>
              <a:noFill/>
            </a:ln>
          </p:spPr>
        </p:pic>
        <p:pic>
          <p:nvPicPr>
            <p:cNvPr id="104" name="Google Shape;1338;p8"/>
            <p:cNvPicPr preferRelativeResize="0"/>
            <p:nvPr/>
          </p:nvPicPr>
          <p:blipFill rotWithShape="1">
            <a:blip r:embed="rId21">
              <a:alphaModFix/>
            </a:blip>
            <a:srcRect/>
            <a:stretch/>
          </p:blipFill>
          <p:spPr>
            <a:xfrm>
              <a:off x="15715488" y="1411998"/>
              <a:ext cx="381" cy="431"/>
            </a:xfrm>
            <a:prstGeom prst="rect">
              <a:avLst/>
            </a:prstGeom>
            <a:noFill/>
            <a:ln>
              <a:noFill/>
            </a:ln>
          </p:spPr>
        </p:pic>
        <p:pic>
          <p:nvPicPr>
            <p:cNvPr id="105" name="Google Shape;1339;p8"/>
            <p:cNvPicPr preferRelativeResize="0"/>
            <p:nvPr/>
          </p:nvPicPr>
          <p:blipFill rotWithShape="1">
            <a:blip r:embed="rId21">
              <a:alphaModFix/>
            </a:blip>
            <a:srcRect/>
            <a:stretch/>
          </p:blipFill>
          <p:spPr>
            <a:xfrm>
              <a:off x="15712058" y="1431912"/>
              <a:ext cx="2412" cy="2946"/>
            </a:xfrm>
            <a:prstGeom prst="rect">
              <a:avLst/>
            </a:prstGeom>
            <a:noFill/>
            <a:ln>
              <a:noFill/>
            </a:ln>
          </p:spPr>
        </p:pic>
        <p:pic>
          <p:nvPicPr>
            <p:cNvPr id="106" name="Google Shape;1340;p8"/>
            <p:cNvPicPr preferRelativeResize="0"/>
            <p:nvPr/>
          </p:nvPicPr>
          <p:blipFill rotWithShape="1">
            <a:blip r:embed="rId21">
              <a:alphaModFix/>
            </a:blip>
            <a:srcRect/>
            <a:stretch/>
          </p:blipFill>
          <p:spPr>
            <a:xfrm>
              <a:off x="15675229" y="1439290"/>
              <a:ext cx="4826" cy="4927"/>
            </a:xfrm>
            <a:prstGeom prst="rect">
              <a:avLst/>
            </a:prstGeom>
            <a:noFill/>
            <a:ln>
              <a:noFill/>
            </a:ln>
          </p:spPr>
        </p:pic>
        <p:pic>
          <p:nvPicPr>
            <p:cNvPr id="107" name="Google Shape;1341;p8"/>
            <p:cNvPicPr preferRelativeResize="0"/>
            <p:nvPr/>
          </p:nvPicPr>
          <p:blipFill rotWithShape="1">
            <a:blip r:embed="rId31">
              <a:alphaModFix/>
            </a:blip>
            <a:srcRect/>
            <a:stretch/>
          </p:blipFill>
          <p:spPr>
            <a:xfrm>
              <a:off x="15721076" y="1371777"/>
              <a:ext cx="13462" cy="20748"/>
            </a:xfrm>
            <a:prstGeom prst="rect">
              <a:avLst/>
            </a:prstGeom>
            <a:noFill/>
            <a:ln>
              <a:noFill/>
            </a:ln>
          </p:spPr>
        </p:pic>
        <p:pic>
          <p:nvPicPr>
            <p:cNvPr id="108" name="Google Shape;1342;p8"/>
            <p:cNvPicPr preferRelativeResize="0"/>
            <p:nvPr/>
          </p:nvPicPr>
          <p:blipFill rotWithShape="1">
            <a:blip r:embed="rId30">
              <a:alphaModFix/>
            </a:blip>
            <a:srcRect/>
            <a:stretch/>
          </p:blipFill>
          <p:spPr>
            <a:xfrm>
              <a:off x="15649829" y="1507413"/>
              <a:ext cx="380" cy="431"/>
            </a:xfrm>
            <a:prstGeom prst="rect">
              <a:avLst/>
            </a:prstGeom>
            <a:noFill/>
            <a:ln>
              <a:noFill/>
            </a:ln>
          </p:spPr>
        </p:pic>
        <p:pic>
          <p:nvPicPr>
            <p:cNvPr id="109" name="Google Shape;1343;p8"/>
            <p:cNvPicPr preferRelativeResize="0"/>
            <p:nvPr/>
          </p:nvPicPr>
          <p:blipFill rotWithShape="1">
            <a:blip r:embed="rId57">
              <a:alphaModFix/>
            </a:blip>
            <a:srcRect/>
            <a:stretch/>
          </p:blipFill>
          <p:spPr>
            <a:xfrm>
              <a:off x="15643097" y="1430008"/>
              <a:ext cx="72643" cy="68173"/>
            </a:xfrm>
            <a:prstGeom prst="rect">
              <a:avLst/>
            </a:prstGeom>
            <a:noFill/>
            <a:ln>
              <a:noFill/>
            </a:ln>
          </p:spPr>
        </p:pic>
        <p:pic>
          <p:nvPicPr>
            <p:cNvPr id="110" name="Google Shape;1344;p8"/>
            <p:cNvPicPr preferRelativeResize="0"/>
            <p:nvPr/>
          </p:nvPicPr>
          <p:blipFill rotWithShape="1">
            <a:blip r:embed="rId58">
              <a:alphaModFix/>
            </a:blip>
            <a:srcRect/>
            <a:stretch/>
          </p:blipFill>
          <p:spPr>
            <a:xfrm>
              <a:off x="15646147" y="1421586"/>
              <a:ext cx="64895" cy="73330"/>
            </a:xfrm>
            <a:prstGeom prst="rect">
              <a:avLst/>
            </a:prstGeom>
            <a:noFill/>
            <a:ln>
              <a:noFill/>
            </a:ln>
          </p:spPr>
        </p:pic>
        <p:pic>
          <p:nvPicPr>
            <p:cNvPr id="111" name="Google Shape;1345;p8"/>
            <p:cNvPicPr preferRelativeResize="0"/>
            <p:nvPr/>
          </p:nvPicPr>
          <p:blipFill rotWithShape="1">
            <a:blip r:embed="rId21">
              <a:alphaModFix/>
            </a:blip>
            <a:srcRect/>
            <a:stretch/>
          </p:blipFill>
          <p:spPr>
            <a:xfrm>
              <a:off x="15847440" y="1259954"/>
              <a:ext cx="507" cy="431"/>
            </a:xfrm>
            <a:prstGeom prst="rect">
              <a:avLst/>
            </a:prstGeom>
            <a:noFill/>
            <a:ln>
              <a:noFill/>
            </a:ln>
          </p:spPr>
        </p:pic>
        <p:pic>
          <p:nvPicPr>
            <p:cNvPr id="112" name="Google Shape;1346;p8"/>
            <p:cNvPicPr preferRelativeResize="0"/>
            <p:nvPr/>
          </p:nvPicPr>
          <p:blipFill rotWithShape="1">
            <a:blip r:embed="rId59">
              <a:alphaModFix/>
            </a:blip>
            <a:srcRect/>
            <a:stretch/>
          </p:blipFill>
          <p:spPr>
            <a:xfrm>
              <a:off x="15862679" y="1222285"/>
              <a:ext cx="26417" cy="27127"/>
            </a:xfrm>
            <a:prstGeom prst="rect">
              <a:avLst/>
            </a:prstGeom>
            <a:noFill/>
            <a:ln>
              <a:noFill/>
            </a:ln>
          </p:spPr>
        </p:pic>
        <p:pic>
          <p:nvPicPr>
            <p:cNvPr id="113" name="Google Shape;1347;p8"/>
            <p:cNvPicPr preferRelativeResize="0"/>
            <p:nvPr/>
          </p:nvPicPr>
          <p:blipFill rotWithShape="1">
            <a:blip r:embed="rId39">
              <a:alphaModFix/>
            </a:blip>
            <a:srcRect/>
            <a:stretch/>
          </p:blipFill>
          <p:spPr>
            <a:xfrm>
              <a:off x="15671037" y="1452867"/>
              <a:ext cx="13716" cy="10439"/>
            </a:xfrm>
            <a:prstGeom prst="rect">
              <a:avLst/>
            </a:prstGeom>
            <a:noFill/>
            <a:ln>
              <a:noFill/>
            </a:ln>
          </p:spPr>
        </p:pic>
        <p:pic>
          <p:nvPicPr>
            <p:cNvPr id="114" name="Google Shape;1348;p8"/>
            <p:cNvPicPr preferRelativeResize="0"/>
            <p:nvPr/>
          </p:nvPicPr>
          <p:blipFill rotWithShape="1">
            <a:blip r:embed="rId21">
              <a:alphaModFix/>
            </a:blip>
            <a:srcRect/>
            <a:stretch/>
          </p:blipFill>
          <p:spPr>
            <a:xfrm>
              <a:off x="15720694" y="1412227"/>
              <a:ext cx="380" cy="406"/>
            </a:xfrm>
            <a:prstGeom prst="rect">
              <a:avLst/>
            </a:prstGeom>
            <a:noFill/>
            <a:ln>
              <a:noFill/>
            </a:ln>
          </p:spPr>
        </p:pic>
        <p:pic>
          <p:nvPicPr>
            <p:cNvPr id="115" name="Google Shape;1349;p8"/>
            <p:cNvPicPr preferRelativeResize="0"/>
            <p:nvPr/>
          </p:nvPicPr>
          <p:blipFill rotWithShape="1">
            <a:blip r:embed="rId39">
              <a:alphaModFix/>
            </a:blip>
            <a:srcRect/>
            <a:stretch/>
          </p:blipFill>
          <p:spPr>
            <a:xfrm>
              <a:off x="15703041" y="1453451"/>
              <a:ext cx="6813" cy="8280"/>
            </a:xfrm>
            <a:prstGeom prst="rect">
              <a:avLst/>
            </a:prstGeom>
            <a:noFill/>
            <a:ln>
              <a:noFill/>
            </a:ln>
          </p:spPr>
        </p:pic>
        <p:pic>
          <p:nvPicPr>
            <p:cNvPr id="116" name="Google Shape;1350;p8"/>
            <p:cNvPicPr preferRelativeResize="0"/>
            <p:nvPr/>
          </p:nvPicPr>
          <p:blipFill rotWithShape="1">
            <a:blip r:embed="rId21">
              <a:alphaModFix/>
            </a:blip>
            <a:srcRect/>
            <a:stretch/>
          </p:blipFill>
          <p:spPr>
            <a:xfrm>
              <a:off x="15743428" y="1388706"/>
              <a:ext cx="1779" cy="1498"/>
            </a:xfrm>
            <a:prstGeom prst="rect">
              <a:avLst/>
            </a:prstGeom>
            <a:noFill/>
            <a:ln>
              <a:noFill/>
            </a:ln>
          </p:spPr>
        </p:pic>
        <p:pic>
          <p:nvPicPr>
            <p:cNvPr id="117" name="Google Shape;1351;p8"/>
            <p:cNvPicPr preferRelativeResize="0"/>
            <p:nvPr/>
          </p:nvPicPr>
          <p:blipFill rotWithShape="1">
            <a:blip r:embed="rId21">
              <a:alphaModFix/>
            </a:blip>
            <a:srcRect/>
            <a:stretch/>
          </p:blipFill>
          <p:spPr>
            <a:xfrm>
              <a:off x="15921353" y="1232230"/>
              <a:ext cx="253" cy="241"/>
            </a:xfrm>
            <a:prstGeom prst="rect">
              <a:avLst/>
            </a:prstGeom>
            <a:noFill/>
            <a:ln>
              <a:noFill/>
            </a:ln>
          </p:spPr>
        </p:pic>
      </p:grpSp>
      <p:pic>
        <p:nvPicPr>
          <p:cNvPr id="118"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rotWithShape="1">
          <a:blip r:embed="rId60">
            <a:extLst>
              <a:ext uri="{28A0092B-C50C-407E-A947-70E740481C1C}">
                <a14:useLocalDpi xmlns:a14="http://schemas.microsoft.com/office/drawing/2010/main" val="0"/>
              </a:ext>
            </a:extLst>
          </a:blip>
          <a:srcRect b="77211"/>
          <a:stretch/>
        </p:blipFill>
        <p:spPr bwMode="auto">
          <a:xfrm rot="5400000">
            <a:off x="8450383" y="3074090"/>
            <a:ext cx="6733736" cy="7494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pic>
        <p:nvPicPr>
          <p:cNvPr id="700" name="Google Shape;700;p45"/>
          <p:cNvPicPr preferRelativeResize="0"/>
          <p:nvPr/>
        </p:nvPicPr>
        <p:blipFill rotWithShape="1">
          <a:blip r:embed="rId3">
            <a:alphaModFix/>
          </a:blip>
          <a:srcRect/>
          <a:stretch/>
        </p:blipFill>
        <p:spPr>
          <a:xfrm>
            <a:off x="971760" y="784115"/>
            <a:ext cx="10298741" cy="5790215"/>
          </a:xfrm>
          <a:prstGeom prst="rect">
            <a:avLst/>
          </a:prstGeom>
          <a:noFill/>
          <a:ln>
            <a:noFill/>
          </a:ln>
          <a:effectLst>
            <a:outerShdw blurRad="101600" dist="50800" sx="101000" sy="101000" algn="ctr" rotWithShape="0">
              <a:srgbClr val="7F7F7F">
                <a:alpha val="20000"/>
              </a:srgbClr>
            </a:outerShdw>
          </a:effectLst>
        </p:spPr>
      </p:pic>
      <p:sp>
        <p:nvSpPr>
          <p:cNvPr id="701" name="Google Shape;701;p45"/>
          <p:cNvSpPr/>
          <p:nvPr/>
        </p:nvSpPr>
        <p:spPr>
          <a:xfrm>
            <a:off x="4358639" y="2947594"/>
            <a:ext cx="3343835" cy="1376979"/>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02" name="Google Shape;702;p45">
            <a:hlinkClick r:id="rId4"/>
          </p:cNvPr>
          <p:cNvPicPr preferRelativeResize="0"/>
          <p:nvPr/>
        </p:nvPicPr>
        <p:blipFill rotWithShape="1">
          <a:blip r:embed="rId5">
            <a:alphaModFix/>
          </a:blip>
          <a:srcRect/>
          <a:stretch/>
        </p:blipFill>
        <p:spPr>
          <a:xfrm>
            <a:off x="7175632" y="3980992"/>
            <a:ext cx="526842" cy="526842"/>
          </a:xfrm>
          <a:prstGeom prst="rect">
            <a:avLst/>
          </a:prstGeom>
          <a:noFill/>
          <a:ln>
            <a:noFill/>
          </a:ln>
        </p:spPr>
      </p:pic>
      <p:sp>
        <p:nvSpPr>
          <p:cNvPr id="703" name="Google Shape;703;p45"/>
          <p:cNvSpPr/>
          <p:nvPr/>
        </p:nvSpPr>
        <p:spPr>
          <a:xfrm>
            <a:off x="6578762" y="5006969"/>
            <a:ext cx="4523129" cy="1567361"/>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2000" b="0" i="0" u="none" strike="noStrike" cap="none" dirty="0">
                <a:solidFill>
                  <a:schemeClr val="lt1"/>
                </a:solidFill>
                <a:latin typeface="Gotham Rounded" pitchFamily="50" charset="0"/>
                <a:ea typeface="Tahoma"/>
                <a:cs typeface="Tahoma"/>
                <a:sym typeface="Tahoma"/>
              </a:rPr>
              <a:t>Recomendamos seleccionar todos los casilleros</a:t>
            </a:r>
            <a:endParaRPr sz="2000" b="0" i="1" u="none" strike="noStrike" cap="none" dirty="0">
              <a:solidFill>
                <a:srgbClr val="4A7B8B"/>
              </a:solidFill>
              <a:latin typeface="Gotham Rounded" pitchFamily="50" charset="0"/>
              <a:ea typeface="Tahoma"/>
              <a:cs typeface="Tahoma"/>
              <a:sym typeface="Tahoma"/>
            </a:endParaRPr>
          </a:p>
        </p:txBody>
      </p:sp>
      <p:pic>
        <p:nvPicPr>
          <p:cNvPr id="6"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rotWithShape="1">
          <a:blip r:embed="rId6">
            <a:extLst>
              <a:ext uri="{28A0092B-C50C-407E-A947-70E740481C1C}">
                <a14:useLocalDpi xmlns:a14="http://schemas.microsoft.com/office/drawing/2010/main" val="0"/>
              </a:ext>
            </a:extLst>
          </a:blip>
          <a:srcRect b="77211"/>
          <a:stretch/>
        </p:blipFill>
        <p:spPr bwMode="auto">
          <a:xfrm rot="5400000">
            <a:off x="8450383" y="3074090"/>
            <a:ext cx="6733736" cy="749498"/>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oogle Shape;1238;p8"/>
          <p:cNvGrpSpPr/>
          <p:nvPr/>
        </p:nvGrpSpPr>
        <p:grpSpPr>
          <a:xfrm>
            <a:off x="126679" y="152310"/>
            <a:ext cx="1414810" cy="548223"/>
            <a:chOff x="14201902" y="621652"/>
            <a:chExt cx="2318892" cy="951953"/>
          </a:xfrm>
        </p:grpSpPr>
        <p:pic>
          <p:nvPicPr>
            <p:cNvPr id="8" name="Google Shape;1240;p8"/>
            <p:cNvPicPr preferRelativeResize="0"/>
            <p:nvPr/>
          </p:nvPicPr>
          <p:blipFill rotWithShape="1">
            <a:blip r:embed="rId7">
              <a:alphaModFix/>
            </a:blip>
            <a:srcRect/>
            <a:stretch/>
          </p:blipFill>
          <p:spPr>
            <a:xfrm>
              <a:off x="14496301" y="621652"/>
              <a:ext cx="381832" cy="226865"/>
            </a:xfrm>
            <a:prstGeom prst="rect">
              <a:avLst/>
            </a:prstGeom>
            <a:noFill/>
            <a:ln>
              <a:noFill/>
            </a:ln>
          </p:spPr>
        </p:pic>
        <p:sp>
          <p:nvSpPr>
            <p:cNvPr id="9" name="Google Shape;1241;p8"/>
            <p:cNvSpPr/>
            <p:nvPr/>
          </p:nvSpPr>
          <p:spPr>
            <a:xfrm>
              <a:off x="14410042" y="884923"/>
              <a:ext cx="289560" cy="247650"/>
            </a:xfrm>
            <a:custGeom>
              <a:avLst/>
              <a:gdLst/>
              <a:ahLst/>
              <a:cxnLst/>
              <a:rect l="l" t="t" r="r" b="b"/>
              <a:pathLst>
                <a:path w="289559" h="247650" extrusionOk="0">
                  <a:moveTo>
                    <a:pt x="255943" y="0"/>
                  </a:moveTo>
                  <a:lnTo>
                    <a:pt x="240766" y="0"/>
                  </a:lnTo>
                  <a:lnTo>
                    <a:pt x="236550" y="2806"/>
                  </a:lnTo>
                  <a:lnTo>
                    <a:pt x="144741" y="191325"/>
                  </a:lnTo>
                  <a:lnTo>
                    <a:pt x="52603" y="2806"/>
                  </a:lnTo>
                  <a:lnTo>
                    <a:pt x="48374" y="0"/>
                  </a:lnTo>
                  <a:lnTo>
                    <a:pt x="33197" y="0"/>
                  </a:lnTo>
                  <a:lnTo>
                    <a:pt x="28257" y="5981"/>
                  </a:lnTo>
                  <a:lnTo>
                    <a:pt x="0" y="240411"/>
                  </a:lnTo>
                  <a:lnTo>
                    <a:pt x="4216" y="246062"/>
                  </a:lnTo>
                  <a:lnTo>
                    <a:pt x="17297" y="247472"/>
                  </a:lnTo>
                  <a:lnTo>
                    <a:pt x="22580" y="242887"/>
                  </a:lnTo>
                  <a:lnTo>
                    <a:pt x="46964" y="43421"/>
                  </a:lnTo>
                  <a:lnTo>
                    <a:pt x="129209" y="210045"/>
                  </a:lnTo>
                  <a:lnTo>
                    <a:pt x="131673" y="215353"/>
                  </a:lnTo>
                  <a:lnTo>
                    <a:pt x="136283" y="222402"/>
                  </a:lnTo>
                  <a:lnTo>
                    <a:pt x="153212" y="222402"/>
                  </a:lnTo>
                  <a:lnTo>
                    <a:pt x="157810" y="215353"/>
                  </a:lnTo>
                  <a:lnTo>
                    <a:pt x="242176" y="43421"/>
                  </a:lnTo>
                  <a:lnTo>
                    <a:pt x="266522" y="242887"/>
                  </a:lnTo>
                  <a:lnTo>
                    <a:pt x="271843" y="247472"/>
                  </a:lnTo>
                  <a:lnTo>
                    <a:pt x="284899" y="246062"/>
                  </a:lnTo>
                  <a:lnTo>
                    <a:pt x="289128" y="240411"/>
                  </a:lnTo>
                  <a:lnTo>
                    <a:pt x="288429" y="233705"/>
                  </a:lnTo>
                  <a:lnTo>
                    <a:pt x="260896" y="5981"/>
                  </a:lnTo>
                  <a:lnTo>
                    <a:pt x="255943"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0" name="Google Shape;1242;p8"/>
            <p:cNvPicPr preferRelativeResize="0"/>
            <p:nvPr/>
          </p:nvPicPr>
          <p:blipFill rotWithShape="1">
            <a:blip r:embed="rId8">
              <a:alphaModFix/>
            </a:blip>
            <a:srcRect/>
            <a:stretch/>
          </p:blipFill>
          <p:spPr>
            <a:xfrm>
              <a:off x="14755824" y="884923"/>
              <a:ext cx="172262" cy="248538"/>
            </a:xfrm>
            <a:prstGeom prst="rect">
              <a:avLst/>
            </a:prstGeom>
            <a:noFill/>
            <a:ln>
              <a:noFill/>
            </a:ln>
          </p:spPr>
        </p:pic>
        <p:pic>
          <p:nvPicPr>
            <p:cNvPr id="11" name="Google Shape;1243;p8"/>
            <p:cNvPicPr preferRelativeResize="0"/>
            <p:nvPr/>
          </p:nvPicPr>
          <p:blipFill rotWithShape="1">
            <a:blip r:embed="rId9">
              <a:alphaModFix/>
            </a:blip>
            <a:srcRect/>
            <a:stretch/>
          </p:blipFill>
          <p:spPr>
            <a:xfrm>
              <a:off x="14995360" y="884910"/>
              <a:ext cx="296633" cy="246773"/>
            </a:xfrm>
            <a:prstGeom prst="rect">
              <a:avLst/>
            </a:prstGeom>
            <a:noFill/>
            <a:ln>
              <a:noFill/>
            </a:ln>
          </p:spPr>
        </p:pic>
        <p:sp>
          <p:nvSpPr>
            <p:cNvPr id="12" name="Google Shape;1244;p8"/>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3" name="Google Shape;1245;p8"/>
            <p:cNvPicPr preferRelativeResize="0"/>
            <p:nvPr/>
          </p:nvPicPr>
          <p:blipFill rotWithShape="1">
            <a:blip r:embed="rId10">
              <a:alphaModFix/>
            </a:blip>
            <a:srcRect/>
            <a:stretch/>
          </p:blipFill>
          <p:spPr>
            <a:xfrm>
              <a:off x="15426016" y="886663"/>
              <a:ext cx="163791" cy="245021"/>
            </a:xfrm>
            <a:prstGeom prst="rect">
              <a:avLst/>
            </a:prstGeom>
            <a:noFill/>
            <a:ln>
              <a:noFill/>
            </a:ln>
          </p:spPr>
        </p:pic>
        <p:pic>
          <p:nvPicPr>
            <p:cNvPr id="14" name="Google Shape;1246;p8"/>
            <p:cNvPicPr preferRelativeResize="0"/>
            <p:nvPr/>
          </p:nvPicPr>
          <p:blipFill rotWithShape="1">
            <a:blip r:embed="rId11">
              <a:alphaModFix/>
            </a:blip>
            <a:srcRect/>
            <a:stretch/>
          </p:blipFill>
          <p:spPr>
            <a:xfrm>
              <a:off x="15638234" y="884910"/>
              <a:ext cx="128130" cy="245008"/>
            </a:xfrm>
            <a:prstGeom prst="rect">
              <a:avLst/>
            </a:prstGeom>
            <a:noFill/>
            <a:ln>
              <a:noFill/>
            </a:ln>
          </p:spPr>
        </p:pic>
        <p:sp>
          <p:nvSpPr>
            <p:cNvPr id="15" name="Google Shape;1247;p8"/>
            <p:cNvSpPr/>
            <p:nvPr/>
          </p:nvSpPr>
          <p:spPr>
            <a:xfrm>
              <a:off x="15807512" y="884923"/>
              <a:ext cx="23495" cy="247015"/>
            </a:xfrm>
            <a:custGeom>
              <a:avLst/>
              <a:gdLst/>
              <a:ahLst/>
              <a:cxnLst/>
              <a:rect l="l" t="t" r="r" b="b"/>
              <a:pathLst>
                <a:path w="23494" h="247015" extrusionOk="0">
                  <a:moveTo>
                    <a:pt x="18338" y="0"/>
                  </a:moveTo>
                  <a:lnTo>
                    <a:pt x="4927" y="0"/>
                  </a:lnTo>
                  <a:lnTo>
                    <a:pt x="0" y="5283"/>
                  </a:lnTo>
                  <a:lnTo>
                    <a:pt x="0" y="241452"/>
                  </a:lnTo>
                  <a:lnTo>
                    <a:pt x="4927"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6" name="Google Shape;1248;p8"/>
            <p:cNvPicPr preferRelativeResize="0"/>
            <p:nvPr/>
          </p:nvPicPr>
          <p:blipFill rotWithShape="1">
            <a:blip r:embed="rId12">
              <a:alphaModFix/>
            </a:blip>
            <a:srcRect/>
            <a:stretch/>
          </p:blipFill>
          <p:spPr>
            <a:xfrm>
              <a:off x="15884842" y="883856"/>
              <a:ext cx="424116" cy="249605"/>
            </a:xfrm>
            <a:prstGeom prst="rect">
              <a:avLst/>
            </a:prstGeom>
            <a:noFill/>
            <a:ln>
              <a:noFill/>
            </a:ln>
          </p:spPr>
        </p:pic>
        <p:sp>
          <p:nvSpPr>
            <p:cNvPr id="17" name="Google Shape;1249;p8"/>
            <p:cNvSpPr/>
            <p:nvPr/>
          </p:nvSpPr>
          <p:spPr>
            <a:xfrm>
              <a:off x="1506874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66" y="40652"/>
                  </a:lnTo>
                  <a:lnTo>
                    <a:pt x="26466" y="125488"/>
                  </a:lnTo>
                  <a:lnTo>
                    <a:pt x="26114" y="133764"/>
                  </a:lnTo>
                  <a:lnTo>
                    <a:pt x="23985" y="141384"/>
                  </a:lnTo>
                  <a:lnTo>
                    <a:pt x="18896" y="146968"/>
                  </a:lnTo>
                  <a:lnTo>
                    <a:pt x="9664" y="149136"/>
                  </a:lnTo>
                  <a:lnTo>
                    <a:pt x="2628" y="149136"/>
                  </a:lnTo>
                  <a:lnTo>
                    <a:pt x="0" y="151599"/>
                  </a:lnTo>
                  <a:lnTo>
                    <a:pt x="0" y="157911"/>
                  </a:lnTo>
                  <a:lnTo>
                    <a:pt x="2628" y="160350"/>
                  </a:lnTo>
                  <a:lnTo>
                    <a:pt x="9664" y="160350"/>
                  </a:lnTo>
                  <a:lnTo>
                    <a:pt x="23186" y="157662"/>
                  </a:lnTo>
                  <a:lnTo>
                    <a:pt x="31934" y="150277"/>
                  </a:lnTo>
                  <a:lnTo>
                    <a:pt x="36643"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8" name="Google Shape;1250;p8"/>
            <p:cNvPicPr preferRelativeResize="0"/>
            <p:nvPr/>
          </p:nvPicPr>
          <p:blipFill rotWithShape="1">
            <a:blip r:embed="rId13">
              <a:alphaModFix/>
            </a:blip>
            <a:srcRect/>
            <a:stretch/>
          </p:blipFill>
          <p:spPr>
            <a:xfrm>
              <a:off x="15129420" y="1280883"/>
              <a:ext cx="267157" cy="122516"/>
            </a:xfrm>
            <a:prstGeom prst="rect">
              <a:avLst/>
            </a:prstGeom>
            <a:noFill/>
            <a:ln>
              <a:noFill/>
            </a:ln>
          </p:spPr>
        </p:pic>
        <p:pic>
          <p:nvPicPr>
            <p:cNvPr id="19" name="Google Shape;1251;p8"/>
            <p:cNvPicPr preferRelativeResize="0"/>
            <p:nvPr/>
          </p:nvPicPr>
          <p:blipFill rotWithShape="1">
            <a:blip r:embed="rId14">
              <a:alphaModFix/>
            </a:blip>
            <a:srcRect/>
            <a:stretch/>
          </p:blipFill>
          <p:spPr>
            <a:xfrm>
              <a:off x="15417545" y="1318018"/>
              <a:ext cx="70269" cy="84480"/>
            </a:xfrm>
            <a:prstGeom prst="rect">
              <a:avLst/>
            </a:prstGeom>
            <a:noFill/>
            <a:ln>
              <a:noFill/>
            </a:ln>
          </p:spPr>
        </p:pic>
        <p:pic>
          <p:nvPicPr>
            <p:cNvPr id="20" name="Google Shape;1252;p8"/>
            <p:cNvPicPr preferRelativeResize="0"/>
            <p:nvPr/>
          </p:nvPicPr>
          <p:blipFill rotWithShape="1">
            <a:blip r:embed="rId15">
              <a:alphaModFix/>
            </a:blip>
            <a:srcRect/>
            <a:stretch/>
          </p:blipFill>
          <p:spPr>
            <a:xfrm>
              <a:off x="15509772" y="1318018"/>
              <a:ext cx="154457" cy="85382"/>
            </a:xfrm>
            <a:prstGeom prst="rect">
              <a:avLst/>
            </a:prstGeom>
            <a:noFill/>
            <a:ln>
              <a:noFill/>
            </a:ln>
          </p:spPr>
        </p:pic>
        <p:sp>
          <p:nvSpPr>
            <p:cNvPr id="21" name="Google Shape;1253;p8"/>
            <p:cNvSpPr/>
            <p:nvPr/>
          </p:nvSpPr>
          <p:spPr>
            <a:xfrm>
              <a:off x="1591545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43" y="38023"/>
                  </a:lnTo>
                  <a:lnTo>
                    <a:pt x="26479" y="40652"/>
                  </a:lnTo>
                  <a:lnTo>
                    <a:pt x="26479" y="125488"/>
                  </a:lnTo>
                  <a:lnTo>
                    <a:pt x="26119" y="133764"/>
                  </a:lnTo>
                  <a:lnTo>
                    <a:pt x="23983" y="141384"/>
                  </a:lnTo>
                  <a:lnTo>
                    <a:pt x="18885" y="146968"/>
                  </a:lnTo>
                  <a:lnTo>
                    <a:pt x="9639" y="149136"/>
                  </a:lnTo>
                  <a:lnTo>
                    <a:pt x="2628" y="149136"/>
                  </a:lnTo>
                  <a:lnTo>
                    <a:pt x="0" y="151599"/>
                  </a:lnTo>
                  <a:lnTo>
                    <a:pt x="0" y="157911"/>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2" name="Google Shape;1254;p8"/>
            <p:cNvPicPr preferRelativeResize="0"/>
            <p:nvPr/>
          </p:nvPicPr>
          <p:blipFill rotWithShape="1">
            <a:blip r:embed="rId16">
              <a:alphaModFix/>
            </a:blip>
            <a:srcRect/>
            <a:stretch/>
          </p:blipFill>
          <p:spPr>
            <a:xfrm>
              <a:off x="15976003" y="1280883"/>
              <a:ext cx="267157" cy="122516"/>
            </a:xfrm>
            <a:prstGeom prst="rect">
              <a:avLst/>
            </a:prstGeom>
            <a:noFill/>
            <a:ln>
              <a:noFill/>
            </a:ln>
          </p:spPr>
        </p:pic>
        <p:pic>
          <p:nvPicPr>
            <p:cNvPr id="23" name="Google Shape;1255;p8"/>
            <p:cNvPicPr preferRelativeResize="0"/>
            <p:nvPr/>
          </p:nvPicPr>
          <p:blipFill rotWithShape="1">
            <a:blip r:embed="rId17">
              <a:alphaModFix/>
            </a:blip>
            <a:srcRect/>
            <a:stretch/>
          </p:blipFill>
          <p:spPr>
            <a:xfrm>
              <a:off x="16264228" y="1318018"/>
              <a:ext cx="70294" cy="84480"/>
            </a:xfrm>
            <a:prstGeom prst="rect">
              <a:avLst/>
            </a:prstGeom>
            <a:noFill/>
            <a:ln>
              <a:noFill/>
            </a:ln>
          </p:spPr>
        </p:pic>
        <p:pic>
          <p:nvPicPr>
            <p:cNvPr id="24" name="Google Shape;1256;p8"/>
            <p:cNvPicPr preferRelativeResize="0"/>
            <p:nvPr/>
          </p:nvPicPr>
          <p:blipFill rotWithShape="1">
            <a:blip r:embed="rId18">
              <a:alphaModFix/>
            </a:blip>
            <a:srcRect/>
            <a:stretch/>
          </p:blipFill>
          <p:spPr>
            <a:xfrm>
              <a:off x="16356482" y="1318018"/>
              <a:ext cx="154457" cy="85382"/>
            </a:xfrm>
            <a:prstGeom prst="rect">
              <a:avLst/>
            </a:prstGeom>
            <a:noFill/>
            <a:ln>
              <a:noFill/>
            </a:ln>
          </p:spPr>
        </p:pic>
        <p:pic>
          <p:nvPicPr>
            <p:cNvPr id="25" name="Google Shape;1257;p8"/>
            <p:cNvPicPr preferRelativeResize="0"/>
            <p:nvPr/>
          </p:nvPicPr>
          <p:blipFill rotWithShape="1">
            <a:blip r:embed="rId19">
              <a:alphaModFix/>
            </a:blip>
            <a:srcRect/>
            <a:stretch/>
          </p:blipFill>
          <p:spPr>
            <a:xfrm>
              <a:off x="14201902" y="762152"/>
              <a:ext cx="2318892" cy="491782"/>
            </a:xfrm>
            <a:prstGeom prst="rect">
              <a:avLst/>
            </a:prstGeom>
            <a:noFill/>
            <a:ln>
              <a:noFill/>
            </a:ln>
          </p:spPr>
        </p:pic>
        <p:pic>
          <p:nvPicPr>
            <p:cNvPr id="26" name="Google Shape;1258;p8"/>
            <p:cNvPicPr preferRelativeResize="0"/>
            <p:nvPr/>
          </p:nvPicPr>
          <p:blipFill rotWithShape="1">
            <a:blip r:embed="rId20">
              <a:alphaModFix/>
            </a:blip>
            <a:srcRect/>
            <a:stretch/>
          </p:blipFill>
          <p:spPr>
            <a:xfrm>
              <a:off x="15628112" y="1170902"/>
              <a:ext cx="343027" cy="402703"/>
            </a:xfrm>
            <a:prstGeom prst="rect">
              <a:avLst/>
            </a:prstGeom>
            <a:noFill/>
            <a:ln>
              <a:noFill/>
            </a:ln>
          </p:spPr>
        </p:pic>
        <p:pic>
          <p:nvPicPr>
            <p:cNvPr id="27" name="Google Shape;1259;p8"/>
            <p:cNvPicPr preferRelativeResize="0"/>
            <p:nvPr/>
          </p:nvPicPr>
          <p:blipFill rotWithShape="1">
            <a:blip r:embed="rId21">
              <a:alphaModFix/>
            </a:blip>
            <a:srcRect/>
            <a:stretch/>
          </p:blipFill>
          <p:spPr>
            <a:xfrm>
              <a:off x="15688054" y="1399069"/>
              <a:ext cx="75693" cy="71500"/>
            </a:xfrm>
            <a:prstGeom prst="rect">
              <a:avLst/>
            </a:prstGeom>
            <a:noFill/>
            <a:ln>
              <a:noFill/>
            </a:ln>
          </p:spPr>
        </p:pic>
        <p:pic>
          <p:nvPicPr>
            <p:cNvPr id="28" name="Google Shape;1260;p8"/>
            <p:cNvPicPr preferRelativeResize="0"/>
            <p:nvPr/>
          </p:nvPicPr>
          <p:blipFill rotWithShape="1">
            <a:blip r:embed="rId22">
              <a:alphaModFix/>
            </a:blip>
            <a:srcRect/>
            <a:stretch/>
          </p:blipFill>
          <p:spPr>
            <a:xfrm>
              <a:off x="15685006" y="1433904"/>
              <a:ext cx="365" cy="357"/>
            </a:xfrm>
            <a:prstGeom prst="rect">
              <a:avLst/>
            </a:prstGeom>
            <a:noFill/>
            <a:ln>
              <a:noFill/>
            </a:ln>
          </p:spPr>
        </p:pic>
        <p:pic>
          <p:nvPicPr>
            <p:cNvPr id="29" name="Google Shape;1261;p8"/>
            <p:cNvPicPr preferRelativeResize="0"/>
            <p:nvPr/>
          </p:nvPicPr>
          <p:blipFill rotWithShape="1">
            <a:blip r:embed="rId23">
              <a:alphaModFix/>
            </a:blip>
            <a:srcRect/>
            <a:stretch/>
          </p:blipFill>
          <p:spPr>
            <a:xfrm>
              <a:off x="15609698" y="1489519"/>
              <a:ext cx="39623" cy="43522"/>
            </a:xfrm>
            <a:prstGeom prst="rect">
              <a:avLst/>
            </a:prstGeom>
            <a:noFill/>
            <a:ln>
              <a:noFill/>
            </a:ln>
          </p:spPr>
        </p:pic>
        <p:pic>
          <p:nvPicPr>
            <p:cNvPr id="30" name="Google Shape;1262;p8"/>
            <p:cNvPicPr preferRelativeResize="0"/>
            <p:nvPr/>
          </p:nvPicPr>
          <p:blipFill rotWithShape="1">
            <a:blip r:embed="rId24">
              <a:alphaModFix/>
            </a:blip>
            <a:srcRect/>
            <a:stretch/>
          </p:blipFill>
          <p:spPr>
            <a:xfrm>
              <a:off x="15665195" y="1482038"/>
              <a:ext cx="12445" cy="15214"/>
            </a:xfrm>
            <a:prstGeom prst="rect">
              <a:avLst/>
            </a:prstGeom>
            <a:noFill/>
            <a:ln>
              <a:noFill/>
            </a:ln>
          </p:spPr>
        </p:pic>
        <p:pic>
          <p:nvPicPr>
            <p:cNvPr id="31" name="Google Shape;1263;p8"/>
            <p:cNvPicPr preferRelativeResize="0"/>
            <p:nvPr/>
          </p:nvPicPr>
          <p:blipFill rotWithShape="1">
            <a:blip r:embed="rId24">
              <a:alphaModFix/>
            </a:blip>
            <a:srcRect/>
            <a:stretch/>
          </p:blipFill>
          <p:spPr>
            <a:xfrm>
              <a:off x="15665831" y="1458128"/>
              <a:ext cx="11683" cy="14601"/>
            </a:xfrm>
            <a:prstGeom prst="rect">
              <a:avLst/>
            </a:prstGeom>
            <a:noFill/>
            <a:ln>
              <a:noFill/>
            </a:ln>
          </p:spPr>
        </p:pic>
        <p:pic>
          <p:nvPicPr>
            <p:cNvPr id="32" name="Google Shape;1264;p8"/>
            <p:cNvPicPr preferRelativeResize="0"/>
            <p:nvPr/>
          </p:nvPicPr>
          <p:blipFill rotWithShape="1">
            <a:blip r:embed="rId25">
              <a:alphaModFix/>
            </a:blip>
            <a:srcRect/>
            <a:stretch/>
          </p:blipFill>
          <p:spPr>
            <a:xfrm>
              <a:off x="15824835" y="1228966"/>
              <a:ext cx="64007" cy="65811"/>
            </a:xfrm>
            <a:prstGeom prst="rect">
              <a:avLst/>
            </a:prstGeom>
            <a:noFill/>
            <a:ln>
              <a:noFill/>
            </a:ln>
          </p:spPr>
        </p:pic>
        <p:pic>
          <p:nvPicPr>
            <p:cNvPr id="33" name="Google Shape;1265;p8"/>
            <p:cNvPicPr preferRelativeResize="0"/>
            <p:nvPr/>
          </p:nvPicPr>
          <p:blipFill rotWithShape="1">
            <a:blip r:embed="rId26">
              <a:alphaModFix/>
            </a:blip>
            <a:srcRect/>
            <a:stretch/>
          </p:blipFill>
          <p:spPr>
            <a:xfrm>
              <a:off x="15624047" y="1433779"/>
              <a:ext cx="77215" cy="82550"/>
            </a:xfrm>
            <a:prstGeom prst="rect">
              <a:avLst/>
            </a:prstGeom>
            <a:noFill/>
            <a:ln>
              <a:noFill/>
            </a:ln>
          </p:spPr>
        </p:pic>
        <p:pic>
          <p:nvPicPr>
            <p:cNvPr id="34" name="Google Shape;1266;p8"/>
            <p:cNvPicPr preferRelativeResize="0"/>
            <p:nvPr/>
          </p:nvPicPr>
          <p:blipFill rotWithShape="1">
            <a:blip r:embed="rId27">
              <a:alphaModFix/>
            </a:blip>
            <a:srcRect/>
            <a:stretch/>
          </p:blipFill>
          <p:spPr>
            <a:xfrm>
              <a:off x="15901288" y="1256068"/>
              <a:ext cx="16763" cy="12903"/>
            </a:xfrm>
            <a:prstGeom prst="rect">
              <a:avLst/>
            </a:prstGeom>
            <a:noFill/>
            <a:ln>
              <a:noFill/>
            </a:ln>
          </p:spPr>
        </p:pic>
        <p:pic>
          <p:nvPicPr>
            <p:cNvPr id="35" name="Google Shape;1267;p8"/>
            <p:cNvPicPr preferRelativeResize="0"/>
            <p:nvPr/>
          </p:nvPicPr>
          <p:blipFill rotWithShape="1">
            <a:blip r:embed="rId24">
              <a:alphaModFix/>
            </a:blip>
            <a:srcRect/>
            <a:stretch/>
          </p:blipFill>
          <p:spPr>
            <a:xfrm>
              <a:off x="15680309" y="1443710"/>
              <a:ext cx="12953" cy="15138"/>
            </a:xfrm>
            <a:prstGeom prst="rect">
              <a:avLst/>
            </a:prstGeom>
            <a:noFill/>
            <a:ln>
              <a:noFill/>
            </a:ln>
          </p:spPr>
        </p:pic>
        <p:pic>
          <p:nvPicPr>
            <p:cNvPr id="36" name="Google Shape;1268;p8"/>
            <p:cNvPicPr preferRelativeResize="0"/>
            <p:nvPr/>
          </p:nvPicPr>
          <p:blipFill rotWithShape="1">
            <a:blip r:embed="rId28">
              <a:alphaModFix/>
            </a:blip>
            <a:srcRect/>
            <a:stretch/>
          </p:blipFill>
          <p:spPr>
            <a:xfrm>
              <a:off x="15931515" y="1237411"/>
              <a:ext cx="9779" cy="7467"/>
            </a:xfrm>
            <a:prstGeom prst="rect">
              <a:avLst/>
            </a:prstGeom>
            <a:noFill/>
            <a:ln>
              <a:noFill/>
            </a:ln>
          </p:spPr>
        </p:pic>
        <p:pic>
          <p:nvPicPr>
            <p:cNvPr id="37" name="Google Shape;1269;p8"/>
            <p:cNvPicPr preferRelativeResize="0"/>
            <p:nvPr/>
          </p:nvPicPr>
          <p:blipFill rotWithShape="1">
            <a:blip r:embed="rId29">
              <a:alphaModFix/>
            </a:blip>
            <a:srcRect/>
            <a:stretch/>
          </p:blipFill>
          <p:spPr>
            <a:xfrm>
              <a:off x="15934562" y="1189837"/>
              <a:ext cx="38226" cy="32524"/>
            </a:xfrm>
            <a:prstGeom prst="rect">
              <a:avLst/>
            </a:prstGeom>
            <a:noFill/>
            <a:ln>
              <a:noFill/>
            </a:ln>
          </p:spPr>
        </p:pic>
        <p:pic>
          <p:nvPicPr>
            <p:cNvPr id="38" name="Google Shape;1270;p8"/>
            <p:cNvPicPr preferRelativeResize="0"/>
            <p:nvPr/>
          </p:nvPicPr>
          <p:blipFill rotWithShape="1">
            <a:blip r:embed="rId30">
              <a:alphaModFix/>
            </a:blip>
            <a:srcRect/>
            <a:stretch/>
          </p:blipFill>
          <p:spPr>
            <a:xfrm>
              <a:off x="15645637" y="1455178"/>
              <a:ext cx="40257" cy="24193"/>
            </a:xfrm>
            <a:prstGeom prst="rect">
              <a:avLst/>
            </a:prstGeom>
            <a:noFill/>
            <a:ln>
              <a:noFill/>
            </a:ln>
          </p:spPr>
        </p:pic>
        <p:pic>
          <p:nvPicPr>
            <p:cNvPr id="39" name="Google Shape;1271;p8"/>
            <p:cNvPicPr preferRelativeResize="0"/>
            <p:nvPr/>
          </p:nvPicPr>
          <p:blipFill rotWithShape="1">
            <a:blip r:embed="rId31">
              <a:alphaModFix/>
            </a:blip>
            <a:srcRect/>
            <a:stretch/>
          </p:blipFill>
          <p:spPr>
            <a:xfrm>
              <a:off x="15687295" y="1443595"/>
              <a:ext cx="5969" cy="6934"/>
            </a:xfrm>
            <a:prstGeom prst="rect">
              <a:avLst/>
            </a:prstGeom>
            <a:noFill/>
            <a:ln>
              <a:noFill/>
            </a:ln>
          </p:spPr>
        </p:pic>
        <p:pic>
          <p:nvPicPr>
            <p:cNvPr id="40" name="Google Shape;1272;p8"/>
            <p:cNvPicPr preferRelativeResize="0"/>
            <p:nvPr/>
          </p:nvPicPr>
          <p:blipFill rotWithShape="1">
            <a:blip r:embed="rId32">
              <a:alphaModFix/>
            </a:blip>
            <a:srcRect/>
            <a:stretch/>
          </p:blipFill>
          <p:spPr>
            <a:xfrm>
              <a:off x="15900400" y="1202498"/>
              <a:ext cx="17907" cy="15088"/>
            </a:xfrm>
            <a:prstGeom prst="rect">
              <a:avLst/>
            </a:prstGeom>
            <a:noFill/>
            <a:ln>
              <a:noFill/>
            </a:ln>
          </p:spPr>
        </p:pic>
        <p:pic>
          <p:nvPicPr>
            <p:cNvPr id="41" name="Google Shape;1273;p8"/>
            <p:cNvPicPr preferRelativeResize="0"/>
            <p:nvPr/>
          </p:nvPicPr>
          <p:blipFill rotWithShape="1">
            <a:blip r:embed="rId33">
              <a:alphaModFix/>
            </a:blip>
            <a:srcRect/>
            <a:stretch/>
          </p:blipFill>
          <p:spPr>
            <a:xfrm>
              <a:off x="15696945" y="1384351"/>
              <a:ext cx="36195" cy="49428"/>
            </a:xfrm>
            <a:prstGeom prst="rect">
              <a:avLst/>
            </a:prstGeom>
            <a:noFill/>
            <a:ln>
              <a:noFill/>
            </a:ln>
          </p:spPr>
        </p:pic>
        <p:pic>
          <p:nvPicPr>
            <p:cNvPr id="42" name="Google Shape;1274;p8"/>
            <p:cNvPicPr preferRelativeResize="0"/>
            <p:nvPr/>
          </p:nvPicPr>
          <p:blipFill rotWithShape="1">
            <a:blip r:embed="rId34">
              <a:alphaModFix/>
            </a:blip>
            <a:srcRect/>
            <a:stretch/>
          </p:blipFill>
          <p:spPr>
            <a:xfrm>
              <a:off x="15621381" y="1488414"/>
              <a:ext cx="43306" cy="44855"/>
            </a:xfrm>
            <a:prstGeom prst="rect">
              <a:avLst/>
            </a:prstGeom>
            <a:noFill/>
            <a:ln>
              <a:noFill/>
            </a:ln>
          </p:spPr>
        </p:pic>
        <p:pic>
          <p:nvPicPr>
            <p:cNvPr id="43" name="Google Shape;1275;p8"/>
            <p:cNvPicPr preferRelativeResize="0"/>
            <p:nvPr/>
          </p:nvPicPr>
          <p:blipFill rotWithShape="1">
            <a:blip r:embed="rId35">
              <a:alphaModFix/>
            </a:blip>
            <a:srcRect/>
            <a:stretch/>
          </p:blipFill>
          <p:spPr>
            <a:xfrm>
              <a:off x="15655416" y="1424228"/>
              <a:ext cx="62101" cy="58038"/>
            </a:xfrm>
            <a:prstGeom prst="rect">
              <a:avLst/>
            </a:prstGeom>
            <a:noFill/>
            <a:ln>
              <a:noFill/>
            </a:ln>
          </p:spPr>
        </p:pic>
        <p:pic>
          <p:nvPicPr>
            <p:cNvPr id="44" name="Google Shape;1276;p8"/>
            <p:cNvPicPr preferRelativeResize="0"/>
            <p:nvPr/>
          </p:nvPicPr>
          <p:blipFill rotWithShape="1">
            <a:blip r:embed="rId34">
              <a:alphaModFix/>
            </a:blip>
            <a:srcRect/>
            <a:stretch/>
          </p:blipFill>
          <p:spPr>
            <a:xfrm>
              <a:off x="15735425" y="1384478"/>
              <a:ext cx="41404" cy="44323"/>
            </a:xfrm>
            <a:prstGeom prst="rect">
              <a:avLst/>
            </a:prstGeom>
            <a:noFill/>
            <a:ln>
              <a:noFill/>
            </a:ln>
          </p:spPr>
        </p:pic>
        <p:pic>
          <p:nvPicPr>
            <p:cNvPr id="45" name="Google Shape;1277;p8"/>
            <p:cNvPicPr preferRelativeResize="0"/>
            <p:nvPr/>
          </p:nvPicPr>
          <p:blipFill rotWithShape="1">
            <a:blip r:embed="rId22">
              <a:alphaModFix/>
            </a:blip>
            <a:srcRect/>
            <a:stretch/>
          </p:blipFill>
          <p:spPr>
            <a:xfrm>
              <a:off x="15792070" y="1308544"/>
              <a:ext cx="3683" cy="3086"/>
            </a:xfrm>
            <a:prstGeom prst="rect">
              <a:avLst/>
            </a:prstGeom>
            <a:noFill/>
            <a:ln>
              <a:noFill/>
            </a:ln>
          </p:spPr>
        </p:pic>
        <p:pic>
          <p:nvPicPr>
            <p:cNvPr id="46" name="Google Shape;1278;p8"/>
            <p:cNvPicPr preferRelativeResize="0"/>
            <p:nvPr/>
          </p:nvPicPr>
          <p:blipFill rotWithShape="1">
            <a:blip r:embed="rId36">
              <a:alphaModFix/>
            </a:blip>
            <a:srcRect/>
            <a:stretch/>
          </p:blipFill>
          <p:spPr>
            <a:xfrm>
              <a:off x="15669386" y="1471827"/>
              <a:ext cx="6223" cy="16472"/>
            </a:xfrm>
            <a:prstGeom prst="rect">
              <a:avLst/>
            </a:prstGeom>
            <a:noFill/>
            <a:ln>
              <a:noFill/>
            </a:ln>
          </p:spPr>
        </p:pic>
        <p:pic>
          <p:nvPicPr>
            <p:cNvPr id="47" name="Google Shape;1279;p8"/>
            <p:cNvPicPr preferRelativeResize="0"/>
            <p:nvPr/>
          </p:nvPicPr>
          <p:blipFill rotWithShape="1">
            <a:blip r:embed="rId28">
              <a:alphaModFix/>
            </a:blip>
            <a:srcRect/>
            <a:stretch/>
          </p:blipFill>
          <p:spPr>
            <a:xfrm>
              <a:off x="15855950" y="1307782"/>
              <a:ext cx="7747" cy="7251"/>
            </a:xfrm>
            <a:prstGeom prst="rect">
              <a:avLst/>
            </a:prstGeom>
            <a:noFill/>
            <a:ln>
              <a:noFill/>
            </a:ln>
          </p:spPr>
        </p:pic>
        <p:pic>
          <p:nvPicPr>
            <p:cNvPr id="48" name="Google Shape;1280;p8"/>
            <p:cNvPicPr preferRelativeResize="0"/>
            <p:nvPr/>
          </p:nvPicPr>
          <p:blipFill rotWithShape="1">
            <a:blip r:embed="rId24">
              <a:alphaModFix/>
            </a:blip>
            <a:srcRect/>
            <a:stretch/>
          </p:blipFill>
          <p:spPr>
            <a:xfrm>
              <a:off x="15815056" y="1337019"/>
              <a:ext cx="14351" cy="13257"/>
            </a:xfrm>
            <a:prstGeom prst="rect">
              <a:avLst/>
            </a:prstGeom>
            <a:noFill/>
            <a:ln>
              <a:noFill/>
            </a:ln>
          </p:spPr>
        </p:pic>
        <p:pic>
          <p:nvPicPr>
            <p:cNvPr id="49" name="Google Shape;1281;p8"/>
            <p:cNvPicPr preferRelativeResize="0"/>
            <p:nvPr/>
          </p:nvPicPr>
          <p:blipFill rotWithShape="1">
            <a:blip r:embed="rId37">
              <a:alphaModFix/>
            </a:blip>
            <a:srcRect/>
            <a:stretch/>
          </p:blipFill>
          <p:spPr>
            <a:xfrm>
              <a:off x="15642463" y="1463712"/>
              <a:ext cx="54101" cy="18427"/>
            </a:xfrm>
            <a:prstGeom prst="rect">
              <a:avLst/>
            </a:prstGeom>
            <a:noFill/>
            <a:ln>
              <a:noFill/>
            </a:ln>
          </p:spPr>
        </p:pic>
        <p:pic>
          <p:nvPicPr>
            <p:cNvPr id="50" name="Google Shape;1282;p8"/>
            <p:cNvPicPr preferRelativeResize="0"/>
            <p:nvPr/>
          </p:nvPicPr>
          <p:blipFill rotWithShape="1">
            <a:blip r:embed="rId38">
              <a:alphaModFix/>
            </a:blip>
            <a:srcRect/>
            <a:stretch/>
          </p:blipFill>
          <p:spPr>
            <a:xfrm>
              <a:off x="15736444" y="1349412"/>
              <a:ext cx="19811" cy="21044"/>
            </a:xfrm>
            <a:prstGeom prst="rect">
              <a:avLst/>
            </a:prstGeom>
            <a:noFill/>
            <a:ln>
              <a:noFill/>
            </a:ln>
          </p:spPr>
        </p:pic>
        <p:pic>
          <p:nvPicPr>
            <p:cNvPr id="51" name="Google Shape;1283;p8"/>
            <p:cNvPicPr preferRelativeResize="0"/>
            <p:nvPr/>
          </p:nvPicPr>
          <p:blipFill rotWithShape="1">
            <a:blip r:embed="rId39">
              <a:alphaModFix/>
            </a:blip>
            <a:srcRect/>
            <a:stretch/>
          </p:blipFill>
          <p:spPr>
            <a:xfrm>
              <a:off x="15651227" y="1473301"/>
              <a:ext cx="22858" cy="37363"/>
            </a:xfrm>
            <a:prstGeom prst="rect">
              <a:avLst/>
            </a:prstGeom>
            <a:noFill/>
            <a:ln>
              <a:noFill/>
            </a:ln>
          </p:spPr>
        </p:pic>
        <p:pic>
          <p:nvPicPr>
            <p:cNvPr id="52" name="Google Shape;1284;p8"/>
            <p:cNvPicPr preferRelativeResize="0"/>
            <p:nvPr/>
          </p:nvPicPr>
          <p:blipFill rotWithShape="1">
            <a:blip r:embed="rId40">
              <a:alphaModFix/>
            </a:blip>
            <a:srcRect/>
            <a:stretch/>
          </p:blipFill>
          <p:spPr>
            <a:xfrm>
              <a:off x="15670911" y="1472793"/>
              <a:ext cx="9395" cy="6642"/>
            </a:xfrm>
            <a:prstGeom prst="rect">
              <a:avLst/>
            </a:prstGeom>
            <a:noFill/>
            <a:ln>
              <a:noFill/>
            </a:ln>
          </p:spPr>
        </p:pic>
        <p:pic>
          <p:nvPicPr>
            <p:cNvPr id="53" name="Google Shape;1285;p8"/>
            <p:cNvPicPr preferRelativeResize="0"/>
            <p:nvPr/>
          </p:nvPicPr>
          <p:blipFill rotWithShape="1">
            <a:blip r:embed="rId41">
              <a:alphaModFix/>
            </a:blip>
            <a:srcRect/>
            <a:stretch/>
          </p:blipFill>
          <p:spPr>
            <a:xfrm>
              <a:off x="15935325" y="1214271"/>
              <a:ext cx="18032" cy="26936"/>
            </a:xfrm>
            <a:prstGeom prst="rect">
              <a:avLst/>
            </a:prstGeom>
            <a:noFill/>
            <a:ln>
              <a:noFill/>
            </a:ln>
          </p:spPr>
        </p:pic>
        <p:pic>
          <p:nvPicPr>
            <p:cNvPr id="54" name="Google Shape;1286;p8"/>
            <p:cNvPicPr preferRelativeResize="0"/>
            <p:nvPr/>
          </p:nvPicPr>
          <p:blipFill rotWithShape="1">
            <a:blip r:embed="rId42">
              <a:alphaModFix/>
            </a:blip>
            <a:srcRect/>
            <a:stretch/>
          </p:blipFill>
          <p:spPr>
            <a:xfrm>
              <a:off x="15635478" y="1434121"/>
              <a:ext cx="66292" cy="61213"/>
            </a:xfrm>
            <a:prstGeom prst="rect">
              <a:avLst/>
            </a:prstGeom>
            <a:noFill/>
            <a:ln>
              <a:noFill/>
            </a:ln>
          </p:spPr>
        </p:pic>
        <p:pic>
          <p:nvPicPr>
            <p:cNvPr id="55" name="Google Shape;1287;p8"/>
            <p:cNvPicPr preferRelativeResize="0"/>
            <p:nvPr/>
          </p:nvPicPr>
          <p:blipFill rotWithShape="1">
            <a:blip r:embed="rId31">
              <a:alphaModFix/>
            </a:blip>
            <a:srcRect/>
            <a:stretch/>
          </p:blipFill>
          <p:spPr>
            <a:xfrm>
              <a:off x="15682467" y="1428520"/>
              <a:ext cx="1523" cy="1777"/>
            </a:xfrm>
            <a:prstGeom prst="rect">
              <a:avLst/>
            </a:prstGeom>
            <a:noFill/>
            <a:ln>
              <a:noFill/>
            </a:ln>
          </p:spPr>
        </p:pic>
        <p:pic>
          <p:nvPicPr>
            <p:cNvPr id="56" name="Google Shape;1288;p8"/>
            <p:cNvPicPr preferRelativeResize="0"/>
            <p:nvPr/>
          </p:nvPicPr>
          <p:blipFill rotWithShape="1">
            <a:blip r:embed="rId43">
              <a:alphaModFix/>
            </a:blip>
            <a:srcRect/>
            <a:stretch/>
          </p:blipFill>
          <p:spPr>
            <a:xfrm>
              <a:off x="15639414" y="1470417"/>
              <a:ext cx="26036" cy="30924"/>
            </a:xfrm>
            <a:prstGeom prst="rect">
              <a:avLst/>
            </a:prstGeom>
            <a:noFill/>
            <a:ln>
              <a:noFill/>
            </a:ln>
          </p:spPr>
        </p:pic>
        <p:pic>
          <p:nvPicPr>
            <p:cNvPr id="57" name="Google Shape;1289;p8"/>
            <p:cNvPicPr preferRelativeResize="0"/>
            <p:nvPr/>
          </p:nvPicPr>
          <p:blipFill rotWithShape="1">
            <a:blip r:embed="rId44">
              <a:alphaModFix/>
            </a:blip>
            <a:srcRect/>
            <a:stretch/>
          </p:blipFill>
          <p:spPr>
            <a:xfrm>
              <a:off x="15666975" y="1440484"/>
              <a:ext cx="15351" cy="20421"/>
            </a:xfrm>
            <a:prstGeom prst="rect">
              <a:avLst/>
            </a:prstGeom>
            <a:noFill/>
            <a:ln>
              <a:noFill/>
            </a:ln>
          </p:spPr>
        </p:pic>
        <p:pic>
          <p:nvPicPr>
            <p:cNvPr id="58" name="Google Shape;1290;p8"/>
            <p:cNvPicPr preferRelativeResize="0"/>
            <p:nvPr/>
          </p:nvPicPr>
          <p:blipFill rotWithShape="1">
            <a:blip r:embed="rId22">
              <a:alphaModFix/>
            </a:blip>
            <a:srcRect/>
            <a:stretch/>
          </p:blipFill>
          <p:spPr>
            <a:xfrm>
              <a:off x="15953359" y="1215466"/>
              <a:ext cx="2285" cy="1803"/>
            </a:xfrm>
            <a:prstGeom prst="rect">
              <a:avLst/>
            </a:prstGeom>
            <a:noFill/>
            <a:ln>
              <a:noFill/>
            </a:ln>
          </p:spPr>
        </p:pic>
        <p:pic>
          <p:nvPicPr>
            <p:cNvPr id="59" name="Google Shape;1291;p8"/>
            <p:cNvPicPr preferRelativeResize="0"/>
            <p:nvPr/>
          </p:nvPicPr>
          <p:blipFill rotWithShape="1">
            <a:blip r:embed="rId45">
              <a:alphaModFix/>
            </a:blip>
            <a:srcRect/>
            <a:stretch/>
          </p:blipFill>
          <p:spPr>
            <a:xfrm>
              <a:off x="15685896" y="1402969"/>
              <a:ext cx="39878" cy="43662"/>
            </a:xfrm>
            <a:prstGeom prst="rect">
              <a:avLst/>
            </a:prstGeom>
            <a:noFill/>
            <a:ln>
              <a:noFill/>
            </a:ln>
          </p:spPr>
        </p:pic>
        <p:pic>
          <p:nvPicPr>
            <p:cNvPr id="60" name="Google Shape;1292;p8"/>
            <p:cNvPicPr preferRelativeResize="0"/>
            <p:nvPr/>
          </p:nvPicPr>
          <p:blipFill rotWithShape="1">
            <a:blip r:embed="rId46">
              <a:alphaModFix/>
            </a:blip>
            <a:srcRect/>
            <a:stretch/>
          </p:blipFill>
          <p:spPr>
            <a:xfrm>
              <a:off x="15880588" y="1270139"/>
              <a:ext cx="20192" cy="18021"/>
            </a:xfrm>
            <a:prstGeom prst="rect">
              <a:avLst/>
            </a:prstGeom>
            <a:noFill/>
            <a:ln>
              <a:noFill/>
            </a:ln>
          </p:spPr>
        </p:pic>
        <p:pic>
          <p:nvPicPr>
            <p:cNvPr id="61" name="Google Shape;1293;p8"/>
            <p:cNvPicPr preferRelativeResize="0"/>
            <p:nvPr/>
          </p:nvPicPr>
          <p:blipFill rotWithShape="1">
            <a:blip r:embed="rId40">
              <a:alphaModFix/>
            </a:blip>
            <a:srcRect/>
            <a:stretch/>
          </p:blipFill>
          <p:spPr>
            <a:xfrm>
              <a:off x="15668497" y="1475943"/>
              <a:ext cx="10794" cy="10998"/>
            </a:xfrm>
            <a:prstGeom prst="rect">
              <a:avLst/>
            </a:prstGeom>
            <a:noFill/>
            <a:ln>
              <a:noFill/>
            </a:ln>
          </p:spPr>
        </p:pic>
        <p:pic>
          <p:nvPicPr>
            <p:cNvPr id="62" name="Google Shape;1294;p8"/>
            <p:cNvPicPr preferRelativeResize="0"/>
            <p:nvPr/>
          </p:nvPicPr>
          <p:blipFill rotWithShape="1">
            <a:blip r:embed="rId22">
              <a:alphaModFix/>
            </a:blip>
            <a:srcRect/>
            <a:stretch/>
          </p:blipFill>
          <p:spPr>
            <a:xfrm>
              <a:off x="15965169" y="1207654"/>
              <a:ext cx="2031" cy="1524"/>
            </a:xfrm>
            <a:prstGeom prst="rect">
              <a:avLst/>
            </a:prstGeom>
            <a:noFill/>
            <a:ln>
              <a:noFill/>
            </a:ln>
          </p:spPr>
        </p:pic>
        <p:pic>
          <p:nvPicPr>
            <p:cNvPr id="63" name="Google Shape;1295;p8"/>
            <p:cNvPicPr preferRelativeResize="0"/>
            <p:nvPr/>
          </p:nvPicPr>
          <p:blipFill rotWithShape="1">
            <a:blip r:embed="rId28">
              <a:alphaModFix/>
            </a:blip>
            <a:srcRect/>
            <a:stretch/>
          </p:blipFill>
          <p:spPr>
            <a:xfrm>
              <a:off x="15889351" y="1220528"/>
              <a:ext cx="1687" cy="1338"/>
            </a:xfrm>
            <a:prstGeom prst="rect">
              <a:avLst/>
            </a:prstGeom>
            <a:noFill/>
            <a:ln>
              <a:noFill/>
            </a:ln>
          </p:spPr>
        </p:pic>
        <p:pic>
          <p:nvPicPr>
            <p:cNvPr id="64" name="Google Shape;1296;p8"/>
            <p:cNvPicPr preferRelativeResize="0"/>
            <p:nvPr/>
          </p:nvPicPr>
          <p:blipFill rotWithShape="1">
            <a:blip r:embed="rId36">
              <a:alphaModFix/>
            </a:blip>
            <a:srcRect/>
            <a:stretch/>
          </p:blipFill>
          <p:spPr>
            <a:xfrm>
              <a:off x="15948025" y="1190980"/>
              <a:ext cx="2666" cy="11263"/>
            </a:xfrm>
            <a:prstGeom prst="rect">
              <a:avLst/>
            </a:prstGeom>
            <a:noFill/>
            <a:ln>
              <a:noFill/>
            </a:ln>
          </p:spPr>
        </p:pic>
        <p:pic>
          <p:nvPicPr>
            <p:cNvPr id="65" name="Google Shape;1297;p8"/>
            <p:cNvPicPr preferRelativeResize="0"/>
            <p:nvPr/>
          </p:nvPicPr>
          <p:blipFill rotWithShape="1">
            <a:blip r:embed="rId47">
              <a:alphaModFix/>
            </a:blip>
            <a:srcRect/>
            <a:stretch/>
          </p:blipFill>
          <p:spPr>
            <a:xfrm>
              <a:off x="15672054" y="1466291"/>
              <a:ext cx="20955" cy="4953"/>
            </a:xfrm>
            <a:prstGeom prst="rect">
              <a:avLst/>
            </a:prstGeom>
            <a:noFill/>
            <a:ln>
              <a:noFill/>
            </a:ln>
          </p:spPr>
        </p:pic>
        <p:pic>
          <p:nvPicPr>
            <p:cNvPr id="66" name="Google Shape;1298;p8"/>
            <p:cNvPicPr preferRelativeResize="0"/>
            <p:nvPr/>
          </p:nvPicPr>
          <p:blipFill rotWithShape="1">
            <a:blip r:embed="rId40">
              <a:alphaModFix/>
            </a:blip>
            <a:srcRect/>
            <a:stretch/>
          </p:blipFill>
          <p:spPr>
            <a:xfrm>
              <a:off x="15635985" y="1508619"/>
              <a:ext cx="11174" cy="10465"/>
            </a:xfrm>
            <a:prstGeom prst="rect">
              <a:avLst/>
            </a:prstGeom>
            <a:noFill/>
            <a:ln>
              <a:noFill/>
            </a:ln>
          </p:spPr>
        </p:pic>
        <p:pic>
          <p:nvPicPr>
            <p:cNvPr id="67" name="Google Shape;1299;p8"/>
            <p:cNvPicPr preferRelativeResize="0"/>
            <p:nvPr/>
          </p:nvPicPr>
          <p:blipFill rotWithShape="1">
            <a:blip r:embed="rId48">
              <a:alphaModFix/>
            </a:blip>
            <a:srcRect/>
            <a:stretch/>
          </p:blipFill>
          <p:spPr>
            <a:xfrm>
              <a:off x="15891127" y="1207211"/>
              <a:ext cx="68581" cy="70726"/>
            </a:xfrm>
            <a:prstGeom prst="rect">
              <a:avLst/>
            </a:prstGeom>
            <a:noFill/>
            <a:ln>
              <a:noFill/>
            </a:ln>
          </p:spPr>
        </p:pic>
        <p:pic>
          <p:nvPicPr>
            <p:cNvPr id="68" name="Google Shape;1300;p8"/>
            <p:cNvPicPr preferRelativeResize="0"/>
            <p:nvPr/>
          </p:nvPicPr>
          <p:blipFill rotWithShape="1">
            <a:blip r:embed="rId22">
              <a:alphaModFix/>
            </a:blip>
            <a:srcRect/>
            <a:stretch/>
          </p:blipFill>
          <p:spPr>
            <a:xfrm>
              <a:off x="15658337" y="1504276"/>
              <a:ext cx="1142" cy="1384"/>
            </a:xfrm>
            <a:prstGeom prst="rect">
              <a:avLst/>
            </a:prstGeom>
            <a:noFill/>
            <a:ln>
              <a:noFill/>
            </a:ln>
          </p:spPr>
        </p:pic>
        <p:pic>
          <p:nvPicPr>
            <p:cNvPr id="69" name="Google Shape;1301;p8"/>
            <p:cNvPicPr preferRelativeResize="0"/>
            <p:nvPr/>
          </p:nvPicPr>
          <p:blipFill rotWithShape="1">
            <a:blip r:embed="rId32">
              <a:alphaModFix/>
            </a:blip>
            <a:srcRect/>
            <a:stretch/>
          </p:blipFill>
          <p:spPr>
            <a:xfrm>
              <a:off x="15658718" y="1475473"/>
              <a:ext cx="14986" cy="22047"/>
            </a:xfrm>
            <a:prstGeom prst="rect">
              <a:avLst/>
            </a:prstGeom>
            <a:noFill/>
            <a:ln>
              <a:noFill/>
            </a:ln>
          </p:spPr>
        </p:pic>
        <p:pic>
          <p:nvPicPr>
            <p:cNvPr id="70" name="Google Shape;1302;p8"/>
            <p:cNvPicPr preferRelativeResize="0"/>
            <p:nvPr/>
          </p:nvPicPr>
          <p:blipFill rotWithShape="1">
            <a:blip r:embed="rId22">
              <a:alphaModFix/>
            </a:blip>
            <a:srcRect/>
            <a:stretch/>
          </p:blipFill>
          <p:spPr>
            <a:xfrm>
              <a:off x="15635859" y="1500797"/>
              <a:ext cx="1143" cy="1409"/>
            </a:xfrm>
            <a:prstGeom prst="rect">
              <a:avLst/>
            </a:prstGeom>
            <a:noFill/>
            <a:ln>
              <a:noFill/>
            </a:ln>
          </p:spPr>
        </p:pic>
        <p:pic>
          <p:nvPicPr>
            <p:cNvPr id="71" name="Google Shape;1303;p8"/>
            <p:cNvPicPr preferRelativeResize="0"/>
            <p:nvPr/>
          </p:nvPicPr>
          <p:blipFill rotWithShape="1">
            <a:blip r:embed="rId31">
              <a:alphaModFix/>
            </a:blip>
            <a:srcRect/>
            <a:stretch/>
          </p:blipFill>
          <p:spPr>
            <a:xfrm>
              <a:off x="15916402" y="1201216"/>
              <a:ext cx="2412" cy="5461"/>
            </a:xfrm>
            <a:prstGeom prst="rect">
              <a:avLst/>
            </a:prstGeom>
            <a:noFill/>
            <a:ln>
              <a:noFill/>
            </a:ln>
          </p:spPr>
        </p:pic>
        <p:pic>
          <p:nvPicPr>
            <p:cNvPr id="72" name="Google Shape;1304;p8"/>
            <p:cNvPicPr preferRelativeResize="0"/>
            <p:nvPr/>
          </p:nvPicPr>
          <p:blipFill rotWithShape="1">
            <a:blip r:embed="rId22">
              <a:alphaModFix/>
            </a:blip>
            <a:srcRect/>
            <a:stretch/>
          </p:blipFill>
          <p:spPr>
            <a:xfrm>
              <a:off x="15947769" y="1197362"/>
              <a:ext cx="1650" cy="1276"/>
            </a:xfrm>
            <a:prstGeom prst="rect">
              <a:avLst/>
            </a:prstGeom>
            <a:noFill/>
            <a:ln>
              <a:noFill/>
            </a:ln>
          </p:spPr>
        </p:pic>
        <p:pic>
          <p:nvPicPr>
            <p:cNvPr id="73" name="Google Shape;1305;p8"/>
            <p:cNvPicPr preferRelativeResize="0"/>
            <p:nvPr/>
          </p:nvPicPr>
          <p:blipFill rotWithShape="1">
            <a:blip r:embed="rId22">
              <a:alphaModFix/>
            </a:blip>
            <a:srcRect/>
            <a:stretch/>
          </p:blipFill>
          <p:spPr>
            <a:xfrm>
              <a:off x="15933039" y="1198499"/>
              <a:ext cx="1016" cy="901"/>
            </a:xfrm>
            <a:prstGeom prst="rect">
              <a:avLst/>
            </a:prstGeom>
            <a:noFill/>
            <a:ln>
              <a:noFill/>
            </a:ln>
          </p:spPr>
        </p:pic>
        <p:pic>
          <p:nvPicPr>
            <p:cNvPr id="74" name="Google Shape;1306;p8"/>
            <p:cNvPicPr preferRelativeResize="0"/>
            <p:nvPr/>
          </p:nvPicPr>
          <p:blipFill rotWithShape="1">
            <a:blip r:embed="rId40">
              <a:alphaModFix/>
            </a:blip>
            <a:srcRect/>
            <a:stretch/>
          </p:blipFill>
          <p:spPr>
            <a:xfrm>
              <a:off x="15708376" y="1446885"/>
              <a:ext cx="8508" cy="9461"/>
            </a:xfrm>
            <a:prstGeom prst="rect">
              <a:avLst/>
            </a:prstGeom>
            <a:noFill/>
            <a:ln>
              <a:noFill/>
            </a:ln>
          </p:spPr>
        </p:pic>
        <p:pic>
          <p:nvPicPr>
            <p:cNvPr id="75" name="Google Shape;1307;p8"/>
            <p:cNvPicPr preferRelativeResize="0"/>
            <p:nvPr/>
          </p:nvPicPr>
          <p:blipFill rotWithShape="1">
            <a:blip r:embed="rId31">
              <a:alphaModFix/>
            </a:blip>
            <a:srcRect/>
            <a:stretch/>
          </p:blipFill>
          <p:spPr>
            <a:xfrm>
              <a:off x="15918687" y="1247634"/>
              <a:ext cx="9400" cy="9678"/>
            </a:xfrm>
            <a:prstGeom prst="rect">
              <a:avLst/>
            </a:prstGeom>
            <a:noFill/>
            <a:ln>
              <a:noFill/>
            </a:ln>
          </p:spPr>
        </p:pic>
        <p:pic>
          <p:nvPicPr>
            <p:cNvPr id="76" name="Google Shape;1308;p8"/>
            <p:cNvPicPr preferRelativeResize="0"/>
            <p:nvPr/>
          </p:nvPicPr>
          <p:blipFill rotWithShape="1">
            <a:blip r:embed="rId49">
              <a:alphaModFix/>
            </a:blip>
            <a:srcRect/>
            <a:stretch/>
          </p:blipFill>
          <p:spPr>
            <a:xfrm>
              <a:off x="15635732" y="1459293"/>
              <a:ext cx="44576" cy="50304"/>
            </a:xfrm>
            <a:prstGeom prst="rect">
              <a:avLst/>
            </a:prstGeom>
            <a:noFill/>
            <a:ln>
              <a:noFill/>
            </a:ln>
          </p:spPr>
        </p:pic>
        <p:pic>
          <p:nvPicPr>
            <p:cNvPr id="77" name="Google Shape;1309;p8"/>
            <p:cNvPicPr preferRelativeResize="0"/>
            <p:nvPr/>
          </p:nvPicPr>
          <p:blipFill rotWithShape="1">
            <a:blip r:embed="rId24">
              <a:alphaModFix/>
            </a:blip>
            <a:srcRect/>
            <a:stretch/>
          </p:blipFill>
          <p:spPr>
            <a:xfrm>
              <a:off x="15874620" y="1283169"/>
              <a:ext cx="14985" cy="14592"/>
            </a:xfrm>
            <a:prstGeom prst="rect">
              <a:avLst/>
            </a:prstGeom>
            <a:noFill/>
            <a:ln>
              <a:noFill/>
            </a:ln>
          </p:spPr>
        </p:pic>
        <p:pic>
          <p:nvPicPr>
            <p:cNvPr id="78" name="Google Shape;1310;p8"/>
            <p:cNvPicPr preferRelativeResize="0"/>
            <p:nvPr/>
          </p:nvPicPr>
          <p:blipFill rotWithShape="1">
            <a:blip r:embed="rId22">
              <a:alphaModFix/>
            </a:blip>
            <a:srcRect/>
            <a:stretch/>
          </p:blipFill>
          <p:spPr>
            <a:xfrm>
              <a:off x="15679419" y="1471002"/>
              <a:ext cx="761" cy="787"/>
            </a:xfrm>
            <a:prstGeom prst="rect">
              <a:avLst/>
            </a:prstGeom>
            <a:noFill/>
            <a:ln>
              <a:noFill/>
            </a:ln>
          </p:spPr>
        </p:pic>
        <p:pic>
          <p:nvPicPr>
            <p:cNvPr id="79" name="Google Shape;1311;p8"/>
            <p:cNvPicPr preferRelativeResize="0"/>
            <p:nvPr/>
          </p:nvPicPr>
          <p:blipFill rotWithShape="1">
            <a:blip r:embed="rId22">
              <a:alphaModFix/>
            </a:blip>
            <a:srcRect/>
            <a:stretch/>
          </p:blipFill>
          <p:spPr>
            <a:xfrm>
              <a:off x="15943198" y="1229410"/>
              <a:ext cx="1905" cy="1612"/>
            </a:xfrm>
            <a:prstGeom prst="rect">
              <a:avLst/>
            </a:prstGeom>
            <a:noFill/>
            <a:ln>
              <a:noFill/>
            </a:ln>
          </p:spPr>
        </p:pic>
        <p:pic>
          <p:nvPicPr>
            <p:cNvPr id="80" name="Google Shape;1312;p8"/>
            <p:cNvPicPr preferRelativeResize="0"/>
            <p:nvPr/>
          </p:nvPicPr>
          <p:blipFill rotWithShape="1">
            <a:blip r:embed="rId28">
              <a:alphaModFix/>
            </a:blip>
            <a:srcRect/>
            <a:stretch/>
          </p:blipFill>
          <p:spPr>
            <a:xfrm>
              <a:off x="15685389" y="1446009"/>
              <a:ext cx="9270" cy="4178"/>
            </a:xfrm>
            <a:prstGeom prst="rect">
              <a:avLst/>
            </a:prstGeom>
            <a:noFill/>
            <a:ln>
              <a:noFill/>
            </a:ln>
          </p:spPr>
        </p:pic>
        <p:pic>
          <p:nvPicPr>
            <p:cNvPr id="81" name="Google Shape;1313;p8"/>
            <p:cNvPicPr preferRelativeResize="0"/>
            <p:nvPr/>
          </p:nvPicPr>
          <p:blipFill rotWithShape="1">
            <a:blip r:embed="rId50">
              <a:alphaModFix/>
            </a:blip>
            <a:srcRect/>
            <a:stretch/>
          </p:blipFill>
          <p:spPr>
            <a:xfrm>
              <a:off x="15655797" y="1465834"/>
              <a:ext cx="29209" cy="40144"/>
            </a:xfrm>
            <a:prstGeom prst="rect">
              <a:avLst/>
            </a:prstGeom>
            <a:noFill/>
            <a:ln>
              <a:noFill/>
            </a:ln>
          </p:spPr>
        </p:pic>
        <p:pic>
          <p:nvPicPr>
            <p:cNvPr id="82" name="Google Shape;1314;p8"/>
            <p:cNvPicPr preferRelativeResize="0"/>
            <p:nvPr/>
          </p:nvPicPr>
          <p:blipFill rotWithShape="1">
            <a:blip r:embed="rId28">
              <a:alphaModFix/>
            </a:blip>
            <a:srcRect/>
            <a:stretch/>
          </p:blipFill>
          <p:spPr>
            <a:xfrm>
              <a:off x="15917671" y="1204010"/>
              <a:ext cx="1505" cy="1143"/>
            </a:xfrm>
            <a:prstGeom prst="rect">
              <a:avLst/>
            </a:prstGeom>
            <a:noFill/>
            <a:ln>
              <a:noFill/>
            </a:ln>
          </p:spPr>
        </p:pic>
        <p:pic>
          <p:nvPicPr>
            <p:cNvPr id="83" name="Google Shape;1315;p8"/>
            <p:cNvPicPr preferRelativeResize="0"/>
            <p:nvPr/>
          </p:nvPicPr>
          <p:blipFill rotWithShape="1">
            <a:blip r:embed="rId31">
              <a:alphaModFix/>
            </a:blip>
            <a:srcRect/>
            <a:stretch/>
          </p:blipFill>
          <p:spPr>
            <a:xfrm>
              <a:off x="15648432" y="1495513"/>
              <a:ext cx="635" cy="888"/>
            </a:xfrm>
            <a:prstGeom prst="rect">
              <a:avLst/>
            </a:prstGeom>
            <a:noFill/>
            <a:ln>
              <a:noFill/>
            </a:ln>
          </p:spPr>
        </p:pic>
        <p:pic>
          <p:nvPicPr>
            <p:cNvPr id="84" name="Google Shape;1316;p8"/>
            <p:cNvPicPr preferRelativeResize="0"/>
            <p:nvPr/>
          </p:nvPicPr>
          <p:blipFill rotWithShape="1">
            <a:blip r:embed="rId22">
              <a:alphaModFix/>
            </a:blip>
            <a:srcRect/>
            <a:stretch/>
          </p:blipFill>
          <p:spPr>
            <a:xfrm>
              <a:off x="15700883" y="1433957"/>
              <a:ext cx="889" cy="977"/>
            </a:xfrm>
            <a:prstGeom prst="rect">
              <a:avLst/>
            </a:prstGeom>
            <a:noFill/>
            <a:ln>
              <a:noFill/>
            </a:ln>
          </p:spPr>
        </p:pic>
        <p:pic>
          <p:nvPicPr>
            <p:cNvPr id="85" name="Google Shape;1317;p8"/>
            <p:cNvPicPr preferRelativeResize="0"/>
            <p:nvPr/>
          </p:nvPicPr>
          <p:blipFill rotWithShape="1">
            <a:blip r:embed="rId51">
              <a:alphaModFix/>
            </a:blip>
            <a:srcRect/>
            <a:stretch/>
          </p:blipFill>
          <p:spPr>
            <a:xfrm>
              <a:off x="15634335" y="1432801"/>
              <a:ext cx="68198" cy="66688"/>
            </a:xfrm>
            <a:prstGeom prst="rect">
              <a:avLst/>
            </a:prstGeom>
            <a:noFill/>
            <a:ln>
              <a:noFill/>
            </a:ln>
          </p:spPr>
        </p:pic>
        <p:pic>
          <p:nvPicPr>
            <p:cNvPr id="86" name="Google Shape;1318;p8"/>
            <p:cNvPicPr preferRelativeResize="0"/>
            <p:nvPr/>
          </p:nvPicPr>
          <p:blipFill rotWithShape="1">
            <a:blip r:embed="rId52">
              <a:alphaModFix/>
            </a:blip>
            <a:srcRect/>
            <a:stretch/>
          </p:blipFill>
          <p:spPr>
            <a:xfrm>
              <a:off x="15829153" y="1205191"/>
              <a:ext cx="88645" cy="72161"/>
            </a:xfrm>
            <a:prstGeom prst="rect">
              <a:avLst/>
            </a:prstGeom>
            <a:noFill/>
            <a:ln>
              <a:noFill/>
            </a:ln>
          </p:spPr>
        </p:pic>
        <p:pic>
          <p:nvPicPr>
            <p:cNvPr id="87" name="Google Shape;1319;p8"/>
            <p:cNvPicPr preferRelativeResize="0"/>
            <p:nvPr/>
          </p:nvPicPr>
          <p:blipFill rotWithShape="1">
            <a:blip r:embed="rId53">
              <a:alphaModFix/>
            </a:blip>
            <a:srcRect/>
            <a:stretch/>
          </p:blipFill>
          <p:spPr>
            <a:xfrm>
              <a:off x="15914242" y="1200353"/>
              <a:ext cx="12192" cy="4254"/>
            </a:xfrm>
            <a:prstGeom prst="rect">
              <a:avLst/>
            </a:prstGeom>
            <a:noFill/>
            <a:ln>
              <a:noFill/>
            </a:ln>
          </p:spPr>
        </p:pic>
        <p:pic>
          <p:nvPicPr>
            <p:cNvPr id="88" name="Google Shape;1320;p8"/>
            <p:cNvPicPr preferRelativeResize="0"/>
            <p:nvPr/>
          </p:nvPicPr>
          <p:blipFill rotWithShape="1">
            <a:blip r:embed="rId22">
              <a:alphaModFix/>
            </a:blip>
            <a:srcRect/>
            <a:stretch/>
          </p:blipFill>
          <p:spPr>
            <a:xfrm>
              <a:off x="15909036" y="1261630"/>
              <a:ext cx="1143" cy="1028"/>
            </a:xfrm>
            <a:prstGeom prst="rect">
              <a:avLst/>
            </a:prstGeom>
            <a:noFill/>
            <a:ln>
              <a:noFill/>
            </a:ln>
          </p:spPr>
        </p:pic>
        <p:pic>
          <p:nvPicPr>
            <p:cNvPr id="89" name="Google Shape;1321;p8"/>
            <p:cNvPicPr preferRelativeResize="0"/>
            <p:nvPr/>
          </p:nvPicPr>
          <p:blipFill rotWithShape="1">
            <a:blip r:embed="rId54">
              <a:alphaModFix/>
            </a:blip>
            <a:srcRect/>
            <a:stretch/>
          </p:blipFill>
          <p:spPr>
            <a:xfrm>
              <a:off x="15619220" y="1424432"/>
              <a:ext cx="68835" cy="86791"/>
            </a:xfrm>
            <a:prstGeom prst="rect">
              <a:avLst/>
            </a:prstGeom>
            <a:noFill/>
            <a:ln>
              <a:noFill/>
            </a:ln>
          </p:spPr>
        </p:pic>
        <p:pic>
          <p:nvPicPr>
            <p:cNvPr id="90" name="Google Shape;1322;p8"/>
            <p:cNvPicPr preferRelativeResize="0"/>
            <p:nvPr/>
          </p:nvPicPr>
          <p:blipFill rotWithShape="1">
            <a:blip r:embed="rId22">
              <a:alphaModFix/>
            </a:blip>
            <a:srcRect/>
            <a:stretch/>
          </p:blipFill>
          <p:spPr>
            <a:xfrm>
              <a:off x="15663290" y="1472539"/>
              <a:ext cx="507" cy="622"/>
            </a:xfrm>
            <a:prstGeom prst="rect">
              <a:avLst/>
            </a:prstGeom>
            <a:noFill/>
            <a:ln>
              <a:noFill/>
            </a:ln>
          </p:spPr>
        </p:pic>
        <p:pic>
          <p:nvPicPr>
            <p:cNvPr id="91" name="Google Shape;1323;p8"/>
            <p:cNvPicPr preferRelativeResize="0"/>
            <p:nvPr/>
          </p:nvPicPr>
          <p:blipFill rotWithShape="1">
            <a:blip r:embed="rId28">
              <a:alphaModFix/>
            </a:blip>
            <a:srcRect/>
            <a:stretch/>
          </p:blipFill>
          <p:spPr>
            <a:xfrm>
              <a:off x="15915893" y="1250937"/>
              <a:ext cx="9015" cy="7848"/>
            </a:xfrm>
            <a:prstGeom prst="rect">
              <a:avLst/>
            </a:prstGeom>
            <a:noFill/>
            <a:ln>
              <a:noFill/>
            </a:ln>
          </p:spPr>
        </p:pic>
        <p:pic>
          <p:nvPicPr>
            <p:cNvPr id="92" name="Google Shape;1324;p8"/>
            <p:cNvPicPr preferRelativeResize="0"/>
            <p:nvPr/>
          </p:nvPicPr>
          <p:blipFill rotWithShape="1">
            <a:blip r:embed="rId22">
              <a:alphaModFix/>
            </a:blip>
            <a:srcRect/>
            <a:stretch/>
          </p:blipFill>
          <p:spPr>
            <a:xfrm>
              <a:off x="15707867" y="1418907"/>
              <a:ext cx="2158" cy="1447"/>
            </a:xfrm>
            <a:prstGeom prst="rect">
              <a:avLst/>
            </a:prstGeom>
            <a:noFill/>
            <a:ln>
              <a:noFill/>
            </a:ln>
          </p:spPr>
        </p:pic>
        <p:pic>
          <p:nvPicPr>
            <p:cNvPr id="93" name="Google Shape;1325;p8"/>
            <p:cNvPicPr preferRelativeResize="0"/>
            <p:nvPr/>
          </p:nvPicPr>
          <p:blipFill rotWithShape="1">
            <a:blip r:embed="rId22">
              <a:alphaModFix/>
            </a:blip>
            <a:srcRect/>
            <a:stretch/>
          </p:blipFill>
          <p:spPr>
            <a:xfrm>
              <a:off x="15725646" y="1400136"/>
              <a:ext cx="1143" cy="1270"/>
            </a:xfrm>
            <a:prstGeom prst="rect">
              <a:avLst/>
            </a:prstGeom>
            <a:noFill/>
            <a:ln>
              <a:noFill/>
            </a:ln>
          </p:spPr>
        </p:pic>
        <p:pic>
          <p:nvPicPr>
            <p:cNvPr id="94" name="Google Shape;1326;p8"/>
            <p:cNvPicPr preferRelativeResize="0"/>
            <p:nvPr/>
          </p:nvPicPr>
          <p:blipFill rotWithShape="1">
            <a:blip r:embed="rId55">
              <a:alphaModFix/>
            </a:blip>
            <a:srcRect/>
            <a:stretch/>
          </p:blipFill>
          <p:spPr>
            <a:xfrm>
              <a:off x="15939135" y="1190776"/>
              <a:ext cx="30605" cy="35116"/>
            </a:xfrm>
            <a:prstGeom prst="rect">
              <a:avLst/>
            </a:prstGeom>
            <a:noFill/>
            <a:ln>
              <a:noFill/>
            </a:ln>
          </p:spPr>
        </p:pic>
        <p:pic>
          <p:nvPicPr>
            <p:cNvPr id="95" name="Google Shape;1327;p8"/>
            <p:cNvPicPr preferRelativeResize="0"/>
            <p:nvPr/>
          </p:nvPicPr>
          <p:blipFill rotWithShape="1">
            <a:blip r:embed="rId22">
              <a:alphaModFix/>
            </a:blip>
            <a:srcRect/>
            <a:stretch/>
          </p:blipFill>
          <p:spPr>
            <a:xfrm>
              <a:off x="15655289" y="1498752"/>
              <a:ext cx="5080" cy="8280"/>
            </a:xfrm>
            <a:prstGeom prst="rect">
              <a:avLst/>
            </a:prstGeom>
            <a:noFill/>
            <a:ln>
              <a:noFill/>
            </a:ln>
          </p:spPr>
        </p:pic>
        <p:pic>
          <p:nvPicPr>
            <p:cNvPr id="96" name="Google Shape;1328;p8"/>
            <p:cNvPicPr preferRelativeResize="0"/>
            <p:nvPr/>
          </p:nvPicPr>
          <p:blipFill rotWithShape="1">
            <a:blip r:embed="rId28">
              <a:alphaModFix/>
            </a:blip>
            <a:srcRect/>
            <a:stretch/>
          </p:blipFill>
          <p:spPr>
            <a:xfrm>
              <a:off x="15684769" y="1425714"/>
              <a:ext cx="5954" cy="2634"/>
            </a:xfrm>
            <a:prstGeom prst="rect">
              <a:avLst/>
            </a:prstGeom>
            <a:noFill/>
            <a:ln>
              <a:noFill/>
            </a:ln>
          </p:spPr>
        </p:pic>
        <p:pic>
          <p:nvPicPr>
            <p:cNvPr id="97" name="Google Shape;1329;p8"/>
            <p:cNvPicPr preferRelativeResize="0"/>
            <p:nvPr/>
          </p:nvPicPr>
          <p:blipFill rotWithShape="1">
            <a:blip r:embed="rId56">
              <a:alphaModFix/>
            </a:blip>
            <a:srcRect/>
            <a:stretch/>
          </p:blipFill>
          <p:spPr>
            <a:xfrm>
              <a:off x="15656433" y="1444090"/>
              <a:ext cx="39496" cy="47867"/>
            </a:xfrm>
            <a:prstGeom prst="rect">
              <a:avLst/>
            </a:prstGeom>
            <a:noFill/>
            <a:ln>
              <a:noFill/>
            </a:ln>
          </p:spPr>
        </p:pic>
        <p:pic>
          <p:nvPicPr>
            <p:cNvPr id="98" name="Google Shape;1330;p8"/>
            <p:cNvPicPr preferRelativeResize="0"/>
            <p:nvPr/>
          </p:nvPicPr>
          <p:blipFill rotWithShape="1">
            <a:blip r:embed="rId57">
              <a:alphaModFix/>
            </a:blip>
            <a:srcRect/>
            <a:stretch/>
          </p:blipFill>
          <p:spPr>
            <a:xfrm>
              <a:off x="15668877" y="1477454"/>
              <a:ext cx="17778" cy="6591"/>
            </a:xfrm>
            <a:prstGeom prst="rect">
              <a:avLst/>
            </a:prstGeom>
            <a:noFill/>
            <a:ln>
              <a:noFill/>
            </a:ln>
          </p:spPr>
        </p:pic>
        <p:pic>
          <p:nvPicPr>
            <p:cNvPr id="99" name="Google Shape;1331;p8"/>
            <p:cNvPicPr preferRelativeResize="0"/>
            <p:nvPr/>
          </p:nvPicPr>
          <p:blipFill rotWithShape="1">
            <a:blip r:embed="rId28">
              <a:alphaModFix/>
            </a:blip>
            <a:srcRect/>
            <a:stretch/>
          </p:blipFill>
          <p:spPr>
            <a:xfrm>
              <a:off x="15680053" y="1459573"/>
              <a:ext cx="8765" cy="4280"/>
            </a:xfrm>
            <a:prstGeom prst="rect">
              <a:avLst/>
            </a:prstGeom>
            <a:noFill/>
            <a:ln>
              <a:noFill/>
            </a:ln>
          </p:spPr>
        </p:pic>
        <p:pic>
          <p:nvPicPr>
            <p:cNvPr id="100" name="Google Shape;1332;p8"/>
            <p:cNvPicPr preferRelativeResize="0"/>
            <p:nvPr/>
          </p:nvPicPr>
          <p:blipFill rotWithShape="1">
            <a:blip r:embed="rId31">
              <a:alphaModFix/>
            </a:blip>
            <a:srcRect/>
            <a:stretch/>
          </p:blipFill>
          <p:spPr>
            <a:xfrm>
              <a:off x="15669387" y="1490953"/>
              <a:ext cx="381" cy="520"/>
            </a:xfrm>
            <a:prstGeom prst="rect">
              <a:avLst/>
            </a:prstGeom>
            <a:noFill/>
            <a:ln>
              <a:noFill/>
            </a:ln>
          </p:spPr>
        </p:pic>
        <p:pic>
          <p:nvPicPr>
            <p:cNvPr id="101" name="Google Shape;1333;p8"/>
            <p:cNvPicPr preferRelativeResize="0"/>
            <p:nvPr/>
          </p:nvPicPr>
          <p:blipFill rotWithShape="1">
            <a:blip r:embed="rId28">
              <a:alphaModFix/>
            </a:blip>
            <a:srcRect/>
            <a:stretch/>
          </p:blipFill>
          <p:spPr>
            <a:xfrm>
              <a:off x="15651605" y="1493126"/>
              <a:ext cx="5842" cy="4965"/>
            </a:xfrm>
            <a:prstGeom prst="rect">
              <a:avLst/>
            </a:prstGeom>
            <a:noFill/>
            <a:ln>
              <a:noFill/>
            </a:ln>
          </p:spPr>
        </p:pic>
        <p:pic>
          <p:nvPicPr>
            <p:cNvPr id="102" name="Google Shape;1334;p8"/>
            <p:cNvPicPr preferRelativeResize="0"/>
            <p:nvPr/>
          </p:nvPicPr>
          <p:blipFill rotWithShape="1">
            <a:blip r:embed="rId28">
              <a:alphaModFix/>
            </a:blip>
            <a:srcRect/>
            <a:stretch/>
          </p:blipFill>
          <p:spPr>
            <a:xfrm>
              <a:off x="15631794" y="1498498"/>
              <a:ext cx="6730" cy="3238"/>
            </a:xfrm>
            <a:prstGeom prst="rect">
              <a:avLst/>
            </a:prstGeom>
            <a:noFill/>
            <a:ln>
              <a:noFill/>
            </a:ln>
          </p:spPr>
        </p:pic>
        <p:pic>
          <p:nvPicPr>
            <p:cNvPr id="103" name="Google Shape;1335;p8"/>
            <p:cNvPicPr preferRelativeResize="0"/>
            <p:nvPr/>
          </p:nvPicPr>
          <p:blipFill rotWithShape="1">
            <a:blip r:embed="rId22">
              <a:alphaModFix/>
            </a:blip>
            <a:srcRect/>
            <a:stretch/>
          </p:blipFill>
          <p:spPr>
            <a:xfrm>
              <a:off x="15664186" y="1472108"/>
              <a:ext cx="1771" cy="2095"/>
            </a:xfrm>
            <a:prstGeom prst="rect">
              <a:avLst/>
            </a:prstGeom>
            <a:noFill/>
            <a:ln>
              <a:noFill/>
            </a:ln>
          </p:spPr>
        </p:pic>
        <p:pic>
          <p:nvPicPr>
            <p:cNvPr id="104" name="Google Shape;1336;p8"/>
            <p:cNvPicPr preferRelativeResize="0"/>
            <p:nvPr/>
          </p:nvPicPr>
          <p:blipFill rotWithShape="1">
            <a:blip r:embed="rId36">
              <a:alphaModFix/>
            </a:blip>
            <a:srcRect/>
            <a:stretch/>
          </p:blipFill>
          <p:spPr>
            <a:xfrm>
              <a:off x="15706090" y="1456893"/>
              <a:ext cx="506" cy="1969"/>
            </a:xfrm>
            <a:prstGeom prst="rect">
              <a:avLst/>
            </a:prstGeom>
            <a:noFill/>
            <a:ln>
              <a:noFill/>
            </a:ln>
          </p:spPr>
        </p:pic>
        <p:pic>
          <p:nvPicPr>
            <p:cNvPr id="105" name="Google Shape;1337;p8"/>
            <p:cNvPicPr preferRelativeResize="0"/>
            <p:nvPr/>
          </p:nvPicPr>
          <p:blipFill rotWithShape="1">
            <a:blip r:embed="rId32">
              <a:alphaModFix/>
            </a:blip>
            <a:srcRect/>
            <a:stretch/>
          </p:blipFill>
          <p:spPr>
            <a:xfrm>
              <a:off x="15656941" y="1470773"/>
              <a:ext cx="17016" cy="21108"/>
            </a:xfrm>
            <a:prstGeom prst="rect">
              <a:avLst/>
            </a:prstGeom>
            <a:noFill/>
            <a:ln>
              <a:noFill/>
            </a:ln>
          </p:spPr>
        </p:pic>
        <p:pic>
          <p:nvPicPr>
            <p:cNvPr id="106" name="Google Shape;1338;p8"/>
            <p:cNvPicPr preferRelativeResize="0"/>
            <p:nvPr/>
          </p:nvPicPr>
          <p:blipFill rotWithShape="1">
            <a:blip r:embed="rId22">
              <a:alphaModFix/>
            </a:blip>
            <a:srcRect/>
            <a:stretch/>
          </p:blipFill>
          <p:spPr>
            <a:xfrm>
              <a:off x="15715488" y="1411998"/>
              <a:ext cx="381" cy="431"/>
            </a:xfrm>
            <a:prstGeom prst="rect">
              <a:avLst/>
            </a:prstGeom>
            <a:noFill/>
            <a:ln>
              <a:noFill/>
            </a:ln>
          </p:spPr>
        </p:pic>
        <p:pic>
          <p:nvPicPr>
            <p:cNvPr id="107" name="Google Shape;1339;p8"/>
            <p:cNvPicPr preferRelativeResize="0"/>
            <p:nvPr/>
          </p:nvPicPr>
          <p:blipFill rotWithShape="1">
            <a:blip r:embed="rId22">
              <a:alphaModFix/>
            </a:blip>
            <a:srcRect/>
            <a:stretch/>
          </p:blipFill>
          <p:spPr>
            <a:xfrm>
              <a:off x="15712058" y="1431912"/>
              <a:ext cx="2412" cy="2946"/>
            </a:xfrm>
            <a:prstGeom prst="rect">
              <a:avLst/>
            </a:prstGeom>
            <a:noFill/>
            <a:ln>
              <a:noFill/>
            </a:ln>
          </p:spPr>
        </p:pic>
        <p:pic>
          <p:nvPicPr>
            <p:cNvPr id="108" name="Google Shape;1340;p8"/>
            <p:cNvPicPr preferRelativeResize="0"/>
            <p:nvPr/>
          </p:nvPicPr>
          <p:blipFill rotWithShape="1">
            <a:blip r:embed="rId22">
              <a:alphaModFix/>
            </a:blip>
            <a:srcRect/>
            <a:stretch/>
          </p:blipFill>
          <p:spPr>
            <a:xfrm>
              <a:off x="15675229" y="1439290"/>
              <a:ext cx="4826" cy="4927"/>
            </a:xfrm>
            <a:prstGeom prst="rect">
              <a:avLst/>
            </a:prstGeom>
            <a:noFill/>
            <a:ln>
              <a:noFill/>
            </a:ln>
          </p:spPr>
        </p:pic>
        <p:pic>
          <p:nvPicPr>
            <p:cNvPr id="109" name="Google Shape;1341;p8"/>
            <p:cNvPicPr preferRelativeResize="0"/>
            <p:nvPr/>
          </p:nvPicPr>
          <p:blipFill rotWithShape="1">
            <a:blip r:embed="rId32">
              <a:alphaModFix/>
            </a:blip>
            <a:srcRect/>
            <a:stretch/>
          </p:blipFill>
          <p:spPr>
            <a:xfrm>
              <a:off x="15721076" y="1371777"/>
              <a:ext cx="13462" cy="20748"/>
            </a:xfrm>
            <a:prstGeom prst="rect">
              <a:avLst/>
            </a:prstGeom>
            <a:noFill/>
            <a:ln>
              <a:noFill/>
            </a:ln>
          </p:spPr>
        </p:pic>
        <p:pic>
          <p:nvPicPr>
            <p:cNvPr id="110" name="Google Shape;1342;p8"/>
            <p:cNvPicPr preferRelativeResize="0"/>
            <p:nvPr/>
          </p:nvPicPr>
          <p:blipFill rotWithShape="1">
            <a:blip r:embed="rId31">
              <a:alphaModFix/>
            </a:blip>
            <a:srcRect/>
            <a:stretch/>
          </p:blipFill>
          <p:spPr>
            <a:xfrm>
              <a:off x="15649829" y="1507413"/>
              <a:ext cx="380" cy="431"/>
            </a:xfrm>
            <a:prstGeom prst="rect">
              <a:avLst/>
            </a:prstGeom>
            <a:noFill/>
            <a:ln>
              <a:noFill/>
            </a:ln>
          </p:spPr>
        </p:pic>
        <p:pic>
          <p:nvPicPr>
            <p:cNvPr id="111" name="Google Shape;1343;p8"/>
            <p:cNvPicPr preferRelativeResize="0"/>
            <p:nvPr/>
          </p:nvPicPr>
          <p:blipFill rotWithShape="1">
            <a:blip r:embed="rId58">
              <a:alphaModFix/>
            </a:blip>
            <a:srcRect/>
            <a:stretch/>
          </p:blipFill>
          <p:spPr>
            <a:xfrm>
              <a:off x="15643097" y="1430008"/>
              <a:ext cx="72643" cy="68173"/>
            </a:xfrm>
            <a:prstGeom prst="rect">
              <a:avLst/>
            </a:prstGeom>
            <a:noFill/>
            <a:ln>
              <a:noFill/>
            </a:ln>
          </p:spPr>
        </p:pic>
        <p:pic>
          <p:nvPicPr>
            <p:cNvPr id="112" name="Google Shape;1344;p8"/>
            <p:cNvPicPr preferRelativeResize="0"/>
            <p:nvPr/>
          </p:nvPicPr>
          <p:blipFill rotWithShape="1">
            <a:blip r:embed="rId59">
              <a:alphaModFix/>
            </a:blip>
            <a:srcRect/>
            <a:stretch/>
          </p:blipFill>
          <p:spPr>
            <a:xfrm>
              <a:off x="15646147" y="1421586"/>
              <a:ext cx="64895" cy="73330"/>
            </a:xfrm>
            <a:prstGeom prst="rect">
              <a:avLst/>
            </a:prstGeom>
            <a:noFill/>
            <a:ln>
              <a:noFill/>
            </a:ln>
          </p:spPr>
        </p:pic>
        <p:pic>
          <p:nvPicPr>
            <p:cNvPr id="113" name="Google Shape;1345;p8"/>
            <p:cNvPicPr preferRelativeResize="0"/>
            <p:nvPr/>
          </p:nvPicPr>
          <p:blipFill rotWithShape="1">
            <a:blip r:embed="rId22">
              <a:alphaModFix/>
            </a:blip>
            <a:srcRect/>
            <a:stretch/>
          </p:blipFill>
          <p:spPr>
            <a:xfrm>
              <a:off x="15847440" y="1259954"/>
              <a:ext cx="507" cy="431"/>
            </a:xfrm>
            <a:prstGeom prst="rect">
              <a:avLst/>
            </a:prstGeom>
            <a:noFill/>
            <a:ln>
              <a:noFill/>
            </a:ln>
          </p:spPr>
        </p:pic>
        <p:pic>
          <p:nvPicPr>
            <p:cNvPr id="114" name="Google Shape;1346;p8"/>
            <p:cNvPicPr preferRelativeResize="0"/>
            <p:nvPr/>
          </p:nvPicPr>
          <p:blipFill rotWithShape="1">
            <a:blip r:embed="rId60">
              <a:alphaModFix/>
            </a:blip>
            <a:srcRect/>
            <a:stretch/>
          </p:blipFill>
          <p:spPr>
            <a:xfrm>
              <a:off x="15862679" y="1222285"/>
              <a:ext cx="26417" cy="27127"/>
            </a:xfrm>
            <a:prstGeom prst="rect">
              <a:avLst/>
            </a:prstGeom>
            <a:noFill/>
            <a:ln>
              <a:noFill/>
            </a:ln>
          </p:spPr>
        </p:pic>
        <p:pic>
          <p:nvPicPr>
            <p:cNvPr id="115" name="Google Shape;1347;p8"/>
            <p:cNvPicPr preferRelativeResize="0"/>
            <p:nvPr/>
          </p:nvPicPr>
          <p:blipFill rotWithShape="1">
            <a:blip r:embed="rId40">
              <a:alphaModFix/>
            </a:blip>
            <a:srcRect/>
            <a:stretch/>
          </p:blipFill>
          <p:spPr>
            <a:xfrm>
              <a:off x="15671037" y="1452867"/>
              <a:ext cx="13716" cy="10439"/>
            </a:xfrm>
            <a:prstGeom prst="rect">
              <a:avLst/>
            </a:prstGeom>
            <a:noFill/>
            <a:ln>
              <a:noFill/>
            </a:ln>
          </p:spPr>
        </p:pic>
        <p:pic>
          <p:nvPicPr>
            <p:cNvPr id="116" name="Google Shape;1348;p8"/>
            <p:cNvPicPr preferRelativeResize="0"/>
            <p:nvPr/>
          </p:nvPicPr>
          <p:blipFill rotWithShape="1">
            <a:blip r:embed="rId22">
              <a:alphaModFix/>
            </a:blip>
            <a:srcRect/>
            <a:stretch/>
          </p:blipFill>
          <p:spPr>
            <a:xfrm>
              <a:off x="15720694" y="1412227"/>
              <a:ext cx="380" cy="406"/>
            </a:xfrm>
            <a:prstGeom prst="rect">
              <a:avLst/>
            </a:prstGeom>
            <a:noFill/>
            <a:ln>
              <a:noFill/>
            </a:ln>
          </p:spPr>
        </p:pic>
        <p:pic>
          <p:nvPicPr>
            <p:cNvPr id="117" name="Google Shape;1349;p8"/>
            <p:cNvPicPr preferRelativeResize="0"/>
            <p:nvPr/>
          </p:nvPicPr>
          <p:blipFill rotWithShape="1">
            <a:blip r:embed="rId40">
              <a:alphaModFix/>
            </a:blip>
            <a:srcRect/>
            <a:stretch/>
          </p:blipFill>
          <p:spPr>
            <a:xfrm>
              <a:off x="15703041" y="1453451"/>
              <a:ext cx="6813" cy="8280"/>
            </a:xfrm>
            <a:prstGeom prst="rect">
              <a:avLst/>
            </a:prstGeom>
            <a:noFill/>
            <a:ln>
              <a:noFill/>
            </a:ln>
          </p:spPr>
        </p:pic>
        <p:pic>
          <p:nvPicPr>
            <p:cNvPr id="118" name="Google Shape;1350;p8"/>
            <p:cNvPicPr preferRelativeResize="0"/>
            <p:nvPr/>
          </p:nvPicPr>
          <p:blipFill rotWithShape="1">
            <a:blip r:embed="rId22">
              <a:alphaModFix/>
            </a:blip>
            <a:srcRect/>
            <a:stretch/>
          </p:blipFill>
          <p:spPr>
            <a:xfrm>
              <a:off x="15743428" y="1388706"/>
              <a:ext cx="1779" cy="1498"/>
            </a:xfrm>
            <a:prstGeom prst="rect">
              <a:avLst/>
            </a:prstGeom>
            <a:noFill/>
            <a:ln>
              <a:noFill/>
            </a:ln>
          </p:spPr>
        </p:pic>
        <p:pic>
          <p:nvPicPr>
            <p:cNvPr id="119" name="Google Shape;1351;p8"/>
            <p:cNvPicPr preferRelativeResize="0"/>
            <p:nvPr/>
          </p:nvPicPr>
          <p:blipFill rotWithShape="1">
            <a:blip r:embed="rId22">
              <a:alphaModFix/>
            </a:blip>
            <a:srcRect/>
            <a:stretch/>
          </p:blipFill>
          <p:spPr>
            <a:xfrm>
              <a:off x="15921353" y="1232230"/>
              <a:ext cx="253" cy="241"/>
            </a:xfrm>
            <a:prstGeom prst="rect">
              <a:avLst/>
            </a:prstGeom>
            <a:noFill/>
            <a:ln>
              <a:noFill/>
            </a:ln>
          </p:spPr>
        </p:pic>
      </p:gr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pic>
        <p:nvPicPr>
          <p:cNvPr id="708" name="Google Shape;708;p46"/>
          <p:cNvPicPr preferRelativeResize="0"/>
          <p:nvPr/>
        </p:nvPicPr>
        <p:blipFill rotWithShape="1">
          <a:blip r:embed="rId3">
            <a:alphaModFix/>
          </a:blip>
          <a:srcRect/>
          <a:stretch/>
        </p:blipFill>
        <p:spPr>
          <a:xfrm>
            <a:off x="889807" y="797082"/>
            <a:ext cx="10298741" cy="5790215"/>
          </a:xfrm>
          <a:prstGeom prst="rect">
            <a:avLst/>
          </a:prstGeom>
          <a:noFill/>
          <a:ln>
            <a:noFill/>
          </a:ln>
          <a:effectLst>
            <a:outerShdw blurRad="101600" dist="50800" sx="101000" sy="101000" algn="ctr" rotWithShape="0">
              <a:srgbClr val="7F7F7F">
                <a:alpha val="20000"/>
              </a:srgbClr>
            </a:outerShdw>
          </a:effectLst>
        </p:spPr>
      </p:pic>
      <p:sp>
        <p:nvSpPr>
          <p:cNvPr id="709" name="Google Shape;709;p46"/>
          <p:cNvSpPr/>
          <p:nvPr/>
        </p:nvSpPr>
        <p:spPr>
          <a:xfrm>
            <a:off x="6562165" y="4496696"/>
            <a:ext cx="748118" cy="425448"/>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10" name="Google Shape;710;p46">
            <a:hlinkClick r:id="rId4"/>
          </p:cNvPr>
          <p:cNvPicPr preferRelativeResize="0"/>
          <p:nvPr/>
        </p:nvPicPr>
        <p:blipFill rotWithShape="1">
          <a:blip r:embed="rId5">
            <a:alphaModFix/>
          </a:blip>
          <a:srcRect/>
          <a:stretch/>
        </p:blipFill>
        <p:spPr>
          <a:xfrm>
            <a:off x="6783441" y="4658723"/>
            <a:ext cx="526842" cy="526842"/>
          </a:xfrm>
          <a:prstGeom prst="rect">
            <a:avLst/>
          </a:prstGeom>
          <a:noFill/>
          <a:ln>
            <a:noFill/>
          </a:ln>
        </p:spPr>
      </p:pic>
      <p:grpSp>
        <p:nvGrpSpPr>
          <p:cNvPr id="5" name="Google Shape;1238;p8"/>
          <p:cNvGrpSpPr/>
          <p:nvPr/>
        </p:nvGrpSpPr>
        <p:grpSpPr>
          <a:xfrm>
            <a:off x="126679" y="152310"/>
            <a:ext cx="1414810" cy="548223"/>
            <a:chOff x="14201902" y="621652"/>
            <a:chExt cx="2318892" cy="951953"/>
          </a:xfrm>
        </p:grpSpPr>
        <p:pic>
          <p:nvPicPr>
            <p:cNvPr id="6" name="Google Shape;1240;p8"/>
            <p:cNvPicPr preferRelativeResize="0"/>
            <p:nvPr/>
          </p:nvPicPr>
          <p:blipFill rotWithShape="1">
            <a:blip r:embed="rId6">
              <a:alphaModFix/>
            </a:blip>
            <a:srcRect/>
            <a:stretch/>
          </p:blipFill>
          <p:spPr>
            <a:xfrm>
              <a:off x="14496301" y="621652"/>
              <a:ext cx="381832" cy="226865"/>
            </a:xfrm>
            <a:prstGeom prst="rect">
              <a:avLst/>
            </a:prstGeom>
            <a:noFill/>
            <a:ln>
              <a:noFill/>
            </a:ln>
          </p:spPr>
        </p:pic>
        <p:sp>
          <p:nvSpPr>
            <p:cNvPr id="7" name="Google Shape;1241;p8"/>
            <p:cNvSpPr/>
            <p:nvPr/>
          </p:nvSpPr>
          <p:spPr>
            <a:xfrm>
              <a:off x="14410042" y="884923"/>
              <a:ext cx="289560" cy="247650"/>
            </a:xfrm>
            <a:custGeom>
              <a:avLst/>
              <a:gdLst/>
              <a:ahLst/>
              <a:cxnLst/>
              <a:rect l="l" t="t" r="r" b="b"/>
              <a:pathLst>
                <a:path w="289559" h="247650" extrusionOk="0">
                  <a:moveTo>
                    <a:pt x="255943" y="0"/>
                  </a:moveTo>
                  <a:lnTo>
                    <a:pt x="240766" y="0"/>
                  </a:lnTo>
                  <a:lnTo>
                    <a:pt x="236550" y="2806"/>
                  </a:lnTo>
                  <a:lnTo>
                    <a:pt x="144741" y="191325"/>
                  </a:lnTo>
                  <a:lnTo>
                    <a:pt x="52603" y="2806"/>
                  </a:lnTo>
                  <a:lnTo>
                    <a:pt x="48374" y="0"/>
                  </a:lnTo>
                  <a:lnTo>
                    <a:pt x="33197" y="0"/>
                  </a:lnTo>
                  <a:lnTo>
                    <a:pt x="28257" y="5981"/>
                  </a:lnTo>
                  <a:lnTo>
                    <a:pt x="0" y="240411"/>
                  </a:lnTo>
                  <a:lnTo>
                    <a:pt x="4216" y="246062"/>
                  </a:lnTo>
                  <a:lnTo>
                    <a:pt x="17297" y="247472"/>
                  </a:lnTo>
                  <a:lnTo>
                    <a:pt x="22580" y="242887"/>
                  </a:lnTo>
                  <a:lnTo>
                    <a:pt x="46964" y="43421"/>
                  </a:lnTo>
                  <a:lnTo>
                    <a:pt x="129209" y="210045"/>
                  </a:lnTo>
                  <a:lnTo>
                    <a:pt x="131673" y="215353"/>
                  </a:lnTo>
                  <a:lnTo>
                    <a:pt x="136283" y="222402"/>
                  </a:lnTo>
                  <a:lnTo>
                    <a:pt x="153212" y="222402"/>
                  </a:lnTo>
                  <a:lnTo>
                    <a:pt x="157810" y="215353"/>
                  </a:lnTo>
                  <a:lnTo>
                    <a:pt x="242176" y="43421"/>
                  </a:lnTo>
                  <a:lnTo>
                    <a:pt x="266522" y="242887"/>
                  </a:lnTo>
                  <a:lnTo>
                    <a:pt x="271843" y="247472"/>
                  </a:lnTo>
                  <a:lnTo>
                    <a:pt x="284899" y="246062"/>
                  </a:lnTo>
                  <a:lnTo>
                    <a:pt x="289128" y="240411"/>
                  </a:lnTo>
                  <a:lnTo>
                    <a:pt x="288429" y="233705"/>
                  </a:lnTo>
                  <a:lnTo>
                    <a:pt x="260896" y="5981"/>
                  </a:lnTo>
                  <a:lnTo>
                    <a:pt x="255943"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8" name="Google Shape;1242;p8"/>
            <p:cNvPicPr preferRelativeResize="0"/>
            <p:nvPr/>
          </p:nvPicPr>
          <p:blipFill rotWithShape="1">
            <a:blip r:embed="rId7">
              <a:alphaModFix/>
            </a:blip>
            <a:srcRect/>
            <a:stretch/>
          </p:blipFill>
          <p:spPr>
            <a:xfrm>
              <a:off x="14755824" y="884923"/>
              <a:ext cx="172262" cy="248538"/>
            </a:xfrm>
            <a:prstGeom prst="rect">
              <a:avLst/>
            </a:prstGeom>
            <a:noFill/>
            <a:ln>
              <a:noFill/>
            </a:ln>
          </p:spPr>
        </p:pic>
        <p:pic>
          <p:nvPicPr>
            <p:cNvPr id="9" name="Google Shape;1243;p8"/>
            <p:cNvPicPr preferRelativeResize="0"/>
            <p:nvPr/>
          </p:nvPicPr>
          <p:blipFill rotWithShape="1">
            <a:blip r:embed="rId8">
              <a:alphaModFix/>
            </a:blip>
            <a:srcRect/>
            <a:stretch/>
          </p:blipFill>
          <p:spPr>
            <a:xfrm>
              <a:off x="14995360" y="884910"/>
              <a:ext cx="296633" cy="246773"/>
            </a:xfrm>
            <a:prstGeom prst="rect">
              <a:avLst/>
            </a:prstGeom>
            <a:noFill/>
            <a:ln>
              <a:noFill/>
            </a:ln>
          </p:spPr>
        </p:pic>
        <p:sp>
          <p:nvSpPr>
            <p:cNvPr id="10" name="Google Shape;1244;p8"/>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1" name="Google Shape;1245;p8"/>
            <p:cNvPicPr preferRelativeResize="0"/>
            <p:nvPr/>
          </p:nvPicPr>
          <p:blipFill rotWithShape="1">
            <a:blip r:embed="rId9">
              <a:alphaModFix/>
            </a:blip>
            <a:srcRect/>
            <a:stretch/>
          </p:blipFill>
          <p:spPr>
            <a:xfrm>
              <a:off x="15426016" y="886663"/>
              <a:ext cx="163791" cy="245021"/>
            </a:xfrm>
            <a:prstGeom prst="rect">
              <a:avLst/>
            </a:prstGeom>
            <a:noFill/>
            <a:ln>
              <a:noFill/>
            </a:ln>
          </p:spPr>
        </p:pic>
        <p:pic>
          <p:nvPicPr>
            <p:cNvPr id="12" name="Google Shape;1246;p8"/>
            <p:cNvPicPr preferRelativeResize="0"/>
            <p:nvPr/>
          </p:nvPicPr>
          <p:blipFill rotWithShape="1">
            <a:blip r:embed="rId10">
              <a:alphaModFix/>
            </a:blip>
            <a:srcRect/>
            <a:stretch/>
          </p:blipFill>
          <p:spPr>
            <a:xfrm>
              <a:off x="15638234" y="884910"/>
              <a:ext cx="128130" cy="245008"/>
            </a:xfrm>
            <a:prstGeom prst="rect">
              <a:avLst/>
            </a:prstGeom>
            <a:noFill/>
            <a:ln>
              <a:noFill/>
            </a:ln>
          </p:spPr>
        </p:pic>
        <p:sp>
          <p:nvSpPr>
            <p:cNvPr id="13" name="Google Shape;1247;p8"/>
            <p:cNvSpPr/>
            <p:nvPr/>
          </p:nvSpPr>
          <p:spPr>
            <a:xfrm>
              <a:off x="15807512" y="884923"/>
              <a:ext cx="23495" cy="247015"/>
            </a:xfrm>
            <a:custGeom>
              <a:avLst/>
              <a:gdLst/>
              <a:ahLst/>
              <a:cxnLst/>
              <a:rect l="l" t="t" r="r" b="b"/>
              <a:pathLst>
                <a:path w="23494" h="247015" extrusionOk="0">
                  <a:moveTo>
                    <a:pt x="18338" y="0"/>
                  </a:moveTo>
                  <a:lnTo>
                    <a:pt x="4927" y="0"/>
                  </a:lnTo>
                  <a:lnTo>
                    <a:pt x="0" y="5283"/>
                  </a:lnTo>
                  <a:lnTo>
                    <a:pt x="0" y="241452"/>
                  </a:lnTo>
                  <a:lnTo>
                    <a:pt x="4927"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4" name="Google Shape;1248;p8"/>
            <p:cNvPicPr preferRelativeResize="0"/>
            <p:nvPr/>
          </p:nvPicPr>
          <p:blipFill rotWithShape="1">
            <a:blip r:embed="rId11">
              <a:alphaModFix/>
            </a:blip>
            <a:srcRect/>
            <a:stretch/>
          </p:blipFill>
          <p:spPr>
            <a:xfrm>
              <a:off x="15884842" y="883856"/>
              <a:ext cx="424116" cy="249605"/>
            </a:xfrm>
            <a:prstGeom prst="rect">
              <a:avLst/>
            </a:prstGeom>
            <a:noFill/>
            <a:ln>
              <a:noFill/>
            </a:ln>
          </p:spPr>
        </p:pic>
        <p:sp>
          <p:nvSpPr>
            <p:cNvPr id="15" name="Google Shape;1249;p8"/>
            <p:cNvSpPr/>
            <p:nvPr/>
          </p:nvSpPr>
          <p:spPr>
            <a:xfrm>
              <a:off x="1506874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66" y="40652"/>
                  </a:lnTo>
                  <a:lnTo>
                    <a:pt x="26466" y="125488"/>
                  </a:lnTo>
                  <a:lnTo>
                    <a:pt x="26114" y="133764"/>
                  </a:lnTo>
                  <a:lnTo>
                    <a:pt x="23985" y="141384"/>
                  </a:lnTo>
                  <a:lnTo>
                    <a:pt x="18896" y="146968"/>
                  </a:lnTo>
                  <a:lnTo>
                    <a:pt x="9664" y="149136"/>
                  </a:lnTo>
                  <a:lnTo>
                    <a:pt x="2628" y="149136"/>
                  </a:lnTo>
                  <a:lnTo>
                    <a:pt x="0" y="151599"/>
                  </a:lnTo>
                  <a:lnTo>
                    <a:pt x="0" y="157911"/>
                  </a:lnTo>
                  <a:lnTo>
                    <a:pt x="2628" y="160350"/>
                  </a:lnTo>
                  <a:lnTo>
                    <a:pt x="9664" y="160350"/>
                  </a:lnTo>
                  <a:lnTo>
                    <a:pt x="23186" y="157662"/>
                  </a:lnTo>
                  <a:lnTo>
                    <a:pt x="31934" y="150277"/>
                  </a:lnTo>
                  <a:lnTo>
                    <a:pt x="36643"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6" name="Google Shape;1250;p8"/>
            <p:cNvPicPr preferRelativeResize="0"/>
            <p:nvPr/>
          </p:nvPicPr>
          <p:blipFill rotWithShape="1">
            <a:blip r:embed="rId12">
              <a:alphaModFix/>
            </a:blip>
            <a:srcRect/>
            <a:stretch/>
          </p:blipFill>
          <p:spPr>
            <a:xfrm>
              <a:off x="15129420" y="1280883"/>
              <a:ext cx="267157" cy="122516"/>
            </a:xfrm>
            <a:prstGeom prst="rect">
              <a:avLst/>
            </a:prstGeom>
            <a:noFill/>
            <a:ln>
              <a:noFill/>
            </a:ln>
          </p:spPr>
        </p:pic>
        <p:pic>
          <p:nvPicPr>
            <p:cNvPr id="17" name="Google Shape;1251;p8"/>
            <p:cNvPicPr preferRelativeResize="0"/>
            <p:nvPr/>
          </p:nvPicPr>
          <p:blipFill rotWithShape="1">
            <a:blip r:embed="rId13">
              <a:alphaModFix/>
            </a:blip>
            <a:srcRect/>
            <a:stretch/>
          </p:blipFill>
          <p:spPr>
            <a:xfrm>
              <a:off x="15417545" y="1318018"/>
              <a:ext cx="70269" cy="84480"/>
            </a:xfrm>
            <a:prstGeom prst="rect">
              <a:avLst/>
            </a:prstGeom>
            <a:noFill/>
            <a:ln>
              <a:noFill/>
            </a:ln>
          </p:spPr>
        </p:pic>
        <p:pic>
          <p:nvPicPr>
            <p:cNvPr id="18" name="Google Shape;1252;p8"/>
            <p:cNvPicPr preferRelativeResize="0"/>
            <p:nvPr/>
          </p:nvPicPr>
          <p:blipFill rotWithShape="1">
            <a:blip r:embed="rId14">
              <a:alphaModFix/>
            </a:blip>
            <a:srcRect/>
            <a:stretch/>
          </p:blipFill>
          <p:spPr>
            <a:xfrm>
              <a:off x="15509772" y="1318018"/>
              <a:ext cx="154457" cy="85382"/>
            </a:xfrm>
            <a:prstGeom prst="rect">
              <a:avLst/>
            </a:prstGeom>
            <a:noFill/>
            <a:ln>
              <a:noFill/>
            </a:ln>
          </p:spPr>
        </p:pic>
        <p:sp>
          <p:nvSpPr>
            <p:cNvPr id="19" name="Google Shape;1253;p8"/>
            <p:cNvSpPr/>
            <p:nvPr/>
          </p:nvSpPr>
          <p:spPr>
            <a:xfrm>
              <a:off x="1591545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43" y="38023"/>
                  </a:lnTo>
                  <a:lnTo>
                    <a:pt x="26479" y="40652"/>
                  </a:lnTo>
                  <a:lnTo>
                    <a:pt x="26479" y="125488"/>
                  </a:lnTo>
                  <a:lnTo>
                    <a:pt x="26119" y="133764"/>
                  </a:lnTo>
                  <a:lnTo>
                    <a:pt x="23983" y="141384"/>
                  </a:lnTo>
                  <a:lnTo>
                    <a:pt x="18885" y="146968"/>
                  </a:lnTo>
                  <a:lnTo>
                    <a:pt x="9639" y="149136"/>
                  </a:lnTo>
                  <a:lnTo>
                    <a:pt x="2628" y="149136"/>
                  </a:lnTo>
                  <a:lnTo>
                    <a:pt x="0" y="151599"/>
                  </a:lnTo>
                  <a:lnTo>
                    <a:pt x="0" y="157911"/>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0" name="Google Shape;1254;p8"/>
            <p:cNvPicPr preferRelativeResize="0"/>
            <p:nvPr/>
          </p:nvPicPr>
          <p:blipFill rotWithShape="1">
            <a:blip r:embed="rId15">
              <a:alphaModFix/>
            </a:blip>
            <a:srcRect/>
            <a:stretch/>
          </p:blipFill>
          <p:spPr>
            <a:xfrm>
              <a:off x="15976003" y="1280883"/>
              <a:ext cx="267157" cy="122516"/>
            </a:xfrm>
            <a:prstGeom prst="rect">
              <a:avLst/>
            </a:prstGeom>
            <a:noFill/>
            <a:ln>
              <a:noFill/>
            </a:ln>
          </p:spPr>
        </p:pic>
        <p:pic>
          <p:nvPicPr>
            <p:cNvPr id="21" name="Google Shape;1255;p8"/>
            <p:cNvPicPr preferRelativeResize="0"/>
            <p:nvPr/>
          </p:nvPicPr>
          <p:blipFill rotWithShape="1">
            <a:blip r:embed="rId16">
              <a:alphaModFix/>
            </a:blip>
            <a:srcRect/>
            <a:stretch/>
          </p:blipFill>
          <p:spPr>
            <a:xfrm>
              <a:off x="16264228" y="1318018"/>
              <a:ext cx="70294" cy="84480"/>
            </a:xfrm>
            <a:prstGeom prst="rect">
              <a:avLst/>
            </a:prstGeom>
            <a:noFill/>
            <a:ln>
              <a:noFill/>
            </a:ln>
          </p:spPr>
        </p:pic>
        <p:pic>
          <p:nvPicPr>
            <p:cNvPr id="22" name="Google Shape;1256;p8"/>
            <p:cNvPicPr preferRelativeResize="0"/>
            <p:nvPr/>
          </p:nvPicPr>
          <p:blipFill rotWithShape="1">
            <a:blip r:embed="rId17">
              <a:alphaModFix/>
            </a:blip>
            <a:srcRect/>
            <a:stretch/>
          </p:blipFill>
          <p:spPr>
            <a:xfrm>
              <a:off x="16356482" y="1318018"/>
              <a:ext cx="154457" cy="85382"/>
            </a:xfrm>
            <a:prstGeom prst="rect">
              <a:avLst/>
            </a:prstGeom>
            <a:noFill/>
            <a:ln>
              <a:noFill/>
            </a:ln>
          </p:spPr>
        </p:pic>
        <p:pic>
          <p:nvPicPr>
            <p:cNvPr id="23" name="Google Shape;1257;p8"/>
            <p:cNvPicPr preferRelativeResize="0"/>
            <p:nvPr/>
          </p:nvPicPr>
          <p:blipFill rotWithShape="1">
            <a:blip r:embed="rId18">
              <a:alphaModFix/>
            </a:blip>
            <a:srcRect/>
            <a:stretch/>
          </p:blipFill>
          <p:spPr>
            <a:xfrm>
              <a:off x="14201902" y="762152"/>
              <a:ext cx="2318892" cy="491782"/>
            </a:xfrm>
            <a:prstGeom prst="rect">
              <a:avLst/>
            </a:prstGeom>
            <a:noFill/>
            <a:ln>
              <a:noFill/>
            </a:ln>
          </p:spPr>
        </p:pic>
        <p:pic>
          <p:nvPicPr>
            <p:cNvPr id="24" name="Google Shape;1258;p8"/>
            <p:cNvPicPr preferRelativeResize="0"/>
            <p:nvPr/>
          </p:nvPicPr>
          <p:blipFill rotWithShape="1">
            <a:blip r:embed="rId19">
              <a:alphaModFix/>
            </a:blip>
            <a:srcRect/>
            <a:stretch/>
          </p:blipFill>
          <p:spPr>
            <a:xfrm>
              <a:off x="15628112" y="1170902"/>
              <a:ext cx="343027" cy="402703"/>
            </a:xfrm>
            <a:prstGeom prst="rect">
              <a:avLst/>
            </a:prstGeom>
            <a:noFill/>
            <a:ln>
              <a:noFill/>
            </a:ln>
          </p:spPr>
        </p:pic>
        <p:pic>
          <p:nvPicPr>
            <p:cNvPr id="25" name="Google Shape;1259;p8"/>
            <p:cNvPicPr preferRelativeResize="0"/>
            <p:nvPr/>
          </p:nvPicPr>
          <p:blipFill rotWithShape="1">
            <a:blip r:embed="rId20">
              <a:alphaModFix/>
            </a:blip>
            <a:srcRect/>
            <a:stretch/>
          </p:blipFill>
          <p:spPr>
            <a:xfrm>
              <a:off x="15688054" y="1399069"/>
              <a:ext cx="75693" cy="71500"/>
            </a:xfrm>
            <a:prstGeom prst="rect">
              <a:avLst/>
            </a:prstGeom>
            <a:noFill/>
            <a:ln>
              <a:noFill/>
            </a:ln>
          </p:spPr>
        </p:pic>
        <p:pic>
          <p:nvPicPr>
            <p:cNvPr id="26" name="Google Shape;1260;p8"/>
            <p:cNvPicPr preferRelativeResize="0"/>
            <p:nvPr/>
          </p:nvPicPr>
          <p:blipFill rotWithShape="1">
            <a:blip r:embed="rId21">
              <a:alphaModFix/>
            </a:blip>
            <a:srcRect/>
            <a:stretch/>
          </p:blipFill>
          <p:spPr>
            <a:xfrm>
              <a:off x="15685006" y="1433904"/>
              <a:ext cx="365" cy="357"/>
            </a:xfrm>
            <a:prstGeom prst="rect">
              <a:avLst/>
            </a:prstGeom>
            <a:noFill/>
            <a:ln>
              <a:noFill/>
            </a:ln>
          </p:spPr>
        </p:pic>
        <p:pic>
          <p:nvPicPr>
            <p:cNvPr id="27" name="Google Shape;1261;p8"/>
            <p:cNvPicPr preferRelativeResize="0"/>
            <p:nvPr/>
          </p:nvPicPr>
          <p:blipFill rotWithShape="1">
            <a:blip r:embed="rId22">
              <a:alphaModFix/>
            </a:blip>
            <a:srcRect/>
            <a:stretch/>
          </p:blipFill>
          <p:spPr>
            <a:xfrm>
              <a:off x="15609698" y="1489519"/>
              <a:ext cx="39623" cy="43522"/>
            </a:xfrm>
            <a:prstGeom prst="rect">
              <a:avLst/>
            </a:prstGeom>
            <a:noFill/>
            <a:ln>
              <a:noFill/>
            </a:ln>
          </p:spPr>
        </p:pic>
        <p:pic>
          <p:nvPicPr>
            <p:cNvPr id="28" name="Google Shape;1262;p8"/>
            <p:cNvPicPr preferRelativeResize="0"/>
            <p:nvPr/>
          </p:nvPicPr>
          <p:blipFill rotWithShape="1">
            <a:blip r:embed="rId23">
              <a:alphaModFix/>
            </a:blip>
            <a:srcRect/>
            <a:stretch/>
          </p:blipFill>
          <p:spPr>
            <a:xfrm>
              <a:off x="15665195" y="1482038"/>
              <a:ext cx="12445" cy="15214"/>
            </a:xfrm>
            <a:prstGeom prst="rect">
              <a:avLst/>
            </a:prstGeom>
            <a:noFill/>
            <a:ln>
              <a:noFill/>
            </a:ln>
          </p:spPr>
        </p:pic>
        <p:pic>
          <p:nvPicPr>
            <p:cNvPr id="29" name="Google Shape;1263;p8"/>
            <p:cNvPicPr preferRelativeResize="0"/>
            <p:nvPr/>
          </p:nvPicPr>
          <p:blipFill rotWithShape="1">
            <a:blip r:embed="rId23">
              <a:alphaModFix/>
            </a:blip>
            <a:srcRect/>
            <a:stretch/>
          </p:blipFill>
          <p:spPr>
            <a:xfrm>
              <a:off x="15665831" y="1458128"/>
              <a:ext cx="11683" cy="14601"/>
            </a:xfrm>
            <a:prstGeom prst="rect">
              <a:avLst/>
            </a:prstGeom>
            <a:noFill/>
            <a:ln>
              <a:noFill/>
            </a:ln>
          </p:spPr>
        </p:pic>
        <p:pic>
          <p:nvPicPr>
            <p:cNvPr id="30" name="Google Shape;1264;p8"/>
            <p:cNvPicPr preferRelativeResize="0"/>
            <p:nvPr/>
          </p:nvPicPr>
          <p:blipFill rotWithShape="1">
            <a:blip r:embed="rId24">
              <a:alphaModFix/>
            </a:blip>
            <a:srcRect/>
            <a:stretch/>
          </p:blipFill>
          <p:spPr>
            <a:xfrm>
              <a:off x="15824835" y="1228966"/>
              <a:ext cx="64007" cy="65811"/>
            </a:xfrm>
            <a:prstGeom prst="rect">
              <a:avLst/>
            </a:prstGeom>
            <a:noFill/>
            <a:ln>
              <a:noFill/>
            </a:ln>
          </p:spPr>
        </p:pic>
        <p:pic>
          <p:nvPicPr>
            <p:cNvPr id="31" name="Google Shape;1265;p8"/>
            <p:cNvPicPr preferRelativeResize="0"/>
            <p:nvPr/>
          </p:nvPicPr>
          <p:blipFill rotWithShape="1">
            <a:blip r:embed="rId25">
              <a:alphaModFix/>
            </a:blip>
            <a:srcRect/>
            <a:stretch/>
          </p:blipFill>
          <p:spPr>
            <a:xfrm>
              <a:off x="15624047" y="1433779"/>
              <a:ext cx="77215" cy="82550"/>
            </a:xfrm>
            <a:prstGeom prst="rect">
              <a:avLst/>
            </a:prstGeom>
            <a:noFill/>
            <a:ln>
              <a:noFill/>
            </a:ln>
          </p:spPr>
        </p:pic>
        <p:pic>
          <p:nvPicPr>
            <p:cNvPr id="32" name="Google Shape;1266;p8"/>
            <p:cNvPicPr preferRelativeResize="0"/>
            <p:nvPr/>
          </p:nvPicPr>
          <p:blipFill rotWithShape="1">
            <a:blip r:embed="rId26">
              <a:alphaModFix/>
            </a:blip>
            <a:srcRect/>
            <a:stretch/>
          </p:blipFill>
          <p:spPr>
            <a:xfrm>
              <a:off x="15901288" y="1256068"/>
              <a:ext cx="16763" cy="12903"/>
            </a:xfrm>
            <a:prstGeom prst="rect">
              <a:avLst/>
            </a:prstGeom>
            <a:noFill/>
            <a:ln>
              <a:noFill/>
            </a:ln>
          </p:spPr>
        </p:pic>
        <p:pic>
          <p:nvPicPr>
            <p:cNvPr id="33" name="Google Shape;1267;p8"/>
            <p:cNvPicPr preferRelativeResize="0"/>
            <p:nvPr/>
          </p:nvPicPr>
          <p:blipFill rotWithShape="1">
            <a:blip r:embed="rId23">
              <a:alphaModFix/>
            </a:blip>
            <a:srcRect/>
            <a:stretch/>
          </p:blipFill>
          <p:spPr>
            <a:xfrm>
              <a:off x="15680309" y="1443710"/>
              <a:ext cx="12953" cy="15138"/>
            </a:xfrm>
            <a:prstGeom prst="rect">
              <a:avLst/>
            </a:prstGeom>
            <a:noFill/>
            <a:ln>
              <a:noFill/>
            </a:ln>
          </p:spPr>
        </p:pic>
        <p:pic>
          <p:nvPicPr>
            <p:cNvPr id="34" name="Google Shape;1268;p8"/>
            <p:cNvPicPr preferRelativeResize="0"/>
            <p:nvPr/>
          </p:nvPicPr>
          <p:blipFill rotWithShape="1">
            <a:blip r:embed="rId27">
              <a:alphaModFix/>
            </a:blip>
            <a:srcRect/>
            <a:stretch/>
          </p:blipFill>
          <p:spPr>
            <a:xfrm>
              <a:off x="15931515" y="1237411"/>
              <a:ext cx="9779" cy="7467"/>
            </a:xfrm>
            <a:prstGeom prst="rect">
              <a:avLst/>
            </a:prstGeom>
            <a:noFill/>
            <a:ln>
              <a:noFill/>
            </a:ln>
          </p:spPr>
        </p:pic>
        <p:pic>
          <p:nvPicPr>
            <p:cNvPr id="35" name="Google Shape;1269;p8"/>
            <p:cNvPicPr preferRelativeResize="0"/>
            <p:nvPr/>
          </p:nvPicPr>
          <p:blipFill rotWithShape="1">
            <a:blip r:embed="rId28">
              <a:alphaModFix/>
            </a:blip>
            <a:srcRect/>
            <a:stretch/>
          </p:blipFill>
          <p:spPr>
            <a:xfrm>
              <a:off x="15934562" y="1189837"/>
              <a:ext cx="38226" cy="32524"/>
            </a:xfrm>
            <a:prstGeom prst="rect">
              <a:avLst/>
            </a:prstGeom>
            <a:noFill/>
            <a:ln>
              <a:noFill/>
            </a:ln>
          </p:spPr>
        </p:pic>
        <p:pic>
          <p:nvPicPr>
            <p:cNvPr id="36" name="Google Shape;1270;p8"/>
            <p:cNvPicPr preferRelativeResize="0"/>
            <p:nvPr/>
          </p:nvPicPr>
          <p:blipFill rotWithShape="1">
            <a:blip r:embed="rId29">
              <a:alphaModFix/>
            </a:blip>
            <a:srcRect/>
            <a:stretch/>
          </p:blipFill>
          <p:spPr>
            <a:xfrm>
              <a:off x="15645637" y="1455178"/>
              <a:ext cx="40257" cy="24193"/>
            </a:xfrm>
            <a:prstGeom prst="rect">
              <a:avLst/>
            </a:prstGeom>
            <a:noFill/>
            <a:ln>
              <a:noFill/>
            </a:ln>
          </p:spPr>
        </p:pic>
        <p:pic>
          <p:nvPicPr>
            <p:cNvPr id="37" name="Google Shape;1271;p8"/>
            <p:cNvPicPr preferRelativeResize="0"/>
            <p:nvPr/>
          </p:nvPicPr>
          <p:blipFill rotWithShape="1">
            <a:blip r:embed="rId30">
              <a:alphaModFix/>
            </a:blip>
            <a:srcRect/>
            <a:stretch/>
          </p:blipFill>
          <p:spPr>
            <a:xfrm>
              <a:off x="15687295" y="1443595"/>
              <a:ext cx="5969" cy="6934"/>
            </a:xfrm>
            <a:prstGeom prst="rect">
              <a:avLst/>
            </a:prstGeom>
            <a:noFill/>
            <a:ln>
              <a:noFill/>
            </a:ln>
          </p:spPr>
        </p:pic>
        <p:pic>
          <p:nvPicPr>
            <p:cNvPr id="38" name="Google Shape;1272;p8"/>
            <p:cNvPicPr preferRelativeResize="0"/>
            <p:nvPr/>
          </p:nvPicPr>
          <p:blipFill rotWithShape="1">
            <a:blip r:embed="rId31">
              <a:alphaModFix/>
            </a:blip>
            <a:srcRect/>
            <a:stretch/>
          </p:blipFill>
          <p:spPr>
            <a:xfrm>
              <a:off x="15900400" y="1202498"/>
              <a:ext cx="17907" cy="15088"/>
            </a:xfrm>
            <a:prstGeom prst="rect">
              <a:avLst/>
            </a:prstGeom>
            <a:noFill/>
            <a:ln>
              <a:noFill/>
            </a:ln>
          </p:spPr>
        </p:pic>
        <p:pic>
          <p:nvPicPr>
            <p:cNvPr id="39" name="Google Shape;1273;p8"/>
            <p:cNvPicPr preferRelativeResize="0"/>
            <p:nvPr/>
          </p:nvPicPr>
          <p:blipFill rotWithShape="1">
            <a:blip r:embed="rId32">
              <a:alphaModFix/>
            </a:blip>
            <a:srcRect/>
            <a:stretch/>
          </p:blipFill>
          <p:spPr>
            <a:xfrm>
              <a:off x="15696945" y="1384351"/>
              <a:ext cx="36195" cy="49428"/>
            </a:xfrm>
            <a:prstGeom prst="rect">
              <a:avLst/>
            </a:prstGeom>
            <a:noFill/>
            <a:ln>
              <a:noFill/>
            </a:ln>
          </p:spPr>
        </p:pic>
        <p:pic>
          <p:nvPicPr>
            <p:cNvPr id="40" name="Google Shape;1274;p8"/>
            <p:cNvPicPr preferRelativeResize="0"/>
            <p:nvPr/>
          </p:nvPicPr>
          <p:blipFill rotWithShape="1">
            <a:blip r:embed="rId33">
              <a:alphaModFix/>
            </a:blip>
            <a:srcRect/>
            <a:stretch/>
          </p:blipFill>
          <p:spPr>
            <a:xfrm>
              <a:off x="15621381" y="1488414"/>
              <a:ext cx="43306" cy="44855"/>
            </a:xfrm>
            <a:prstGeom prst="rect">
              <a:avLst/>
            </a:prstGeom>
            <a:noFill/>
            <a:ln>
              <a:noFill/>
            </a:ln>
          </p:spPr>
        </p:pic>
        <p:pic>
          <p:nvPicPr>
            <p:cNvPr id="41" name="Google Shape;1275;p8"/>
            <p:cNvPicPr preferRelativeResize="0"/>
            <p:nvPr/>
          </p:nvPicPr>
          <p:blipFill rotWithShape="1">
            <a:blip r:embed="rId34">
              <a:alphaModFix/>
            </a:blip>
            <a:srcRect/>
            <a:stretch/>
          </p:blipFill>
          <p:spPr>
            <a:xfrm>
              <a:off x="15655416" y="1424228"/>
              <a:ext cx="62101" cy="58038"/>
            </a:xfrm>
            <a:prstGeom prst="rect">
              <a:avLst/>
            </a:prstGeom>
            <a:noFill/>
            <a:ln>
              <a:noFill/>
            </a:ln>
          </p:spPr>
        </p:pic>
        <p:pic>
          <p:nvPicPr>
            <p:cNvPr id="42" name="Google Shape;1276;p8"/>
            <p:cNvPicPr preferRelativeResize="0"/>
            <p:nvPr/>
          </p:nvPicPr>
          <p:blipFill rotWithShape="1">
            <a:blip r:embed="rId33">
              <a:alphaModFix/>
            </a:blip>
            <a:srcRect/>
            <a:stretch/>
          </p:blipFill>
          <p:spPr>
            <a:xfrm>
              <a:off x="15735425" y="1384478"/>
              <a:ext cx="41404" cy="44323"/>
            </a:xfrm>
            <a:prstGeom prst="rect">
              <a:avLst/>
            </a:prstGeom>
            <a:noFill/>
            <a:ln>
              <a:noFill/>
            </a:ln>
          </p:spPr>
        </p:pic>
        <p:pic>
          <p:nvPicPr>
            <p:cNvPr id="43" name="Google Shape;1277;p8"/>
            <p:cNvPicPr preferRelativeResize="0"/>
            <p:nvPr/>
          </p:nvPicPr>
          <p:blipFill rotWithShape="1">
            <a:blip r:embed="rId21">
              <a:alphaModFix/>
            </a:blip>
            <a:srcRect/>
            <a:stretch/>
          </p:blipFill>
          <p:spPr>
            <a:xfrm>
              <a:off x="15792070" y="1308544"/>
              <a:ext cx="3683" cy="3086"/>
            </a:xfrm>
            <a:prstGeom prst="rect">
              <a:avLst/>
            </a:prstGeom>
            <a:noFill/>
            <a:ln>
              <a:noFill/>
            </a:ln>
          </p:spPr>
        </p:pic>
        <p:pic>
          <p:nvPicPr>
            <p:cNvPr id="44" name="Google Shape;1278;p8"/>
            <p:cNvPicPr preferRelativeResize="0"/>
            <p:nvPr/>
          </p:nvPicPr>
          <p:blipFill rotWithShape="1">
            <a:blip r:embed="rId35">
              <a:alphaModFix/>
            </a:blip>
            <a:srcRect/>
            <a:stretch/>
          </p:blipFill>
          <p:spPr>
            <a:xfrm>
              <a:off x="15669386" y="1471827"/>
              <a:ext cx="6223" cy="16472"/>
            </a:xfrm>
            <a:prstGeom prst="rect">
              <a:avLst/>
            </a:prstGeom>
            <a:noFill/>
            <a:ln>
              <a:noFill/>
            </a:ln>
          </p:spPr>
        </p:pic>
        <p:pic>
          <p:nvPicPr>
            <p:cNvPr id="45" name="Google Shape;1279;p8"/>
            <p:cNvPicPr preferRelativeResize="0"/>
            <p:nvPr/>
          </p:nvPicPr>
          <p:blipFill rotWithShape="1">
            <a:blip r:embed="rId27">
              <a:alphaModFix/>
            </a:blip>
            <a:srcRect/>
            <a:stretch/>
          </p:blipFill>
          <p:spPr>
            <a:xfrm>
              <a:off x="15855950" y="1307782"/>
              <a:ext cx="7747" cy="7251"/>
            </a:xfrm>
            <a:prstGeom prst="rect">
              <a:avLst/>
            </a:prstGeom>
            <a:noFill/>
            <a:ln>
              <a:noFill/>
            </a:ln>
          </p:spPr>
        </p:pic>
        <p:pic>
          <p:nvPicPr>
            <p:cNvPr id="46" name="Google Shape;1280;p8"/>
            <p:cNvPicPr preferRelativeResize="0"/>
            <p:nvPr/>
          </p:nvPicPr>
          <p:blipFill rotWithShape="1">
            <a:blip r:embed="rId23">
              <a:alphaModFix/>
            </a:blip>
            <a:srcRect/>
            <a:stretch/>
          </p:blipFill>
          <p:spPr>
            <a:xfrm>
              <a:off x="15815056" y="1337019"/>
              <a:ext cx="14351" cy="13257"/>
            </a:xfrm>
            <a:prstGeom prst="rect">
              <a:avLst/>
            </a:prstGeom>
            <a:noFill/>
            <a:ln>
              <a:noFill/>
            </a:ln>
          </p:spPr>
        </p:pic>
        <p:pic>
          <p:nvPicPr>
            <p:cNvPr id="47" name="Google Shape;1281;p8"/>
            <p:cNvPicPr preferRelativeResize="0"/>
            <p:nvPr/>
          </p:nvPicPr>
          <p:blipFill rotWithShape="1">
            <a:blip r:embed="rId36">
              <a:alphaModFix/>
            </a:blip>
            <a:srcRect/>
            <a:stretch/>
          </p:blipFill>
          <p:spPr>
            <a:xfrm>
              <a:off x="15642463" y="1463712"/>
              <a:ext cx="54101" cy="18427"/>
            </a:xfrm>
            <a:prstGeom prst="rect">
              <a:avLst/>
            </a:prstGeom>
            <a:noFill/>
            <a:ln>
              <a:noFill/>
            </a:ln>
          </p:spPr>
        </p:pic>
        <p:pic>
          <p:nvPicPr>
            <p:cNvPr id="48" name="Google Shape;1282;p8"/>
            <p:cNvPicPr preferRelativeResize="0"/>
            <p:nvPr/>
          </p:nvPicPr>
          <p:blipFill rotWithShape="1">
            <a:blip r:embed="rId37">
              <a:alphaModFix/>
            </a:blip>
            <a:srcRect/>
            <a:stretch/>
          </p:blipFill>
          <p:spPr>
            <a:xfrm>
              <a:off x="15736444" y="1349412"/>
              <a:ext cx="19811" cy="21044"/>
            </a:xfrm>
            <a:prstGeom prst="rect">
              <a:avLst/>
            </a:prstGeom>
            <a:noFill/>
            <a:ln>
              <a:noFill/>
            </a:ln>
          </p:spPr>
        </p:pic>
        <p:pic>
          <p:nvPicPr>
            <p:cNvPr id="49" name="Google Shape;1283;p8"/>
            <p:cNvPicPr preferRelativeResize="0"/>
            <p:nvPr/>
          </p:nvPicPr>
          <p:blipFill rotWithShape="1">
            <a:blip r:embed="rId38">
              <a:alphaModFix/>
            </a:blip>
            <a:srcRect/>
            <a:stretch/>
          </p:blipFill>
          <p:spPr>
            <a:xfrm>
              <a:off x="15651227" y="1473301"/>
              <a:ext cx="22858" cy="37363"/>
            </a:xfrm>
            <a:prstGeom prst="rect">
              <a:avLst/>
            </a:prstGeom>
            <a:noFill/>
            <a:ln>
              <a:noFill/>
            </a:ln>
          </p:spPr>
        </p:pic>
        <p:pic>
          <p:nvPicPr>
            <p:cNvPr id="50" name="Google Shape;1284;p8"/>
            <p:cNvPicPr preferRelativeResize="0"/>
            <p:nvPr/>
          </p:nvPicPr>
          <p:blipFill rotWithShape="1">
            <a:blip r:embed="rId39">
              <a:alphaModFix/>
            </a:blip>
            <a:srcRect/>
            <a:stretch/>
          </p:blipFill>
          <p:spPr>
            <a:xfrm>
              <a:off x="15670911" y="1472793"/>
              <a:ext cx="9395" cy="6642"/>
            </a:xfrm>
            <a:prstGeom prst="rect">
              <a:avLst/>
            </a:prstGeom>
            <a:noFill/>
            <a:ln>
              <a:noFill/>
            </a:ln>
          </p:spPr>
        </p:pic>
        <p:pic>
          <p:nvPicPr>
            <p:cNvPr id="51" name="Google Shape;1285;p8"/>
            <p:cNvPicPr preferRelativeResize="0"/>
            <p:nvPr/>
          </p:nvPicPr>
          <p:blipFill rotWithShape="1">
            <a:blip r:embed="rId40">
              <a:alphaModFix/>
            </a:blip>
            <a:srcRect/>
            <a:stretch/>
          </p:blipFill>
          <p:spPr>
            <a:xfrm>
              <a:off x="15935325" y="1214271"/>
              <a:ext cx="18032" cy="26936"/>
            </a:xfrm>
            <a:prstGeom prst="rect">
              <a:avLst/>
            </a:prstGeom>
            <a:noFill/>
            <a:ln>
              <a:noFill/>
            </a:ln>
          </p:spPr>
        </p:pic>
        <p:pic>
          <p:nvPicPr>
            <p:cNvPr id="52" name="Google Shape;1286;p8"/>
            <p:cNvPicPr preferRelativeResize="0"/>
            <p:nvPr/>
          </p:nvPicPr>
          <p:blipFill rotWithShape="1">
            <a:blip r:embed="rId41">
              <a:alphaModFix/>
            </a:blip>
            <a:srcRect/>
            <a:stretch/>
          </p:blipFill>
          <p:spPr>
            <a:xfrm>
              <a:off x="15635478" y="1434121"/>
              <a:ext cx="66292" cy="61213"/>
            </a:xfrm>
            <a:prstGeom prst="rect">
              <a:avLst/>
            </a:prstGeom>
            <a:noFill/>
            <a:ln>
              <a:noFill/>
            </a:ln>
          </p:spPr>
        </p:pic>
        <p:pic>
          <p:nvPicPr>
            <p:cNvPr id="53" name="Google Shape;1287;p8"/>
            <p:cNvPicPr preferRelativeResize="0"/>
            <p:nvPr/>
          </p:nvPicPr>
          <p:blipFill rotWithShape="1">
            <a:blip r:embed="rId30">
              <a:alphaModFix/>
            </a:blip>
            <a:srcRect/>
            <a:stretch/>
          </p:blipFill>
          <p:spPr>
            <a:xfrm>
              <a:off x="15682467" y="1428520"/>
              <a:ext cx="1523" cy="1777"/>
            </a:xfrm>
            <a:prstGeom prst="rect">
              <a:avLst/>
            </a:prstGeom>
            <a:noFill/>
            <a:ln>
              <a:noFill/>
            </a:ln>
          </p:spPr>
        </p:pic>
        <p:pic>
          <p:nvPicPr>
            <p:cNvPr id="54" name="Google Shape;1288;p8"/>
            <p:cNvPicPr preferRelativeResize="0"/>
            <p:nvPr/>
          </p:nvPicPr>
          <p:blipFill rotWithShape="1">
            <a:blip r:embed="rId42">
              <a:alphaModFix/>
            </a:blip>
            <a:srcRect/>
            <a:stretch/>
          </p:blipFill>
          <p:spPr>
            <a:xfrm>
              <a:off x="15639414" y="1470417"/>
              <a:ext cx="26036" cy="30924"/>
            </a:xfrm>
            <a:prstGeom prst="rect">
              <a:avLst/>
            </a:prstGeom>
            <a:noFill/>
            <a:ln>
              <a:noFill/>
            </a:ln>
          </p:spPr>
        </p:pic>
        <p:pic>
          <p:nvPicPr>
            <p:cNvPr id="55" name="Google Shape;1289;p8"/>
            <p:cNvPicPr preferRelativeResize="0"/>
            <p:nvPr/>
          </p:nvPicPr>
          <p:blipFill rotWithShape="1">
            <a:blip r:embed="rId43">
              <a:alphaModFix/>
            </a:blip>
            <a:srcRect/>
            <a:stretch/>
          </p:blipFill>
          <p:spPr>
            <a:xfrm>
              <a:off x="15666975" y="1440484"/>
              <a:ext cx="15351" cy="20421"/>
            </a:xfrm>
            <a:prstGeom prst="rect">
              <a:avLst/>
            </a:prstGeom>
            <a:noFill/>
            <a:ln>
              <a:noFill/>
            </a:ln>
          </p:spPr>
        </p:pic>
        <p:pic>
          <p:nvPicPr>
            <p:cNvPr id="56" name="Google Shape;1290;p8"/>
            <p:cNvPicPr preferRelativeResize="0"/>
            <p:nvPr/>
          </p:nvPicPr>
          <p:blipFill rotWithShape="1">
            <a:blip r:embed="rId21">
              <a:alphaModFix/>
            </a:blip>
            <a:srcRect/>
            <a:stretch/>
          </p:blipFill>
          <p:spPr>
            <a:xfrm>
              <a:off x="15953359" y="1215466"/>
              <a:ext cx="2285" cy="1803"/>
            </a:xfrm>
            <a:prstGeom prst="rect">
              <a:avLst/>
            </a:prstGeom>
            <a:noFill/>
            <a:ln>
              <a:noFill/>
            </a:ln>
          </p:spPr>
        </p:pic>
        <p:pic>
          <p:nvPicPr>
            <p:cNvPr id="57" name="Google Shape;1291;p8"/>
            <p:cNvPicPr preferRelativeResize="0"/>
            <p:nvPr/>
          </p:nvPicPr>
          <p:blipFill rotWithShape="1">
            <a:blip r:embed="rId44">
              <a:alphaModFix/>
            </a:blip>
            <a:srcRect/>
            <a:stretch/>
          </p:blipFill>
          <p:spPr>
            <a:xfrm>
              <a:off x="15685896" y="1402969"/>
              <a:ext cx="39878" cy="43662"/>
            </a:xfrm>
            <a:prstGeom prst="rect">
              <a:avLst/>
            </a:prstGeom>
            <a:noFill/>
            <a:ln>
              <a:noFill/>
            </a:ln>
          </p:spPr>
        </p:pic>
        <p:pic>
          <p:nvPicPr>
            <p:cNvPr id="58" name="Google Shape;1292;p8"/>
            <p:cNvPicPr preferRelativeResize="0"/>
            <p:nvPr/>
          </p:nvPicPr>
          <p:blipFill rotWithShape="1">
            <a:blip r:embed="rId45">
              <a:alphaModFix/>
            </a:blip>
            <a:srcRect/>
            <a:stretch/>
          </p:blipFill>
          <p:spPr>
            <a:xfrm>
              <a:off x="15880588" y="1270139"/>
              <a:ext cx="20192" cy="18021"/>
            </a:xfrm>
            <a:prstGeom prst="rect">
              <a:avLst/>
            </a:prstGeom>
            <a:noFill/>
            <a:ln>
              <a:noFill/>
            </a:ln>
          </p:spPr>
        </p:pic>
        <p:pic>
          <p:nvPicPr>
            <p:cNvPr id="59" name="Google Shape;1293;p8"/>
            <p:cNvPicPr preferRelativeResize="0"/>
            <p:nvPr/>
          </p:nvPicPr>
          <p:blipFill rotWithShape="1">
            <a:blip r:embed="rId39">
              <a:alphaModFix/>
            </a:blip>
            <a:srcRect/>
            <a:stretch/>
          </p:blipFill>
          <p:spPr>
            <a:xfrm>
              <a:off x="15668497" y="1475943"/>
              <a:ext cx="10794" cy="10998"/>
            </a:xfrm>
            <a:prstGeom prst="rect">
              <a:avLst/>
            </a:prstGeom>
            <a:noFill/>
            <a:ln>
              <a:noFill/>
            </a:ln>
          </p:spPr>
        </p:pic>
        <p:pic>
          <p:nvPicPr>
            <p:cNvPr id="60" name="Google Shape;1294;p8"/>
            <p:cNvPicPr preferRelativeResize="0"/>
            <p:nvPr/>
          </p:nvPicPr>
          <p:blipFill rotWithShape="1">
            <a:blip r:embed="rId21">
              <a:alphaModFix/>
            </a:blip>
            <a:srcRect/>
            <a:stretch/>
          </p:blipFill>
          <p:spPr>
            <a:xfrm>
              <a:off x="15965169" y="1207654"/>
              <a:ext cx="2031" cy="1524"/>
            </a:xfrm>
            <a:prstGeom prst="rect">
              <a:avLst/>
            </a:prstGeom>
            <a:noFill/>
            <a:ln>
              <a:noFill/>
            </a:ln>
          </p:spPr>
        </p:pic>
        <p:pic>
          <p:nvPicPr>
            <p:cNvPr id="61" name="Google Shape;1295;p8"/>
            <p:cNvPicPr preferRelativeResize="0"/>
            <p:nvPr/>
          </p:nvPicPr>
          <p:blipFill rotWithShape="1">
            <a:blip r:embed="rId27">
              <a:alphaModFix/>
            </a:blip>
            <a:srcRect/>
            <a:stretch/>
          </p:blipFill>
          <p:spPr>
            <a:xfrm>
              <a:off x="15889351" y="1220528"/>
              <a:ext cx="1687" cy="1338"/>
            </a:xfrm>
            <a:prstGeom prst="rect">
              <a:avLst/>
            </a:prstGeom>
            <a:noFill/>
            <a:ln>
              <a:noFill/>
            </a:ln>
          </p:spPr>
        </p:pic>
        <p:pic>
          <p:nvPicPr>
            <p:cNvPr id="62" name="Google Shape;1296;p8"/>
            <p:cNvPicPr preferRelativeResize="0"/>
            <p:nvPr/>
          </p:nvPicPr>
          <p:blipFill rotWithShape="1">
            <a:blip r:embed="rId35">
              <a:alphaModFix/>
            </a:blip>
            <a:srcRect/>
            <a:stretch/>
          </p:blipFill>
          <p:spPr>
            <a:xfrm>
              <a:off x="15948025" y="1190980"/>
              <a:ext cx="2666" cy="11263"/>
            </a:xfrm>
            <a:prstGeom prst="rect">
              <a:avLst/>
            </a:prstGeom>
            <a:noFill/>
            <a:ln>
              <a:noFill/>
            </a:ln>
          </p:spPr>
        </p:pic>
        <p:pic>
          <p:nvPicPr>
            <p:cNvPr id="63" name="Google Shape;1297;p8"/>
            <p:cNvPicPr preferRelativeResize="0"/>
            <p:nvPr/>
          </p:nvPicPr>
          <p:blipFill rotWithShape="1">
            <a:blip r:embed="rId46">
              <a:alphaModFix/>
            </a:blip>
            <a:srcRect/>
            <a:stretch/>
          </p:blipFill>
          <p:spPr>
            <a:xfrm>
              <a:off x="15672054" y="1466291"/>
              <a:ext cx="20955" cy="4953"/>
            </a:xfrm>
            <a:prstGeom prst="rect">
              <a:avLst/>
            </a:prstGeom>
            <a:noFill/>
            <a:ln>
              <a:noFill/>
            </a:ln>
          </p:spPr>
        </p:pic>
        <p:pic>
          <p:nvPicPr>
            <p:cNvPr id="64" name="Google Shape;1298;p8"/>
            <p:cNvPicPr preferRelativeResize="0"/>
            <p:nvPr/>
          </p:nvPicPr>
          <p:blipFill rotWithShape="1">
            <a:blip r:embed="rId39">
              <a:alphaModFix/>
            </a:blip>
            <a:srcRect/>
            <a:stretch/>
          </p:blipFill>
          <p:spPr>
            <a:xfrm>
              <a:off x="15635985" y="1508619"/>
              <a:ext cx="11174" cy="10465"/>
            </a:xfrm>
            <a:prstGeom prst="rect">
              <a:avLst/>
            </a:prstGeom>
            <a:noFill/>
            <a:ln>
              <a:noFill/>
            </a:ln>
          </p:spPr>
        </p:pic>
        <p:pic>
          <p:nvPicPr>
            <p:cNvPr id="65" name="Google Shape;1299;p8"/>
            <p:cNvPicPr preferRelativeResize="0"/>
            <p:nvPr/>
          </p:nvPicPr>
          <p:blipFill rotWithShape="1">
            <a:blip r:embed="rId47">
              <a:alphaModFix/>
            </a:blip>
            <a:srcRect/>
            <a:stretch/>
          </p:blipFill>
          <p:spPr>
            <a:xfrm>
              <a:off x="15891127" y="1207211"/>
              <a:ext cx="68581" cy="70726"/>
            </a:xfrm>
            <a:prstGeom prst="rect">
              <a:avLst/>
            </a:prstGeom>
            <a:noFill/>
            <a:ln>
              <a:noFill/>
            </a:ln>
          </p:spPr>
        </p:pic>
        <p:pic>
          <p:nvPicPr>
            <p:cNvPr id="66" name="Google Shape;1300;p8"/>
            <p:cNvPicPr preferRelativeResize="0"/>
            <p:nvPr/>
          </p:nvPicPr>
          <p:blipFill rotWithShape="1">
            <a:blip r:embed="rId21">
              <a:alphaModFix/>
            </a:blip>
            <a:srcRect/>
            <a:stretch/>
          </p:blipFill>
          <p:spPr>
            <a:xfrm>
              <a:off x="15658337" y="1504276"/>
              <a:ext cx="1142" cy="1384"/>
            </a:xfrm>
            <a:prstGeom prst="rect">
              <a:avLst/>
            </a:prstGeom>
            <a:noFill/>
            <a:ln>
              <a:noFill/>
            </a:ln>
          </p:spPr>
        </p:pic>
        <p:pic>
          <p:nvPicPr>
            <p:cNvPr id="67" name="Google Shape;1301;p8"/>
            <p:cNvPicPr preferRelativeResize="0"/>
            <p:nvPr/>
          </p:nvPicPr>
          <p:blipFill rotWithShape="1">
            <a:blip r:embed="rId31">
              <a:alphaModFix/>
            </a:blip>
            <a:srcRect/>
            <a:stretch/>
          </p:blipFill>
          <p:spPr>
            <a:xfrm>
              <a:off x="15658718" y="1475473"/>
              <a:ext cx="14986" cy="22047"/>
            </a:xfrm>
            <a:prstGeom prst="rect">
              <a:avLst/>
            </a:prstGeom>
            <a:noFill/>
            <a:ln>
              <a:noFill/>
            </a:ln>
          </p:spPr>
        </p:pic>
        <p:pic>
          <p:nvPicPr>
            <p:cNvPr id="68" name="Google Shape;1302;p8"/>
            <p:cNvPicPr preferRelativeResize="0"/>
            <p:nvPr/>
          </p:nvPicPr>
          <p:blipFill rotWithShape="1">
            <a:blip r:embed="rId21">
              <a:alphaModFix/>
            </a:blip>
            <a:srcRect/>
            <a:stretch/>
          </p:blipFill>
          <p:spPr>
            <a:xfrm>
              <a:off x="15635859" y="1500797"/>
              <a:ext cx="1143" cy="1409"/>
            </a:xfrm>
            <a:prstGeom prst="rect">
              <a:avLst/>
            </a:prstGeom>
            <a:noFill/>
            <a:ln>
              <a:noFill/>
            </a:ln>
          </p:spPr>
        </p:pic>
        <p:pic>
          <p:nvPicPr>
            <p:cNvPr id="69" name="Google Shape;1303;p8"/>
            <p:cNvPicPr preferRelativeResize="0"/>
            <p:nvPr/>
          </p:nvPicPr>
          <p:blipFill rotWithShape="1">
            <a:blip r:embed="rId30">
              <a:alphaModFix/>
            </a:blip>
            <a:srcRect/>
            <a:stretch/>
          </p:blipFill>
          <p:spPr>
            <a:xfrm>
              <a:off x="15916402" y="1201216"/>
              <a:ext cx="2412" cy="5461"/>
            </a:xfrm>
            <a:prstGeom prst="rect">
              <a:avLst/>
            </a:prstGeom>
            <a:noFill/>
            <a:ln>
              <a:noFill/>
            </a:ln>
          </p:spPr>
        </p:pic>
        <p:pic>
          <p:nvPicPr>
            <p:cNvPr id="70" name="Google Shape;1304;p8"/>
            <p:cNvPicPr preferRelativeResize="0"/>
            <p:nvPr/>
          </p:nvPicPr>
          <p:blipFill rotWithShape="1">
            <a:blip r:embed="rId21">
              <a:alphaModFix/>
            </a:blip>
            <a:srcRect/>
            <a:stretch/>
          </p:blipFill>
          <p:spPr>
            <a:xfrm>
              <a:off x="15947769" y="1197362"/>
              <a:ext cx="1650" cy="1276"/>
            </a:xfrm>
            <a:prstGeom prst="rect">
              <a:avLst/>
            </a:prstGeom>
            <a:noFill/>
            <a:ln>
              <a:noFill/>
            </a:ln>
          </p:spPr>
        </p:pic>
        <p:pic>
          <p:nvPicPr>
            <p:cNvPr id="71" name="Google Shape;1305;p8"/>
            <p:cNvPicPr preferRelativeResize="0"/>
            <p:nvPr/>
          </p:nvPicPr>
          <p:blipFill rotWithShape="1">
            <a:blip r:embed="rId21">
              <a:alphaModFix/>
            </a:blip>
            <a:srcRect/>
            <a:stretch/>
          </p:blipFill>
          <p:spPr>
            <a:xfrm>
              <a:off x="15933039" y="1198499"/>
              <a:ext cx="1016" cy="901"/>
            </a:xfrm>
            <a:prstGeom prst="rect">
              <a:avLst/>
            </a:prstGeom>
            <a:noFill/>
            <a:ln>
              <a:noFill/>
            </a:ln>
          </p:spPr>
        </p:pic>
        <p:pic>
          <p:nvPicPr>
            <p:cNvPr id="72" name="Google Shape;1306;p8"/>
            <p:cNvPicPr preferRelativeResize="0"/>
            <p:nvPr/>
          </p:nvPicPr>
          <p:blipFill rotWithShape="1">
            <a:blip r:embed="rId39">
              <a:alphaModFix/>
            </a:blip>
            <a:srcRect/>
            <a:stretch/>
          </p:blipFill>
          <p:spPr>
            <a:xfrm>
              <a:off x="15708376" y="1446885"/>
              <a:ext cx="8508" cy="9461"/>
            </a:xfrm>
            <a:prstGeom prst="rect">
              <a:avLst/>
            </a:prstGeom>
            <a:noFill/>
            <a:ln>
              <a:noFill/>
            </a:ln>
          </p:spPr>
        </p:pic>
        <p:pic>
          <p:nvPicPr>
            <p:cNvPr id="73" name="Google Shape;1307;p8"/>
            <p:cNvPicPr preferRelativeResize="0"/>
            <p:nvPr/>
          </p:nvPicPr>
          <p:blipFill rotWithShape="1">
            <a:blip r:embed="rId30">
              <a:alphaModFix/>
            </a:blip>
            <a:srcRect/>
            <a:stretch/>
          </p:blipFill>
          <p:spPr>
            <a:xfrm>
              <a:off x="15918687" y="1247634"/>
              <a:ext cx="9400" cy="9678"/>
            </a:xfrm>
            <a:prstGeom prst="rect">
              <a:avLst/>
            </a:prstGeom>
            <a:noFill/>
            <a:ln>
              <a:noFill/>
            </a:ln>
          </p:spPr>
        </p:pic>
        <p:pic>
          <p:nvPicPr>
            <p:cNvPr id="74" name="Google Shape;1308;p8"/>
            <p:cNvPicPr preferRelativeResize="0"/>
            <p:nvPr/>
          </p:nvPicPr>
          <p:blipFill rotWithShape="1">
            <a:blip r:embed="rId48">
              <a:alphaModFix/>
            </a:blip>
            <a:srcRect/>
            <a:stretch/>
          </p:blipFill>
          <p:spPr>
            <a:xfrm>
              <a:off x="15635732" y="1459293"/>
              <a:ext cx="44576" cy="50304"/>
            </a:xfrm>
            <a:prstGeom prst="rect">
              <a:avLst/>
            </a:prstGeom>
            <a:noFill/>
            <a:ln>
              <a:noFill/>
            </a:ln>
          </p:spPr>
        </p:pic>
        <p:pic>
          <p:nvPicPr>
            <p:cNvPr id="75" name="Google Shape;1309;p8"/>
            <p:cNvPicPr preferRelativeResize="0"/>
            <p:nvPr/>
          </p:nvPicPr>
          <p:blipFill rotWithShape="1">
            <a:blip r:embed="rId23">
              <a:alphaModFix/>
            </a:blip>
            <a:srcRect/>
            <a:stretch/>
          </p:blipFill>
          <p:spPr>
            <a:xfrm>
              <a:off x="15874620" y="1283169"/>
              <a:ext cx="14985" cy="14592"/>
            </a:xfrm>
            <a:prstGeom prst="rect">
              <a:avLst/>
            </a:prstGeom>
            <a:noFill/>
            <a:ln>
              <a:noFill/>
            </a:ln>
          </p:spPr>
        </p:pic>
        <p:pic>
          <p:nvPicPr>
            <p:cNvPr id="76" name="Google Shape;1310;p8"/>
            <p:cNvPicPr preferRelativeResize="0"/>
            <p:nvPr/>
          </p:nvPicPr>
          <p:blipFill rotWithShape="1">
            <a:blip r:embed="rId21">
              <a:alphaModFix/>
            </a:blip>
            <a:srcRect/>
            <a:stretch/>
          </p:blipFill>
          <p:spPr>
            <a:xfrm>
              <a:off x="15679419" y="1471002"/>
              <a:ext cx="761" cy="787"/>
            </a:xfrm>
            <a:prstGeom prst="rect">
              <a:avLst/>
            </a:prstGeom>
            <a:noFill/>
            <a:ln>
              <a:noFill/>
            </a:ln>
          </p:spPr>
        </p:pic>
        <p:pic>
          <p:nvPicPr>
            <p:cNvPr id="77" name="Google Shape;1311;p8"/>
            <p:cNvPicPr preferRelativeResize="0"/>
            <p:nvPr/>
          </p:nvPicPr>
          <p:blipFill rotWithShape="1">
            <a:blip r:embed="rId21">
              <a:alphaModFix/>
            </a:blip>
            <a:srcRect/>
            <a:stretch/>
          </p:blipFill>
          <p:spPr>
            <a:xfrm>
              <a:off x="15943198" y="1229410"/>
              <a:ext cx="1905" cy="1612"/>
            </a:xfrm>
            <a:prstGeom prst="rect">
              <a:avLst/>
            </a:prstGeom>
            <a:noFill/>
            <a:ln>
              <a:noFill/>
            </a:ln>
          </p:spPr>
        </p:pic>
        <p:pic>
          <p:nvPicPr>
            <p:cNvPr id="78" name="Google Shape;1312;p8"/>
            <p:cNvPicPr preferRelativeResize="0"/>
            <p:nvPr/>
          </p:nvPicPr>
          <p:blipFill rotWithShape="1">
            <a:blip r:embed="rId27">
              <a:alphaModFix/>
            </a:blip>
            <a:srcRect/>
            <a:stretch/>
          </p:blipFill>
          <p:spPr>
            <a:xfrm>
              <a:off x="15685389" y="1446009"/>
              <a:ext cx="9270" cy="4178"/>
            </a:xfrm>
            <a:prstGeom prst="rect">
              <a:avLst/>
            </a:prstGeom>
            <a:noFill/>
            <a:ln>
              <a:noFill/>
            </a:ln>
          </p:spPr>
        </p:pic>
        <p:pic>
          <p:nvPicPr>
            <p:cNvPr id="79" name="Google Shape;1313;p8"/>
            <p:cNvPicPr preferRelativeResize="0"/>
            <p:nvPr/>
          </p:nvPicPr>
          <p:blipFill rotWithShape="1">
            <a:blip r:embed="rId49">
              <a:alphaModFix/>
            </a:blip>
            <a:srcRect/>
            <a:stretch/>
          </p:blipFill>
          <p:spPr>
            <a:xfrm>
              <a:off x="15655797" y="1465834"/>
              <a:ext cx="29209" cy="40144"/>
            </a:xfrm>
            <a:prstGeom prst="rect">
              <a:avLst/>
            </a:prstGeom>
            <a:noFill/>
            <a:ln>
              <a:noFill/>
            </a:ln>
          </p:spPr>
        </p:pic>
        <p:pic>
          <p:nvPicPr>
            <p:cNvPr id="80" name="Google Shape;1314;p8"/>
            <p:cNvPicPr preferRelativeResize="0"/>
            <p:nvPr/>
          </p:nvPicPr>
          <p:blipFill rotWithShape="1">
            <a:blip r:embed="rId27">
              <a:alphaModFix/>
            </a:blip>
            <a:srcRect/>
            <a:stretch/>
          </p:blipFill>
          <p:spPr>
            <a:xfrm>
              <a:off x="15917671" y="1204010"/>
              <a:ext cx="1505" cy="1143"/>
            </a:xfrm>
            <a:prstGeom prst="rect">
              <a:avLst/>
            </a:prstGeom>
            <a:noFill/>
            <a:ln>
              <a:noFill/>
            </a:ln>
          </p:spPr>
        </p:pic>
        <p:pic>
          <p:nvPicPr>
            <p:cNvPr id="81" name="Google Shape;1315;p8"/>
            <p:cNvPicPr preferRelativeResize="0"/>
            <p:nvPr/>
          </p:nvPicPr>
          <p:blipFill rotWithShape="1">
            <a:blip r:embed="rId30">
              <a:alphaModFix/>
            </a:blip>
            <a:srcRect/>
            <a:stretch/>
          </p:blipFill>
          <p:spPr>
            <a:xfrm>
              <a:off x="15648432" y="1495513"/>
              <a:ext cx="635" cy="888"/>
            </a:xfrm>
            <a:prstGeom prst="rect">
              <a:avLst/>
            </a:prstGeom>
            <a:noFill/>
            <a:ln>
              <a:noFill/>
            </a:ln>
          </p:spPr>
        </p:pic>
        <p:pic>
          <p:nvPicPr>
            <p:cNvPr id="82" name="Google Shape;1316;p8"/>
            <p:cNvPicPr preferRelativeResize="0"/>
            <p:nvPr/>
          </p:nvPicPr>
          <p:blipFill rotWithShape="1">
            <a:blip r:embed="rId21">
              <a:alphaModFix/>
            </a:blip>
            <a:srcRect/>
            <a:stretch/>
          </p:blipFill>
          <p:spPr>
            <a:xfrm>
              <a:off x="15700883" y="1433957"/>
              <a:ext cx="889" cy="977"/>
            </a:xfrm>
            <a:prstGeom prst="rect">
              <a:avLst/>
            </a:prstGeom>
            <a:noFill/>
            <a:ln>
              <a:noFill/>
            </a:ln>
          </p:spPr>
        </p:pic>
        <p:pic>
          <p:nvPicPr>
            <p:cNvPr id="83" name="Google Shape;1317;p8"/>
            <p:cNvPicPr preferRelativeResize="0"/>
            <p:nvPr/>
          </p:nvPicPr>
          <p:blipFill rotWithShape="1">
            <a:blip r:embed="rId50">
              <a:alphaModFix/>
            </a:blip>
            <a:srcRect/>
            <a:stretch/>
          </p:blipFill>
          <p:spPr>
            <a:xfrm>
              <a:off x="15634335" y="1432801"/>
              <a:ext cx="68198" cy="66688"/>
            </a:xfrm>
            <a:prstGeom prst="rect">
              <a:avLst/>
            </a:prstGeom>
            <a:noFill/>
            <a:ln>
              <a:noFill/>
            </a:ln>
          </p:spPr>
        </p:pic>
        <p:pic>
          <p:nvPicPr>
            <p:cNvPr id="84" name="Google Shape;1318;p8"/>
            <p:cNvPicPr preferRelativeResize="0"/>
            <p:nvPr/>
          </p:nvPicPr>
          <p:blipFill rotWithShape="1">
            <a:blip r:embed="rId51">
              <a:alphaModFix/>
            </a:blip>
            <a:srcRect/>
            <a:stretch/>
          </p:blipFill>
          <p:spPr>
            <a:xfrm>
              <a:off x="15829153" y="1205191"/>
              <a:ext cx="88645" cy="72161"/>
            </a:xfrm>
            <a:prstGeom prst="rect">
              <a:avLst/>
            </a:prstGeom>
            <a:noFill/>
            <a:ln>
              <a:noFill/>
            </a:ln>
          </p:spPr>
        </p:pic>
        <p:pic>
          <p:nvPicPr>
            <p:cNvPr id="85" name="Google Shape;1319;p8"/>
            <p:cNvPicPr preferRelativeResize="0"/>
            <p:nvPr/>
          </p:nvPicPr>
          <p:blipFill rotWithShape="1">
            <a:blip r:embed="rId52">
              <a:alphaModFix/>
            </a:blip>
            <a:srcRect/>
            <a:stretch/>
          </p:blipFill>
          <p:spPr>
            <a:xfrm>
              <a:off x="15914242" y="1200353"/>
              <a:ext cx="12192" cy="4254"/>
            </a:xfrm>
            <a:prstGeom prst="rect">
              <a:avLst/>
            </a:prstGeom>
            <a:noFill/>
            <a:ln>
              <a:noFill/>
            </a:ln>
          </p:spPr>
        </p:pic>
        <p:pic>
          <p:nvPicPr>
            <p:cNvPr id="86" name="Google Shape;1320;p8"/>
            <p:cNvPicPr preferRelativeResize="0"/>
            <p:nvPr/>
          </p:nvPicPr>
          <p:blipFill rotWithShape="1">
            <a:blip r:embed="rId21">
              <a:alphaModFix/>
            </a:blip>
            <a:srcRect/>
            <a:stretch/>
          </p:blipFill>
          <p:spPr>
            <a:xfrm>
              <a:off x="15909036" y="1261630"/>
              <a:ext cx="1143" cy="1028"/>
            </a:xfrm>
            <a:prstGeom prst="rect">
              <a:avLst/>
            </a:prstGeom>
            <a:noFill/>
            <a:ln>
              <a:noFill/>
            </a:ln>
          </p:spPr>
        </p:pic>
        <p:pic>
          <p:nvPicPr>
            <p:cNvPr id="87" name="Google Shape;1321;p8"/>
            <p:cNvPicPr preferRelativeResize="0"/>
            <p:nvPr/>
          </p:nvPicPr>
          <p:blipFill rotWithShape="1">
            <a:blip r:embed="rId53">
              <a:alphaModFix/>
            </a:blip>
            <a:srcRect/>
            <a:stretch/>
          </p:blipFill>
          <p:spPr>
            <a:xfrm>
              <a:off x="15619220" y="1424432"/>
              <a:ext cx="68835" cy="86791"/>
            </a:xfrm>
            <a:prstGeom prst="rect">
              <a:avLst/>
            </a:prstGeom>
            <a:noFill/>
            <a:ln>
              <a:noFill/>
            </a:ln>
          </p:spPr>
        </p:pic>
        <p:pic>
          <p:nvPicPr>
            <p:cNvPr id="88" name="Google Shape;1322;p8"/>
            <p:cNvPicPr preferRelativeResize="0"/>
            <p:nvPr/>
          </p:nvPicPr>
          <p:blipFill rotWithShape="1">
            <a:blip r:embed="rId21">
              <a:alphaModFix/>
            </a:blip>
            <a:srcRect/>
            <a:stretch/>
          </p:blipFill>
          <p:spPr>
            <a:xfrm>
              <a:off x="15663290" y="1472539"/>
              <a:ext cx="507" cy="622"/>
            </a:xfrm>
            <a:prstGeom prst="rect">
              <a:avLst/>
            </a:prstGeom>
            <a:noFill/>
            <a:ln>
              <a:noFill/>
            </a:ln>
          </p:spPr>
        </p:pic>
        <p:pic>
          <p:nvPicPr>
            <p:cNvPr id="89" name="Google Shape;1323;p8"/>
            <p:cNvPicPr preferRelativeResize="0"/>
            <p:nvPr/>
          </p:nvPicPr>
          <p:blipFill rotWithShape="1">
            <a:blip r:embed="rId27">
              <a:alphaModFix/>
            </a:blip>
            <a:srcRect/>
            <a:stretch/>
          </p:blipFill>
          <p:spPr>
            <a:xfrm>
              <a:off x="15915893" y="1250937"/>
              <a:ext cx="9015" cy="7848"/>
            </a:xfrm>
            <a:prstGeom prst="rect">
              <a:avLst/>
            </a:prstGeom>
            <a:noFill/>
            <a:ln>
              <a:noFill/>
            </a:ln>
          </p:spPr>
        </p:pic>
        <p:pic>
          <p:nvPicPr>
            <p:cNvPr id="90" name="Google Shape;1324;p8"/>
            <p:cNvPicPr preferRelativeResize="0"/>
            <p:nvPr/>
          </p:nvPicPr>
          <p:blipFill rotWithShape="1">
            <a:blip r:embed="rId21">
              <a:alphaModFix/>
            </a:blip>
            <a:srcRect/>
            <a:stretch/>
          </p:blipFill>
          <p:spPr>
            <a:xfrm>
              <a:off x="15707867" y="1418907"/>
              <a:ext cx="2158" cy="1447"/>
            </a:xfrm>
            <a:prstGeom prst="rect">
              <a:avLst/>
            </a:prstGeom>
            <a:noFill/>
            <a:ln>
              <a:noFill/>
            </a:ln>
          </p:spPr>
        </p:pic>
        <p:pic>
          <p:nvPicPr>
            <p:cNvPr id="91" name="Google Shape;1325;p8"/>
            <p:cNvPicPr preferRelativeResize="0"/>
            <p:nvPr/>
          </p:nvPicPr>
          <p:blipFill rotWithShape="1">
            <a:blip r:embed="rId21">
              <a:alphaModFix/>
            </a:blip>
            <a:srcRect/>
            <a:stretch/>
          </p:blipFill>
          <p:spPr>
            <a:xfrm>
              <a:off x="15725646" y="1400136"/>
              <a:ext cx="1143" cy="1270"/>
            </a:xfrm>
            <a:prstGeom prst="rect">
              <a:avLst/>
            </a:prstGeom>
            <a:noFill/>
            <a:ln>
              <a:noFill/>
            </a:ln>
          </p:spPr>
        </p:pic>
        <p:pic>
          <p:nvPicPr>
            <p:cNvPr id="92" name="Google Shape;1326;p8"/>
            <p:cNvPicPr preferRelativeResize="0"/>
            <p:nvPr/>
          </p:nvPicPr>
          <p:blipFill rotWithShape="1">
            <a:blip r:embed="rId54">
              <a:alphaModFix/>
            </a:blip>
            <a:srcRect/>
            <a:stretch/>
          </p:blipFill>
          <p:spPr>
            <a:xfrm>
              <a:off x="15939135" y="1190776"/>
              <a:ext cx="30605" cy="35116"/>
            </a:xfrm>
            <a:prstGeom prst="rect">
              <a:avLst/>
            </a:prstGeom>
            <a:noFill/>
            <a:ln>
              <a:noFill/>
            </a:ln>
          </p:spPr>
        </p:pic>
        <p:pic>
          <p:nvPicPr>
            <p:cNvPr id="93" name="Google Shape;1327;p8"/>
            <p:cNvPicPr preferRelativeResize="0"/>
            <p:nvPr/>
          </p:nvPicPr>
          <p:blipFill rotWithShape="1">
            <a:blip r:embed="rId21">
              <a:alphaModFix/>
            </a:blip>
            <a:srcRect/>
            <a:stretch/>
          </p:blipFill>
          <p:spPr>
            <a:xfrm>
              <a:off x="15655289" y="1498752"/>
              <a:ext cx="5080" cy="8280"/>
            </a:xfrm>
            <a:prstGeom prst="rect">
              <a:avLst/>
            </a:prstGeom>
            <a:noFill/>
            <a:ln>
              <a:noFill/>
            </a:ln>
          </p:spPr>
        </p:pic>
        <p:pic>
          <p:nvPicPr>
            <p:cNvPr id="94" name="Google Shape;1328;p8"/>
            <p:cNvPicPr preferRelativeResize="0"/>
            <p:nvPr/>
          </p:nvPicPr>
          <p:blipFill rotWithShape="1">
            <a:blip r:embed="rId27">
              <a:alphaModFix/>
            </a:blip>
            <a:srcRect/>
            <a:stretch/>
          </p:blipFill>
          <p:spPr>
            <a:xfrm>
              <a:off x="15684769" y="1425714"/>
              <a:ext cx="5954" cy="2634"/>
            </a:xfrm>
            <a:prstGeom prst="rect">
              <a:avLst/>
            </a:prstGeom>
            <a:noFill/>
            <a:ln>
              <a:noFill/>
            </a:ln>
          </p:spPr>
        </p:pic>
        <p:pic>
          <p:nvPicPr>
            <p:cNvPr id="95" name="Google Shape;1329;p8"/>
            <p:cNvPicPr preferRelativeResize="0"/>
            <p:nvPr/>
          </p:nvPicPr>
          <p:blipFill rotWithShape="1">
            <a:blip r:embed="rId55">
              <a:alphaModFix/>
            </a:blip>
            <a:srcRect/>
            <a:stretch/>
          </p:blipFill>
          <p:spPr>
            <a:xfrm>
              <a:off x="15656433" y="1444090"/>
              <a:ext cx="39496" cy="47867"/>
            </a:xfrm>
            <a:prstGeom prst="rect">
              <a:avLst/>
            </a:prstGeom>
            <a:noFill/>
            <a:ln>
              <a:noFill/>
            </a:ln>
          </p:spPr>
        </p:pic>
        <p:pic>
          <p:nvPicPr>
            <p:cNvPr id="96" name="Google Shape;1330;p8"/>
            <p:cNvPicPr preferRelativeResize="0"/>
            <p:nvPr/>
          </p:nvPicPr>
          <p:blipFill rotWithShape="1">
            <a:blip r:embed="rId56">
              <a:alphaModFix/>
            </a:blip>
            <a:srcRect/>
            <a:stretch/>
          </p:blipFill>
          <p:spPr>
            <a:xfrm>
              <a:off x="15668877" y="1477454"/>
              <a:ext cx="17778" cy="6591"/>
            </a:xfrm>
            <a:prstGeom prst="rect">
              <a:avLst/>
            </a:prstGeom>
            <a:noFill/>
            <a:ln>
              <a:noFill/>
            </a:ln>
          </p:spPr>
        </p:pic>
        <p:pic>
          <p:nvPicPr>
            <p:cNvPr id="97" name="Google Shape;1331;p8"/>
            <p:cNvPicPr preferRelativeResize="0"/>
            <p:nvPr/>
          </p:nvPicPr>
          <p:blipFill rotWithShape="1">
            <a:blip r:embed="rId27">
              <a:alphaModFix/>
            </a:blip>
            <a:srcRect/>
            <a:stretch/>
          </p:blipFill>
          <p:spPr>
            <a:xfrm>
              <a:off x="15680053" y="1459573"/>
              <a:ext cx="8765" cy="4280"/>
            </a:xfrm>
            <a:prstGeom prst="rect">
              <a:avLst/>
            </a:prstGeom>
            <a:noFill/>
            <a:ln>
              <a:noFill/>
            </a:ln>
          </p:spPr>
        </p:pic>
        <p:pic>
          <p:nvPicPr>
            <p:cNvPr id="98" name="Google Shape;1332;p8"/>
            <p:cNvPicPr preferRelativeResize="0"/>
            <p:nvPr/>
          </p:nvPicPr>
          <p:blipFill rotWithShape="1">
            <a:blip r:embed="rId30">
              <a:alphaModFix/>
            </a:blip>
            <a:srcRect/>
            <a:stretch/>
          </p:blipFill>
          <p:spPr>
            <a:xfrm>
              <a:off x="15669387" y="1490953"/>
              <a:ext cx="381" cy="520"/>
            </a:xfrm>
            <a:prstGeom prst="rect">
              <a:avLst/>
            </a:prstGeom>
            <a:noFill/>
            <a:ln>
              <a:noFill/>
            </a:ln>
          </p:spPr>
        </p:pic>
        <p:pic>
          <p:nvPicPr>
            <p:cNvPr id="99" name="Google Shape;1333;p8"/>
            <p:cNvPicPr preferRelativeResize="0"/>
            <p:nvPr/>
          </p:nvPicPr>
          <p:blipFill rotWithShape="1">
            <a:blip r:embed="rId27">
              <a:alphaModFix/>
            </a:blip>
            <a:srcRect/>
            <a:stretch/>
          </p:blipFill>
          <p:spPr>
            <a:xfrm>
              <a:off x="15651605" y="1493126"/>
              <a:ext cx="5842" cy="4965"/>
            </a:xfrm>
            <a:prstGeom prst="rect">
              <a:avLst/>
            </a:prstGeom>
            <a:noFill/>
            <a:ln>
              <a:noFill/>
            </a:ln>
          </p:spPr>
        </p:pic>
        <p:pic>
          <p:nvPicPr>
            <p:cNvPr id="100" name="Google Shape;1334;p8"/>
            <p:cNvPicPr preferRelativeResize="0"/>
            <p:nvPr/>
          </p:nvPicPr>
          <p:blipFill rotWithShape="1">
            <a:blip r:embed="rId27">
              <a:alphaModFix/>
            </a:blip>
            <a:srcRect/>
            <a:stretch/>
          </p:blipFill>
          <p:spPr>
            <a:xfrm>
              <a:off x="15631794" y="1498498"/>
              <a:ext cx="6730" cy="3238"/>
            </a:xfrm>
            <a:prstGeom prst="rect">
              <a:avLst/>
            </a:prstGeom>
            <a:noFill/>
            <a:ln>
              <a:noFill/>
            </a:ln>
          </p:spPr>
        </p:pic>
        <p:pic>
          <p:nvPicPr>
            <p:cNvPr id="101" name="Google Shape;1335;p8"/>
            <p:cNvPicPr preferRelativeResize="0"/>
            <p:nvPr/>
          </p:nvPicPr>
          <p:blipFill rotWithShape="1">
            <a:blip r:embed="rId21">
              <a:alphaModFix/>
            </a:blip>
            <a:srcRect/>
            <a:stretch/>
          </p:blipFill>
          <p:spPr>
            <a:xfrm>
              <a:off x="15664186" y="1472108"/>
              <a:ext cx="1771" cy="2095"/>
            </a:xfrm>
            <a:prstGeom prst="rect">
              <a:avLst/>
            </a:prstGeom>
            <a:noFill/>
            <a:ln>
              <a:noFill/>
            </a:ln>
          </p:spPr>
        </p:pic>
        <p:pic>
          <p:nvPicPr>
            <p:cNvPr id="102" name="Google Shape;1336;p8"/>
            <p:cNvPicPr preferRelativeResize="0"/>
            <p:nvPr/>
          </p:nvPicPr>
          <p:blipFill rotWithShape="1">
            <a:blip r:embed="rId35">
              <a:alphaModFix/>
            </a:blip>
            <a:srcRect/>
            <a:stretch/>
          </p:blipFill>
          <p:spPr>
            <a:xfrm>
              <a:off x="15706090" y="1456893"/>
              <a:ext cx="506" cy="1969"/>
            </a:xfrm>
            <a:prstGeom prst="rect">
              <a:avLst/>
            </a:prstGeom>
            <a:noFill/>
            <a:ln>
              <a:noFill/>
            </a:ln>
          </p:spPr>
        </p:pic>
        <p:pic>
          <p:nvPicPr>
            <p:cNvPr id="103" name="Google Shape;1337;p8"/>
            <p:cNvPicPr preferRelativeResize="0"/>
            <p:nvPr/>
          </p:nvPicPr>
          <p:blipFill rotWithShape="1">
            <a:blip r:embed="rId31">
              <a:alphaModFix/>
            </a:blip>
            <a:srcRect/>
            <a:stretch/>
          </p:blipFill>
          <p:spPr>
            <a:xfrm>
              <a:off x="15656941" y="1470773"/>
              <a:ext cx="17016" cy="21108"/>
            </a:xfrm>
            <a:prstGeom prst="rect">
              <a:avLst/>
            </a:prstGeom>
            <a:noFill/>
            <a:ln>
              <a:noFill/>
            </a:ln>
          </p:spPr>
        </p:pic>
        <p:pic>
          <p:nvPicPr>
            <p:cNvPr id="104" name="Google Shape;1338;p8"/>
            <p:cNvPicPr preferRelativeResize="0"/>
            <p:nvPr/>
          </p:nvPicPr>
          <p:blipFill rotWithShape="1">
            <a:blip r:embed="rId21">
              <a:alphaModFix/>
            </a:blip>
            <a:srcRect/>
            <a:stretch/>
          </p:blipFill>
          <p:spPr>
            <a:xfrm>
              <a:off x="15715488" y="1411998"/>
              <a:ext cx="381" cy="431"/>
            </a:xfrm>
            <a:prstGeom prst="rect">
              <a:avLst/>
            </a:prstGeom>
            <a:noFill/>
            <a:ln>
              <a:noFill/>
            </a:ln>
          </p:spPr>
        </p:pic>
        <p:pic>
          <p:nvPicPr>
            <p:cNvPr id="105" name="Google Shape;1339;p8"/>
            <p:cNvPicPr preferRelativeResize="0"/>
            <p:nvPr/>
          </p:nvPicPr>
          <p:blipFill rotWithShape="1">
            <a:blip r:embed="rId21">
              <a:alphaModFix/>
            </a:blip>
            <a:srcRect/>
            <a:stretch/>
          </p:blipFill>
          <p:spPr>
            <a:xfrm>
              <a:off x="15712058" y="1431912"/>
              <a:ext cx="2412" cy="2946"/>
            </a:xfrm>
            <a:prstGeom prst="rect">
              <a:avLst/>
            </a:prstGeom>
            <a:noFill/>
            <a:ln>
              <a:noFill/>
            </a:ln>
          </p:spPr>
        </p:pic>
        <p:pic>
          <p:nvPicPr>
            <p:cNvPr id="106" name="Google Shape;1340;p8"/>
            <p:cNvPicPr preferRelativeResize="0"/>
            <p:nvPr/>
          </p:nvPicPr>
          <p:blipFill rotWithShape="1">
            <a:blip r:embed="rId21">
              <a:alphaModFix/>
            </a:blip>
            <a:srcRect/>
            <a:stretch/>
          </p:blipFill>
          <p:spPr>
            <a:xfrm>
              <a:off x="15675229" y="1439290"/>
              <a:ext cx="4826" cy="4927"/>
            </a:xfrm>
            <a:prstGeom prst="rect">
              <a:avLst/>
            </a:prstGeom>
            <a:noFill/>
            <a:ln>
              <a:noFill/>
            </a:ln>
          </p:spPr>
        </p:pic>
        <p:pic>
          <p:nvPicPr>
            <p:cNvPr id="107" name="Google Shape;1341;p8"/>
            <p:cNvPicPr preferRelativeResize="0"/>
            <p:nvPr/>
          </p:nvPicPr>
          <p:blipFill rotWithShape="1">
            <a:blip r:embed="rId31">
              <a:alphaModFix/>
            </a:blip>
            <a:srcRect/>
            <a:stretch/>
          </p:blipFill>
          <p:spPr>
            <a:xfrm>
              <a:off x="15721076" y="1371777"/>
              <a:ext cx="13462" cy="20748"/>
            </a:xfrm>
            <a:prstGeom prst="rect">
              <a:avLst/>
            </a:prstGeom>
            <a:noFill/>
            <a:ln>
              <a:noFill/>
            </a:ln>
          </p:spPr>
        </p:pic>
        <p:pic>
          <p:nvPicPr>
            <p:cNvPr id="108" name="Google Shape;1342;p8"/>
            <p:cNvPicPr preferRelativeResize="0"/>
            <p:nvPr/>
          </p:nvPicPr>
          <p:blipFill rotWithShape="1">
            <a:blip r:embed="rId30">
              <a:alphaModFix/>
            </a:blip>
            <a:srcRect/>
            <a:stretch/>
          </p:blipFill>
          <p:spPr>
            <a:xfrm>
              <a:off x="15649829" y="1507413"/>
              <a:ext cx="380" cy="431"/>
            </a:xfrm>
            <a:prstGeom prst="rect">
              <a:avLst/>
            </a:prstGeom>
            <a:noFill/>
            <a:ln>
              <a:noFill/>
            </a:ln>
          </p:spPr>
        </p:pic>
        <p:pic>
          <p:nvPicPr>
            <p:cNvPr id="109" name="Google Shape;1343;p8"/>
            <p:cNvPicPr preferRelativeResize="0"/>
            <p:nvPr/>
          </p:nvPicPr>
          <p:blipFill rotWithShape="1">
            <a:blip r:embed="rId57">
              <a:alphaModFix/>
            </a:blip>
            <a:srcRect/>
            <a:stretch/>
          </p:blipFill>
          <p:spPr>
            <a:xfrm>
              <a:off x="15643097" y="1430008"/>
              <a:ext cx="72643" cy="68173"/>
            </a:xfrm>
            <a:prstGeom prst="rect">
              <a:avLst/>
            </a:prstGeom>
            <a:noFill/>
            <a:ln>
              <a:noFill/>
            </a:ln>
          </p:spPr>
        </p:pic>
        <p:pic>
          <p:nvPicPr>
            <p:cNvPr id="110" name="Google Shape;1344;p8"/>
            <p:cNvPicPr preferRelativeResize="0"/>
            <p:nvPr/>
          </p:nvPicPr>
          <p:blipFill rotWithShape="1">
            <a:blip r:embed="rId58">
              <a:alphaModFix/>
            </a:blip>
            <a:srcRect/>
            <a:stretch/>
          </p:blipFill>
          <p:spPr>
            <a:xfrm>
              <a:off x="15646147" y="1421586"/>
              <a:ext cx="64895" cy="73330"/>
            </a:xfrm>
            <a:prstGeom prst="rect">
              <a:avLst/>
            </a:prstGeom>
            <a:noFill/>
            <a:ln>
              <a:noFill/>
            </a:ln>
          </p:spPr>
        </p:pic>
        <p:pic>
          <p:nvPicPr>
            <p:cNvPr id="111" name="Google Shape;1345;p8"/>
            <p:cNvPicPr preferRelativeResize="0"/>
            <p:nvPr/>
          </p:nvPicPr>
          <p:blipFill rotWithShape="1">
            <a:blip r:embed="rId21">
              <a:alphaModFix/>
            </a:blip>
            <a:srcRect/>
            <a:stretch/>
          </p:blipFill>
          <p:spPr>
            <a:xfrm>
              <a:off x="15847440" y="1259954"/>
              <a:ext cx="507" cy="431"/>
            </a:xfrm>
            <a:prstGeom prst="rect">
              <a:avLst/>
            </a:prstGeom>
            <a:noFill/>
            <a:ln>
              <a:noFill/>
            </a:ln>
          </p:spPr>
        </p:pic>
        <p:pic>
          <p:nvPicPr>
            <p:cNvPr id="112" name="Google Shape;1346;p8"/>
            <p:cNvPicPr preferRelativeResize="0"/>
            <p:nvPr/>
          </p:nvPicPr>
          <p:blipFill rotWithShape="1">
            <a:blip r:embed="rId59">
              <a:alphaModFix/>
            </a:blip>
            <a:srcRect/>
            <a:stretch/>
          </p:blipFill>
          <p:spPr>
            <a:xfrm>
              <a:off x="15862679" y="1222285"/>
              <a:ext cx="26417" cy="27127"/>
            </a:xfrm>
            <a:prstGeom prst="rect">
              <a:avLst/>
            </a:prstGeom>
            <a:noFill/>
            <a:ln>
              <a:noFill/>
            </a:ln>
          </p:spPr>
        </p:pic>
        <p:pic>
          <p:nvPicPr>
            <p:cNvPr id="113" name="Google Shape;1347;p8"/>
            <p:cNvPicPr preferRelativeResize="0"/>
            <p:nvPr/>
          </p:nvPicPr>
          <p:blipFill rotWithShape="1">
            <a:blip r:embed="rId39">
              <a:alphaModFix/>
            </a:blip>
            <a:srcRect/>
            <a:stretch/>
          </p:blipFill>
          <p:spPr>
            <a:xfrm>
              <a:off x="15671037" y="1452867"/>
              <a:ext cx="13716" cy="10439"/>
            </a:xfrm>
            <a:prstGeom prst="rect">
              <a:avLst/>
            </a:prstGeom>
            <a:noFill/>
            <a:ln>
              <a:noFill/>
            </a:ln>
          </p:spPr>
        </p:pic>
        <p:pic>
          <p:nvPicPr>
            <p:cNvPr id="114" name="Google Shape;1348;p8"/>
            <p:cNvPicPr preferRelativeResize="0"/>
            <p:nvPr/>
          </p:nvPicPr>
          <p:blipFill rotWithShape="1">
            <a:blip r:embed="rId21">
              <a:alphaModFix/>
            </a:blip>
            <a:srcRect/>
            <a:stretch/>
          </p:blipFill>
          <p:spPr>
            <a:xfrm>
              <a:off x="15720694" y="1412227"/>
              <a:ext cx="380" cy="406"/>
            </a:xfrm>
            <a:prstGeom prst="rect">
              <a:avLst/>
            </a:prstGeom>
            <a:noFill/>
            <a:ln>
              <a:noFill/>
            </a:ln>
          </p:spPr>
        </p:pic>
        <p:pic>
          <p:nvPicPr>
            <p:cNvPr id="115" name="Google Shape;1349;p8"/>
            <p:cNvPicPr preferRelativeResize="0"/>
            <p:nvPr/>
          </p:nvPicPr>
          <p:blipFill rotWithShape="1">
            <a:blip r:embed="rId39">
              <a:alphaModFix/>
            </a:blip>
            <a:srcRect/>
            <a:stretch/>
          </p:blipFill>
          <p:spPr>
            <a:xfrm>
              <a:off x="15703041" y="1453451"/>
              <a:ext cx="6813" cy="8280"/>
            </a:xfrm>
            <a:prstGeom prst="rect">
              <a:avLst/>
            </a:prstGeom>
            <a:noFill/>
            <a:ln>
              <a:noFill/>
            </a:ln>
          </p:spPr>
        </p:pic>
        <p:pic>
          <p:nvPicPr>
            <p:cNvPr id="116" name="Google Shape;1350;p8"/>
            <p:cNvPicPr preferRelativeResize="0"/>
            <p:nvPr/>
          </p:nvPicPr>
          <p:blipFill rotWithShape="1">
            <a:blip r:embed="rId21">
              <a:alphaModFix/>
            </a:blip>
            <a:srcRect/>
            <a:stretch/>
          </p:blipFill>
          <p:spPr>
            <a:xfrm>
              <a:off x="15743428" y="1388706"/>
              <a:ext cx="1779" cy="1498"/>
            </a:xfrm>
            <a:prstGeom prst="rect">
              <a:avLst/>
            </a:prstGeom>
            <a:noFill/>
            <a:ln>
              <a:noFill/>
            </a:ln>
          </p:spPr>
        </p:pic>
        <p:pic>
          <p:nvPicPr>
            <p:cNvPr id="117" name="Google Shape;1351;p8"/>
            <p:cNvPicPr preferRelativeResize="0"/>
            <p:nvPr/>
          </p:nvPicPr>
          <p:blipFill rotWithShape="1">
            <a:blip r:embed="rId21">
              <a:alphaModFix/>
            </a:blip>
            <a:srcRect/>
            <a:stretch/>
          </p:blipFill>
          <p:spPr>
            <a:xfrm>
              <a:off x="15921353" y="1232230"/>
              <a:ext cx="253" cy="241"/>
            </a:xfrm>
            <a:prstGeom prst="rect">
              <a:avLst/>
            </a:prstGeom>
            <a:noFill/>
            <a:ln>
              <a:noFill/>
            </a:ln>
          </p:spPr>
        </p:pic>
      </p:grpSp>
      <p:pic>
        <p:nvPicPr>
          <p:cNvPr id="118"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rotWithShape="1">
          <a:blip r:embed="rId60">
            <a:extLst>
              <a:ext uri="{28A0092B-C50C-407E-A947-70E740481C1C}">
                <a14:useLocalDpi xmlns:a14="http://schemas.microsoft.com/office/drawing/2010/main" val="0"/>
              </a:ext>
            </a:extLst>
          </a:blip>
          <a:srcRect b="77211"/>
          <a:stretch/>
        </p:blipFill>
        <p:spPr bwMode="auto">
          <a:xfrm rot="5400000">
            <a:off x="8450383" y="3074090"/>
            <a:ext cx="6733736" cy="7494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pic>
        <p:nvPicPr>
          <p:cNvPr id="715" name="Google Shape;715;p47"/>
          <p:cNvPicPr preferRelativeResize="0"/>
          <p:nvPr/>
        </p:nvPicPr>
        <p:blipFill rotWithShape="1">
          <a:blip r:embed="rId3">
            <a:alphaModFix/>
          </a:blip>
          <a:srcRect/>
          <a:stretch/>
        </p:blipFill>
        <p:spPr>
          <a:xfrm>
            <a:off x="918490" y="785433"/>
            <a:ext cx="10298741" cy="5790214"/>
          </a:xfrm>
          <a:prstGeom prst="rect">
            <a:avLst/>
          </a:prstGeom>
          <a:noFill/>
          <a:ln>
            <a:noFill/>
          </a:ln>
          <a:effectLst>
            <a:outerShdw blurRad="101600" dist="50800" sx="101000" sy="101000" algn="ctr" rotWithShape="0">
              <a:srgbClr val="7F7F7F">
                <a:alpha val="20000"/>
              </a:srgbClr>
            </a:outerShdw>
          </a:effectLst>
        </p:spPr>
      </p:pic>
      <p:sp>
        <p:nvSpPr>
          <p:cNvPr id="716" name="Google Shape;716;p47"/>
          <p:cNvSpPr/>
          <p:nvPr/>
        </p:nvSpPr>
        <p:spPr>
          <a:xfrm>
            <a:off x="6562165" y="4496696"/>
            <a:ext cx="748118" cy="425448"/>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17" name="Google Shape;717;p47">
            <a:hlinkClick r:id="rId4"/>
          </p:cNvPr>
          <p:cNvPicPr preferRelativeResize="0"/>
          <p:nvPr/>
        </p:nvPicPr>
        <p:blipFill rotWithShape="1">
          <a:blip r:embed="rId5">
            <a:alphaModFix/>
          </a:blip>
          <a:srcRect/>
          <a:stretch/>
        </p:blipFill>
        <p:spPr>
          <a:xfrm>
            <a:off x="6783441" y="4658723"/>
            <a:ext cx="526842" cy="526842"/>
          </a:xfrm>
          <a:prstGeom prst="rect">
            <a:avLst/>
          </a:prstGeom>
          <a:noFill/>
          <a:ln>
            <a:noFill/>
          </a:ln>
        </p:spPr>
      </p:pic>
      <p:pic>
        <p:nvPicPr>
          <p:cNvPr id="5"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rotWithShape="1">
          <a:blip r:embed="rId6">
            <a:extLst>
              <a:ext uri="{28A0092B-C50C-407E-A947-70E740481C1C}">
                <a14:useLocalDpi xmlns:a14="http://schemas.microsoft.com/office/drawing/2010/main" val="0"/>
              </a:ext>
            </a:extLst>
          </a:blip>
          <a:srcRect b="77211"/>
          <a:stretch/>
        </p:blipFill>
        <p:spPr bwMode="auto">
          <a:xfrm rot="5400000">
            <a:off x="8450383" y="3074090"/>
            <a:ext cx="6733736" cy="749498"/>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oogle Shape;1238;p8"/>
          <p:cNvGrpSpPr/>
          <p:nvPr/>
        </p:nvGrpSpPr>
        <p:grpSpPr>
          <a:xfrm>
            <a:off x="126679" y="152310"/>
            <a:ext cx="1414810" cy="548223"/>
            <a:chOff x="14201902" y="621652"/>
            <a:chExt cx="2318892" cy="951953"/>
          </a:xfrm>
        </p:grpSpPr>
        <p:pic>
          <p:nvPicPr>
            <p:cNvPr id="7" name="Google Shape;1240;p8"/>
            <p:cNvPicPr preferRelativeResize="0"/>
            <p:nvPr/>
          </p:nvPicPr>
          <p:blipFill rotWithShape="1">
            <a:blip r:embed="rId7">
              <a:alphaModFix/>
            </a:blip>
            <a:srcRect/>
            <a:stretch/>
          </p:blipFill>
          <p:spPr>
            <a:xfrm>
              <a:off x="14496301" y="621652"/>
              <a:ext cx="381832" cy="226865"/>
            </a:xfrm>
            <a:prstGeom prst="rect">
              <a:avLst/>
            </a:prstGeom>
            <a:noFill/>
            <a:ln>
              <a:noFill/>
            </a:ln>
          </p:spPr>
        </p:pic>
        <p:sp>
          <p:nvSpPr>
            <p:cNvPr id="8" name="Google Shape;1241;p8"/>
            <p:cNvSpPr/>
            <p:nvPr/>
          </p:nvSpPr>
          <p:spPr>
            <a:xfrm>
              <a:off x="14410042" y="884923"/>
              <a:ext cx="289560" cy="247650"/>
            </a:xfrm>
            <a:custGeom>
              <a:avLst/>
              <a:gdLst/>
              <a:ahLst/>
              <a:cxnLst/>
              <a:rect l="l" t="t" r="r" b="b"/>
              <a:pathLst>
                <a:path w="289559" h="247650" extrusionOk="0">
                  <a:moveTo>
                    <a:pt x="255943" y="0"/>
                  </a:moveTo>
                  <a:lnTo>
                    <a:pt x="240766" y="0"/>
                  </a:lnTo>
                  <a:lnTo>
                    <a:pt x="236550" y="2806"/>
                  </a:lnTo>
                  <a:lnTo>
                    <a:pt x="144741" y="191325"/>
                  </a:lnTo>
                  <a:lnTo>
                    <a:pt x="52603" y="2806"/>
                  </a:lnTo>
                  <a:lnTo>
                    <a:pt x="48374" y="0"/>
                  </a:lnTo>
                  <a:lnTo>
                    <a:pt x="33197" y="0"/>
                  </a:lnTo>
                  <a:lnTo>
                    <a:pt x="28257" y="5981"/>
                  </a:lnTo>
                  <a:lnTo>
                    <a:pt x="0" y="240411"/>
                  </a:lnTo>
                  <a:lnTo>
                    <a:pt x="4216" y="246062"/>
                  </a:lnTo>
                  <a:lnTo>
                    <a:pt x="17297" y="247472"/>
                  </a:lnTo>
                  <a:lnTo>
                    <a:pt x="22580" y="242887"/>
                  </a:lnTo>
                  <a:lnTo>
                    <a:pt x="46964" y="43421"/>
                  </a:lnTo>
                  <a:lnTo>
                    <a:pt x="129209" y="210045"/>
                  </a:lnTo>
                  <a:lnTo>
                    <a:pt x="131673" y="215353"/>
                  </a:lnTo>
                  <a:lnTo>
                    <a:pt x="136283" y="222402"/>
                  </a:lnTo>
                  <a:lnTo>
                    <a:pt x="153212" y="222402"/>
                  </a:lnTo>
                  <a:lnTo>
                    <a:pt x="157810" y="215353"/>
                  </a:lnTo>
                  <a:lnTo>
                    <a:pt x="242176" y="43421"/>
                  </a:lnTo>
                  <a:lnTo>
                    <a:pt x="266522" y="242887"/>
                  </a:lnTo>
                  <a:lnTo>
                    <a:pt x="271843" y="247472"/>
                  </a:lnTo>
                  <a:lnTo>
                    <a:pt x="284899" y="246062"/>
                  </a:lnTo>
                  <a:lnTo>
                    <a:pt x="289128" y="240411"/>
                  </a:lnTo>
                  <a:lnTo>
                    <a:pt x="288429" y="233705"/>
                  </a:lnTo>
                  <a:lnTo>
                    <a:pt x="260896" y="5981"/>
                  </a:lnTo>
                  <a:lnTo>
                    <a:pt x="255943"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9" name="Google Shape;1242;p8"/>
            <p:cNvPicPr preferRelativeResize="0"/>
            <p:nvPr/>
          </p:nvPicPr>
          <p:blipFill rotWithShape="1">
            <a:blip r:embed="rId8">
              <a:alphaModFix/>
            </a:blip>
            <a:srcRect/>
            <a:stretch/>
          </p:blipFill>
          <p:spPr>
            <a:xfrm>
              <a:off x="14755824" y="884923"/>
              <a:ext cx="172262" cy="248538"/>
            </a:xfrm>
            <a:prstGeom prst="rect">
              <a:avLst/>
            </a:prstGeom>
            <a:noFill/>
            <a:ln>
              <a:noFill/>
            </a:ln>
          </p:spPr>
        </p:pic>
        <p:pic>
          <p:nvPicPr>
            <p:cNvPr id="10" name="Google Shape;1243;p8"/>
            <p:cNvPicPr preferRelativeResize="0"/>
            <p:nvPr/>
          </p:nvPicPr>
          <p:blipFill rotWithShape="1">
            <a:blip r:embed="rId9">
              <a:alphaModFix/>
            </a:blip>
            <a:srcRect/>
            <a:stretch/>
          </p:blipFill>
          <p:spPr>
            <a:xfrm>
              <a:off x="14995360" y="884910"/>
              <a:ext cx="296633" cy="246773"/>
            </a:xfrm>
            <a:prstGeom prst="rect">
              <a:avLst/>
            </a:prstGeom>
            <a:noFill/>
            <a:ln>
              <a:noFill/>
            </a:ln>
          </p:spPr>
        </p:pic>
        <p:sp>
          <p:nvSpPr>
            <p:cNvPr id="11" name="Google Shape;1244;p8"/>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2" name="Google Shape;1245;p8"/>
            <p:cNvPicPr preferRelativeResize="0"/>
            <p:nvPr/>
          </p:nvPicPr>
          <p:blipFill rotWithShape="1">
            <a:blip r:embed="rId10">
              <a:alphaModFix/>
            </a:blip>
            <a:srcRect/>
            <a:stretch/>
          </p:blipFill>
          <p:spPr>
            <a:xfrm>
              <a:off x="15426016" y="886663"/>
              <a:ext cx="163791" cy="245021"/>
            </a:xfrm>
            <a:prstGeom prst="rect">
              <a:avLst/>
            </a:prstGeom>
            <a:noFill/>
            <a:ln>
              <a:noFill/>
            </a:ln>
          </p:spPr>
        </p:pic>
        <p:pic>
          <p:nvPicPr>
            <p:cNvPr id="13" name="Google Shape;1246;p8"/>
            <p:cNvPicPr preferRelativeResize="0"/>
            <p:nvPr/>
          </p:nvPicPr>
          <p:blipFill rotWithShape="1">
            <a:blip r:embed="rId11">
              <a:alphaModFix/>
            </a:blip>
            <a:srcRect/>
            <a:stretch/>
          </p:blipFill>
          <p:spPr>
            <a:xfrm>
              <a:off x="15638234" y="884910"/>
              <a:ext cx="128130" cy="245008"/>
            </a:xfrm>
            <a:prstGeom prst="rect">
              <a:avLst/>
            </a:prstGeom>
            <a:noFill/>
            <a:ln>
              <a:noFill/>
            </a:ln>
          </p:spPr>
        </p:pic>
        <p:sp>
          <p:nvSpPr>
            <p:cNvPr id="14" name="Google Shape;1247;p8"/>
            <p:cNvSpPr/>
            <p:nvPr/>
          </p:nvSpPr>
          <p:spPr>
            <a:xfrm>
              <a:off x="15807512" y="884923"/>
              <a:ext cx="23495" cy="247015"/>
            </a:xfrm>
            <a:custGeom>
              <a:avLst/>
              <a:gdLst/>
              <a:ahLst/>
              <a:cxnLst/>
              <a:rect l="l" t="t" r="r" b="b"/>
              <a:pathLst>
                <a:path w="23494" h="247015" extrusionOk="0">
                  <a:moveTo>
                    <a:pt x="18338" y="0"/>
                  </a:moveTo>
                  <a:lnTo>
                    <a:pt x="4927" y="0"/>
                  </a:lnTo>
                  <a:lnTo>
                    <a:pt x="0" y="5283"/>
                  </a:lnTo>
                  <a:lnTo>
                    <a:pt x="0" y="241452"/>
                  </a:lnTo>
                  <a:lnTo>
                    <a:pt x="4927"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5" name="Google Shape;1248;p8"/>
            <p:cNvPicPr preferRelativeResize="0"/>
            <p:nvPr/>
          </p:nvPicPr>
          <p:blipFill rotWithShape="1">
            <a:blip r:embed="rId12">
              <a:alphaModFix/>
            </a:blip>
            <a:srcRect/>
            <a:stretch/>
          </p:blipFill>
          <p:spPr>
            <a:xfrm>
              <a:off x="15884842" y="883856"/>
              <a:ext cx="424116" cy="249605"/>
            </a:xfrm>
            <a:prstGeom prst="rect">
              <a:avLst/>
            </a:prstGeom>
            <a:noFill/>
            <a:ln>
              <a:noFill/>
            </a:ln>
          </p:spPr>
        </p:pic>
        <p:sp>
          <p:nvSpPr>
            <p:cNvPr id="16" name="Google Shape;1249;p8"/>
            <p:cNvSpPr/>
            <p:nvPr/>
          </p:nvSpPr>
          <p:spPr>
            <a:xfrm>
              <a:off x="1506874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66" y="40652"/>
                  </a:lnTo>
                  <a:lnTo>
                    <a:pt x="26466" y="125488"/>
                  </a:lnTo>
                  <a:lnTo>
                    <a:pt x="26114" y="133764"/>
                  </a:lnTo>
                  <a:lnTo>
                    <a:pt x="23985" y="141384"/>
                  </a:lnTo>
                  <a:lnTo>
                    <a:pt x="18896" y="146968"/>
                  </a:lnTo>
                  <a:lnTo>
                    <a:pt x="9664" y="149136"/>
                  </a:lnTo>
                  <a:lnTo>
                    <a:pt x="2628" y="149136"/>
                  </a:lnTo>
                  <a:lnTo>
                    <a:pt x="0" y="151599"/>
                  </a:lnTo>
                  <a:lnTo>
                    <a:pt x="0" y="157911"/>
                  </a:lnTo>
                  <a:lnTo>
                    <a:pt x="2628" y="160350"/>
                  </a:lnTo>
                  <a:lnTo>
                    <a:pt x="9664" y="160350"/>
                  </a:lnTo>
                  <a:lnTo>
                    <a:pt x="23186" y="157662"/>
                  </a:lnTo>
                  <a:lnTo>
                    <a:pt x="31934" y="150277"/>
                  </a:lnTo>
                  <a:lnTo>
                    <a:pt x="36643"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7" name="Google Shape;1250;p8"/>
            <p:cNvPicPr preferRelativeResize="0"/>
            <p:nvPr/>
          </p:nvPicPr>
          <p:blipFill rotWithShape="1">
            <a:blip r:embed="rId13">
              <a:alphaModFix/>
            </a:blip>
            <a:srcRect/>
            <a:stretch/>
          </p:blipFill>
          <p:spPr>
            <a:xfrm>
              <a:off x="15129420" y="1280883"/>
              <a:ext cx="267157" cy="122516"/>
            </a:xfrm>
            <a:prstGeom prst="rect">
              <a:avLst/>
            </a:prstGeom>
            <a:noFill/>
            <a:ln>
              <a:noFill/>
            </a:ln>
          </p:spPr>
        </p:pic>
        <p:pic>
          <p:nvPicPr>
            <p:cNvPr id="18" name="Google Shape;1251;p8"/>
            <p:cNvPicPr preferRelativeResize="0"/>
            <p:nvPr/>
          </p:nvPicPr>
          <p:blipFill rotWithShape="1">
            <a:blip r:embed="rId14">
              <a:alphaModFix/>
            </a:blip>
            <a:srcRect/>
            <a:stretch/>
          </p:blipFill>
          <p:spPr>
            <a:xfrm>
              <a:off x="15417545" y="1318018"/>
              <a:ext cx="70269" cy="84480"/>
            </a:xfrm>
            <a:prstGeom prst="rect">
              <a:avLst/>
            </a:prstGeom>
            <a:noFill/>
            <a:ln>
              <a:noFill/>
            </a:ln>
          </p:spPr>
        </p:pic>
        <p:pic>
          <p:nvPicPr>
            <p:cNvPr id="19" name="Google Shape;1252;p8"/>
            <p:cNvPicPr preferRelativeResize="0"/>
            <p:nvPr/>
          </p:nvPicPr>
          <p:blipFill rotWithShape="1">
            <a:blip r:embed="rId15">
              <a:alphaModFix/>
            </a:blip>
            <a:srcRect/>
            <a:stretch/>
          </p:blipFill>
          <p:spPr>
            <a:xfrm>
              <a:off x="15509772" y="1318018"/>
              <a:ext cx="154457" cy="85382"/>
            </a:xfrm>
            <a:prstGeom prst="rect">
              <a:avLst/>
            </a:prstGeom>
            <a:noFill/>
            <a:ln>
              <a:noFill/>
            </a:ln>
          </p:spPr>
        </p:pic>
        <p:sp>
          <p:nvSpPr>
            <p:cNvPr id="20" name="Google Shape;1253;p8"/>
            <p:cNvSpPr/>
            <p:nvPr/>
          </p:nvSpPr>
          <p:spPr>
            <a:xfrm>
              <a:off x="1591545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43" y="38023"/>
                  </a:lnTo>
                  <a:lnTo>
                    <a:pt x="26479" y="40652"/>
                  </a:lnTo>
                  <a:lnTo>
                    <a:pt x="26479" y="125488"/>
                  </a:lnTo>
                  <a:lnTo>
                    <a:pt x="26119" y="133764"/>
                  </a:lnTo>
                  <a:lnTo>
                    <a:pt x="23983" y="141384"/>
                  </a:lnTo>
                  <a:lnTo>
                    <a:pt x="18885" y="146968"/>
                  </a:lnTo>
                  <a:lnTo>
                    <a:pt x="9639" y="149136"/>
                  </a:lnTo>
                  <a:lnTo>
                    <a:pt x="2628" y="149136"/>
                  </a:lnTo>
                  <a:lnTo>
                    <a:pt x="0" y="151599"/>
                  </a:lnTo>
                  <a:lnTo>
                    <a:pt x="0" y="157911"/>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1" name="Google Shape;1254;p8"/>
            <p:cNvPicPr preferRelativeResize="0"/>
            <p:nvPr/>
          </p:nvPicPr>
          <p:blipFill rotWithShape="1">
            <a:blip r:embed="rId16">
              <a:alphaModFix/>
            </a:blip>
            <a:srcRect/>
            <a:stretch/>
          </p:blipFill>
          <p:spPr>
            <a:xfrm>
              <a:off x="15976003" y="1280883"/>
              <a:ext cx="267157" cy="122516"/>
            </a:xfrm>
            <a:prstGeom prst="rect">
              <a:avLst/>
            </a:prstGeom>
            <a:noFill/>
            <a:ln>
              <a:noFill/>
            </a:ln>
          </p:spPr>
        </p:pic>
        <p:pic>
          <p:nvPicPr>
            <p:cNvPr id="22" name="Google Shape;1255;p8"/>
            <p:cNvPicPr preferRelativeResize="0"/>
            <p:nvPr/>
          </p:nvPicPr>
          <p:blipFill rotWithShape="1">
            <a:blip r:embed="rId17">
              <a:alphaModFix/>
            </a:blip>
            <a:srcRect/>
            <a:stretch/>
          </p:blipFill>
          <p:spPr>
            <a:xfrm>
              <a:off x="16264228" y="1318018"/>
              <a:ext cx="70294" cy="84480"/>
            </a:xfrm>
            <a:prstGeom prst="rect">
              <a:avLst/>
            </a:prstGeom>
            <a:noFill/>
            <a:ln>
              <a:noFill/>
            </a:ln>
          </p:spPr>
        </p:pic>
        <p:pic>
          <p:nvPicPr>
            <p:cNvPr id="23" name="Google Shape;1256;p8"/>
            <p:cNvPicPr preferRelativeResize="0"/>
            <p:nvPr/>
          </p:nvPicPr>
          <p:blipFill rotWithShape="1">
            <a:blip r:embed="rId18">
              <a:alphaModFix/>
            </a:blip>
            <a:srcRect/>
            <a:stretch/>
          </p:blipFill>
          <p:spPr>
            <a:xfrm>
              <a:off x="16356482" y="1318018"/>
              <a:ext cx="154457" cy="85382"/>
            </a:xfrm>
            <a:prstGeom prst="rect">
              <a:avLst/>
            </a:prstGeom>
            <a:noFill/>
            <a:ln>
              <a:noFill/>
            </a:ln>
          </p:spPr>
        </p:pic>
        <p:pic>
          <p:nvPicPr>
            <p:cNvPr id="24" name="Google Shape;1257;p8"/>
            <p:cNvPicPr preferRelativeResize="0"/>
            <p:nvPr/>
          </p:nvPicPr>
          <p:blipFill rotWithShape="1">
            <a:blip r:embed="rId19">
              <a:alphaModFix/>
            </a:blip>
            <a:srcRect/>
            <a:stretch/>
          </p:blipFill>
          <p:spPr>
            <a:xfrm>
              <a:off x="14201902" y="762152"/>
              <a:ext cx="2318892" cy="491782"/>
            </a:xfrm>
            <a:prstGeom prst="rect">
              <a:avLst/>
            </a:prstGeom>
            <a:noFill/>
            <a:ln>
              <a:noFill/>
            </a:ln>
          </p:spPr>
        </p:pic>
        <p:pic>
          <p:nvPicPr>
            <p:cNvPr id="25" name="Google Shape;1258;p8"/>
            <p:cNvPicPr preferRelativeResize="0"/>
            <p:nvPr/>
          </p:nvPicPr>
          <p:blipFill rotWithShape="1">
            <a:blip r:embed="rId20">
              <a:alphaModFix/>
            </a:blip>
            <a:srcRect/>
            <a:stretch/>
          </p:blipFill>
          <p:spPr>
            <a:xfrm>
              <a:off x="15628112" y="1170902"/>
              <a:ext cx="343027" cy="402703"/>
            </a:xfrm>
            <a:prstGeom prst="rect">
              <a:avLst/>
            </a:prstGeom>
            <a:noFill/>
            <a:ln>
              <a:noFill/>
            </a:ln>
          </p:spPr>
        </p:pic>
        <p:pic>
          <p:nvPicPr>
            <p:cNvPr id="26" name="Google Shape;1259;p8"/>
            <p:cNvPicPr preferRelativeResize="0"/>
            <p:nvPr/>
          </p:nvPicPr>
          <p:blipFill rotWithShape="1">
            <a:blip r:embed="rId21">
              <a:alphaModFix/>
            </a:blip>
            <a:srcRect/>
            <a:stretch/>
          </p:blipFill>
          <p:spPr>
            <a:xfrm>
              <a:off x="15688054" y="1399069"/>
              <a:ext cx="75693" cy="71500"/>
            </a:xfrm>
            <a:prstGeom prst="rect">
              <a:avLst/>
            </a:prstGeom>
            <a:noFill/>
            <a:ln>
              <a:noFill/>
            </a:ln>
          </p:spPr>
        </p:pic>
        <p:pic>
          <p:nvPicPr>
            <p:cNvPr id="27" name="Google Shape;1260;p8"/>
            <p:cNvPicPr preferRelativeResize="0"/>
            <p:nvPr/>
          </p:nvPicPr>
          <p:blipFill rotWithShape="1">
            <a:blip r:embed="rId22">
              <a:alphaModFix/>
            </a:blip>
            <a:srcRect/>
            <a:stretch/>
          </p:blipFill>
          <p:spPr>
            <a:xfrm>
              <a:off x="15685006" y="1433904"/>
              <a:ext cx="365" cy="357"/>
            </a:xfrm>
            <a:prstGeom prst="rect">
              <a:avLst/>
            </a:prstGeom>
            <a:noFill/>
            <a:ln>
              <a:noFill/>
            </a:ln>
          </p:spPr>
        </p:pic>
        <p:pic>
          <p:nvPicPr>
            <p:cNvPr id="28" name="Google Shape;1261;p8"/>
            <p:cNvPicPr preferRelativeResize="0"/>
            <p:nvPr/>
          </p:nvPicPr>
          <p:blipFill rotWithShape="1">
            <a:blip r:embed="rId23">
              <a:alphaModFix/>
            </a:blip>
            <a:srcRect/>
            <a:stretch/>
          </p:blipFill>
          <p:spPr>
            <a:xfrm>
              <a:off x="15609698" y="1489519"/>
              <a:ext cx="39623" cy="43522"/>
            </a:xfrm>
            <a:prstGeom prst="rect">
              <a:avLst/>
            </a:prstGeom>
            <a:noFill/>
            <a:ln>
              <a:noFill/>
            </a:ln>
          </p:spPr>
        </p:pic>
        <p:pic>
          <p:nvPicPr>
            <p:cNvPr id="29" name="Google Shape;1262;p8"/>
            <p:cNvPicPr preferRelativeResize="0"/>
            <p:nvPr/>
          </p:nvPicPr>
          <p:blipFill rotWithShape="1">
            <a:blip r:embed="rId24">
              <a:alphaModFix/>
            </a:blip>
            <a:srcRect/>
            <a:stretch/>
          </p:blipFill>
          <p:spPr>
            <a:xfrm>
              <a:off x="15665195" y="1482038"/>
              <a:ext cx="12445" cy="15214"/>
            </a:xfrm>
            <a:prstGeom prst="rect">
              <a:avLst/>
            </a:prstGeom>
            <a:noFill/>
            <a:ln>
              <a:noFill/>
            </a:ln>
          </p:spPr>
        </p:pic>
        <p:pic>
          <p:nvPicPr>
            <p:cNvPr id="30" name="Google Shape;1263;p8"/>
            <p:cNvPicPr preferRelativeResize="0"/>
            <p:nvPr/>
          </p:nvPicPr>
          <p:blipFill rotWithShape="1">
            <a:blip r:embed="rId24">
              <a:alphaModFix/>
            </a:blip>
            <a:srcRect/>
            <a:stretch/>
          </p:blipFill>
          <p:spPr>
            <a:xfrm>
              <a:off x="15665831" y="1458128"/>
              <a:ext cx="11683" cy="14601"/>
            </a:xfrm>
            <a:prstGeom prst="rect">
              <a:avLst/>
            </a:prstGeom>
            <a:noFill/>
            <a:ln>
              <a:noFill/>
            </a:ln>
          </p:spPr>
        </p:pic>
        <p:pic>
          <p:nvPicPr>
            <p:cNvPr id="31" name="Google Shape;1264;p8"/>
            <p:cNvPicPr preferRelativeResize="0"/>
            <p:nvPr/>
          </p:nvPicPr>
          <p:blipFill rotWithShape="1">
            <a:blip r:embed="rId25">
              <a:alphaModFix/>
            </a:blip>
            <a:srcRect/>
            <a:stretch/>
          </p:blipFill>
          <p:spPr>
            <a:xfrm>
              <a:off x="15824835" y="1228966"/>
              <a:ext cx="64007" cy="65811"/>
            </a:xfrm>
            <a:prstGeom prst="rect">
              <a:avLst/>
            </a:prstGeom>
            <a:noFill/>
            <a:ln>
              <a:noFill/>
            </a:ln>
          </p:spPr>
        </p:pic>
        <p:pic>
          <p:nvPicPr>
            <p:cNvPr id="32" name="Google Shape;1265;p8"/>
            <p:cNvPicPr preferRelativeResize="0"/>
            <p:nvPr/>
          </p:nvPicPr>
          <p:blipFill rotWithShape="1">
            <a:blip r:embed="rId26">
              <a:alphaModFix/>
            </a:blip>
            <a:srcRect/>
            <a:stretch/>
          </p:blipFill>
          <p:spPr>
            <a:xfrm>
              <a:off x="15624047" y="1433779"/>
              <a:ext cx="77215" cy="82550"/>
            </a:xfrm>
            <a:prstGeom prst="rect">
              <a:avLst/>
            </a:prstGeom>
            <a:noFill/>
            <a:ln>
              <a:noFill/>
            </a:ln>
          </p:spPr>
        </p:pic>
        <p:pic>
          <p:nvPicPr>
            <p:cNvPr id="33" name="Google Shape;1266;p8"/>
            <p:cNvPicPr preferRelativeResize="0"/>
            <p:nvPr/>
          </p:nvPicPr>
          <p:blipFill rotWithShape="1">
            <a:blip r:embed="rId27">
              <a:alphaModFix/>
            </a:blip>
            <a:srcRect/>
            <a:stretch/>
          </p:blipFill>
          <p:spPr>
            <a:xfrm>
              <a:off x="15901288" y="1256068"/>
              <a:ext cx="16763" cy="12903"/>
            </a:xfrm>
            <a:prstGeom prst="rect">
              <a:avLst/>
            </a:prstGeom>
            <a:noFill/>
            <a:ln>
              <a:noFill/>
            </a:ln>
          </p:spPr>
        </p:pic>
        <p:pic>
          <p:nvPicPr>
            <p:cNvPr id="34" name="Google Shape;1267;p8"/>
            <p:cNvPicPr preferRelativeResize="0"/>
            <p:nvPr/>
          </p:nvPicPr>
          <p:blipFill rotWithShape="1">
            <a:blip r:embed="rId24">
              <a:alphaModFix/>
            </a:blip>
            <a:srcRect/>
            <a:stretch/>
          </p:blipFill>
          <p:spPr>
            <a:xfrm>
              <a:off x="15680309" y="1443710"/>
              <a:ext cx="12953" cy="15138"/>
            </a:xfrm>
            <a:prstGeom prst="rect">
              <a:avLst/>
            </a:prstGeom>
            <a:noFill/>
            <a:ln>
              <a:noFill/>
            </a:ln>
          </p:spPr>
        </p:pic>
        <p:pic>
          <p:nvPicPr>
            <p:cNvPr id="35" name="Google Shape;1268;p8"/>
            <p:cNvPicPr preferRelativeResize="0"/>
            <p:nvPr/>
          </p:nvPicPr>
          <p:blipFill rotWithShape="1">
            <a:blip r:embed="rId28">
              <a:alphaModFix/>
            </a:blip>
            <a:srcRect/>
            <a:stretch/>
          </p:blipFill>
          <p:spPr>
            <a:xfrm>
              <a:off x="15931515" y="1237411"/>
              <a:ext cx="9779" cy="7467"/>
            </a:xfrm>
            <a:prstGeom prst="rect">
              <a:avLst/>
            </a:prstGeom>
            <a:noFill/>
            <a:ln>
              <a:noFill/>
            </a:ln>
          </p:spPr>
        </p:pic>
        <p:pic>
          <p:nvPicPr>
            <p:cNvPr id="36" name="Google Shape;1269;p8"/>
            <p:cNvPicPr preferRelativeResize="0"/>
            <p:nvPr/>
          </p:nvPicPr>
          <p:blipFill rotWithShape="1">
            <a:blip r:embed="rId29">
              <a:alphaModFix/>
            </a:blip>
            <a:srcRect/>
            <a:stretch/>
          </p:blipFill>
          <p:spPr>
            <a:xfrm>
              <a:off x="15934562" y="1189837"/>
              <a:ext cx="38226" cy="32524"/>
            </a:xfrm>
            <a:prstGeom prst="rect">
              <a:avLst/>
            </a:prstGeom>
            <a:noFill/>
            <a:ln>
              <a:noFill/>
            </a:ln>
          </p:spPr>
        </p:pic>
        <p:pic>
          <p:nvPicPr>
            <p:cNvPr id="37" name="Google Shape;1270;p8"/>
            <p:cNvPicPr preferRelativeResize="0"/>
            <p:nvPr/>
          </p:nvPicPr>
          <p:blipFill rotWithShape="1">
            <a:blip r:embed="rId30">
              <a:alphaModFix/>
            </a:blip>
            <a:srcRect/>
            <a:stretch/>
          </p:blipFill>
          <p:spPr>
            <a:xfrm>
              <a:off x="15645637" y="1455178"/>
              <a:ext cx="40257" cy="24193"/>
            </a:xfrm>
            <a:prstGeom prst="rect">
              <a:avLst/>
            </a:prstGeom>
            <a:noFill/>
            <a:ln>
              <a:noFill/>
            </a:ln>
          </p:spPr>
        </p:pic>
        <p:pic>
          <p:nvPicPr>
            <p:cNvPr id="38" name="Google Shape;1271;p8"/>
            <p:cNvPicPr preferRelativeResize="0"/>
            <p:nvPr/>
          </p:nvPicPr>
          <p:blipFill rotWithShape="1">
            <a:blip r:embed="rId31">
              <a:alphaModFix/>
            </a:blip>
            <a:srcRect/>
            <a:stretch/>
          </p:blipFill>
          <p:spPr>
            <a:xfrm>
              <a:off x="15687295" y="1443595"/>
              <a:ext cx="5969" cy="6934"/>
            </a:xfrm>
            <a:prstGeom prst="rect">
              <a:avLst/>
            </a:prstGeom>
            <a:noFill/>
            <a:ln>
              <a:noFill/>
            </a:ln>
          </p:spPr>
        </p:pic>
        <p:pic>
          <p:nvPicPr>
            <p:cNvPr id="39" name="Google Shape;1272;p8"/>
            <p:cNvPicPr preferRelativeResize="0"/>
            <p:nvPr/>
          </p:nvPicPr>
          <p:blipFill rotWithShape="1">
            <a:blip r:embed="rId32">
              <a:alphaModFix/>
            </a:blip>
            <a:srcRect/>
            <a:stretch/>
          </p:blipFill>
          <p:spPr>
            <a:xfrm>
              <a:off x="15900400" y="1202498"/>
              <a:ext cx="17907" cy="15088"/>
            </a:xfrm>
            <a:prstGeom prst="rect">
              <a:avLst/>
            </a:prstGeom>
            <a:noFill/>
            <a:ln>
              <a:noFill/>
            </a:ln>
          </p:spPr>
        </p:pic>
        <p:pic>
          <p:nvPicPr>
            <p:cNvPr id="40" name="Google Shape;1273;p8"/>
            <p:cNvPicPr preferRelativeResize="0"/>
            <p:nvPr/>
          </p:nvPicPr>
          <p:blipFill rotWithShape="1">
            <a:blip r:embed="rId33">
              <a:alphaModFix/>
            </a:blip>
            <a:srcRect/>
            <a:stretch/>
          </p:blipFill>
          <p:spPr>
            <a:xfrm>
              <a:off x="15696945" y="1384351"/>
              <a:ext cx="36195" cy="49428"/>
            </a:xfrm>
            <a:prstGeom prst="rect">
              <a:avLst/>
            </a:prstGeom>
            <a:noFill/>
            <a:ln>
              <a:noFill/>
            </a:ln>
          </p:spPr>
        </p:pic>
        <p:pic>
          <p:nvPicPr>
            <p:cNvPr id="41" name="Google Shape;1274;p8"/>
            <p:cNvPicPr preferRelativeResize="0"/>
            <p:nvPr/>
          </p:nvPicPr>
          <p:blipFill rotWithShape="1">
            <a:blip r:embed="rId34">
              <a:alphaModFix/>
            </a:blip>
            <a:srcRect/>
            <a:stretch/>
          </p:blipFill>
          <p:spPr>
            <a:xfrm>
              <a:off x="15621381" y="1488414"/>
              <a:ext cx="43306" cy="44855"/>
            </a:xfrm>
            <a:prstGeom prst="rect">
              <a:avLst/>
            </a:prstGeom>
            <a:noFill/>
            <a:ln>
              <a:noFill/>
            </a:ln>
          </p:spPr>
        </p:pic>
        <p:pic>
          <p:nvPicPr>
            <p:cNvPr id="42" name="Google Shape;1275;p8"/>
            <p:cNvPicPr preferRelativeResize="0"/>
            <p:nvPr/>
          </p:nvPicPr>
          <p:blipFill rotWithShape="1">
            <a:blip r:embed="rId35">
              <a:alphaModFix/>
            </a:blip>
            <a:srcRect/>
            <a:stretch/>
          </p:blipFill>
          <p:spPr>
            <a:xfrm>
              <a:off x="15655416" y="1424228"/>
              <a:ext cx="62101" cy="58038"/>
            </a:xfrm>
            <a:prstGeom prst="rect">
              <a:avLst/>
            </a:prstGeom>
            <a:noFill/>
            <a:ln>
              <a:noFill/>
            </a:ln>
          </p:spPr>
        </p:pic>
        <p:pic>
          <p:nvPicPr>
            <p:cNvPr id="43" name="Google Shape;1276;p8"/>
            <p:cNvPicPr preferRelativeResize="0"/>
            <p:nvPr/>
          </p:nvPicPr>
          <p:blipFill rotWithShape="1">
            <a:blip r:embed="rId34">
              <a:alphaModFix/>
            </a:blip>
            <a:srcRect/>
            <a:stretch/>
          </p:blipFill>
          <p:spPr>
            <a:xfrm>
              <a:off x="15735425" y="1384478"/>
              <a:ext cx="41404" cy="44323"/>
            </a:xfrm>
            <a:prstGeom prst="rect">
              <a:avLst/>
            </a:prstGeom>
            <a:noFill/>
            <a:ln>
              <a:noFill/>
            </a:ln>
          </p:spPr>
        </p:pic>
        <p:pic>
          <p:nvPicPr>
            <p:cNvPr id="44" name="Google Shape;1277;p8"/>
            <p:cNvPicPr preferRelativeResize="0"/>
            <p:nvPr/>
          </p:nvPicPr>
          <p:blipFill rotWithShape="1">
            <a:blip r:embed="rId22">
              <a:alphaModFix/>
            </a:blip>
            <a:srcRect/>
            <a:stretch/>
          </p:blipFill>
          <p:spPr>
            <a:xfrm>
              <a:off x="15792070" y="1308544"/>
              <a:ext cx="3683" cy="3086"/>
            </a:xfrm>
            <a:prstGeom prst="rect">
              <a:avLst/>
            </a:prstGeom>
            <a:noFill/>
            <a:ln>
              <a:noFill/>
            </a:ln>
          </p:spPr>
        </p:pic>
        <p:pic>
          <p:nvPicPr>
            <p:cNvPr id="45" name="Google Shape;1278;p8"/>
            <p:cNvPicPr preferRelativeResize="0"/>
            <p:nvPr/>
          </p:nvPicPr>
          <p:blipFill rotWithShape="1">
            <a:blip r:embed="rId36">
              <a:alphaModFix/>
            </a:blip>
            <a:srcRect/>
            <a:stretch/>
          </p:blipFill>
          <p:spPr>
            <a:xfrm>
              <a:off x="15669386" y="1471827"/>
              <a:ext cx="6223" cy="16472"/>
            </a:xfrm>
            <a:prstGeom prst="rect">
              <a:avLst/>
            </a:prstGeom>
            <a:noFill/>
            <a:ln>
              <a:noFill/>
            </a:ln>
          </p:spPr>
        </p:pic>
        <p:pic>
          <p:nvPicPr>
            <p:cNvPr id="46" name="Google Shape;1279;p8"/>
            <p:cNvPicPr preferRelativeResize="0"/>
            <p:nvPr/>
          </p:nvPicPr>
          <p:blipFill rotWithShape="1">
            <a:blip r:embed="rId28">
              <a:alphaModFix/>
            </a:blip>
            <a:srcRect/>
            <a:stretch/>
          </p:blipFill>
          <p:spPr>
            <a:xfrm>
              <a:off x="15855950" y="1307782"/>
              <a:ext cx="7747" cy="7251"/>
            </a:xfrm>
            <a:prstGeom prst="rect">
              <a:avLst/>
            </a:prstGeom>
            <a:noFill/>
            <a:ln>
              <a:noFill/>
            </a:ln>
          </p:spPr>
        </p:pic>
        <p:pic>
          <p:nvPicPr>
            <p:cNvPr id="47" name="Google Shape;1280;p8"/>
            <p:cNvPicPr preferRelativeResize="0"/>
            <p:nvPr/>
          </p:nvPicPr>
          <p:blipFill rotWithShape="1">
            <a:blip r:embed="rId24">
              <a:alphaModFix/>
            </a:blip>
            <a:srcRect/>
            <a:stretch/>
          </p:blipFill>
          <p:spPr>
            <a:xfrm>
              <a:off x="15815056" y="1337019"/>
              <a:ext cx="14351" cy="13257"/>
            </a:xfrm>
            <a:prstGeom prst="rect">
              <a:avLst/>
            </a:prstGeom>
            <a:noFill/>
            <a:ln>
              <a:noFill/>
            </a:ln>
          </p:spPr>
        </p:pic>
        <p:pic>
          <p:nvPicPr>
            <p:cNvPr id="48" name="Google Shape;1281;p8"/>
            <p:cNvPicPr preferRelativeResize="0"/>
            <p:nvPr/>
          </p:nvPicPr>
          <p:blipFill rotWithShape="1">
            <a:blip r:embed="rId37">
              <a:alphaModFix/>
            </a:blip>
            <a:srcRect/>
            <a:stretch/>
          </p:blipFill>
          <p:spPr>
            <a:xfrm>
              <a:off x="15642463" y="1463712"/>
              <a:ext cx="54101" cy="18427"/>
            </a:xfrm>
            <a:prstGeom prst="rect">
              <a:avLst/>
            </a:prstGeom>
            <a:noFill/>
            <a:ln>
              <a:noFill/>
            </a:ln>
          </p:spPr>
        </p:pic>
        <p:pic>
          <p:nvPicPr>
            <p:cNvPr id="49" name="Google Shape;1282;p8"/>
            <p:cNvPicPr preferRelativeResize="0"/>
            <p:nvPr/>
          </p:nvPicPr>
          <p:blipFill rotWithShape="1">
            <a:blip r:embed="rId38">
              <a:alphaModFix/>
            </a:blip>
            <a:srcRect/>
            <a:stretch/>
          </p:blipFill>
          <p:spPr>
            <a:xfrm>
              <a:off x="15736444" y="1349412"/>
              <a:ext cx="19811" cy="21044"/>
            </a:xfrm>
            <a:prstGeom prst="rect">
              <a:avLst/>
            </a:prstGeom>
            <a:noFill/>
            <a:ln>
              <a:noFill/>
            </a:ln>
          </p:spPr>
        </p:pic>
        <p:pic>
          <p:nvPicPr>
            <p:cNvPr id="50" name="Google Shape;1283;p8"/>
            <p:cNvPicPr preferRelativeResize="0"/>
            <p:nvPr/>
          </p:nvPicPr>
          <p:blipFill rotWithShape="1">
            <a:blip r:embed="rId39">
              <a:alphaModFix/>
            </a:blip>
            <a:srcRect/>
            <a:stretch/>
          </p:blipFill>
          <p:spPr>
            <a:xfrm>
              <a:off x="15651227" y="1473301"/>
              <a:ext cx="22858" cy="37363"/>
            </a:xfrm>
            <a:prstGeom prst="rect">
              <a:avLst/>
            </a:prstGeom>
            <a:noFill/>
            <a:ln>
              <a:noFill/>
            </a:ln>
          </p:spPr>
        </p:pic>
        <p:pic>
          <p:nvPicPr>
            <p:cNvPr id="51" name="Google Shape;1284;p8"/>
            <p:cNvPicPr preferRelativeResize="0"/>
            <p:nvPr/>
          </p:nvPicPr>
          <p:blipFill rotWithShape="1">
            <a:blip r:embed="rId40">
              <a:alphaModFix/>
            </a:blip>
            <a:srcRect/>
            <a:stretch/>
          </p:blipFill>
          <p:spPr>
            <a:xfrm>
              <a:off x="15670911" y="1472793"/>
              <a:ext cx="9395" cy="6642"/>
            </a:xfrm>
            <a:prstGeom prst="rect">
              <a:avLst/>
            </a:prstGeom>
            <a:noFill/>
            <a:ln>
              <a:noFill/>
            </a:ln>
          </p:spPr>
        </p:pic>
        <p:pic>
          <p:nvPicPr>
            <p:cNvPr id="52" name="Google Shape;1285;p8"/>
            <p:cNvPicPr preferRelativeResize="0"/>
            <p:nvPr/>
          </p:nvPicPr>
          <p:blipFill rotWithShape="1">
            <a:blip r:embed="rId41">
              <a:alphaModFix/>
            </a:blip>
            <a:srcRect/>
            <a:stretch/>
          </p:blipFill>
          <p:spPr>
            <a:xfrm>
              <a:off x="15935325" y="1214271"/>
              <a:ext cx="18032" cy="26936"/>
            </a:xfrm>
            <a:prstGeom prst="rect">
              <a:avLst/>
            </a:prstGeom>
            <a:noFill/>
            <a:ln>
              <a:noFill/>
            </a:ln>
          </p:spPr>
        </p:pic>
        <p:pic>
          <p:nvPicPr>
            <p:cNvPr id="53" name="Google Shape;1286;p8"/>
            <p:cNvPicPr preferRelativeResize="0"/>
            <p:nvPr/>
          </p:nvPicPr>
          <p:blipFill rotWithShape="1">
            <a:blip r:embed="rId42">
              <a:alphaModFix/>
            </a:blip>
            <a:srcRect/>
            <a:stretch/>
          </p:blipFill>
          <p:spPr>
            <a:xfrm>
              <a:off x="15635478" y="1434121"/>
              <a:ext cx="66292" cy="61213"/>
            </a:xfrm>
            <a:prstGeom prst="rect">
              <a:avLst/>
            </a:prstGeom>
            <a:noFill/>
            <a:ln>
              <a:noFill/>
            </a:ln>
          </p:spPr>
        </p:pic>
        <p:pic>
          <p:nvPicPr>
            <p:cNvPr id="54" name="Google Shape;1287;p8"/>
            <p:cNvPicPr preferRelativeResize="0"/>
            <p:nvPr/>
          </p:nvPicPr>
          <p:blipFill rotWithShape="1">
            <a:blip r:embed="rId31">
              <a:alphaModFix/>
            </a:blip>
            <a:srcRect/>
            <a:stretch/>
          </p:blipFill>
          <p:spPr>
            <a:xfrm>
              <a:off x="15682467" y="1428520"/>
              <a:ext cx="1523" cy="1777"/>
            </a:xfrm>
            <a:prstGeom prst="rect">
              <a:avLst/>
            </a:prstGeom>
            <a:noFill/>
            <a:ln>
              <a:noFill/>
            </a:ln>
          </p:spPr>
        </p:pic>
        <p:pic>
          <p:nvPicPr>
            <p:cNvPr id="55" name="Google Shape;1288;p8"/>
            <p:cNvPicPr preferRelativeResize="0"/>
            <p:nvPr/>
          </p:nvPicPr>
          <p:blipFill rotWithShape="1">
            <a:blip r:embed="rId43">
              <a:alphaModFix/>
            </a:blip>
            <a:srcRect/>
            <a:stretch/>
          </p:blipFill>
          <p:spPr>
            <a:xfrm>
              <a:off x="15639414" y="1470417"/>
              <a:ext cx="26036" cy="30924"/>
            </a:xfrm>
            <a:prstGeom prst="rect">
              <a:avLst/>
            </a:prstGeom>
            <a:noFill/>
            <a:ln>
              <a:noFill/>
            </a:ln>
          </p:spPr>
        </p:pic>
        <p:pic>
          <p:nvPicPr>
            <p:cNvPr id="56" name="Google Shape;1289;p8"/>
            <p:cNvPicPr preferRelativeResize="0"/>
            <p:nvPr/>
          </p:nvPicPr>
          <p:blipFill rotWithShape="1">
            <a:blip r:embed="rId44">
              <a:alphaModFix/>
            </a:blip>
            <a:srcRect/>
            <a:stretch/>
          </p:blipFill>
          <p:spPr>
            <a:xfrm>
              <a:off x="15666975" y="1440484"/>
              <a:ext cx="15351" cy="20421"/>
            </a:xfrm>
            <a:prstGeom prst="rect">
              <a:avLst/>
            </a:prstGeom>
            <a:noFill/>
            <a:ln>
              <a:noFill/>
            </a:ln>
          </p:spPr>
        </p:pic>
        <p:pic>
          <p:nvPicPr>
            <p:cNvPr id="57" name="Google Shape;1290;p8"/>
            <p:cNvPicPr preferRelativeResize="0"/>
            <p:nvPr/>
          </p:nvPicPr>
          <p:blipFill rotWithShape="1">
            <a:blip r:embed="rId22">
              <a:alphaModFix/>
            </a:blip>
            <a:srcRect/>
            <a:stretch/>
          </p:blipFill>
          <p:spPr>
            <a:xfrm>
              <a:off x="15953359" y="1215466"/>
              <a:ext cx="2285" cy="1803"/>
            </a:xfrm>
            <a:prstGeom prst="rect">
              <a:avLst/>
            </a:prstGeom>
            <a:noFill/>
            <a:ln>
              <a:noFill/>
            </a:ln>
          </p:spPr>
        </p:pic>
        <p:pic>
          <p:nvPicPr>
            <p:cNvPr id="58" name="Google Shape;1291;p8"/>
            <p:cNvPicPr preferRelativeResize="0"/>
            <p:nvPr/>
          </p:nvPicPr>
          <p:blipFill rotWithShape="1">
            <a:blip r:embed="rId45">
              <a:alphaModFix/>
            </a:blip>
            <a:srcRect/>
            <a:stretch/>
          </p:blipFill>
          <p:spPr>
            <a:xfrm>
              <a:off x="15685896" y="1402969"/>
              <a:ext cx="39878" cy="43662"/>
            </a:xfrm>
            <a:prstGeom prst="rect">
              <a:avLst/>
            </a:prstGeom>
            <a:noFill/>
            <a:ln>
              <a:noFill/>
            </a:ln>
          </p:spPr>
        </p:pic>
        <p:pic>
          <p:nvPicPr>
            <p:cNvPr id="59" name="Google Shape;1292;p8"/>
            <p:cNvPicPr preferRelativeResize="0"/>
            <p:nvPr/>
          </p:nvPicPr>
          <p:blipFill rotWithShape="1">
            <a:blip r:embed="rId46">
              <a:alphaModFix/>
            </a:blip>
            <a:srcRect/>
            <a:stretch/>
          </p:blipFill>
          <p:spPr>
            <a:xfrm>
              <a:off x="15880588" y="1270139"/>
              <a:ext cx="20192" cy="18021"/>
            </a:xfrm>
            <a:prstGeom prst="rect">
              <a:avLst/>
            </a:prstGeom>
            <a:noFill/>
            <a:ln>
              <a:noFill/>
            </a:ln>
          </p:spPr>
        </p:pic>
        <p:pic>
          <p:nvPicPr>
            <p:cNvPr id="60" name="Google Shape;1293;p8"/>
            <p:cNvPicPr preferRelativeResize="0"/>
            <p:nvPr/>
          </p:nvPicPr>
          <p:blipFill rotWithShape="1">
            <a:blip r:embed="rId40">
              <a:alphaModFix/>
            </a:blip>
            <a:srcRect/>
            <a:stretch/>
          </p:blipFill>
          <p:spPr>
            <a:xfrm>
              <a:off x="15668497" y="1475943"/>
              <a:ext cx="10794" cy="10998"/>
            </a:xfrm>
            <a:prstGeom prst="rect">
              <a:avLst/>
            </a:prstGeom>
            <a:noFill/>
            <a:ln>
              <a:noFill/>
            </a:ln>
          </p:spPr>
        </p:pic>
        <p:pic>
          <p:nvPicPr>
            <p:cNvPr id="61" name="Google Shape;1294;p8"/>
            <p:cNvPicPr preferRelativeResize="0"/>
            <p:nvPr/>
          </p:nvPicPr>
          <p:blipFill rotWithShape="1">
            <a:blip r:embed="rId22">
              <a:alphaModFix/>
            </a:blip>
            <a:srcRect/>
            <a:stretch/>
          </p:blipFill>
          <p:spPr>
            <a:xfrm>
              <a:off x="15965169" y="1207654"/>
              <a:ext cx="2031" cy="1524"/>
            </a:xfrm>
            <a:prstGeom prst="rect">
              <a:avLst/>
            </a:prstGeom>
            <a:noFill/>
            <a:ln>
              <a:noFill/>
            </a:ln>
          </p:spPr>
        </p:pic>
        <p:pic>
          <p:nvPicPr>
            <p:cNvPr id="62" name="Google Shape;1295;p8"/>
            <p:cNvPicPr preferRelativeResize="0"/>
            <p:nvPr/>
          </p:nvPicPr>
          <p:blipFill rotWithShape="1">
            <a:blip r:embed="rId28">
              <a:alphaModFix/>
            </a:blip>
            <a:srcRect/>
            <a:stretch/>
          </p:blipFill>
          <p:spPr>
            <a:xfrm>
              <a:off x="15889351" y="1220528"/>
              <a:ext cx="1687" cy="1338"/>
            </a:xfrm>
            <a:prstGeom prst="rect">
              <a:avLst/>
            </a:prstGeom>
            <a:noFill/>
            <a:ln>
              <a:noFill/>
            </a:ln>
          </p:spPr>
        </p:pic>
        <p:pic>
          <p:nvPicPr>
            <p:cNvPr id="63" name="Google Shape;1296;p8"/>
            <p:cNvPicPr preferRelativeResize="0"/>
            <p:nvPr/>
          </p:nvPicPr>
          <p:blipFill rotWithShape="1">
            <a:blip r:embed="rId36">
              <a:alphaModFix/>
            </a:blip>
            <a:srcRect/>
            <a:stretch/>
          </p:blipFill>
          <p:spPr>
            <a:xfrm>
              <a:off x="15948025" y="1190980"/>
              <a:ext cx="2666" cy="11263"/>
            </a:xfrm>
            <a:prstGeom prst="rect">
              <a:avLst/>
            </a:prstGeom>
            <a:noFill/>
            <a:ln>
              <a:noFill/>
            </a:ln>
          </p:spPr>
        </p:pic>
        <p:pic>
          <p:nvPicPr>
            <p:cNvPr id="64" name="Google Shape;1297;p8"/>
            <p:cNvPicPr preferRelativeResize="0"/>
            <p:nvPr/>
          </p:nvPicPr>
          <p:blipFill rotWithShape="1">
            <a:blip r:embed="rId47">
              <a:alphaModFix/>
            </a:blip>
            <a:srcRect/>
            <a:stretch/>
          </p:blipFill>
          <p:spPr>
            <a:xfrm>
              <a:off x="15672054" y="1466291"/>
              <a:ext cx="20955" cy="4953"/>
            </a:xfrm>
            <a:prstGeom prst="rect">
              <a:avLst/>
            </a:prstGeom>
            <a:noFill/>
            <a:ln>
              <a:noFill/>
            </a:ln>
          </p:spPr>
        </p:pic>
        <p:pic>
          <p:nvPicPr>
            <p:cNvPr id="65" name="Google Shape;1298;p8"/>
            <p:cNvPicPr preferRelativeResize="0"/>
            <p:nvPr/>
          </p:nvPicPr>
          <p:blipFill rotWithShape="1">
            <a:blip r:embed="rId40">
              <a:alphaModFix/>
            </a:blip>
            <a:srcRect/>
            <a:stretch/>
          </p:blipFill>
          <p:spPr>
            <a:xfrm>
              <a:off x="15635985" y="1508619"/>
              <a:ext cx="11174" cy="10465"/>
            </a:xfrm>
            <a:prstGeom prst="rect">
              <a:avLst/>
            </a:prstGeom>
            <a:noFill/>
            <a:ln>
              <a:noFill/>
            </a:ln>
          </p:spPr>
        </p:pic>
        <p:pic>
          <p:nvPicPr>
            <p:cNvPr id="66" name="Google Shape;1299;p8"/>
            <p:cNvPicPr preferRelativeResize="0"/>
            <p:nvPr/>
          </p:nvPicPr>
          <p:blipFill rotWithShape="1">
            <a:blip r:embed="rId48">
              <a:alphaModFix/>
            </a:blip>
            <a:srcRect/>
            <a:stretch/>
          </p:blipFill>
          <p:spPr>
            <a:xfrm>
              <a:off x="15891127" y="1207211"/>
              <a:ext cx="68581" cy="70726"/>
            </a:xfrm>
            <a:prstGeom prst="rect">
              <a:avLst/>
            </a:prstGeom>
            <a:noFill/>
            <a:ln>
              <a:noFill/>
            </a:ln>
          </p:spPr>
        </p:pic>
        <p:pic>
          <p:nvPicPr>
            <p:cNvPr id="67" name="Google Shape;1300;p8"/>
            <p:cNvPicPr preferRelativeResize="0"/>
            <p:nvPr/>
          </p:nvPicPr>
          <p:blipFill rotWithShape="1">
            <a:blip r:embed="rId22">
              <a:alphaModFix/>
            </a:blip>
            <a:srcRect/>
            <a:stretch/>
          </p:blipFill>
          <p:spPr>
            <a:xfrm>
              <a:off x="15658337" y="1504276"/>
              <a:ext cx="1142" cy="1384"/>
            </a:xfrm>
            <a:prstGeom prst="rect">
              <a:avLst/>
            </a:prstGeom>
            <a:noFill/>
            <a:ln>
              <a:noFill/>
            </a:ln>
          </p:spPr>
        </p:pic>
        <p:pic>
          <p:nvPicPr>
            <p:cNvPr id="68" name="Google Shape;1301;p8"/>
            <p:cNvPicPr preferRelativeResize="0"/>
            <p:nvPr/>
          </p:nvPicPr>
          <p:blipFill rotWithShape="1">
            <a:blip r:embed="rId32">
              <a:alphaModFix/>
            </a:blip>
            <a:srcRect/>
            <a:stretch/>
          </p:blipFill>
          <p:spPr>
            <a:xfrm>
              <a:off x="15658718" y="1475473"/>
              <a:ext cx="14986" cy="22047"/>
            </a:xfrm>
            <a:prstGeom prst="rect">
              <a:avLst/>
            </a:prstGeom>
            <a:noFill/>
            <a:ln>
              <a:noFill/>
            </a:ln>
          </p:spPr>
        </p:pic>
        <p:pic>
          <p:nvPicPr>
            <p:cNvPr id="69" name="Google Shape;1302;p8"/>
            <p:cNvPicPr preferRelativeResize="0"/>
            <p:nvPr/>
          </p:nvPicPr>
          <p:blipFill rotWithShape="1">
            <a:blip r:embed="rId22">
              <a:alphaModFix/>
            </a:blip>
            <a:srcRect/>
            <a:stretch/>
          </p:blipFill>
          <p:spPr>
            <a:xfrm>
              <a:off x="15635859" y="1500797"/>
              <a:ext cx="1143" cy="1409"/>
            </a:xfrm>
            <a:prstGeom prst="rect">
              <a:avLst/>
            </a:prstGeom>
            <a:noFill/>
            <a:ln>
              <a:noFill/>
            </a:ln>
          </p:spPr>
        </p:pic>
        <p:pic>
          <p:nvPicPr>
            <p:cNvPr id="70" name="Google Shape;1303;p8"/>
            <p:cNvPicPr preferRelativeResize="0"/>
            <p:nvPr/>
          </p:nvPicPr>
          <p:blipFill rotWithShape="1">
            <a:blip r:embed="rId31">
              <a:alphaModFix/>
            </a:blip>
            <a:srcRect/>
            <a:stretch/>
          </p:blipFill>
          <p:spPr>
            <a:xfrm>
              <a:off x="15916402" y="1201216"/>
              <a:ext cx="2412" cy="5461"/>
            </a:xfrm>
            <a:prstGeom prst="rect">
              <a:avLst/>
            </a:prstGeom>
            <a:noFill/>
            <a:ln>
              <a:noFill/>
            </a:ln>
          </p:spPr>
        </p:pic>
        <p:pic>
          <p:nvPicPr>
            <p:cNvPr id="71" name="Google Shape;1304;p8"/>
            <p:cNvPicPr preferRelativeResize="0"/>
            <p:nvPr/>
          </p:nvPicPr>
          <p:blipFill rotWithShape="1">
            <a:blip r:embed="rId22">
              <a:alphaModFix/>
            </a:blip>
            <a:srcRect/>
            <a:stretch/>
          </p:blipFill>
          <p:spPr>
            <a:xfrm>
              <a:off x="15947769" y="1197362"/>
              <a:ext cx="1650" cy="1276"/>
            </a:xfrm>
            <a:prstGeom prst="rect">
              <a:avLst/>
            </a:prstGeom>
            <a:noFill/>
            <a:ln>
              <a:noFill/>
            </a:ln>
          </p:spPr>
        </p:pic>
        <p:pic>
          <p:nvPicPr>
            <p:cNvPr id="72" name="Google Shape;1305;p8"/>
            <p:cNvPicPr preferRelativeResize="0"/>
            <p:nvPr/>
          </p:nvPicPr>
          <p:blipFill rotWithShape="1">
            <a:blip r:embed="rId22">
              <a:alphaModFix/>
            </a:blip>
            <a:srcRect/>
            <a:stretch/>
          </p:blipFill>
          <p:spPr>
            <a:xfrm>
              <a:off x="15933039" y="1198499"/>
              <a:ext cx="1016" cy="901"/>
            </a:xfrm>
            <a:prstGeom prst="rect">
              <a:avLst/>
            </a:prstGeom>
            <a:noFill/>
            <a:ln>
              <a:noFill/>
            </a:ln>
          </p:spPr>
        </p:pic>
        <p:pic>
          <p:nvPicPr>
            <p:cNvPr id="73" name="Google Shape;1306;p8"/>
            <p:cNvPicPr preferRelativeResize="0"/>
            <p:nvPr/>
          </p:nvPicPr>
          <p:blipFill rotWithShape="1">
            <a:blip r:embed="rId40">
              <a:alphaModFix/>
            </a:blip>
            <a:srcRect/>
            <a:stretch/>
          </p:blipFill>
          <p:spPr>
            <a:xfrm>
              <a:off x="15708376" y="1446885"/>
              <a:ext cx="8508" cy="9461"/>
            </a:xfrm>
            <a:prstGeom prst="rect">
              <a:avLst/>
            </a:prstGeom>
            <a:noFill/>
            <a:ln>
              <a:noFill/>
            </a:ln>
          </p:spPr>
        </p:pic>
        <p:pic>
          <p:nvPicPr>
            <p:cNvPr id="74" name="Google Shape;1307;p8"/>
            <p:cNvPicPr preferRelativeResize="0"/>
            <p:nvPr/>
          </p:nvPicPr>
          <p:blipFill rotWithShape="1">
            <a:blip r:embed="rId31">
              <a:alphaModFix/>
            </a:blip>
            <a:srcRect/>
            <a:stretch/>
          </p:blipFill>
          <p:spPr>
            <a:xfrm>
              <a:off x="15918687" y="1247634"/>
              <a:ext cx="9400" cy="9678"/>
            </a:xfrm>
            <a:prstGeom prst="rect">
              <a:avLst/>
            </a:prstGeom>
            <a:noFill/>
            <a:ln>
              <a:noFill/>
            </a:ln>
          </p:spPr>
        </p:pic>
        <p:pic>
          <p:nvPicPr>
            <p:cNvPr id="75" name="Google Shape;1308;p8"/>
            <p:cNvPicPr preferRelativeResize="0"/>
            <p:nvPr/>
          </p:nvPicPr>
          <p:blipFill rotWithShape="1">
            <a:blip r:embed="rId49">
              <a:alphaModFix/>
            </a:blip>
            <a:srcRect/>
            <a:stretch/>
          </p:blipFill>
          <p:spPr>
            <a:xfrm>
              <a:off x="15635732" y="1459293"/>
              <a:ext cx="44576" cy="50304"/>
            </a:xfrm>
            <a:prstGeom prst="rect">
              <a:avLst/>
            </a:prstGeom>
            <a:noFill/>
            <a:ln>
              <a:noFill/>
            </a:ln>
          </p:spPr>
        </p:pic>
        <p:pic>
          <p:nvPicPr>
            <p:cNvPr id="76" name="Google Shape;1309;p8"/>
            <p:cNvPicPr preferRelativeResize="0"/>
            <p:nvPr/>
          </p:nvPicPr>
          <p:blipFill rotWithShape="1">
            <a:blip r:embed="rId24">
              <a:alphaModFix/>
            </a:blip>
            <a:srcRect/>
            <a:stretch/>
          </p:blipFill>
          <p:spPr>
            <a:xfrm>
              <a:off x="15874620" y="1283169"/>
              <a:ext cx="14985" cy="14592"/>
            </a:xfrm>
            <a:prstGeom prst="rect">
              <a:avLst/>
            </a:prstGeom>
            <a:noFill/>
            <a:ln>
              <a:noFill/>
            </a:ln>
          </p:spPr>
        </p:pic>
        <p:pic>
          <p:nvPicPr>
            <p:cNvPr id="77" name="Google Shape;1310;p8"/>
            <p:cNvPicPr preferRelativeResize="0"/>
            <p:nvPr/>
          </p:nvPicPr>
          <p:blipFill rotWithShape="1">
            <a:blip r:embed="rId22">
              <a:alphaModFix/>
            </a:blip>
            <a:srcRect/>
            <a:stretch/>
          </p:blipFill>
          <p:spPr>
            <a:xfrm>
              <a:off x="15679419" y="1471002"/>
              <a:ext cx="761" cy="787"/>
            </a:xfrm>
            <a:prstGeom prst="rect">
              <a:avLst/>
            </a:prstGeom>
            <a:noFill/>
            <a:ln>
              <a:noFill/>
            </a:ln>
          </p:spPr>
        </p:pic>
        <p:pic>
          <p:nvPicPr>
            <p:cNvPr id="78" name="Google Shape;1311;p8"/>
            <p:cNvPicPr preferRelativeResize="0"/>
            <p:nvPr/>
          </p:nvPicPr>
          <p:blipFill rotWithShape="1">
            <a:blip r:embed="rId22">
              <a:alphaModFix/>
            </a:blip>
            <a:srcRect/>
            <a:stretch/>
          </p:blipFill>
          <p:spPr>
            <a:xfrm>
              <a:off x="15943198" y="1229410"/>
              <a:ext cx="1905" cy="1612"/>
            </a:xfrm>
            <a:prstGeom prst="rect">
              <a:avLst/>
            </a:prstGeom>
            <a:noFill/>
            <a:ln>
              <a:noFill/>
            </a:ln>
          </p:spPr>
        </p:pic>
        <p:pic>
          <p:nvPicPr>
            <p:cNvPr id="79" name="Google Shape;1312;p8"/>
            <p:cNvPicPr preferRelativeResize="0"/>
            <p:nvPr/>
          </p:nvPicPr>
          <p:blipFill rotWithShape="1">
            <a:blip r:embed="rId28">
              <a:alphaModFix/>
            </a:blip>
            <a:srcRect/>
            <a:stretch/>
          </p:blipFill>
          <p:spPr>
            <a:xfrm>
              <a:off x="15685389" y="1446009"/>
              <a:ext cx="9270" cy="4178"/>
            </a:xfrm>
            <a:prstGeom prst="rect">
              <a:avLst/>
            </a:prstGeom>
            <a:noFill/>
            <a:ln>
              <a:noFill/>
            </a:ln>
          </p:spPr>
        </p:pic>
        <p:pic>
          <p:nvPicPr>
            <p:cNvPr id="80" name="Google Shape;1313;p8"/>
            <p:cNvPicPr preferRelativeResize="0"/>
            <p:nvPr/>
          </p:nvPicPr>
          <p:blipFill rotWithShape="1">
            <a:blip r:embed="rId50">
              <a:alphaModFix/>
            </a:blip>
            <a:srcRect/>
            <a:stretch/>
          </p:blipFill>
          <p:spPr>
            <a:xfrm>
              <a:off x="15655797" y="1465834"/>
              <a:ext cx="29209" cy="40144"/>
            </a:xfrm>
            <a:prstGeom prst="rect">
              <a:avLst/>
            </a:prstGeom>
            <a:noFill/>
            <a:ln>
              <a:noFill/>
            </a:ln>
          </p:spPr>
        </p:pic>
        <p:pic>
          <p:nvPicPr>
            <p:cNvPr id="81" name="Google Shape;1314;p8"/>
            <p:cNvPicPr preferRelativeResize="0"/>
            <p:nvPr/>
          </p:nvPicPr>
          <p:blipFill rotWithShape="1">
            <a:blip r:embed="rId28">
              <a:alphaModFix/>
            </a:blip>
            <a:srcRect/>
            <a:stretch/>
          </p:blipFill>
          <p:spPr>
            <a:xfrm>
              <a:off x="15917671" y="1204010"/>
              <a:ext cx="1505" cy="1143"/>
            </a:xfrm>
            <a:prstGeom prst="rect">
              <a:avLst/>
            </a:prstGeom>
            <a:noFill/>
            <a:ln>
              <a:noFill/>
            </a:ln>
          </p:spPr>
        </p:pic>
        <p:pic>
          <p:nvPicPr>
            <p:cNvPr id="82" name="Google Shape;1315;p8"/>
            <p:cNvPicPr preferRelativeResize="0"/>
            <p:nvPr/>
          </p:nvPicPr>
          <p:blipFill rotWithShape="1">
            <a:blip r:embed="rId31">
              <a:alphaModFix/>
            </a:blip>
            <a:srcRect/>
            <a:stretch/>
          </p:blipFill>
          <p:spPr>
            <a:xfrm>
              <a:off x="15648432" y="1495513"/>
              <a:ext cx="635" cy="888"/>
            </a:xfrm>
            <a:prstGeom prst="rect">
              <a:avLst/>
            </a:prstGeom>
            <a:noFill/>
            <a:ln>
              <a:noFill/>
            </a:ln>
          </p:spPr>
        </p:pic>
        <p:pic>
          <p:nvPicPr>
            <p:cNvPr id="83" name="Google Shape;1316;p8"/>
            <p:cNvPicPr preferRelativeResize="0"/>
            <p:nvPr/>
          </p:nvPicPr>
          <p:blipFill rotWithShape="1">
            <a:blip r:embed="rId22">
              <a:alphaModFix/>
            </a:blip>
            <a:srcRect/>
            <a:stretch/>
          </p:blipFill>
          <p:spPr>
            <a:xfrm>
              <a:off x="15700883" y="1433957"/>
              <a:ext cx="889" cy="977"/>
            </a:xfrm>
            <a:prstGeom prst="rect">
              <a:avLst/>
            </a:prstGeom>
            <a:noFill/>
            <a:ln>
              <a:noFill/>
            </a:ln>
          </p:spPr>
        </p:pic>
        <p:pic>
          <p:nvPicPr>
            <p:cNvPr id="84" name="Google Shape;1317;p8"/>
            <p:cNvPicPr preferRelativeResize="0"/>
            <p:nvPr/>
          </p:nvPicPr>
          <p:blipFill rotWithShape="1">
            <a:blip r:embed="rId51">
              <a:alphaModFix/>
            </a:blip>
            <a:srcRect/>
            <a:stretch/>
          </p:blipFill>
          <p:spPr>
            <a:xfrm>
              <a:off x="15634335" y="1432801"/>
              <a:ext cx="68198" cy="66688"/>
            </a:xfrm>
            <a:prstGeom prst="rect">
              <a:avLst/>
            </a:prstGeom>
            <a:noFill/>
            <a:ln>
              <a:noFill/>
            </a:ln>
          </p:spPr>
        </p:pic>
        <p:pic>
          <p:nvPicPr>
            <p:cNvPr id="85" name="Google Shape;1318;p8"/>
            <p:cNvPicPr preferRelativeResize="0"/>
            <p:nvPr/>
          </p:nvPicPr>
          <p:blipFill rotWithShape="1">
            <a:blip r:embed="rId52">
              <a:alphaModFix/>
            </a:blip>
            <a:srcRect/>
            <a:stretch/>
          </p:blipFill>
          <p:spPr>
            <a:xfrm>
              <a:off x="15829153" y="1205191"/>
              <a:ext cx="88645" cy="72161"/>
            </a:xfrm>
            <a:prstGeom prst="rect">
              <a:avLst/>
            </a:prstGeom>
            <a:noFill/>
            <a:ln>
              <a:noFill/>
            </a:ln>
          </p:spPr>
        </p:pic>
        <p:pic>
          <p:nvPicPr>
            <p:cNvPr id="86" name="Google Shape;1319;p8"/>
            <p:cNvPicPr preferRelativeResize="0"/>
            <p:nvPr/>
          </p:nvPicPr>
          <p:blipFill rotWithShape="1">
            <a:blip r:embed="rId53">
              <a:alphaModFix/>
            </a:blip>
            <a:srcRect/>
            <a:stretch/>
          </p:blipFill>
          <p:spPr>
            <a:xfrm>
              <a:off x="15914242" y="1200353"/>
              <a:ext cx="12192" cy="4254"/>
            </a:xfrm>
            <a:prstGeom prst="rect">
              <a:avLst/>
            </a:prstGeom>
            <a:noFill/>
            <a:ln>
              <a:noFill/>
            </a:ln>
          </p:spPr>
        </p:pic>
        <p:pic>
          <p:nvPicPr>
            <p:cNvPr id="87" name="Google Shape;1320;p8"/>
            <p:cNvPicPr preferRelativeResize="0"/>
            <p:nvPr/>
          </p:nvPicPr>
          <p:blipFill rotWithShape="1">
            <a:blip r:embed="rId22">
              <a:alphaModFix/>
            </a:blip>
            <a:srcRect/>
            <a:stretch/>
          </p:blipFill>
          <p:spPr>
            <a:xfrm>
              <a:off x="15909036" y="1261630"/>
              <a:ext cx="1143" cy="1028"/>
            </a:xfrm>
            <a:prstGeom prst="rect">
              <a:avLst/>
            </a:prstGeom>
            <a:noFill/>
            <a:ln>
              <a:noFill/>
            </a:ln>
          </p:spPr>
        </p:pic>
        <p:pic>
          <p:nvPicPr>
            <p:cNvPr id="88" name="Google Shape;1321;p8"/>
            <p:cNvPicPr preferRelativeResize="0"/>
            <p:nvPr/>
          </p:nvPicPr>
          <p:blipFill rotWithShape="1">
            <a:blip r:embed="rId54">
              <a:alphaModFix/>
            </a:blip>
            <a:srcRect/>
            <a:stretch/>
          </p:blipFill>
          <p:spPr>
            <a:xfrm>
              <a:off x="15619220" y="1424432"/>
              <a:ext cx="68835" cy="86791"/>
            </a:xfrm>
            <a:prstGeom prst="rect">
              <a:avLst/>
            </a:prstGeom>
            <a:noFill/>
            <a:ln>
              <a:noFill/>
            </a:ln>
          </p:spPr>
        </p:pic>
        <p:pic>
          <p:nvPicPr>
            <p:cNvPr id="89" name="Google Shape;1322;p8"/>
            <p:cNvPicPr preferRelativeResize="0"/>
            <p:nvPr/>
          </p:nvPicPr>
          <p:blipFill rotWithShape="1">
            <a:blip r:embed="rId22">
              <a:alphaModFix/>
            </a:blip>
            <a:srcRect/>
            <a:stretch/>
          </p:blipFill>
          <p:spPr>
            <a:xfrm>
              <a:off x="15663290" y="1472539"/>
              <a:ext cx="507" cy="622"/>
            </a:xfrm>
            <a:prstGeom prst="rect">
              <a:avLst/>
            </a:prstGeom>
            <a:noFill/>
            <a:ln>
              <a:noFill/>
            </a:ln>
          </p:spPr>
        </p:pic>
        <p:pic>
          <p:nvPicPr>
            <p:cNvPr id="90" name="Google Shape;1323;p8"/>
            <p:cNvPicPr preferRelativeResize="0"/>
            <p:nvPr/>
          </p:nvPicPr>
          <p:blipFill rotWithShape="1">
            <a:blip r:embed="rId28">
              <a:alphaModFix/>
            </a:blip>
            <a:srcRect/>
            <a:stretch/>
          </p:blipFill>
          <p:spPr>
            <a:xfrm>
              <a:off x="15915893" y="1250937"/>
              <a:ext cx="9015" cy="7848"/>
            </a:xfrm>
            <a:prstGeom prst="rect">
              <a:avLst/>
            </a:prstGeom>
            <a:noFill/>
            <a:ln>
              <a:noFill/>
            </a:ln>
          </p:spPr>
        </p:pic>
        <p:pic>
          <p:nvPicPr>
            <p:cNvPr id="91" name="Google Shape;1324;p8"/>
            <p:cNvPicPr preferRelativeResize="0"/>
            <p:nvPr/>
          </p:nvPicPr>
          <p:blipFill rotWithShape="1">
            <a:blip r:embed="rId22">
              <a:alphaModFix/>
            </a:blip>
            <a:srcRect/>
            <a:stretch/>
          </p:blipFill>
          <p:spPr>
            <a:xfrm>
              <a:off x="15707867" y="1418907"/>
              <a:ext cx="2158" cy="1447"/>
            </a:xfrm>
            <a:prstGeom prst="rect">
              <a:avLst/>
            </a:prstGeom>
            <a:noFill/>
            <a:ln>
              <a:noFill/>
            </a:ln>
          </p:spPr>
        </p:pic>
        <p:pic>
          <p:nvPicPr>
            <p:cNvPr id="92" name="Google Shape;1325;p8"/>
            <p:cNvPicPr preferRelativeResize="0"/>
            <p:nvPr/>
          </p:nvPicPr>
          <p:blipFill rotWithShape="1">
            <a:blip r:embed="rId22">
              <a:alphaModFix/>
            </a:blip>
            <a:srcRect/>
            <a:stretch/>
          </p:blipFill>
          <p:spPr>
            <a:xfrm>
              <a:off x="15725646" y="1400136"/>
              <a:ext cx="1143" cy="1270"/>
            </a:xfrm>
            <a:prstGeom prst="rect">
              <a:avLst/>
            </a:prstGeom>
            <a:noFill/>
            <a:ln>
              <a:noFill/>
            </a:ln>
          </p:spPr>
        </p:pic>
        <p:pic>
          <p:nvPicPr>
            <p:cNvPr id="93" name="Google Shape;1326;p8"/>
            <p:cNvPicPr preferRelativeResize="0"/>
            <p:nvPr/>
          </p:nvPicPr>
          <p:blipFill rotWithShape="1">
            <a:blip r:embed="rId55">
              <a:alphaModFix/>
            </a:blip>
            <a:srcRect/>
            <a:stretch/>
          </p:blipFill>
          <p:spPr>
            <a:xfrm>
              <a:off x="15939135" y="1190776"/>
              <a:ext cx="30605" cy="35116"/>
            </a:xfrm>
            <a:prstGeom prst="rect">
              <a:avLst/>
            </a:prstGeom>
            <a:noFill/>
            <a:ln>
              <a:noFill/>
            </a:ln>
          </p:spPr>
        </p:pic>
        <p:pic>
          <p:nvPicPr>
            <p:cNvPr id="94" name="Google Shape;1327;p8"/>
            <p:cNvPicPr preferRelativeResize="0"/>
            <p:nvPr/>
          </p:nvPicPr>
          <p:blipFill rotWithShape="1">
            <a:blip r:embed="rId22">
              <a:alphaModFix/>
            </a:blip>
            <a:srcRect/>
            <a:stretch/>
          </p:blipFill>
          <p:spPr>
            <a:xfrm>
              <a:off x="15655289" y="1498752"/>
              <a:ext cx="5080" cy="8280"/>
            </a:xfrm>
            <a:prstGeom prst="rect">
              <a:avLst/>
            </a:prstGeom>
            <a:noFill/>
            <a:ln>
              <a:noFill/>
            </a:ln>
          </p:spPr>
        </p:pic>
        <p:pic>
          <p:nvPicPr>
            <p:cNvPr id="95" name="Google Shape;1328;p8"/>
            <p:cNvPicPr preferRelativeResize="0"/>
            <p:nvPr/>
          </p:nvPicPr>
          <p:blipFill rotWithShape="1">
            <a:blip r:embed="rId28">
              <a:alphaModFix/>
            </a:blip>
            <a:srcRect/>
            <a:stretch/>
          </p:blipFill>
          <p:spPr>
            <a:xfrm>
              <a:off x="15684769" y="1425714"/>
              <a:ext cx="5954" cy="2634"/>
            </a:xfrm>
            <a:prstGeom prst="rect">
              <a:avLst/>
            </a:prstGeom>
            <a:noFill/>
            <a:ln>
              <a:noFill/>
            </a:ln>
          </p:spPr>
        </p:pic>
        <p:pic>
          <p:nvPicPr>
            <p:cNvPr id="96" name="Google Shape;1329;p8"/>
            <p:cNvPicPr preferRelativeResize="0"/>
            <p:nvPr/>
          </p:nvPicPr>
          <p:blipFill rotWithShape="1">
            <a:blip r:embed="rId56">
              <a:alphaModFix/>
            </a:blip>
            <a:srcRect/>
            <a:stretch/>
          </p:blipFill>
          <p:spPr>
            <a:xfrm>
              <a:off x="15656433" y="1444090"/>
              <a:ext cx="39496" cy="47867"/>
            </a:xfrm>
            <a:prstGeom prst="rect">
              <a:avLst/>
            </a:prstGeom>
            <a:noFill/>
            <a:ln>
              <a:noFill/>
            </a:ln>
          </p:spPr>
        </p:pic>
        <p:pic>
          <p:nvPicPr>
            <p:cNvPr id="97" name="Google Shape;1330;p8"/>
            <p:cNvPicPr preferRelativeResize="0"/>
            <p:nvPr/>
          </p:nvPicPr>
          <p:blipFill rotWithShape="1">
            <a:blip r:embed="rId57">
              <a:alphaModFix/>
            </a:blip>
            <a:srcRect/>
            <a:stretch/>
          </p:blipFill>
          <p:spPr>
            <a:xfrm>
              <a:off x="15668877" y="1477454"/>
              <a:ext cx="17778" cy="6591"/>
            </a:xfrm>
            <a:prstGeom prst="rect">
              <a:avLst/>
            </a:prstGeom>
            <a:noFill/>
            <a:ln>
              <a:noFill/>
            </a:ln>
          </p:spPr>
        </p:pic>
        <p:pic>
          <p:nvPicPr>
            <p:cNvPr id="98" name="Google Shape;1331;p8"/>
            <p:cNvPicPr preferRelativeResize="0"/>
            <p:nvPr/>
          </p:nvPicPr>
          <p:blipFill rotWithShape="1">
            <a:blip r:embed="rId28">
              <a:alphaModFix/>
            </a:blip>
            <a:srcRect/>
            <a:stretch/>
          </p:blipFill>
          <p:spPr>
            <a:xfrm>
              <a:off x="15680053" y="1459573"/>
              <a:ext cx="8765" cy="4280"/>
            </a:xfrm>
            <a:prstGeom prst="rect">
              <a:avLst/>
            </a:prstGeom>
            <a:noFill/>
            <a:ln>
              <a:noFill/>
            </a:ln>
          </p:spPr>
        </p:pic>
        <p:pic>
          <p:nvPicPr>
            <p:cNvPr id="99" name="Google Shape;1332;p8"/>
            <p:cNvPicPr preferRelativeResize="0"/>
            <p:nvPr/>
          </p:nvPicPr>
          <p:blipFill rotWithShape="1">
            <a:blip r:embed="rId31">
              <a:alphaModFix/>
            </a:blip>
            <a:srcRect/>
            <a:stretch/>
          </p:blipFill>
          <p:spPr>
            <a:xfrm>
              <a:off x="15669387" y="1490953"/>
              <a:ext cx="381" cy="520"/>
            </a:xfrm>
            <a:prstGeom prst="rect">
              <a:avLst/>
            </a:prstGeom>
            <a:noFill/>
            <a:ln>
              <a:noFill/>
            </a:ln>
          </p:spPr>
        </p:pic>
        <p:pic>
          <p:nvPicPr>
            <p:cNvPr id="100" name="Google Shape;1333;p8"/>
            <p:cNvPicPr preferRelativeResize="0"/>
            <p:nvPr/>
          </p:nvPicPr>
          <p:blipFill rotWithShape="1">
            <a:blip r:embed="rId28">
              <a:alphaModFix/>
            </a:blip>
            <a:srcRect/>
            <a:stretch/>
          </p:blipFill>
          <p:spPr>
            <a:xfrm>
              <a:off x="15651605" y="1493126"/>
              <a:ext cx="5842" cy="4965"/>
            </a:xfrm>
            <a:prstGeom prst="rect">
              <a:avLst/>
            </a:prstGeom>
            <a:noFill/>
            <a:ln>
              <a:noFill/>
            </a:ln>
          </p:spPr>
        </p:pic>
        <p:pic>
          <p:nvPicPr>
            <p:cNvPr id="101" name="Google Shape;1334;p8"/>
            <p:cNvPicPr preferRelativeResize="0"/>
            <p:nvPr/>
          </p:nvPicPr>
          <p:blipFill rotWithShape="1">
            <a:blip r:embed="rId28">
              <a:alphaModFix/>
            </a:blip>
            <a:srcRect/>
            <a:stretch/>
          </p:blipFill>
          <p:spPr>
            <a:xfrm>
              <a:off x="15631794" y="1498498"/>
              <a:ext cx="6730" cy="3238"/>
            </a:xfrm>
            <a:prstGeom prst="rect">
              <a:avLst/>
            </a:prstGeom>
            <a:noFill/>
            <a:ln>
              <a:noFill/>
            </a:ln>
          </p:spPr>
        </p:pic>
        <p:pic>
          <p:nvPicPr>
            <p:cNvPr id="102" name="Google Shape;1335;p8"/>
            <p:cNvPicPr preferRelativeResize="0"/>
            <p:nvPr/>
          </p:nvPicPr>
          <p:blipFill rotWithShape="1">
            <a:blip r:embed="rId22">
              <a:alphaModFix/>
            </a:blip>
            <a:srcRect/>
            <a:stretch/>
          </p:blipFill>
          <p:spPr>
            <a:xfrm>
              <a:off x="15664186" y="1472108"/>
              <a:ext cx="1771" cy="2095"/>
            </a:xfrm>
            <a:prstGeom prst="rect">
              <a:avLst/>
            </a:prstGeom>
            <a:noFill/>
            <a:ln>
              <a:noFill/>
            </a:ln>
          </p:spPr>
        </p:pic>
        <p:pic>
          <p:nvPicPr>
            <p:cNvPr id="103" name="Google Shape;1336;p8"/>
            <p:cNvPicPr preferRelativeResize="0"/>
            <p:nvPr/>
          </p:nvPicPr>
          <p:blipFill rotWithShape="1">
            <a:blip r:embed="rId36">
              <a:alphaModFix/>
            </a:blip>
            <a:srcRect/>
            <a:stretch/>
          </p:blipFill>
          <p:spPr>
            <a:xfrm>
              <a:off x="15706090" y="1456893"/>
              <a:ext cx="506" cy="1969"/>
            </a:xfrm>
            <a:prstGeom prst="rect">
              <a:avLst/>
            </a:prstGeom>
            <a:noFill/>
            <a:ln>
              <a:noFill/>
            </a:ln>
          </p:spPr>
        </p:pic>
        <p:pic>
          <p:nvPicPr>
            <p:cNvPr id="104" name="Google Shape;1337;p8"/>
            <p:cNvPicPr preferRelativeResize="0"/>
            <p:nvPr/>
          </p:nvPicPr>
          <p:blipFill rotWithShape="1">
            <a:blip r:embed="rId32">
              <a:alphaModFix/>
            </a:blip>
            <a:srcRect/>
            <a:stretch/>
          </p:blipFill>
          <p:spPr>
            <a:xfrm>
              <a:off x="15656941" y="1470773"/>
              <a:ext cx="17016" cy="21108"/>
            </a:xfrm>
            <a:prstGeom prst="rect">
              <a:avLst/>
            </a:prstGeom>
            <a:noFill/>
            <a:ln>
              <a:noFill/>
            </a:ln>
          </p:spPr>
        </p:pic>
        <p:pic>
          <p:nvPicPr>
            <p:cNvPr id="105" name="Google Shape;1338;p8"/>
            <p:cNvPicPr preferRelativeResize="0"/>
            <p:nvPr/>
          </p:nvPicPr>
          <p:blipFill rotWithShape="1">
            <a:blip r:embed="rId22">
              <a:alphaModFix/>
            </a:blip>
            <a:srcRect/>
            <a:stretch/>
          </p:blipFill>
          <p:spPr>
            <a:xfrm>
              <a:off x="15715488" y="1411998"/>
              <a:ext cx="381" cy="431"/>
            </a:xfrm>
            <a:prstGeom prst="rect">
              <a:avLst/>
            </a:prstGeom>
            <a:noFill/>
            <a:ln>
              <a:noFill/>
            </a:ln>
          </p:spPr>
        </p:pic>
        <p:pic>
          <p:nvPicPr>
            <p:cNvPr id="106" name="Google Shape;1339;p8"/>
            <p:cNvPicPr preferRelativeResize="0"/>
            <p:nvPr/>
          </p:nvPicPr>
          <p:blipFill rotWithShape="1">
            <a:blip r:embed="rId22">
              <a:alphaModFix/>
            </a:blip>
            <a:srcRect/>
            <a:stretch/>
          </p:blipFill>
          <p:spPr>
            <a:xfrm>
              <a:off x="15712058" y="1431912"/>
              <a:ext cx="2412" cy="2946"/>
            </a:xfrm>
            <a:prstGeom prst="rect">
              <a:avLst/>
            </a:prstGeom>
            <a:noFill/>
            <a:ln>
              <a:noFill/>
            </a:ln>
          </p:spPr>
        </p:pic>
        <p:pic>
          <p:nvPicPr>
            <p:cNvPr id="107" name="Google Shape;1340;p8"/>
            <p:cNvPicPr preferRelativeResize="0"/>
            <p:nvPr/>
          </p:nvPicPr>
          <p:blipFill rotWithShape="1">
            <a:blip r:embed="rId22">
              <a:alphaModFix/>
            </a:blip>
            <a:srcRect/>
            <a:stretch/>
          </p:blipFill>
          <p:spPr>
            <a:xfrm>
              <a:off x="15675229" y="1439290"/>
              <a:ext cx="4826" cy="4927"/>
            </a:xfrm>
            <a:prstGeom prst="rect">
              <a:avLst/>
            </a:prstGeom>
            <a:noFill/>
            <a:ln>
              <a:noFill/>
            </a:ln>
          </p:spPr>
        </p:pic>
        <p:pic>
          <p:nvPicPr>
            <p:cNvPr id="108" name="Google Shape;1341;p8"/>
            <p:cNvPicPr preferRelativeResize="0"/>
            <p:nvPr/>
          </p:nvPicPr>
          <p:blipFill rotWithShape="1">
            <a:blip r:embed="rId32">
              <a:alphaModFix/>
            </a:blip>
            <a:srcRect/>
            <a:stretch/>
          </p:blipFill>
          <p:spPr>
            <a:xfrm>
              <a:off x="15721076" y="1371777"/>
              <a:ext cx="13462" cy="20748"/>
            </a:xfrm>
            <a:prstGeom prst="rect">
              <a:avLst/>
            </a:prstGeom>
            <a:noFill/>
            <a:ln>
              <a:noFill/>
            </a:ln>
          </p:spPr>
        </p:pic>
        <p:pic>
          <p:nvPicPr>
            <p:cNvPr id="109" name="Google Shape;1342;p8"/>
            <p:cNvPicPr preferRelativeResize="0"/>
            <p:nvPr/>
          </p:nvPicPr>
          <p:blipFill rotWithShape="1">
            <a:blip r:embed="rId31">
              <a:alphaModFix/>
            </a:blip>
            <a:srcRect/>
            <a:stretch/>
          </p:blipFill>
          <p:spPr>
            <a:xfrm>
              <a:off x="15649829" y="1507413"/>
              <a:ext cx="380" cy="431"/>
            </a:xfrm>
            <a:prstGeom prst="rect">
              <a:avLst/>
            </a:prstGeom>
            <a:noFill/>
            <a:ln>
              <a:noFill/>
            </a:ln>
          </p:spPr>
        </p:pic>
        <p:pic>
          <p:nvPicPr>
            <p:cNvPr id="110" name="Google Shape;1343;p8"/>
            <p:cNvPicPr preferRelativeResize="0"/>
            <p:nvPr/>
          </p:nvPicPr>
          <p:blipFill rotWithShape="1">
            <a:blip r:embed="rId58">
              <a:alphaModFix/>
            </a:blip>
            <a:srcRect/>
            <a:stretch/>
          </p:blipFill>
          <p:spPr>
            <a:xfrm>
              <a:off x="15643097" y="1430008"/>
              <a:ext cx="72643" cy="68173"/>
            </a:xfrm>
            <a:prstGeom prst="rect">
              <a:avLst/>
            </a:prstGeom>
            <a:noFill/>
            <a:ln>
              <a:noFill/>
            </a:ln>
          </p:spPr>
        </p:pic>
        <p:pic>
          <p:nvPicPr>
            <p:cNvPr id="111" name="Google Shape;1344;p8"/>
            <p:cNvPicPr preferRelativeResize="0"/>
            <p:nvPr/>
          </p:nvPicPr>
          <p:blipFill rotWithShape="1">
            <a:blip r:embed="rId59">
              <a:alphaModFix/>
            </a:blip>
            <a:srcRect/>
            <a:stretch/>
          </p:blipFill>
          <p:spPr>
            <a:xfrm>
              <a:off x="15646147" y="1421586"/>
              <a:ext cx="64895" cy="73330"/>
            </a:xfrm>
            <a:prstGeom prst="rect">
              <a:avLst/>
            </a:prstGeom>
            <a:noFill/>
            <a:ln>
              <a:noFill/>
            </a:ln>
          </p:spPr>
        </p:pic>
        <p:pic>
          <p:nvPicPr>
            <p:cNvPr id="112" name="Google Shape;1345;p8"/>
            <p:cNvPicPr preferRelativeResize="0"/>
            <p:nvPr/>
          </p:nvPicPr>
          <p:blipFill rotWithShape="1">
            <a:blip r:embed="rId22">
              <a:alphaModFix/>
            </a:blip>
            <a:srcRect/>
            <a:stretch/>
          </p:blipFill>
          <p:spPr>
            <a:xfrm>
              <a:off x="15847440" y="1259954"/>
              <a:ext cx="507" cy="431"/>
            </a:xfrm>
            <a:prstGeom prst="rect">
              <a:avLst/>
            </a:prstGeom>
            <a:noFill/>
            <a:ln>
              <a:noFill/>
            </a:ln>
          </p:spPr>
        </p:pic>
        <p:pic>
          <p:nvPicPr>
            <p:cNvPr id="113" name="Google Shape;1346;p8"/>
            <p:cNvPicPr preferRelativeResize="0"/>
            <p:nvPr/>
          </p:nvPicPr>
          <p:blipFill rotWithShape="1">
            <a:blip r:embed="rId60">
              <a:alphaModFix/>
            </a:blip>
            <a:srcRect/>
            <a:stretch/>
          </p:blipFill>
          <p:spPr>
            <a:xfrm>
              <a:off x="15862679" y="1222285"/>
              <a:ext cx="26417" cy="27127"/>
            </a:xfrm>
            <a:prstGeom prst="rect">
              <a:avLst/>
            </a:prstGeom>
            <a:noFill/>
            <a:ln>
              <a:noFill/>
            </a:ln>
          </p:spPr>
        </p:pic>
        <p:pic>
          <p:nvPicPr>
            <p:cNvPr id="114" name="Google Shape;1347;p8"/>
            <p:cNvPicPr preferRelativeResize="0"/>
            <p:nvPr/>
          </p:nvPicPr>
          <p:blipFill rotWithShape="1">
            <a:blip r:embed="rId40">
              <a:alphaModFix/>
            </a:blip>
            <a:srcRect/>
            <a:stretch/>
          </p:blipFill>
          <p:spPr>
            <a:xfrm>
              <a:off x="15671037" y="1452867"/>
              <a:ext cx="13716" cy="10439"/>
            </a:xfrm>
            <a:prstGeom prst="rect">
              <a:avLst/>
            </a:prstGeom>
            <a:noFill/>
            <a:ln>
              <a:noFill/>
            </a:ln>
          </p:spPr>
        </p:pic>
        <p:pic>
          <p:nvPicPr>
            <p:cNvPr id="115" name="Google Shape;1348;p8"/>
            <p:cNvPicPr preferRelativeResize="0"/>
            <p:nvPr/>
          </p:nvPicPr>
          <p:blipFill rotWithShape="1">
            <a:blip r:embed="rId22">
              <a:alphaModFix/>
            </a:blip>
            <a:srcRect/>
            <a:stretch/>
          </p:blipFill>
          <p:spPr>
            <a:xfrm>
              <a:off x="15720694" y="1412227"/>
              <a:ext cx="380" cy="406"/>
            </a:xfrm>
            <a:prstGeom prst="rect">
              <a:avLst/>
            </a:prstGeom>
            <a:noFill/>
            <a:ln>
              <a:noFill/>
            </a:ln>
          </p:spPr>
        </p:pic>
        <p:pic>
          <p:nvPicPr>
            <p:cNvPr id="116" name="Google Shape;1349;p8"/>
            <p:cNvPicPr preferRelativeResize="0"/>
            <p:nvPr/>
          </p:nvPicPr>
          <p:blipFill rotWithShape="1">
            <a:blip r:embed="rId40">
              <a:alphaModFix/>
            </a:blip>
            <a:srcRect/>
            <a:stretch/>
          </p:blipFill>
          <p:spPr>
            <a:xfrm>
              <a:off x="15703041" y="1453451"/>
              <a:ext cx="6813" cy="8280"/>
            </a:xfrm>
            <a:prstGeom prst="rect">
              <a:avLst/>
            </a:prstGeom>
            <a:noFill/>
            <a:ln>
              <a:noFill/>
            </a:ln>
          </p:spPr>
        </p:pic>
        <p:pic>
          <p:nvPicPr>
            <p:cNvPr id="117" name="Google Shape;1350;p8"/>
            <p:cNvPicPr preferRelativeResize="0"/>
            <p:nvPr/>
          </p:nvPicPr>
          <p:blipFill rotWithShape="1">
            <a:blip r:embed="rId22">
              <a:alphaModFix/>
            </a:blip>
            <a:srcRect/>
            <a:stretch/>
          </p:blipFill>
          <p:spPr>
            <a:xfrm>
              <a:off x="15743428" y="1388706"/>
              <a:ext cx="1779" cy="1498"/>
            </a:xfrm>
            <a:prstGeom prst="rect">
              <a:avLst/>
            </a:prstGeom>
            <a:noFill/>
            <a:ln>
              <a:noFill/>
            </a:ln>
          </p:spPr>
        </p:pic>
        <p:pic>
          <p:nvPicPr>
            <p:cNvPr id="118" name="Google Shape;1351;p8"/>
            <p:cNvPicPr preferRelativeResize="0"/>
            <p:nvPr/>
          </p:nvPicPr>
          <p:blipFill rotWithShape="1">
            <a:blip r:embed="rId22">
              <a:alphaModFix/>
            </a:blip>
            <a:srcRect/>
            <a:stretch/>
          </p:blipFill>
          <p:spPr>
            <a:xfrm>
              <a:off x="15921353" y="1232230"/>
              <a:ext cx="253" cy="241"/>
            </a:xfrm>
            <a:prstGeom prst="rect">
              <a:avLst/>
            </a:prstGeom>
            <a:noFill/>
            <a:ln>
              <a:noFill/>
            </a:ln>
          </p:spPr>
        </p:pic>
      </p:gr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pic>
        <p:nvPicPr>
          <p:cNvPr id="722" name="Google Shape;722;p48"/>
          <p:cNvPicPr preferRelativeResize="0"/>
          <p:nvPr/>
        </p:nvPicPr>
        <p:blipFill rotWithShape="1">
          <a:blip r:embed="rId3">
            <a:alphaModFix/>
          </a:blip>
          <a:srcRect/>
          <a:stretch/>
        </p:blipFill>
        <p:spPr>
          <a:xfrm>
            <a:off x="923505" y="797082"/>
            <a:ext cx="10298741" cy="5790214"/>
          </a:xfrm>
          <a:prstGeom prst="rect">
            <a:avLst/>
          </a:prstGeom>
          <a:noFill/>
          <a:ln>
            <a:noFill/>
          </a:ln>
          <a:effectLst>
            <a:outerShdw blurRad="101600" dist="50800" sx="101000" sy="101000" algn="ctr" rotWithShape="0">
              <a:srgbClr val="7F7F7F">
                <a:alpha val="20000"/>
              </a:srgbClr>
            </a:outerShdw>
          </a:effectLst>
        </p:spPr>
      </p:pic>
      <p:sp>
        <p:nvSpPr>
          <p:cNvPr id="723" name="Google Shape;723;p48"/>
          <p:cNvSpPr/>
          <p:nvPr/>
        </p:nvSpPr>
        <p:spPr>
          <a:xfrm>
            <a:off x="6562165" y="4496696"/>
            <a:ext cx="748118" cy="425448"/>
          </a:xfrm>
          <a:prstGeom prst="rect">
            <a:avLst/>
          </a:prstGeom>
          <a:solidFill>
            <a:srgbClr val="FFFF00">
              <a:alpha val="20000"/>
            </a:srgbClr>
          </a:solidFill>
          <a:ln w="38100" cap="flat"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24" name="Google Shape;724;p48">
            <a:hlinkClick r:id="rId4"/>
          </p:cNvPr>
          <p:cNvPicPr preferRelativeResize="0"/>
          <p:nvPr/>
        </p:nvPicPr>
        <p:blipFill rotWithShape="1">
          <a:blip r:embed="rId5">
            <a:alphaModFix/>
          </a:blip>
          <a:srcRect/>
          <a:stretch/>
        </p:blipFill>
        <p:spPr>
          <a:xfrm>
            <a:off x="6783441" y="4658723"/>
            <a:ext cx="526842" cy="526842"/>
          </a:xfrm>
          <a:prstGeom prst="rect">
            <a:avLst/>
          </a:prstGeom>
          <a:noFill/>
          <a:ln>
            <a:noFill/>
          </a:ln>
        </p:spPr>
      </p:pic>
      <p:grpSp>
        <p:nvGrpSpPr>
          <p:cNvPr id="5" name="Google Shape;1238;p8"/>
          <p:cNvGrpSpPr/>
          <p:nvPr/>
        </p:nvGrpSpPr>
        <p:grpSpPr>
          <a:xfrm>
            <a:off x="126679" y="152310"/>
            <a:ext cx="1414810" cy="548223"/>
            <a:chOff x="14201902" y="621652"/>
            <a:chExt cx="2318892" cy="951953"/>
          </a:xfrm>
        </p:grpSpPr>
        <p:pic>
          <p:nvPicPr>
            <p:cNvPr id="6" name="Google Shape;1240;p8"/>
            <p:cNvPicPr preferRelativeResize="0"/>
            <p:nvPr/>
          </p:nvPicPr>
          <p:blipFill rotWithShape="1">
            <a:blip r:embed="rId6">
              <a:alphaModFix/>
            </a:blip>
            <a:srcRect/>
            <a:stretch/>
          </p:blipFill>
          <p:spPr>
            <a:xfrm>
              <a:off x="14496301" y="621652"/>
              <a:ext cx="381832" cy="226865"/>
            </a:xfrm>
            <a:prstGeom prst="rect">
              <a:avLst/>
            </a:prstGeom>
            <a:noFill/>
            <a:ln>
              <a:noFill/>
            </a:ln>
          </p:spPr>
        </p:pic>
        <p:sp>
          <p:nvSpPr>
            <p:cNvPr id="7" name="Google Shape;1241;p8"/>
            <p:cNvSpPr/>
            <p:nvPr/>
          </p:nvSpPr>
          <p:spPr>
            <a:xfrm>
              <a:off x="14410042" y="884923"/>
              <a:ext cx="289560" cy="247650"/>
            </a:xfrm>
            <a:custGeom>
              <a:avLst/>
              <a:gdLst/>
              <a:ahLst/>
              <a:cxnLst/>
              <a:rect l="l" t="t" r="r" b="b"/>
              <a:pathLst>
                <a:path w="289559" h="247650" extrusionOk="0">
                  <a:moveTo>
                    <a:pt x="255943" y="0"/>
                  </a:moveTo>
                  <a:lnTo>
                    <a:pt x="240766" y="0"/>
                  </a:lnTo>
                  <a:lnTo>
                    <a:pt x="236550" y="2806"/>
                  </a:lnTo>
                  <a:lnTo>
                    <a:pt x="144741" y="191325"/>
                  </a:lnTo>
                  <a:lnTo>
                    <a:pt x="52603" y="2806"/>
                  </a:lnTo>
                  <a:lnTo>
                    <a:pt x="48374" y="0"/>
                  </a:lnTo>
                  <a:lnTo>
                    <a:pt x="33197" y="0"/>
                  </a:lnTo>
                  <a:lnTo>
                    <a:pt x="28257" y="5981"/>
                  </a:lnTo>
                  <a:lnTo>
                    <a:pt x="0" y="240411"/>
                  </a:lnTo>
                  <a:lnTo>
                    <a:pt x="4216" y="246062"/>
                  </a:lnTo>
                  <a:lnTo>
                    <a:pt x="17297" y="247472"/>
                  </a:lnTo>
                  <a:lnTo>
                    <a:pt x="22580" y="242887"/>
                  </a:lnTo>
                  <a:lnTo>
                    <a:pt x="46964" y="43421"/>
                  </a:lnTo>
                  <a:lnTo>
                    <a:pt x="129209" y="210045"/>
                  </a:lnTo>
                  <a:lnTo>
                    <a:pt x="131673" y="215353"/>
                  </a:lnTo>
                  <a:lnTo>
                    <a:pt x="136283" y="222402"/>
                  </a:lnTo>
                  <a:lnTo>
                    <a:pt x="153212" y="222402"/>
                  </a:lnTo>
                  <a:lnTo>
                    <a:pt x="157810" y="215353"/>
                  </a:lnTo>
                  <a:lnTo>
                    <a:pt x="242176" y="43421"/>
                  </a:lnTo>
                  <a:lnTo>
                    <a:pt x="266522" y="242887"/>
                  </a:lnTo>
                  <a:lnTo>
                    <a:pt x="271843" y="247472"/>
                  </a:lnTo>
                  <a:lnTo>
                    <a:pt x="284899" y="246062"/>
                  </a:lnTo>
                  <a:lnTo>
                    <a:pt x="289128" y="240411"/>
                  </a:lnTo>
                  <a:lnTo>
                    <a:pt x="288429" y="233705"/>
                  </a:lnTo>
                  <a:lnTo>
                    <a:pt x="260896" y="5981"/>
                  </a:lnTo>
                  <a:lnTo>
                    <a:pt x="255943"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8" name="Google Shape;1242;p8"/>
            <p:cNvPicPr preferRelativeResize="0"/>
            <p:nvPr/>
          </p:nvPicPr>
          <p:blipFill rotWithShape="1">
            <a:blip r:embed="rId7">
              <a:alphaModFix/>
            </a:blip>
            <a:srcRect/>
            <a:stretch/>
          </p:blipFill>
          <p:spPr>
            <a:xfrm>
              <a:off x="14755824" y="884923"/>
              <a:ext cx="172262" cy="248538"/>
            </a:xfrm>
            <a:prstGeom prst="rect">
              <a:avLst/>
            </a:prstGeom>
            <a:noFill/>
            <a:ln>
              <a:noFill/>
            </a:ln>
          </p:spPr>
        </p:pic>
        <p:pic>
          <p:nvPicPr>
            <p:cNvPr id="9" name="Google Shape;1243;p8"/>
            <p:cNvPicPr preferRelativeResize="0"/>
            <p:nvPr/>
          </p:nvPicPr>
          <p:blipFill rotWithShape="1">
            <a:blip r:embed="rId8">
              <a:alphaModFix/>
            </a:blip>
            <a:srcRect/>
            <a:stretch/>
          </p:blipFill>
          <p:spPr>
            <a:xfrm>
              <a:off x="14995360" y="884910"/>
              <a:ext cx="296633" cy="246773"/>
            </a:xfrm>
            <a:prstGeom prst="rect">
              <a:avLst/>
            </a:prstGeom>
            <a:noFill/>
            <a:ln>
              <a:noFill/>
            </a:ln>
          </p:spPr>
        </p:pic>
        <p:sp>
          <p:nvSpPr>
            <p:cNvPr id="10" name="Google Shape;1244;p8"/>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1" name="Google Shape;1245;p8"/>
            <p:cNvPicPr preferRelativeResize="0"/>
            <p:nvPr/>
          </p:nvPicPr>
          <p:blipFill rotWithShape="1">
            <a:blip r:embed="rId9">
              <a:alphaModFix/>
            </a:blip>
            <a:srcRect/>
            <a:stretch/>
          </p:blipFill>
          <p:spPr>
            <a:xfrm>
              <a:off x="15426016" y="886663"/>
              <a:ext cx="163791" cy="245021"/>
            </a:xfrm>
            <a:prstGeom prst="rect">
              <a:avLst/>
            </a:prstGeom>
            <a:noFill/>
            <a:ln>
              <a:noFill/>
            </a:ln>
          </p:spPr>
        </p:pic>
        <p:pic>
          <p:nvPicPr>
            <p:cNvPr id="12" name="Google Shape;1246;p8"/>
            <p:cNvPicPr preferRelativeResize="0"/>
            <p:nvPr/>
          </p:nvPicPr>
          <p:blipFill rotWithShape="1">
            <a:blip r:embed="rId10">
              <a:alphaModFix/>
            </a:blip>
            <a:srcRect/>
            <a:stretch/>
          </p:blipFill>
          <p:spPr>
            <a:xfrm>
              <a:off x="15638234" y="884910"/>
              <a:ext cx="128130" cy="245008"/>
            </a:xfrm>
            <a:prstGeom prst="rect">
              <a:avLst/>
            </a:prstGeom>
            <a:noFill/>
            <a:ln>
              <a:noFill/>
            </a:ln>
          </p:spPr>
        </p:pic>
        <p:sp>
          <p:nvSpPr>
            <p:cNvPr id="13" name="Google Shape;1247;p8"/>
            <p:cNvSpPr/>
            <p:nvPr/>
          </p:nvSpPr>
          <p:spPr>
            <a:xfrm>
              <a:off x="15807512" y="884923"/>
              <a:ext cx="23495" cy="247015"/>
            </a:xfrm>
            <a:custGeom>
              <a:avLst/>
              <a:gdLst/>
              <a:ahLst/>
              <a:cxnLst/>
              <a:rect l="l" t="t" r="r" b="b"/>
              <a:pathLst>
                <a:path w="23494" h="247015" extrusionOk="0">
                  <a:moveTo>
                    <a:pt x="18338" y="0"/>
                  </a:moveTo>
                  <a:lnTo>
                    <a:pt x="4927" y="0"/>
                  </a:lnTo>
                  <a:lnTo>
                    <a:pt x="0" y="5283"/>
                  </a:lnTo>
                  <a:lnTo>
                    <a:pt x="0" y="241452"/>
                  </a:lnTo>
                  <a:lnTo>
                    <a:pt x="4927"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4" name="Google Shape;1248;p8"/>
            <p:cNvPicPr preferRelativeResize="0"/>
            <p:nvPr/>
          </p:nvPicPr>
          <p:blipFill rotWithShape="1">
            <a:blip r:embed="rId11">
              <a:alphaModFix/>
            </a:blip>
            <a:srcRect/>
            <a:stretch/>
          </p:blipFill>
          <p:spPr>
            <a:xfrm>
              <a:off x="15884842" y="883856"/>
              <a:ext cx="424116" cy="249605"/>
            </a:xfrm>
            <a:prstGeom prst="rect">
              <a:avLst/>
            </a:prstGeom>
            <a:noFill/>
            <a:ln>
              <a:noFill/>
            </a:ln>
          </p:spPr>
        </p:pic>
        <p:sp>
          <p:nvSpPr>
            <p:cNvPr id="15" name="Google Shape;1249;p8"/>
            <p:cNvSpPr/>
            <p:nvPr/>
          </p:nvSpPr>
          <p:spPr>
            <a:xfrm>
              <a:off x="1506874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66" y="40652"/>
                  </a:lnTo>
                  <a:lnTo>
                    <a:pt x="26466" y="125488"/>
                  </a:lnTo>
                  <a:lnTo>
                    <a:pt x="26114" y="133764"/>
                  </a:lnTo>
                  <a:lnTo>
                    <a:pt x="23985" y="141384"/>
                  </a:lnTo>
                  <a:lnTo>
                    <a:pt x="18896" y="146968"/>
                  </a:lnTo>
                  <a:lnTo>
                    <a:pt x="9664" y="149136"/>
                  </a:lnTo>
                  <a:lnTo>
                    <a:pt x="2628" y="149136"/>
                  </a:lnTo>
                  <a:lnTo>
                    <a:pt x="0" y="151599"/>
                  </a:lnTo>
                  <a:lnTo>
                    <a:pt x="0" y="157911"/>
                  </a:lnTo>
                  <a:lnTo>
                    <a:pt x="2628" y="160350"/>
                  </a:lnTo>
                  <a:lnTo>
                    <a:pt x="9664" y="160350"/>
                  </a:lnTo>
                  <a:lnTo>
                    <a:pt x="23186" y="157662"/>
                  </a:lnTo>
                  <a:lnTo>
                    <a:pt x="31934" y="150277"/>
                  </a:lnTo>
                  <a:lnTo>
                    <a:pt x="36643"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6" name="Google Shape;1250;p8"/>
            <p:cNvPicPr preferRelativeResize="0"/>
            <p:nvPr/>
          </p:nvPicPr>
          <p:blipFill rotWithShape="1">
            <a:blip r:embed="rId12">
              <a:alphaModFix/>
            </a:blip>
            <a:srcRect/>
            <a:stretch/>
          </p:blipFill>
          <p:spPr>
            <a:xfrm>
              <a:off x="15129420" y="1280883"/>
              <a:ext cx="267157" cy="122516"/>
            </a:xfrm>
            <a:prstGeom prst="rect">
              <a:avLst/>
            </a:prstGeom>
            <a:noFill/>
            <a:ln>
              <a:noFill/>
            </a:ln>
          </p:spPr>
        </p:pic>
        <p:pic>
          <p:nvPicPr>
            <p:cNvPr id="17" name="Google Shape;1251;p8"/>
            <p:cNvPicPr preferRelativeResize="0"/>
            <p:nvPr/>
          </p:nvPicPr>
          <p:blipFill rotWithShape="1">
            <a:blip r:embed="rId13">
              <a:alphaModFix/>
            </a:blip>
            <a:srcRect/>
            <a:stretch/>
          </p:blipFill>
          <p:spPr>
            <a:xfrm>
              <a:off x="15417545" y="1318018"/>
              <a:ext cx="70269" cy="84480"/>
            </a:xfrm>
            <a:prstGeom prst="rect">
              <a:avLst/>
            </a:prstGeom>
            <a:noFill/>
            <a:ln>
              <a:noFill/>
            </a:ln>
          </p:spPr>
        </p:pic>
        <p:pic>
          <p:nvPicPr>
            <p:cNvPr id="18" name="Google Shape;1252;p8"/>
            <p:cNvPicPr preferRelativeResize="0"/>
            <p:nvPr/>
          </p:nvPicPr>
          <p:blipFill rotWithShape="1">
            <a:blip r:embed="rId14">
              <a:alphaModFix/>
            </a:blip>
            <a:srcRect/>
            <a:stretch/>
          </p:blipFill>
          <p:spPr>
            <a:xfrm>
              <a:off x="15509772" y="1318018"/>
              <a:ext cx="154457" cy="85382"/>
            </a:xfrm>
            <a:prstGeom prst="rect">
              <a:avLst/>
            </a:prstGeom>
            <a:noFill/>
            <a:ln>
              <a:noFill/>
            </a:ln>
          </p:spPr>
        </p:pic>
        <p:sp>
          <p:nvSpPr>
            <p:cNvPr id="19" name="Google Shape;1253;p8"/>
            <p:cNvSpPr/>
            <p:nvPr/>
          </p:nvSpPr>
          <p:spPr>
            <a:xfrm>
              <a:off x="1591545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43" y="38023"/>
                  </a:lnTo>
                  <a:lnTo>
                    <a:pt x="26479" y="40652"/>
                  </a:lnTo>
                  <a:lnTo>
                    <a:pt x="26479" y="125488"/>
                  </a:lnTo>
                  <a:lnTo>
                    <a:pt x="26119" y="133764"/>
                  </a:lnTo>
                  <a:lnTo>
                    <a:pt x="23983" y="141384"/>
                  </a:lnTo>
                  <a:lnTo>
                    <a:pt x="18885" y="146968"/>
                  </a:lnTo>
                  <a:lnTo>
                    <a:pt x="9639" y="149136"/>
                  </a:lnTo>
                  <a:lnTo>
                    <a:pt x="2628" y="149136"/>
                  </a:lnTo>
                  <a:lnTo>
                    <a:pt x="0" y="151599"/>
                  </a:lnTo>
                  <a:lnTo>
                    <a:pt x="0" y="157911"/>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0" name="Google Shape;1254;p8"/>
            <p:cNvPicPr preferRelativeResize="0"/>
            <p:nvPr/>
          </p:nvPicPr>
          <p:blipFill rotWithShape="1">
            <a:blip r:embed="rId15">
              <a:alphaModFix/>
            </a:blip>
            <a:srcRect/>
            <a:stretch/>
          </p:blipFill>
          <p:spPr>
            <a:xfrm>
              <a:off x="15976003" y="1280883"/>
              <a:ext cx="267157" cy="122516"/>
            </a:xfrm>
            <a:prstGeom prst="rect">
              <a:avLst/>
            </a:prstGeom>
            <a:noFill/>
            <a:ln>
              <a:noFill/>
            </a:ln>
          </p:spPr>
        </p:pic>
        <p:pic>
          <p:nvPicPr>
            <p:cNvPr id="21" name="Google Shape;1255;p8"/>
            <p:cNvPicPr preferRelativeResize="0"/>
            <p:nvPr/>
          </p:nvPicPr>
          <p:blipFill rotWithShape="1">
            <a:blip r:embed="rId16">
              <a:alphaModFix/>
            </a:blip>
            <a:srcRect/>
            <a:stretch/>
          </p:blipFill>
          <p:spPr>
            <a:xfrm>
              <a:off x="16264228" y="1318018"/>
              <a:ext cx="70294" cy="84480"/>
            </a:xfrm>
            <a:prstGeom prst="rect">
              <a:avLst/>
            </a:prstGeom>
            <a:noFill/>
            <a:ln>
              <a:noFill/>
            </a:ln>
          </p:spPr>
        </p:pic>
        <p:pic>
          <p:nvPicPr>
            <p:cNvPr id="22" name="Google Shape;1256;p8"/>
            <p:cNvPicPr preferRelativeResize="0"/>
            <p:nvPr/>
          </p:nvPicPr>
          <p:blipFill rotWithShape="1">
            <a:blip r:embed="rId17">
              <a:alphaModFix/>
            </a:blip>
            <a:srcRect/>
            <a:stretch/>
          </p:blipFill>
          <p:spPr>
            <a:xfrm>
              <a:off x="16356482" y="1318018"/>
              <a:ext cx="154457" cy="85382"/>
            </a:xfrm>
            <a:prstGeom prst="rect">
              <a:avLst/>
            </a:prstGeom>
            <a:noFill/>
            <a:ln>
              <a:noFill/>
            </a:ln>
          </p:spPr>
        </p:pic>
        <p:pic>
          <p:nvPicPr>
            <p:cNvPr id="23" name="Google Shape;1257;p8"/>
            <p:cNvPicPr preferRelativeResize="0"/>
            <p:nvPr/>
          </p:nvPicPr>
          <p:blipFill rotWithShape="1">
            <a:blip r:embed="rId18">
              <a:alphaModFix/>
            </a:blip>
            <a:srcRect/>
            <a:stretch/>
          </p:blipFill>
          <p:spPr>
            <a:xfrm>
              <a:off x="14201902" y="762152"/>
              <a:ext cx="2318892" cy="491782"/>
            </a:xfrm>
            <a:prstGeom prst="rect">
              <a:avLst/>
            </a:prstGeom>
            <a:noFill/>
            <a:ln>
              <a:noFill/>
            </a:ln>
          </p:spPr>
        </p:pic>
        <p:pic>
          <p:nvPicPr>
            <p:cNvPr id="24" name="Google Shape;1258;p8"/>
            <p:cNvPicPr preferRelativeResize="0"/>
            <p:nvPr/>
          </p:nvPicPr>
          <p:blipFill rotWithShape="1">
            <a:blip r:embed="rId19">
              <a:alphaModFix/>
            </a:blip>
            <a:srcRect/>
            <a:stretch/>
          </p:blipFill>
          <p:spPr>
            <a:xfrm>
              <a:off x="15628112" y="1170902"/>
              <a:ext cx="343027" cy="402703"/>
            </a:xfrm>
            <a:prstGeom prst="rect">
              <a:avLst/>
            </a:prstGeom>
            <a:noFill/>
            <a:ln>
              <a:noFill/>
            </a:ln>
          </p:spPr>
        </p:pic>
        <p:pic>
          <p:nvPicPr>
            <p:cNvPr id="25" name="Google Shape;1259;p8"/>
            <p:cNvPicPr preferRelativeResize="0"/>
            <p:nvPr/>
          </p:nvPicPr>
          <p:blipFill rotWithShape="1">
            <a:blip r:embed="rId20">
              <a:alphaModFix/>
            </a:blip>
            <a:srcRect/>
            <a:stretch/>
          </p:blipFill>
          <p:spPr>
            <a:xfrm>
              <a:off x="15688054" y="1399069"/>
              <a:ext cx="75693" cy="71500"/>
            </a:xfrm>
            <a:prstGeom prst="rect">
              <a:avLst/>
            </a:prstGeom>
            <a:noFill/>
            <a:ln>
              <a:noFill/>
            </a:ln>
          </p:spPr>
        </p:pic>
        <p:pic>
          <p:nvPicPr>
            <p:cNvPr id="26" name="Google Shape;1260;p8"/>
            <p:cNvPicPr preferRelativeResize="0"/>
            <p:nvPr/>
          </p:nvPicPr>
          <p:blipFill rotWithShape="1">
            <a:blip r:embed="rId21">
              <a:alphaModFix/>
            </a:blip>
            <a:srcRect/>
            <a:stretch/>
          </p:blipFill>
          <p:spPr>
            <a:xfrm>
              <a:off x="15685006" y="1433904"/>
              <a:ext cx="365" cy="357"/>
            </a:xfrm>
            <a:prstGeom prst="rect">
              <a:avLst/>
            </a:prstGeom>
            <a:noFill/>
            <a:ln>
              <a:noFill/>
            </a:ln>
          </p:spPr>
        </p:pic>
        <p:pic>
          <p:nvPicPr>
            <p:cNvPr id="27" name="Google Shape;1261;p8"/>
            <p:cNvPicPr preferRelativeResize="0"/>
            <p:nvPr/>
          </p:nvPicPr>
          <p:blipFill rotWithShape="1">
            <a:blip r:embed="rId22">
              <a:alphaModFix/>
            </a:blip>
            <a:srcRect/>
            <a:stretch/>
          </p:blipFill>
          <p:spPr>
            <a:xfrm>
              <a:off x="15609698" y="1489519"/>
              <a:ext cx="39623" cy="43522"/>
            </a:xfrm>
            <a:prstGeom prst="rect">
              <a:avLst/>
            </a:prstGeom>
            <a:noFill/>
            <a:ln>
              <a:noFill/>
            </a:ln>
          </p:spPr>
        </p:pic>
        <p:pic>
          <p:nvPicPr>
            <p:cNvPr id="28" name="Google Shape;1262;p8"/>
            <p:cNvPicPr preferRelativeResize="0"/>
            <p:nvPr/>
          </p:nvPicPr>
          <p:blipFill rotWithShape="1">
            <a:blip r:embed="rId23">
              <a:alphaModFix/>
            </a:blip>
            <a:srcRect/>
            <a:stretch/>
          </p:blipFill>
          <p:spPr>
            <a:xfrm>
              <a:off x="15665195" y="1482038"/>
              <a:ext cx="12445" cy="15214"/>
            </a:xfrm>
            <a:prstGeom prst="rect">
              <a:avLst/>
            </a:prstGeom>
            <a:noFill/>
            <a:ln>
              <a:noFill/>
            </a:ln>
          </p:spPr>
        </p:pic>
        <p:pic>
          <p:nvPicPr>
            <p:cNvPr id="29" name="Google Shape;1263;p8"/>
            <p:cNvPicPr preferRelativeResize="0"/>
            <p:nvPr/>
          </p:nvPicPr>
          <p:blipFill rotWithShape="1">
            <a:blip r:embed="rId23">
              <a:alphaModFix/>
            </a:blip>
            <a:srcRect/>
            <a:stretch/>
          </p:blipFill>
          <p:spPr>
            <a:xfrm>
              <a:off x="15665831" y="1458128"/>
              <a:ext cx="11683" cy="14601"/>
            </a:xfrm>
            <a:prstGeom prst="rect">
              <a:avLst/>
            </a:prstGeom>
            <a:noFill/>
            <a:ln>
              <a:noFill/>
            </a:ln>
          </p:spPr>
        </p:pic>
        <p:pic>
          <p:nvPicPr>
            <p:cNvPr id="30" name="Google Shape;1264;p8"/>
            <p:cNvPicPr preferRelativeResize="0"/>
            <p:nvPr/>
          </p:nvPicPr>
          <p:blipFill rotWithShape="1">
            <a:blip r:embed="rId24">
              <a:alphaModFix/>
            </a:blip>
            <a:srcRect/>
            <a:stretch/>
          </p:blipFill>
          <p:spPr>
            <a:xfrm>
              <a:off x="15824835" y="1228966"/>
              <a:ext cx="64007" cy="65811"/>
            </a:xfrm>
            <a:prstGeom prst="rect">
              <a:avLst/>
            </a:prstGeom>
            <a:noFill/>
            <a:ln>
              <a:noFill/>
            </a:ln>
          </p:spPr>
        </p:pic>
        <p:pic>
          <p:nvPicPr>
            <p:cNvPr id="31" name="Google Shape;1265;p8"/>
            <p:cNvPicPr preferRelativeResize="0"/>
            <p:nvPr/>
          </p:nvPicPr>
          <p:blipFill rotWithShape="1">
            <a:blip r:embed="rId25">
              <a:alphaModFix/>
            </a:blip>
            <a:srcRect/>
            <a:stretch/>
          </p:blipFill>
          <p:spPr>
            <a:xfrm>
              <a:off x="15624047" y="1433779"/>
              <a:ext cx="77215" cy="82550"/>
            </a:xfrm>
            <a:prstGeom prst="rect">
              <a:avLst/>
            </a:prstGeom>
            <a:noFill/>
            <a:ln>
              <a:noFill/>
            </a:ln>
          </p:spPr>
        </p:pic>
        <p:pic>
          <p:nvPicPr>
            <p:cNvPr id="32" name="Google Shape;1266;p8"/>
            <p:cNvPicPr preferRelativeResize="0"/>
            <p:nvPr/>
          </p:nvPicPr>
          <p:blipFill rotWithShape="1">
            <a:blip r:embed="rId26">
              <a:alphaModFix/>
            </a:blip>
            <a:srcRect/>
            <a:stretch/>
          </p:blipFill>
          <p:spPr>
            <a:xfrm>
              <a:off x="15901288" y="1256068"/>
              <a:ext cx="16763" cy="12903"/>
            </a:xfrm>
            <a:prstGeom prst="rect">
              <a:avLst/>
            </a:prstGeom>
            <a:noFill/>
            <a:ln>
              <a:noFill/>
            </a:ln>
          </p:spPr>
        </p:pic>
        <p:pic>
          <p:nvPicPr>
            <p:cNvPr id="33" name="Google Shape;1267;p8"/>
            <p:cNvPicPr preferRelativeResize="0"/>
            <p:nvPr/>
          </p:nvPicPr>
          <p:blipFill rotWithShape="1">
            <a:blip r:embed="rId23">
              <a:alphaModFix/>
            </a:blip>
            <a:srcRect/>
            <a:stretch/>
          </p:blipFill>
          <p:spPr>
            <a:xfrm>
              <a:off x="15680309" y="1443710"/>
              <a:ext cx="12953" cy="15138"/>
            </a:xfrm>
            <a:prstGeom prst="rect">
              <a:avLst/>
            </a:prstGeom>
            <a:noFill/>
            <a:ln>
              <a:noFill/>
            </a:ln>
          </p:spPr>
        </p:pic>
        <p:pic>
          <p:nvPicPr>
            <p:cNvPr id="34" name="Google Shape;1268;p8"/>
            <p:cNvPicPr preferRelativeResize="0"/>
            <p:nvPr/>
          </p:nvPicPr>
          <p:blipFill rotWithShape="1">
            <a:blip r:embed="rId27">
              <a:alphaModFix/>
            </a:blip>
            <a:srcRect/>
            <a:stretch/>
          </p:blipFill>
          <p:spPr>
            <a:xfrm>
              <a:off x="15931515" y="1237411"/>
              <a:ext cx="9779" cy="7467"/>
            </a:xfrm>
            <a:prstGeom prst="rect">
              <a:avLst/>
            </a:prstGeom>
            <a:noFill/>
            <a:ln>
              <a:noFill/>
            </a:ln>
          </p:spPr>
        </p:pic>
        <p:pic>
          <p:nvPicPr>
            <p:cNvPr id="35" name="Google Shape;1269;p8"/>
            <p:cNvPicPr preferRelativeResize="0"/>
            <p:nvPr/>
          </p:nvPicPr>
          <p:blipFill rotWithShape="1">
            <a:blip r:embed="rId28">
              <a:alphaModFix/>
            </a:blip>
            <a:srcRect/>
            <a:stretch/>
          </p:blipFill>
          <p:spPr>
            <a:xfrm>
              <a:off x="15934562" y="1189837"/>
              <a:ext cx="38226" cy="32524"/>
            </a:xfrm>
            <a:prstGeom prst="rect">
              <a:avLst/>
            </a:prstGeom>
            <a:noFill/>
            <a:ln>
              <a:noFill/>
            </a:ln>
          </p:spPr>
        </p:pic>
        <p:pic>
          <p:nvPicPr>
            <p:cNvPr id="36" name="Google Shape;1270;p8"/>
            <p:cNvPicPr preferRelativeResize="0"/>
            <p:nvPr/>
          </p:nvPicPr>
          <p:blipFill rotWithShape="1">
            <a:blip r:embed="rId29">
              <a:alphaModFix/>
            </a:blip>
            <a:srcRect/>
            <a:stretch/>
          </p:blipFill>
          <p:spPr>
            <a:xfrm>
              <a:off x="15645637" y="1455178"/>
              <a:ext cx="40257" cy="24193"/>
            </a:xfrm>
            <a:prstGeom prst="rect">
              <a:avLst/>
            </a:prstGeom>
            <a:noFill/>
            <a:ln>
              <a:noFill/>
            </a:ln>
          </p:spPr>
        </p:pic>
        <p:pic>
          <p:nvPicPr>
            <p:cNvPr id="37" name="Google Shape;1271;p8"/>
            <p:cNvPicPr preferRelativeResize="0"/>
            <p:nvPr/>
          </p:nvPicPr>
          <p:blipFill rotWithShape="1">
            <a:blip r:embed="rId30">
              <a:alphaModFix/>
            </a:blip>
            <a:srcRect/>
            <a:stretch/>
          </p:blipFill>
          <p:spPr>
            <a:xfrm>
              <a:off x="15687295" y="1443595"/>
              <a:ext cx="5969" cy="6934"/>
            </a:xfrm>
            <a:prstGeom prst="rect">
              <a:avLst/>
            </a:prstGeom>
            <a:noFill/>
            <a:ln>
              <a:noFill/>
            </a:ln>
          </p:spPr>
        </p:pic>
        <p:pic>
          <p:nvPicPr>
            <p:cNvPr id="38" name="Google Shape;1272;p8"/>
            <p:cNvPicPr preferRelativeResize="0"/>
            <p:nvPr/>
          </p:nvPicPr>
          <p:blipFill rotWithShape="1">
            <a:blip r:embed="rId31">
              <a:alphaModFix/>
            </a:blip>
            <a:srcRect/>
            <a:stretch/>
          </p:blipFill>
          <p:spPr>
            <a:xfrm>
              <a:off x="15900400" y="1202498"/>
              <a:ext cx="17907" cy="15088"/>
            </a:xfrm>
            <a:prstGeom prst="rect">
              <a:avLst/>
            </a:prstGeom>
            <a:noFill/>
            <a:ln>
              <a:noFill/>
            </a:ln>
          </p:spPr>
        </p:pic>
        <p:pic>
          <p:nvPicPr>
            <p:cNvPr id="39" name="Google Shape;1273;p8"/>
            <p:cNvPicPr preferRelativeResize="0"/>
            <p:nvPr/>
          </p:nvPicPr>
          <p:blipFill rotWithShape="1">
            <a:blip r:embed="rId32">
              <a:alphaModFix/>
            </a:blip>
            <a:srcRect/>
            <a:stretch/>
          </p:blipFill>
          <p:spPr>
            <a:xfrm>
              <a:off x="15696945" y="1384351"/>
              <a:ext cx="36195" cy="49428"/>
            </a:xfrm>
            <a:prstGeom prst="rect">
              <a:avLst/>
            </a:prstGeom>
            <a:noFill/>
            <a:ln>
              <a:noFill/>
            </a:ln>
          </p:spPr>
        </p:pic>
        <p:pic>
          <p:nvPicPr>
            <p:cNvPr id="40" name="Google Shape;1274;p8"/>
            <p:cNvPicPr preferRelativeResize="0"/>
            <p:nvPr/>
          </p:nvPicPr>
          <p:blipFill rotWithShape="1">
            <a:blip r:embed="rId33">
              <a:alphaModFix/>
            </a:blip>
            <a:srcRect/>
            <a:stretch/>
          </p:blipFill>
          <p:spPr>
            <a:xfrm>
              <a:off x="15621381" y="1488414"/>
              <a:ext cx="43306" cy="44855"/>
            </a:xfrm>
            <a:prstGeom prst="rect">
              <a:avLst/>
            </a:prstGeom>
            <a:noFill/>
            <a:ln>
              <a:noFill/>
            </a:ln>
          </p:spPr>
        </p:pic>
        <p:pic>
          <p:nvPicPr>
            <p:cNvPr id="41" name="Google Shape;1275;p8"/>
            <p:cNvPicPr preferRelativeResize="0"/>
            <p:nvPr/>
          </p:nvPicPr>
          <p:blipFill rotWithShape="1">
            <a:blip r:embed="rId34">
              <a:alphaModFix/>
            </a:blip>
            <a:srcRect/>
            <a:stretch/>
          </p:blipFill>
          <p:spPr>
            <a:xfrm>
              <a:off x="15655416" y="1424228"/>
              <a:ext cx="62101" cy="58038"/>
            </a:xfrm>
            <a:prstGeom prst="rect">
              <a:avLst/>
            </a:prstGeom>
            <a:noFill/>
            <a:ln>
              <a:noFill/>
            </a:ln>
          </p:spPr>
        </p:pic>
        <p:pic>
          <p:nvPicPr>
            <p:cNvPr id="42" name="Google Shape;1276;p8"/>
            <p:cNvPicPr preferRelativeResize="0"/>
            <p:nvPr/>
          </p:nvPicPr>
          <p:blipFill rotWithShape="1">
            <a:blip r:embed="rId33">
              <a:alphaModFix/>
            </a:blip>
            <a:srcRect/>
            <a:stretch/>
          </p:blipFill>
          <p:spPr>
            <a:xfrm>
              <a:off x="15735425" y="1384478"/>
              <a:ext cx="41404" cy="44323"/>
            </a:xfrm>
            <a:prstGeom prst="rect">
              <a:avLst/>
            </a:prstGeom>
            <a:noFill/>
            <a:ln>
              <a:noFill/>
            </a:ln>
          </p:spPr>
        </p:pic>
        <p:pic>
          <p:nvPicPr>
            <p:cNvPr id="43" name="Google Shape;1277;p8"/>
            <p:cNvPicPr preferRelativeResize="0"/>
            <p:nvPr/>
          </p:nvPicPr>
          <p:blipFill rotWithShape="1">
            <a:blip r:embed="rId21">
              <a:alphaModFix/>
            </a:blip>
            <a:srcRect/>
            <a:stretch/>
          </p:blipFill>
          <p:spPr>
            <a:xfrm>
              <a:off x="15792070" y="1308544"/>
              <a:ext cx="3683" cy="3086"/>
            </a:xfrm>
            <a:prstGeom prst="rect">
              <a:avLst/>
            </a:prstGeom>
            <a:noFill/>
            <a:ln>
              <a:noFill/>
            </a:ln>
          </p:spPr>
        </p:pic>
        <p:pic>
          <p:nvPicPr>
            <p:cNvPr id="44" name="Google Shape;1278;p8"/>
            <p:cNvPicPr preferRelativeResize="0"/>
            <p:nvPr/>
          </p:nvPicPr>
          <p:blipFill rotWithShape="1">
            <a:blip r:embed="rId35">
              <a:alphaModFix/>
            </a:blip>
            <a:srcRect/>
            <a:stretch/>
          </p:blipFill>
          <p:spPr>
            <a:xfrm>
              <a:off x="15669386" y="1471827"/>
              <a:ext cx="6223" cy="16472"/>
            </a:xfrm>
            <a:prstGeom prst="rect">
              <a:avLst/>
            </a:prstGeom>
            <a:noFill/>
            <a:ln>
              <a:noFill/>
            </a:ln>
          </p:spPr>
        </p:pic>
        <p:pic>
          <p:nvPicPr>
            <p:cNvPr id="45" name="Google Shape;1279;p8"/>
            <p:cNvPicPr preferRelativeResize="0"/>
            <p:nvPr/>
          </p:nvPicPr>
          <p:blipFill rotWithShape="1">
            <a:blip r:embed="rId27">
              <a:alphaModFix/>
            </a:blip>
            <a:srcRect/>
            <a:stretch/>
          </p:blipFill>
          <p:spPr>
            <a:xfrm>
              <a:off x="15855950" y="1307782"/>
              <a:ext cx="7747" cy="7251"/>
            </a:xfrm>
            <a:prstGeom prst="rect">
              <a:avLst/>
            </a:prstGeom>
            <a:noFill/>
            <a:ln>
              <a:noFill/>
            </a:ln>
          </p:spPr>
        </p:pic>
        <p:pic>
          <p:nvPicPr>
            <p:cNvPr id="46" name="Google Shape;1280;p8"/>
            <p:cNvPicPr preferRelativeResize="0"/>
            <p:nvPr/>
          </p:nvPicPr>
          <p:blipFill rotWithShape="1">
            <a:blip r:embed="rId23">
              <a:alphaModFix/>
            </a:blip>
            <a:srcRect/>
            <a:stretch/>
          </p:blipFill>
          <p:spPr>
            <a:xfrm>
              <a:off x="15815056" y="1337019"/>
              <a:ext cx="14351" cy="13257"/>
            </a:xfrm>
            <a:prstGeom prst="rect">
              <a:avLst/>
            </a:prstGeom>
            <a:noFill/>
            <a:ln>
              <a:noFill/>
            </a:ln>
          </p:spPr>
        </p:pic>
        <p:pic>
          <p:nvPicPr>
            <p:cNvPr id="47" name="Google Shape;1281;p8"/>
            <p:cNvPicPr preferRelativeResize="0"/>
            <p:nvPr/>
          </p:nvPicPr>
          <p:blipFill rotWithShape="1">
            <a:blip r:embed="rId36">
              <a:alphaModFix/>
            </a:blip>
            <a:srcRect/>
            <a:stretch/>
          </p:blipFill>
          <p:spPr>
            <a:xfrm>
              <a:off x="15642463" y="1463712"/>
              <a:ext cx="54101" cy="18427"/>
            </a:xfrm>
            <a:prstGeom prst="rect">
              <a:avLst/>
            </a:prstGeom>
            <a:noFill/>
            <a:ln>
              <a:noFill/>
            </a:ln>
          </p:spPr>
        </p:pic>
        <p:pic>
          <p:nvPicPr>
            <p:cNvPr id="48" name="Google Shape;1282;p8"/>
            <p:cNvPicPr preferRelativeResize="0"/>
            <p:nvPr/>
          </p:nvPicPr>
          <p:blipFill rotWithShape="1">
            <a:blip r:embed="rId37">
              <a:alphaModFix/>
            </a:blip>
            <a:srcRect/>
            <a:stretch/>
          </p:blipFill>
          <p:spPr>
            <a:xfrm>
              <a:off x="15736444" y="1349412"/>
              <a:ext cx="19811" cy="21044"/>
            </a:xfrm>
            <a:prstGeom prst="rect">
              <a:avLst/>
            </a:prstGeom>
            <a:noFill/>
            <a:ln>
              <a:noFill/>
            </a:ln>
          </p:spPr>
        </p:pic>
        <p:pic>
          <p:nvPicPr>
            <p:cNvPr id="49" name="Google Shape;1283;p8"/>
            <p:cNvPicPr preferRelativeResize="0"/>
            <p:nvPr/>
          </p:nvPicPr>
          <p:blipFill rotWithShape="1">
            <a:blip r:embed="rId38">
              <a:alphaModFix/>
            </a:blip>
            <a:srcRect/>
            <a:stretch/>
          </p:blipFill>
          <p:spPr>
            <a:xfrm>
              <a:off x="15651227" y="1473301"/>
              <a:ext cx="22858" cy="37363"/>
            </a:xfrm>
            <a:prstGeom prst="rect">
              <a:avLst/>
            </a:prstGeom>
            <a:noFill/>
            <a:ln>
              <a:noFill/>
            </a:ln>
          </p:spPr>
        </p:pic>
        <p:pic>
          <p:nvPicPr>
            <p:cNvPr id="50" name="Google Shape;1284;p8"/>
            <p:cNvPicPr preferRelativeResize="0"/>
            <p:nvPr/>
          </p:nvPicPr>
          <p:blipFill rotWithShape="1">
            <a:blip r:embed="rId39">
              <a:alphaModFix/>
            </a:blip>
            <a:srcRect/>
            <a:stretch/>
          </p:blipFill>
          <p:spPr>
            <a:xfrm>
              <a:off x="15670911" y="1472793"/>
              <a:ext cx="9395" cy="6642"/>
            </a:xfrm>
            <a:prstGeom prst="rect">
              <a:avLst/>
            </a:prstGeom>
            <a:noFill/>
            <a:ln>
              <a:noFill/>
            </a:ln>
          </p:spPr>
        </p:pic>
        <p:pic>
          <p:nvPicPr>
            <p:cNvPr id="51" name="Google Shape;1285;p8"/>
            <p:cNvPicPr preferRelativeResize="0"/>
            <p:nvPr/>
          </p:nvPicPr>
          <p:blipFill rotWithShape="1">
            <a:blip r:embed="rId40">
              <a:alphaModFix/>
            </a:blip>
            <a:srcRect/>
            <a:stretch/>
          </p:blipFill>
          <p:spPr>
            <a:xfrm>
              <a:off x="15935325" y="1214271"/>
              <a:ext cx="18032" cy="26936"/>
            </a:xfrm>
            <a:prstGeom prst="rect">
              <a:avLst/>
            </a:prstGeom>
            <a:noFill/>
            <a:ln>
              <a:noFill/>
            </a:ln>
          </p:spPr>
        </p:pic>
        <p:pic>
          <p:nvPicPr>
            <p:cNvPr id="52" name="Google Shape;1286;p8"/>
            <p:cNvPicPr preferRelativeResize="0"/>
            <p:nvPr/>
          </p:nvPicPr>
          <p:blipFill rotWithShape="1">
            <a:blip r:embed="rId41">
              <a:alphaModFix/>
            </a:blip>
            <a:srcRect/>
            <a:stretch/>
          </p:blipFill>
          <p:spPr>
            <a:xfrm>
              <a:off x="15635478" y="1434121"/>
              <a:ext cx="66292" cy="61213"/>
            </a:xfrm>
            <a:prstGeom prst="rect">
              <a:avLst/>
            </a:prstGeom>
            <a:noFill/>
            <a:ln>
              <a:noFill/>
            </a:ln>
          </p:spPr>
        </p:pic>
        <p:pic>
          <p:nvPicPr>
            <p:cNvPr id="53" name="Google Shape;1287;p8"/>
            <p:cNvPicPr preferRelativeResize="0"/>
            <p:nvPr/>
          </p:nvPicPr>
          <p:blipFill rotWithShape="1">
            <a:blip r:embed="rId30">
              <a:alphaModFix/>
            </a:blip>
            <a:srcRect/>
            <a:stretch/>
          </p:blipFill>
          <p:spPr>
            <a:xfrm>
              <a:off x="15682467" y="1428520"/>
              <a:ext cx="1523" cy="1777"/>
            </a:xfrm>
            <a:prstGeom prst="rect">
              <a:avLst/>
            </a:prstGeom>
            <a:noFill/>
            <a:ln>
              <a:noFill/>
            </a:ln>
          </p:spPr>
        </p:pic>
        <p:pic>
          <p:nvPicPr>
            <p:cNvPr id="54" name="Google Shape;1288;p8"/>
            <p:cNvPicPr preferRelativeResize="0"/>
            <p:nvPr/>
          </p:nvPicPr>
          <p:blipFill rotWithShape="1">
            <a:blip r:embed="rId42">
              <a:alphaModFix/>
            </a:blip>
            <a:srcRect/>
            <a:stretch/>
          </p:blipFill>
          <p:spPr>
            <a:xfrm>
              <a:off x="15639414" y="1470417"/>
              <a:ext cx="26036" cy="30924"/>
            </a:xfrm>
            <a:prstGeom prst="rect">
              <a:avLst/>
            </a:prstGeom>
            <a:noFill/>
            <a:ln>
              <a:noFill/>
            </a:ln>
          </p:spPr>
        </p:pic>
        <p:pic>
          <p:nvPicPr>
            <p:cNvPr id="55" name="Google Shape;1289;p8"/>
            <p:cNvPicPr preferRelativeResize="0"/>
            <p:nvPr/>
          </p:nvPicPr>
          <p:blipFill rotWithShape="1">
            <a:blip r:embed="rId43">
              <a:alphaModFix/>
            </a:blip>
            <a:srcRect/>
            <a:stretch/>
          </p:blipFill>
          <p:spPr>
            <a:xfrm>
              <a:off x="15666975" y="1440484"/>
              <a:ext cx="15351" cy="20421"/>
            </a:xfrm>
            <a:prstGeom prst="rect">
              <a:avLst/>
            </a:prstGeom>
            <a:noFill/>
            <a:ln>
              <a:noFill/>
            </a:ln>
          </p:spPr>
        </p:pic>
        <p:pic>
          <p:nvPicPr>
            <p:cNvPr id="56" name="Google Shape;1290;p8"/>
            <p:cNvPicPr preferRelativeResize="0"/>
            <p:nvPr/>
          </p:nvPicPr>
          <p:blipFill rotWithShape="1">
            <a:blip r:embed="rId21">
              <a:alphaModFix/>
            </a:blip>
            <a:srcRect/>
            <a:stretch/>
          </p:blipFill>
          <p:spPr>
            <a:xfrm>
              <a:off x="15953359" y="1215466"/>
              <a:ext cx="2285" cy="1803"/>
            </a:xfrm>
            <a:prstGeom prst="rect">
              <a:avLst/>
            </a:prstGeom>
            <a:noFill/>
            <a:ln>
              <a:noFill/>
            </a:ln>
          </p:spPr>
        </p:pic>
        <p:pic>
          <p:nvPicPr>
            <p:cNvPr id="57" name="Google Shape;1291;p8"/>
            <p:cNvPicPr preferRelativeResize="0"/>
            <p:nvPr/>
          </p:nvPicPr>
          <p:blipFill rotWithShape="1">
            <a:blip r:embed="rId44">
              <a:alphaModFix/>
            </a:blip>
            <a:srcRect/>
            <a:stretch/>
          </p:blipFill>
          <p:spPr>
            <a:xfrm>
              <a:off x="15685896" y="1402969"/>
              <a:ext cx="39878" cy="43662"/>
            </a:xfrm>
            <a:prstGeom prst="rect">
              <a:avLst/>
            </a:prstGeom>
            <a:noFill/>
            <a:ln>
              <a:noFill/>
            </a:ln>
          </p:spPr>
        </p:pic>
        <p:pic>
          <p:nvPicPr>
            <p:cNvPr id="58" name="Google Shape;1292;p8"/>
            <p:cNvPicPr preferRelativeResize="0"/>
            <p:nvPr/>
          </p:nvPicPr>
          <p:blipFill rotWithShape="1">
            <a:blip r:embed="rId45">
              <a:alphaModFix/>
            </a:blip>
            <a:srcRect/>
            <a:stretch/>
          </p:blipFill>
          <p:spPr>
            <a:xfrm>
              <a:off x="15880588" y="1270139"/>
              <a:ext cx="20192" cy="18021"/>
            </a:xfrm>
            <a:prstGeom prst="rect">
              <a:avLst/>
            </a:prstGeom>
            <a:noFill/>
            <a:ln>
              <a:noFill/>
            </a:ln>
          </p:spPr>
        </p:pic>
        <p:pic>
          <p:nvPicPr>
            <p:cNvPr id="59" name="Google Shape;1293;p8"/>
            <p:cNvPicPr preferRelativeResize="0"/>
            <p:nvPr/>
          </p:nvPicPr>
          <p:blipFill rotWithShape="1">
            <a:blip r:embed="rId39">
              <a:alphaModFix/>
            </a:blip>
            <a:srcRect/>
            <a:stretch/>
          </p:blipFill>
          <p:spPr>
            <a:xfrm>
              <a:off x="15668497" y="1475943"/>
              <a:ext cx="10794" cy="10998"/>
            </a:xfrm>
            <a:prstGeom prst="rect">
              <a:avLst/>
            </a:prstGeom>
            <a:noFill/>
            <a:ln>
              <a:noFill/>
            </a:ln>
          </p:spPr>
        </p:pic>
        <p:pic>
          <p:nvPicPr>
            <p:cNvPr id="60" name="Google Shape;1294;p8"/>
            <p:cNvPicPr preferRelativeResize="0"/>
            <p:nvPr/>
          </p:nvPicPr>
          <p:blipFill rotWithShape="1">
            <a:blip r:embed="rId21">
              <a:alphaModFix/>
            </a:blip>
            <a:srcRect/>
            <a:stretch/>
          </p:blipFill>
          <p:spPr>
            <a:xfrm>
              <a:off x="15965169" y="1207654"/>
              <a:ext cx="2031" cy="1524"/>
            </a:xfrm>
            <a:prstGeom prst="rect">
              <a:avLst/>
            </a:prstGeom>
            <a:noFill/>
            <a:ln>
              <a:noFill/>
            </a:ln>
          </p:spPr>
        </p:pic>
        <p:pic>
          <p:nvPicPr>
            <p:cNvPr id="61" name="Google Shape;1295;p8"/>
            <p:cNvPicPr preferRelativeResize="0"/>
            <p:nvPr/>
          </p:nvPicPr>
          <p:blipFill rotWithShape="1">
            <a:blip r:embed="rId27">
              <a:alphaModFix/>
            </a:blip>
            <a:srcRect/>
            <a:stretch/>
          </p:blipFill>
          <p:spPr>
            <a:xfrm>
              <a:off x="15889351" y="1220528"/>
              <a:ext cx="1687" cy="1338"/>
            </a:xfrm>
            <a:prstGeom prst="rect">
              <a:avLst/>
            </a:prstGeom>
            <a:noFill/>
            <a:ln>
              <a:noFill/>
            </a:ln>
          </p:spPr>
        </p:pic>
        <p:pic>
          <p:nvPicPr>
            <p:cNvPr id="62" name="Google Shape;1296;p8"/>
            <p:cNvPicPr preferRelativeResize="0"/>
            <p:nvPr/>
          </p:nvPicPr>
          <p:blipFill rotWithShape="1">
            <a:blip r:embed="rId35">
              <a:alphaModFix/>
            </a:blip>
            <a:srcRect/>
            <a:stretch/>
          </p:blipFill>
          <p:spPr>
            <a:xfrm>
              <a:off x="15948025" y="1190980"/>
              <a:ext cx="2666" cy="11263"/>
            </a:xfrm>
            <a:prstGeom prst="rect">
              <a:avLst/>
            </a:prstGeom>
            <a:noFill/>
            <a:ln>
              <a:noFill/>
            </a:ln>
          </p:spPr>
        </p:pic>
        <p:pic>
          <p:nvPicPr>
            <p:cNvPr id="63" name="Google Shape;1297;p8"/>
            <p:cNvPicPr preferRelativeResize="0"/>
            <p:nvPr/>
          </p:nvPicPr>
          <p:blipFill rotWithShape="1">
            <a:blip r:embed="rId46">
              <a:alphaModFix/>
            </a:blip>
            <a:srcRect/>
            <a:stretch/>
          </p:blipFill>
          <p:spPr>
            <a:xfrm>
              <a:off x="15672054" y="1466291"/>
              <a:ext cx="20955" cy="4953"/>
            </a:xfrm>
            <a:prstGeom prst="rect">
              <a:avLst/>
            </a:prstGeom>
            <a:noFill/>
            <a:ln>
              <a:noFill/>
            </a:ln>
          </p:spPr>
        </p:pic>
        <p:pic>
          <p:nvPicPr>
            <p:cNvPr id="64" name="Google Shape;1298;p8"/>
            <p:cNvPicPr preferRelativeResize="0"/>
            <p:nvPr/>
          </p:nvPicPr>
          <p:blipFill rotWithShape="1">
            <a:blip r:embed="rId39">
              <a:alphaModFix/>
            </a:blip>
            <a:srcRect/>
            <a:stretch/>
          </p:blipFill>
          <p:spPr>
            <a:xfrm>
              <a:off x="15635985" y="1508619"/>
              <a:ext cx="11174" cy="10465"/>
            </a:xfrm>
            <a:prstGeom prst="rect">
              <a:avLst/>
            </a:prstGeom>
            <a:noFill/>
            <a:ln>
              <a:noFill/>
            </a:ln>
          </p:spPr>
        </p:pic>
        <p:pic>
          <p:nvPicPr>
            <p:cNvPr id="65" name="Google Shape;1299;p8"/>
            <p:cNvPicPr preferRelativeResize="0"/>
            <p:nvPr/>
          </p:nvPicPr>
          <p:blipFill rotWithShape="1">
            <a:blip r:embed="rId47">
              <a:alphaModFix/>
            </a:blip>
            <a:srcRect/>
            <a:stretch/>
          </p:blipFill>
          <p:spPr>
            <a:xfrm>
              <a:off x="15891127" y="1207211"/>
              <a:ext cx="68581" cy="70726"/>
            </a:xfrm>
            <a:prstGeom prst="rect">
              <a:avLst/>
            </a:prstGeom>
            <a:noFill/>
            <a:ln>
              <a:noFill/>
            </a:ln>
          </p:spPr>
        </p:pic>
        <p:pic>
          <p:nvPicPr>
            <p:cNvPr id="66" name="Google Shape;1300;p8"/>
            <p:cNvPicPr preferRelativeResize="0"/>
            <p:nvPr/>
          </p:nvPicPr>
          <p:blipFill rotWithShape="1">
            <a:blip r:embed="rId21">
              <a:alphaModFix/>
            </a:blip>
            <a:srcRect/>
            <a:stretch/>
          </p:blipFill>
          <p:spPr>
            <a:xfrm>
              <a:off x="15658337" y="1504276"/>
              <a:ext cx="1142" cy="1384"/>
            </a:xfrm>
            <a:prstGeom prst="rect">
              <a:avLst/>
            </a:prstGeom>
            <a:noFill/>
            <a:ln>
              <a:noFill/>
            </a:ln>
          </p:spPr>
        </p:pic>
        <p:pic>
          <p:nvPicPr>
            <p:cNvPr id="67" name="Google Shape;1301;p8"/>
            <p:cNvPicPr preferRelativeResize="0"/>
            <p:nvPr/>
          </p:nvPicPr>
          <p:blipFill rotWithShape="1">
            <a:blip r:embed="rId31">
              <a:alphaModFix/>
            </a:blip>
            <a:srcRect/>
            <a:stretch/>
          </p:blipFill>
          <p:spPr>
            <a:xfrm>
              <a:off x="15658718" y="1475473"/>
              <a:ext cx="14986" cy="22047"/>
            </a:xfrm>
            <a:prstGeom prst="rect">
              <a:avLst/>
            </a:prstGeom>
            <a:noFill/>
            <a:ln>
              <a:noFill/>
            </a:ln>
          </p:spPr>
        </p:pic>
        <p:pic>
          <p:nvPicPr>
            <p:cNvPr id="68" name="Google Shape;1302;p8"/>
            <p:cNvPicPr preferRelativeResize="0"/>
            <p:nvPr/>
          </p:nvPicPr>
          <p:blipFill rotWithShape="1">
            <a:blip r:embed="rId21">
              <a:alphaModFix/>
            </a:blip>
            <a:srcRect/>
            <a:stretch/>
          </p:blipFill>
          <p:spPr>
            <a:xfrm>
              <a:off x="15635859" y="1500797"/>
              <a:ext cx="1143" cy="1409"/>
            </a:xfrm>
            <a:prstGeom prst="rect">
              <a:avLst/>
            </a:prstGeom>
            <a:noFill/>
            <a:ln>
              <a:noFill/>
            </a:ln>
          </p:spPr>
        </p:pic>
        <p:pic>
          <p:nvPicPr>
            <p:cNvPr id="69" name="Google Shape;1303;p8"/>
            <p:cNvPicPr preferRelativeResize="0"/>
            <p:nvPr/>
          </p:nvPicPr>
          <p:blipFill rotWithShape="1">
            <a:blip r:embed="rId30">
              <a:alphaModFix/>
            </a:blip>
            <a:srcRect/>
            <a:stretch/>
          </p:blipFill>
          <p:spPr>
            <a:xfrm>
              <a:off x="15916402" y="1201216"/>
              <a:ext cx="2412" cy="5461"/>
            </a:xfrm>
            <a:prstGeom prst="rect">
              <a:avLst/>
            </a:prstGeom>
            <a:noFill/>
            <a:ln>
              <a:noFill/>
            </a:ln>
          </p:spPr>
        </p:pic>
        <p:pic>
          <p:nvPicPr>
            <p:cNvPr id="70" name="Google Shape;1304;p8"/>
            <p:cNvPicPr preferRelativeResize="0"/>
            <p:nvPr/>
          </p:nvPicPr>
          <p:blipFill rotWithShape="1">
            <a:blip r:embed="rId21">
              <a:alphaModFix/>
            </a:blip>
            <a:srcRect/>
            <a:stretch/>
          </p:blipFill>
          <p:spPr>
            <a:xfrm>
              <a:off x="15947769" y="1197362"/>
              <a:ext cx="1650" cy="1276"/>
            </a:xfrm>
            <a:prstGeom prst="rect">
              <a:avLst/>
            </a:prstGeom>
            <a:noFill/>
            <a:ln>
              <a:noFill/>
            </a:ln>
          </p:spPr>
        </p:pic>
        <p:pic>
          <p:nvPicPr>
            <p:cNvPr id="71" name="Google Shape;1305;p8"/>
            <p:cNvPicPr preferRelativeResize="0"/>
            <p:nvPr/>
          </p:nvPicPr>
          <p:blipFill rotWithShape="1">
            <a:blip r:embed="rId21">
              <a:alphaModFix/>
            </a:blip>
            <a:srcRect/>
            <a:stretch/>
          </p:blipFill>
          <p:spPr>
            <a:xfrm>
              <a:off x="15933039" y="1198499"/>
              <a:ext cx="1016" cy="901"/>
            </a:xfrm>
            <a:prstGeom prst="rect">
              <a:avLst/>
            </a:prstGeom>
            <a:noFill/>
            <a:ln>
              <a:noFill/>
            </a:ln>
          </p:spPr>
        </p:pic>
        <p:pic>
          <p:nvPicPr>
            <p:cNvPr id="72" name="Google Shape;1306;p8"/>
            <p:cNvPicPr preferRelativeResize="0"/>
            <p:nvPr/>
          </p:nvPicPr>
          <p:blipFill rotWithShape="1">
            <a:blip r:embed="rId39">
              <a:alphaModFix/>
            </a:blip>
            <a:srcRect/>
            <a:stretch/>
          </p:blipFill>
          <p:spPr>
            <a:xfrm>
              <a:off x="15708376" y="1446885"/>
              <a:ext cx="8508" cy="9461"/>
            </a:xfrm>
            <a:prstGeom prst="rect">
              <a:avLst/>
            </a:prstGeom>
            <a:noFill/>
            <a:ln>
              <a:noFill/>
            </a:ln>
          </p:spPr>
        </p:pic>
        <p:pic>
          <p:nvPicPr>
            <p:cNvPr id="73" name="Google Shape;1307;p8"/>
            <p:cNvPicPr preferRelativeResize="0"/>
            <p:nvPr/>
          </p:nvPicPr>
          <p:blipFill rotWithShape="1">
            <a:blip r:embed="rId30">
              <a:alphaModFix/>
            </a:blip>
            <a:srcRect/>
            <a:stretch/>
          </p:blipFill>
          <p:spPr>
            <a:xfrm>
              <a:off x="15918687" y="1247634"/>
              <a:ext cx="9400" cy="9678"/>
            </a:xfrm>
            <a:prstGeom prst="rect">
              <a:avLst/>
            </a:prstGeom>
            <a:noFill/>
            <a:ln>
              <a:noFill/>
            </a:ln>
          </p:spPr>
        </p:pic>
        <p:pic>
          <p:nvPicPr>
            <p:cNvPr id="74" name="Google Shape;1308;p8"/>
            <p:cNvPicPr preferRelativeResize="0"/>
            <p:nvPr/>
          </p:nvPicPr>
          <p:blipFill rotWithShape="1">
            <a:blip r:embed="rId48">
              <a:alphaModFix/>
            </a:blip>
            <a:srcRect/>
            <a:stretch/>
          </p:blipFill>
          <p:spPr>
            <a:xfrm>
              <a:off x="15635732" y="1459293"/>
              <a:ext cx="44576" cy="50304"/>
            </a:xfrm>
            <a:prstGeom prst="rect">
              <a:avLst/>
            </a:prstGeom>
            <a:noFill/>
            <a:ln>
              <a:noFill/>
            </a:ln>
          </p:spPr>
        </p:pic>
        <p:pic>
          <p:nvPicPr>
            <p:cNvPr id="75" name="Google Shape;1309;p8"/>
            <p:cNvPicPr preferRelativeResize="0"/>
            <p:nvPr/>
          </p:nvPicPr>
          <p:blipFill rotWithShape="1">
            <a:blip r:embed="rId23">
              <a:alphaModFix/>
            </a:blip>
            <a:srcRect/>
            <a:stretch/>
          </p:blipFill>
          <p:spPr>
            <a:xfrm>
              <a:off x="15874620" y="1283169"/>
              <a:ext cx="14985" cy="14592"/>
            </a:xfrm>
            <a:prstGeom prst="rect">
              <a:avLst/>
            </a:prstGeom>
            <a:noFill/>
            <a:ln>
              <a:noFill/>
            </a:ln>
          </p:spPr>
        </p:pic>
        <p:pic>
          <p:nvPicPr>
            <p:cNvPr id="76" name="Google Shape;1310;p8"/>
            <p:cNvPicPr preferRelativeResize="0"/>
            <p:nvPr/>
          </p:nvPicPr>
          <p:blipFill rotWithShape="1">
            <a:blip r:embed="rId21">
              <a:alphaModFix/>
            </a:blip>
            <a:srcRect/>
            <a:stretch/>
          </p:blipFill>
          <p:spPr>
            <a:xfrm>
              <a:off x="15679419" y="1471002"/>
              <a:ext cx="761" cy="787"/>
            </a:xfrm>
            <a:prstGeom prst="rect">
              <a:avLst/>
            </a:prstGeom>
            <a:noFill/>
            <a:ln>
              <a:noFill/>
            </a:ln>
          </p:spPr>
        </p:pic>
        <p:pic>
          <p:nvPicPr>
            <p:cNvPr id="77" name="Google Shape;1311;p8"/>
            <p:cNvPicPr preferRelativeResize="0"/>
            <p:nvPr/>
          </p:nvPicPr>
          <p:blipFill rotWithShape="1">
            <a:blip r:embed="rId21">
              <a:alphaModFix/>
            </a:blip>
            <a:srcRect/>
            <a:stretch/>
          </p:blipFill>
          <p:spPr>
            <a:xfrm>
              <a:off x="15943198" y="1229410"/>
              <a:ext cx="1905" cy="1612"/>
            </a:xfrm>
            <a:prstGeom prst="rect">
              <a:avLst/>
            </a:prstGeom>
            <a:noFill/>
            <a:ln>
              <a:noFill/>
            </a:ln>
          </p:spPr>
        </p:pic>
        <p:pic>
          <p:nvPicPr>
            <p:cNvPr id="78" name="Google Shape;1312;p8"/>
            <p:cNvPicPr preferRelativeResize="0"/>
            <p:nvPr/>
          </p:nvPicPr>
          <p:blipFill rotWithShape="1">
            <a:blip r:embed="rId27">
              <a:alphaModFix/>
            </a:blip>
            <a:srcRect/>
            <a:stretch/>
          </p:blipFill>
          <p:spPr>
            <a:xfrm>
              <a:off x="15685389" y="1446009"/>
              <a:ext cx="9270" cy="4178"/>
            </a:xfrm>
            <a:prstGeom prst="rect">
              <a:avLst/>
            </a:prstGeom>
            <a:noFill/>
            <a:ln>
              <a:noFill/>
            </a:ln>
          </p:spPr>
        </p:pic>
        <p:pic>
          <p:nvPicPr>
            <p:cNvPr id="79" name="Google Shape;1313;p8"/>
            <p:cNvPicPr preferRelativeResize="0"/>
            <p:nvPr/>
          </p:nvPicPr>
          <p:blipFill rotWithShape="1">
            <a:blip r:embed="rId49">
              <a:alphaModFix/>
            </a:blip>
            <a:srcRect/>
            <a:stretch/>
          </p:blipFill>
          <p:spPr>
            <a:xfrm>
              <a:off x="15655797" y="1465834"/>
              <a:ext cx="29209" cy="40144"/>
            </a:xfrm>
            <a:prstGeom prst="rect">
              <a:avLst/>
            </a:prstGeom>
            <a:noFill/>
            <a:ln>
              <a:noFill/>
            </a:ln>
          </p:spPr>
        </p:pic>
        <p:pic>
          <p:nvPicPr>
            <p:cNvPr id="80" name="Google Shape;1314;p8"/>
            <p:cNvPicPr preferRelativeResize="0"/>
            <p:nvPr/>
          </p:nvPicPr>
          <p:blipFill rotWithShape="1">
            <a:blip r:embed="rId27">
              <a:alphaModFix/>
            </a:blip>
            <a:srcRect/>
            <a:stretch/>
          </p:blipFill>
          <p:spPr>
            <a:xfrm>
              <a:off x="15917671" y="1204010"/>
              <a:ext cx="1505" cy="1143"/>
            </a:xfrm>
            <a:prstGeom prst="rect">
              <a:avLst/>
            </a:prstGeom>
            <a:noFill/>
            <a:ln>
              <a:noFill/>
            </a:ln>
          </p:spPr>
        </p:pic>
        <p:pic>
          <p:nvPicPr>
            <p:cNvPr id="81" name="Google Shape;1315;p8"/>
            <p:cNvPicPr preferRelativeResize="0"/>
            <p:nvPr/>
          </p:nvPicPr>
          <p:blipFill rotWithShape="1">
            <a:blip r:embed="rId30">
              <a:alphaModFix/>
            </a:blip>
            <a:srcRect/>
            <a:stretch/>
          </p:blipFill>
          <p:spPr>
            <a:xfrm>
              <a:off x="15648432" y="1495513"/>
              <a:ext cx="635" cy="888"/>
            </a:xfrm>
            <a:prstGeom prst="rect">
              <a:avLst/>
            </a:prstGeom>
            <a:noFill/>
            <a:ln>
              <a:noFill/>
            </a:ln>
          </p:spPr>
        </p:pic>
        <p:pic>
          <p:nvPicPr>
            <p:cNvPr id="82" name="Google Shape;1316;p8"/>
            <p:cNvPicPr preferRelativeResize="0"/>
            <p:nvPr/>
          </p:nvPicPr>
          <p:blipFill rotWithShape="1">
            <a:blip r:embed="rId21">
              <a:alphaModFix/>
            </a:blip>
            <a:srcRect/>
            <a:stretch/>
          </p:blipFill>
          <p:spPr>
            <a:xfrm>
              <a:off x="15700883" y="1433957"/>
              <a:ext cx="889" cy="977"/>
            </a:xfrm>
            <a:prstGeom prst="rect">
              <a:avLst/>
            </a:prstGeom>
            <a:noFill/>
            <a:ln>
              <a:noFill/>
            </a:ln>
          </p:spPr>
        </p:pic>
        <p:pic>
          <p:nvPicPr>
            <p:cNvPr id="83" name="Google Shape;1317;p8"/>
            <p:cNvPicPr preferRelativeResize="0"/>
            <p:nvPr/>
          </p:nvPicPr>
          <p:blipFill rotWithShape="1">
            <a:blip r:embed="rId50">
              <a:alphaModFix/>
            </a:blip>
            <a:srcRect/>
            <a:stretch/>
          </p:blipFill>
          <p:spPr>
            <a:xfrm>
              <a:off x="15634335" y="1432801"/>
              <a:ext cx="68198" cy="66688"/>
            </a:xfrm>
            <a:prstGeom prst="rect">
              <a:avLst/>
            </a:prstGeom>
            <a:noFill/>
            <a:ln>
              <a:noFill/>
            </a:ln>
          </p:spPr>
        </p:pic>
        <p:pic>
          <p:nvPicPr>
            <p:cNvPr id="84" name="Google Shape;1318;p8"/>
            <p:cNvPicPr preferRelativeResize="0"/>
            <p:nvPr/>
          </p:nvPicPr>
          <p:blipFill rotWithShape="1">
            <a:blip r:embed="rId51">
              <a:alphaModFix/>
            </a:blip>
            <a:srcRect/>
            <a:stretch/>
          </p:blipFill>
          <p:spPr>
            <a:xfrm>
              <a:off x="15829153" y="1205191"/>
              <a:ext cx="88645" cy="72161"/>
            </a:xfrm>
            <a:prstGeom prst="rect">
              <a:avLst/>
            </a:prstGeom>
            <a:noFill/>
            <a:ln>
              <a:noFill/>
            </a:ln>
          </p:spPr>
        </p:pic>
        <p:pic>
          <p:nvPicPr>
            <p:cNvPr id="85" name="Google Shape;1319;p8"/>
            <p:cNvPicPr preferRelativeResize="0"/>
            <p:nvPr/>
          </p:nvPicPr>
          <p:blipFill rotWithShape="1">
            <a:blip r:embed="rId52">
              <a:alphaModFix/>
            </a:blip>
            <a:srcRect/>
            <a:stretch/>
          </p:blipFill>
          <p:spPr>
            <a:xfrm>
              <a:off x="15914242" y="1200353"/>
              <a:ext cx="12192" cy="4254"/>
            </a:xfrm>
            <a:prstGeom prst="rect">
              <a:avLst/>
            </a:prstGeom>
            <a:noFill/>
            <a:ln>
              <a:noFill/>
            </a:ln>
          </p:spPr>
        </p:pic>
        <p:pic>
          <p:nvPicPr>
            <p:cNvPr id="86" name="Google Shape;1320;p8"/>
            <p:cNvPicPr preferRelativeResize="0"/>
            <p:nvPr/>
          </p:nvPicPr>
          <p:blipFill rotWithShape="1">
            <a:blip r:embed="rId21">
              <a:alphaModFix/>
            </a:blip>
            <a:srcRect/>
            <a:stretch/>
          </p:blipFill>
          <p:spPr>
            <a:xfrm>
              <a:off x="15909036" y="1261630"/>
              <a:ext cx="1143" cy="1028"/>
            </a:xfrm>
            <a:prstGeom prst="rect">
              <a:avLst/>
            </a:prstGeom>
            <a:noFill/>
            <a:ln>
              <a:noFill/>
            </a:ln>
          </p:spPr>
        </p:pic>
        <p:pic>
          <p:nvPicPr>
            <p:cNvPr id="87" name="Google Shape;1321;p8"/>
            <p:cNvPicPr preferRelativeResize="0"/>
            <p:nvPr/>
          </p:nvPicPr>
          <p:blipFill rotWithShape="1">
            <a:blip r:embed="rId53">
              <a:alphaModFix/>
            </a:blip>
            <a:srcRect/>
            <a:stretch/>
          </p:blipFill>
          <p:spPr>
            <a:xfrm>
              <a:off x="15619220" y="1424432"/>
              <a:ext cx="68835" cy="86791"/>
            </a:xfrm>
            <a:prstGeom prst="rect">
              <a:avLst/>
            </a:prstGeom>
            <a:noFill/>
            <a:ln>
              <a:noFill/>
            </a:ln>
          </p:spPr>
        </p:pic>
        <p:pic>
          <p:nvPicPr>
            <p:cNvPr id="88" name="Google Shape;1322;p8"/>
            <p:cNvPicPr preferRelativeResize="0"/>
            <p:nvPr/>
          </p:nvPicPr>
          <p:blipFill rotWithShape="1">
            <a:blip r:embed="rId21">
              <a:alphaModFix/>
            </a:blip>
            <a:srcRect/>
            <a:stretch/>
          </p:blipFill>
          <p:spPr>
            <a:xfrm>
              <a:off x="15663290" y="1472539"/>
              <a:ext cx="507" cy="622"/>
            </a:xfrm>
            <a:prstGeom prst="rect">
              <a:avLst/>
            </a:prstGeom>
            <a:noFill/>
            <a:ln>
              <a:noFill/>
            </a:ln>
          </p:spPr>
        </p:pic>
        <p:pic>
          <p:nvPicPr>
            <p:cNvPr id="89" name="Google Shape;1323;p8"/>
            <p:cNvPicPr preferRelativeResize="0"/>
            <p:nvPr/>
          </p:nvPicPr>
          <p:blipFill rotWithShape="1">
            <a:blip r:embed="rId27">
              <a:alphaModFix/>
            </a:blip>
            <a:srcRect/>
            <a:stretch/>
          </p:blipFill>
          <p:spPr>
            <a:xfrm>
              <a:off x="15915893" y="1250937"/>
              <a:ext cx="9015" cy="7848"/>
            </a:xfrm>
            <a:prstGeom prst="rect">
              <a:avLst/>
            </a:prstGeom>
            <a:noFill/>
            <a:ln>
              <a:noFill/>
            </a:ln>
          </p:spPr>
        </p:pic>
        <p:pic>
          <p:nvPicPr>
            <p:cNvPr id="90" name="Google Shape;1324;p8"/>
            <p:cNvPicPr preferRelativeResize="0"/>
            <p:nvPr/>
          </p:nvPicPr>
          <p:blipFill rotWithShape="1">
            <a:blip r:embed="rId21">
              <a:alphaModFix/>
            </a:blip>
            <a:srcRect/>
            <a:stretch/>
          </p:blipFill>
          <p:spPr>
            <a:xfrm>
              <a:off x="15707867" y="1418907"/>
              <a:ext cx="2158" cy="1447"/>
            </a:xfrm>
            <a:prstGeom prst="rect">
              <a:avLst/>
            </a:prstGeom>
            <a:noFill/>
            <a:ln>
              <a:noFill/>
            </a:ln>
          </p:spPr>
        </p:pic>
        <p:pic>
          <p:nvPicPr>
            <p:cNvPr id="91" name="Google Shape;1325;p8"/>
            <p:cNvPicPr preferRelativeResize="0"/>
            <p:nvPr/>
          </p:nvPicPr>
          <p:blipFill rotWithShape="1">
            <a:blip r:embed="rId21">
              <a:alphaModFix/>
            </a:blip>
            <a:srcRect/>
            <a:stretch/>
          </p:blipFill>
          <p:spPr>
            <a:xfrm>
              <a:off x="15725646" y="1400136"/>
              <a:ext cx="1143" cy="1270"/>
            </a:xfrm>
            <a:prstGeom prst="rect">
              <a:avLst/>
            </a:prstGeom>
            <a:noFill/>
            <a:ln>
              <a:noFill/>
            </a:ln>
          </p:spPr>
        </p:pic>
        <p:pic>
          <p:nvPicPr>
            <p:cNvPr id="92" name="Google Shape;1326;p8"/>
            <p:cNvPicPr preferRelativeResize="0"/>
            <p:nvPr/>
          </p:nvPicPr>
          <p:blipFill rotWithShape="1">
            <a:blip r:embed="rId54">
              <a:alphaModFix/>
            </a:blip>
            <a:srcRect/>
            <a:stretch/>
          </p:blipFill>
          <p:spPr>
            <a:xfrm>
              <a:off x="15939135" y="1190776"/>
              <a:ext cx="30605" cy="35116"/>
            </a:xfrm>
            <a:prstGeom prst="rect">
              <a:avLst/>
            </a:prstGeom>
            <a:noFill/>
            <a:ln>
              <a:noFill/>
            </a:ln>
          </p:spPr>
        </p:pic>
        <p:pic>
          <p:nvPicPr>
            <p:cNvPr id="93" name="Google Shape;1327;p8"/>
            <p:cNvPicPr preferRelativeResize="0"/>
            <p:nvPr/>
          </p:nvPicPr>
          <p:blipFill rotWithShape="1">
            <a:blip r:embed="rId21">
              <a:alphaModFix/>
            </a:blip>
            <a:srcRect/>
            <a:stretch/>
          </p:blipFill>
          <p:spPr>
            <a:xfrm>
              <a:off x="15655289" y="1498752"/>
              <a:ext cx="5080" cy="8280"/>
            </a:xfrm>
            <a:prstGeom prst="rect">
              <a:avLst/>
            </a:prstGeom>
            <a:noFill/>
            <a:ln>
              <a:noFill/>
            </a:ln>
          </p:spPr>
        </p:pic>
        <p:pic>
          <p:nvPicPr>
            <p:cNvPr id="94" name="Google Shape;1328;p8"/>
            <p:cNvPicPr preferRelativeResize="0"/>
            <p:nvPr/>
          </p:nvPicPr>
          <p:blipFill rotWithShape="1">
            <a:blip r:embed="rId27">
              <a:alphaModFix/>
            </a:blip>
            <a:srcRect/>
            <a:stretch/>
          </p:blipFill>
          <p:spPr>
            <a:xfrm>
              <a:off x="15684769" y="1425714"/>
              <a:ext cx="5954" cy="2634"/>
            </a:xfrm>
            <a:prstGeom prst="rect">
              <a:avLst/>
            </a:prstGeom>
            <a:noFill/>
            <a:ln>
              <a:noFill/>
            </a:ln>
          </p:spPr>
        </p:pic>
        <p:pic>
          <p:nvPicPr>
            <p:cNvPr id="95" name="Google Shape;1329;p8"/>
            <p:cNvPicPr preferRelativeResize="0"/>
            <p:nvPr/>
          </p:nvPicPr>
          <p:blipFill rotWithShape="1">
            <a:blip r:embed="rId55">
              <a:alphaModFix/>
            </a:blip>
            <a:srcRect/>
            <a:stretch/>
          </p:blipFill>
          <p:spPr>
            <a:xfrm>
              <a:off x="15656433" y="1444090"/>
              <a:ext cx="39496" cy="47867"/>
            </a:xfrm>
            <a:prstGeom prst="rect">
              <a:avLst/>
            </a:prstGeom>
            <a:noFill/>
            <a:ln>
              <a:noFill/>
            </a:ln>
          </p:spPr>
        </p:pic>
        <p:pic>
          <p:nvPicPr>
            <p:cNvPr id="96" name="Google Shape;1330;p8"/>
            <p:cNvPicPr preferRelativeResize="0"/>
            <p:nvPr/>
          </p:nvPicPr>
          <p:blipFill rotWithShape="1">
            <a:blip r:embed="rId56">
              <a:alphaModFix/>
            </a:blip>
            <a:srcRect/>
            <a:stretch/>
          </p:blipFill>
          <p:spPr>
            <a:xfrm>
              <a:off x="15668877" y="1477454"/>
              <a:ext cx="17778" cy="6591"/>
            </a:xfrm>
            <a:prstGeom prst="rect">
              <a:avLst/>
            </a:prstGeom>
            <a:noFill/>
            <a:ln>
              <a:noFill/>
            </a:ln>
          </p:spPr>
        </p:pic>
        <p:pic>
          <p:nvPicPr>
            <p:cNvPr id="97" name="Google Shape;1331;p8"/>
            <p:cNvPicPr preferRelativeResize="0"/>
            <p:nvPr/>
          </p:nvPicPr>
          <p:blipFill rotWithShape="1">
            <a:blip r:embed="rId27">
              <a:alphaModFix/>
            </a:blip>
            <a:srcRect/>
            <a:stretch/>
          </p:blipFill>
          <p:spPr>
            <a:xfrm>
              <a:off x="15680053" y="1459573"/>
              <a:ext cx="8765" cy="4280"/>
            </a:xfrm>
            <a:prstGeom prst="rect">
              <a:avLst/>
            </a:prstGeom>
            <a:noFill/>
            <a:ln>
              <a:noFill/>
            </a:ln>
          </p:spPr>
        </p:pic>
        <p:pic>
          <p:nvPicPr>
            <p:cNvPr id="98" name="Google Shape;1332;p8"/>
            <p:cNvPicPr preferRelativeResize="0"/>
            <p:nvPr/>
          </p:nvPicPr>
          <p:blipFill rotWithShape="1">
            <a:blip r:embed="rId30">
              <a:alphaModFix/>
            </a:blip>
            <a:srcRect/>
            <a:stretch/>
          </p:blipFill>
          <p:spPr>
            <a:xfrm>
              <a:off x="15669387" y="1490953"/>
              <a:ext cx="381" cy="520"/>
            </a:xfrm>
            <a:prstGeom prst="rect">
              <a:avLst/>
            </a:prstGeom>
            <a:noFill/>
            <a:ln>
              <a:noFill/>
            </a:ln>
          </p:spPr>
        </p:pic>
        <p:pic>
          <p:nvPicPr>
            <p:cNvPr id="99" name="Google Shape;1333;p8"/>
            <p:cNvPicPr preferRelativeResize="0"/>
            <p:nvPr/>
          </p:nvPicPr>
          <p:blipFill rotWithShape="1">
            <a:blip r:embed="rId27">
              <a:alphaModFix/>
            </a:blip>
            <a:srcRect/>
            <a:stretch/>
          </p:blipFill>
          <p:spPr>
            <a:xfrm>
              <a:off x="15651605" y="1493126"/>
              <a:ext cx="5842" cy="4965"/>
            </a:xfrm>
            <a:prstGeom prst="rect">
              <a:avLst/>
            </a:prstGeom>
            <a:noFill/>
            <a:ln>
              <a:noFill/>
            </a:ln>
          </p:spPr>
        </p:pic>
        <p:pic>
          <p:nvPicPr>
            <p:cNvPr id="100" name="Google Shape;1334;p8"/>
            <p:cNvPicPr preferRelativeResize="0"/>
            <p:nvPr/>
          </p:nvPicPr>
          <p:blipFill rotWithShape="1">
            <a:blip r:embed="rId27">
              <a:alphaModFix/>
            </a:blip>
            <a:srcRect/>
            <a:stretch/>
          </p:blipFill>
          <p:spPr>
            <a:xfrm>
              <a:off x="15631794" y="1498498"/>
              <a:ext cx="6730" cy="3238"/>
            </a:xfrm>
            <a:prstGeom prst="rect">
              <a:avLst/>
            </a:prstGeom>
            <a:noFill/>
            <a:ln>
              <a:noFill/>
            </a:ln>
          </p:spPr>
        </p:pic>
        <p:pic>
          <p:nvPicPr>
            <p:cNvPr id="101" name="Google Shape;1335;p8"/>
            <p:cNvPicPr preferRelativeResize="0"/>
            <p:nvPr/>
          </p:nvPicPr>
          <p:blipFill rotWithShape="1">
            <a:blip r:embed="rId21">
              <a:alphaModFix/>
            </a:blip>
            <a:srcRect/>
            <a:stretch/>
          </p:blipFill>
          <p:spPr>
            <a:xfrm>
              <a:off x="15664186" y="1472108"/>
              <a:ext cx="1771" cy="2095"/>
            </a:xfrm>
            <a:prstGeom prst="rect">
              <a:avLst/>
            </a:prstGeom>
            <a:noFill/>
            <a:ln>
              <a:noFill/>
            </a:ln>
          </p:spPr>
        </p:pic>
        <p:pic>
          <p:nvPicPr>
            <p:cNvPr id="102" name="Google Shape;1336;p8"/>
            <p:cNvPicPr preferRelativeResize="0"/>
            <p:nvPr/>
          </p:nvPicPr>
          <p:blipFill rotWithShape="1">
            <a:blip r:embed="rId35">
              <a:alphaModFix/>
            </a:blip>
            <a:srcRect/>
            <a:stretch/>
          </p:blipFill>
          <p:spPr>
            <a:xfrm>
              <a:off x="15706090" y="1456893"/>
              <a:ext cx="506" cy="1969"/>
            </a:xfrm>
            <a:prstGeom prst="rect">
              <a:avLst/>
            </a:prstGeom>
            <a:noFill/>
            <a:ln>
              <a:noFill/>
            </a:ln>
          </p:spPr>
        </p:pic>
        <p:pic>
          <p:nvPicPr>
            <p:cNvPr id="103" name="Google Shape;1337;p8"/>
            <p:cNvPicPr preferRelativeResize="0"/>
            <p:nvPr/>
          </p:nvPicPr>
          <p:blipFill rotWithShape="1">
            <a:blip r:embed="rId31">
              <a:alphaModFix/>
            </a:blip>
            <a:srcRect/>
            <a:stretch/>
          </p:blipFill>
          <p:spPr>
            <a:xfrm>
              <a:off x="15656941" y="1470773"/>
              <a:ext cx="17016" cy="21108"/>
            </a:xfrm>
            <a:prstGeom prst="rect">
              <a:avLst/>
            </a:prstGeom>
            <a:noFill/>
            <a:ln>
              <a:noFill/>
            </a:ln>
          </p:spPr>
        </p:pic>
        <p:pic>
          <p:nvPicPr>
            <p:cNvPr id="104" name="Google Shape;1338;p8"/>
            <p:cNvPicPr preferRelativeResize="0"/>
            <p:nvPr/>
          </p:nvPicPr>
          <p:blipFill rotWithShape="1">
            <a:blip r:embed="rId21">
              <a:alphaModFix/>
            </a:blip>
            <a:srcRect/>
            <a:stretch/>
          </p:blipFill>
          <p:spPr>
            <a:xfrm>
              <a:off x="15715488" y="1411998"/>
              <a:ext cx="381" cy="431"/>
            </a:xfrm>
            <a:prstGeom prst="rect">
              <a:avLst/>
            </a:prstGeom>
            <a:noFill/>
            <a:ln>
              <a:noFill/>
            </a:ln>
          </p:spPr>
        </p:pic>
        <p:pic>
          <p:nvPicPr>
            <p:cNvPr id="105" name="Google Shape;1339;p8"/>
            <p:cNvPicPr preferRelativeResize="0"/>
            <p:nvPr/>
          </p:nvPicPr>
          <p:blipFill rotWithShape="1">
            <a:blip r:embed="rId21">
              <a:alphaModFix/>
            </a:blip>
            <a:srcRect/>
            <a:stretch/>
          </p:blipFill>
          <p:spPr>
            <a:xfrm>
              <a:off x="15712058" y="1431912"/>
              <a:ext cx="2412" cy="2946"/>
            </a:xfrm>
            <a:prstGeom prst="rect">
              <a:avLst/>
            </a:prstGeom>
            <a:noFill/>
            <a:ln>
              <a:noFill/>
            </a:ln>
          </p:spPr>
        </p:pic>
        <p:pic>
          <p:nvPicPr>
            <p:cNvPr id="106" name="Google Shape;1340;p8"/>
            <p:cNvPicPr preferRelativeResize="0"/>
            <p:nvPr/>
          </p:nvPicPr>
          <p:blipFill rotWithShape="1">
            <a:blip r:embed="rId21">
              <a:alphaModFix/>
            </a:blip>
            <a:srcRect/>
            <a:stretch/>
          </p:blipFill>
          <p:spPr>
            <a:xfrm>
              <a:off x="15675229" y="1439290"/>
              <a:ext cx="4826" cy="4927"/>
            </a:xfrm>
            <a:prstGeom prst="rect">
              <a:avLst/>
            </a:prstGeom>
            <a:noFill/>
            <a:ln>
              <a:noFill/>
            </a:ln>
          </p:spPr>
        </p:pic>
        <p:pic>
          <p:nvPicPr>
            <p:cNvPr id="107" name="Google Shape;1341;p8"/>
            <p:cNvPicPr preferRelativeResize="0"/>
            <p:nvPr/>
          </p:nvPicPr>
          <p:blipFill rotWithShape="1">
            <a:blip r:embed="rId31">
              <a:alphaModFix/>
            </a:blip>
            <a:srcRect/>
            <a:stretch/>
          </p:blipFill>
          <p:spPr>
            <a:xfrm>
              <a:off x="15721076" y="1371777"/>
              <a:ext cx="13462" cy="20748"/>
            </a:xfrm>
            <a:prstGeom prst="rect">
              <a:avLst/>
            </a:prstGeom>
            <a:noFill/>
            <a:ln>
              <a:noFill/>
            </a:ln>
          </p:spPr>
        </p:pic>
        <p:pic>
          <p:nvPicPr>
            <p:cNvPr id="108" name="Google Shape;1342;p8"/>
            <p:cNvPicPr preferRelativeResize="0"/>
            <p:nvPr/>
          </p:nvPicPr>
          <p:blipFill rotWithShape="1">
            <a:blip r:embed="rId30">
              <a:alphaModFix/>
            </a:blip>
            <a:srcRect/>
            <a:stretch/>
          </p:blipFill>
          <p:spPr>
            <a:xfrm>
              <a:off x="15649829" y="1507413"/>
              <a:ext cx="380" cy="431"/>
            </a:xfrm>
            <a:prstGeom prst="rect">
              <a:avLst/>
            </a:prstGeom>
            <a:noFill/>
            <a:ln>
              <a:noFill/>
            </a:ln>
          </p:spPr>
        </p:pic>
        <p:pic>
          <p:nvPicPr>
            <p:cNvPr id="109" name="Google Shape;1343;p8"/>
            <p:cNvPicPr preferRelativeResize="0"/>
            <p:nvPr/>
          </p:nvPicPr>
          <p:blipFill rotWithShape="1">
            <a:blip r:embed="rId57">
              <a:alphaModFix/>
            </a:blip>
            <a:srcRect/>
            <a:stretch/>
          </p:blipFill>
          <p:spPr>
            <a:xfrm>
              <a:off x="15643097" y="1430008"/>
              <a:ext cx="72643" cy="68173"/>
            </a:xfrm>
            <a:prstGeom prst="rect">
              <a:avLst/>
            </a:prstGeom>
            <a:noFill/>
            <a:ln>
              <a:noFill/>
            </a:ln>
          </p:spPr>
        </p:pic>
        <p:pic>
          <p:nvPicPr>
            <p:cNvPr id="110" name="Google Shape;1344;p8"/>
            <p:cNvPicPr preferRelativeResize="0"/>
            <p:nvPr/>
          </p:nvPicPr>
          <p:blipFill rotWithShape="1">
            <a:blip r:embed="rId58">
              <a:alphaModFix/>
            </a:blip>
            <a:srcRect/>
            <a:stretch/>
          </p:blipFill>
          <p:spPr>
            <a:xfrm>
              <a:off x="15646147" y="1421586"/>
              <a:ext cx="64895" cy="73330"/>
            </a:xfrm>
            <a:prstGeom prst="rect">
              <a:avLst/>
            </a:prstGeom>
            <a:noFill/>
            <a:ln>
              <a:noFill/>
            </a:ln>
          </p:spPr>
        </p:pic>
        <p:pic>
          <p:nvPicPr>
            <p:cNvPr id="111" name="Google Shape;1345;p8"/>
            <p:cNvPicPr preferRelativeResize="0"/>
            <p:nvPr/>
          </p:nvPicPr>
          <p:blipFill rotWithShape="1">
            <a:blip r:embed="rId21">
              <a:alphaModFix/>
            </a:blip>
            <a:srcRect/>
            <a:stretch/>
          </p:blipFill>
          <p:spPr>
            <a:xfrm>
              <a:off x="15847440" y="1259954"/>
              <a:ext cx="507" cy="431"/>
            </a:xfrm>
            <a:prstGeom prst="rect">
              <a:avLst/>
            </a:prstGeom>
            <a:noFill/>
            <a:ln>
              <a:noFill/>
            </a:ln>
          </p:spPr>
        </p:pic>
        <p:pic>
          <p:nvPicPr>
            <p:cNvPr id="112" name="Google Shape;1346;p8"/>
            <p:cNvPicPr preferRelativeResize="0"/>
            <p:nvPr/>
          </p:nvPicPr>
          <p:blipFill rotWithShape="1">
            <a:blip r:embed="rId59">
              <a:alphaModFix/>
            </a:blip>
            <a:srcRect/>
            <a:stretch/>
          </p:blipFill>
          <p:spPr>
            <a:xfrm>
              <a:off x="15862679" y="1222285"/>
              <a:ext cx="26417" cy="27127"/>
            </a:xfrm>
            <a:prstGeom prst="rect">
              <a:avLst/>
            </a:prstGeom>
            <a:noFill/>
            <a:ln>
              <a:noFill/>
            </a:ln>
          </p:spPr>
        </p:pic>
        <p:pic>
          <p:nvPicPr>
            <p:cNvPr id="113" name="Google Shape;1347;p8"/>
            <p:cNvPicPr preferRelativeResize="0"/>
            <p:nvPr/>
          </p:nvPicPr>
          <p:blipFill rotWithShape="1">
            <a:blip r:embed="rId39">
              <a:alphaModFix/>
            </a:blip>
            <a:srcRect/>
            <a:stretch/>
          </p:blipFill>
          <p:spPr>
            <a:xfrm>
              <a:off x="15671037" y="1452867"/>
              <a:ext cx="13716" cy="10439"/>
            </a:xfrm>
            <a:prstGeom prst="rect">
              <a:avLst/>
            </a:prstGeom>
            <a:noFill/>
            <a:ln>
              <a:noFill/>
            </a:ln>
          </p:spPr>
        </p:pic>
        <p:pic>
          <p:nvPicPr>
            <p:cNvPr id="114" name="Google Shape;1348;p8"/>
            <p:cNvPicPr preferRelativeResize="0"/>
            <p:nvPr/>
          </p:nvPicPr>
          <p:blipFill rotWithShape="1">
            <a:blip r:embed="rId21">
              <a:alphaModFix/>
            </a:blip>
            <a:srcRect/>
            <a:stretch/>
          </p:blipFill>
          <p:spPr>
            <a:xfrm>
              <a:off x="15720694" y="1412227"/>
              <a:ext cx="380" cy="406"/>
            </a:xfrm>
            <a:prstGeom prst="rect">
              <a:avLst/>
            </a:prstGeom>
            <a:noFill/>
            <a:ln>
              <a:noFill/>
            </a:ln>
          </p:spPr>
        </p:pic>
        <p:pic>
          <p:nvPicPr>
            <p:cNvPr id="115" name="Google Shape;1349;p8"/>
            <p:cNvPicPr preferRelativeResize="0"/>
            <p:nvPr/>
          </p:nvPicPr>
          <p:blipFill rotWithShape="1">
            <a:blip r:embed="rId39">
              <a:alphaModFix/>
            </a:blip>
            <a:srcRect/>
            <a:stretch/>
          </p:blipFill>
          <p:spPr>
            <a:xfrm>
              <a:off x="15703041" y="1453451"/>
              <a:ext cx="6813" cy="8280"/>
            </a:xfrm>
            <a:prstGeom prst="rect">
              <a:avLst/>
            </a:prstGeom>
            <a:noFill/>
            <a:ln>
              <a:noFill/>
            </a:ln>
          </p:spPr>
        </p:pic>
        <p:pic>
          <p:nvPicPr>
            <p:cNvPr id="116" name="Google Shape;1350;p8"/>
            <p:cNvPicPr preferRelativeResize="0"/>
            <p:nvPr/>
          </p:nvPicPr>
          <p:blipFill rotWithShape="1">
            <a:blip r:embed="rId21">
              <a:alphaModFix/>
            </a:blip>
            <a:srcRect/>
            <a:stretch/>
          </p:blipFill>
          <p:spPr>
            <a:xfrm>
              <a:off x="15743428" y="1388706"/>
              <a:ext cx="1779" cy="1498"/>
            </a:xfrm>
            <a:prstGeom prst="rect">
              <a:avLst/>
            </a:prstGeom>
            <a:noFill/>
            <a:ln>
              <a:noFill/>
            </a:ln>
          </p:spPr>
        </p:pic>
        <p:pic>
          <p:nvPicPr>
            <p:cNvPr id="117" name="Google Shape;1351;p8"/>
            <p:cNvPicPr preferRelativeResize="0"/>
            <p:nvPr/>
          </p:nvPicPr>
          <p:blipFill rotWithShape="1">
            <a:blip r:embed="rId21">
              <a:alphaModFix/>
            </a:blip>
            <a:srcRect/>
            <a:stretch/>
          </p:blipFill>
          <p:spPr>
            <a:xfrm>
              <a:off x="15921353" y="1232230"/>
              <a:ext cx="253" cy="241"/>
            </a:xfrm>
            <a:prstGeom prst="rect">
              <a:avLst/>
            </a:prstGeom>
            <a:noFill/>
            <a:ln>
              <a:noFill/>
            </a:ln>
          </p:spPr>
        </p:pic>
      </p:grpSp>
      <p:pic>
        <p:nvPicPr>
          <p:cNvPr id="118"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rotWithShape="1">
          <a:blip r:embed="rId60">
            <a:extLst>
              <a:ext uri="{28A0092B-C50C-407E-A947-70E740481C1C}">
                <a14:useLocalDpi xmlns:a14="http://schemas.microsoft.com/office/drawing/2010/main" val="0"/>
              </a:ext>
            </a:extLst>
          </a:blip>
          <a:srcRect b="77211"/>
          <a:stretch/>
        </p:blipFill>
        <p:spPr bwMode="auto">
          <a:xfrm rot="5400000">
            <a:off x="8450383" y="3074090"/>
            <a:ext cx="6733736" cy="7494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pic>
        <p:nvPicPr>
          <p:cNvPr id="729" name="Google Shape;729;p49" descr="Interfaz de usuario gráfica, Texto&#10;&#10;Descripción generada automáticamente"/>
          <p:cNvPicPr preferRelativeResize="0"/>
          <p:nvPr/>
        </p:nvPicPr>
        <p:blipFill rotWithShape="1">
          <a:blip r:embed="rId3">
            <a:alphaModFix/>
          </a:blip>
          <a:srcRect/>
          <a:stretch/>
        </p:blipFill>
        <p:spPr>
          <a:xfrm>
            <a:off x="1280160" y="773723"/>
            <a:ext cx="9931503" cy="5607300"/>
          </a:xfrm>
          <a:prstGeom prst="rect">
            <a:avLst/>
          </a:prstGeom>
          <a:noFill/>
          <a:ln>
            <a:noFill/>
          </a:ln>
          <a:effectLst>
            <a:outerShdw blurRad="101600" dist="50800" sx="101000" sy="101000" algn="ctr" rotWithShape="0">
              <a:srgbClr val="7F7F7F">
                <a:alpha val="20000"/>
              </a:srgbClr>
            </a:outerShdw>
          </a:effectLst>
        </p:spPr>
      </p:pic>
      <p:sp>
        <p:nvSpPr>
          <p:cNvPr id="730" name="Google Shape;730;p49"/>
          <p:cNvSpPr/>
          <p:nvPr/>
        </p:nvSpPr>
        <p:spPr>
          <a:xfrm>
            <a:off x="6196084" y="4840941"/>
            <a:ext cx="4903325" cy="1546208"/>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¡Perfecto!</a:t>
            </a:r>
            <a:endParaRPr sz="1400" b="0" i="0" u="none" strike="noStrike" cap="none" dirty="0">
              <a:solidFill>
                <a:srgbClr val="000000"/>
              </a:solidFill>
              <a:latin typeface="Gotham Rounded" pitchFamily="50" charset="0"/>
              <a:sym typeface="Arial"/>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Ya tenemos instalado el Visual Studio </a:t>
            </a:r>
            <a:r>
              <a:rPr lang="es-ES" sz="1800" b="0" i="0" u="none" strike="noStrike" cap="none" dirty="0" err="1">
                <a:solidFill>
                  <a:schemeClr val="lt1"/>
                </a:solidFill>
                <a:latin typeface="Gotham Rounded" pitchFamily="50" charset="0"/>
                <a:ea typeface="Tahoma"/>
                <a:cs typeface="Tahoma"/>
                <a:sym typeface="Tahoma"/>
              </a:rPr>
              <a:t>Code</a:t>
            </a:r>
            <a:r>
              <a:rPr lang="es-ES" sz="1800" b="0" i="0" u="none" strike="noStrike" cap="none" dirty="0">
                <a:solidFill>
                  <a:schemeClr val="lt1"/>
                </a:solidFill>
                <a:latin typeface="Gotham Rounded" pitchFamily="50" charset="0"/>
                <a:ea typeface="Tahoma"/>
                <a:cs typeface="Tahoma"/>
                <a:sym typeface="Tahoma"/>
              </a:rPr>
              <a:t>.</a:t>
            </a:r>
            <a:endParaRPr sz="1800" b="0" i="1" u="none" strike="noStrike" cap="none" dirty="0">
              <a:solidFill>
                <a:srgbClr val="4A7B8B"/>
              </a:solidFill>
              <a:latin typeface="Gotham Rounded" pitchFamily="50" charset="0"/>
              <a:ea typeface="Tahoma"/>
              <a:cs typeface="Tahoma"/>
              <a:sym typeface="Tahoma"/>
            </a:endParaRPr>
          </a:p>
        </p:txBody>
      </p:sp>
      <p:pic>
        <p:nvPicPr>
          <p:cNvPr id="4"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rotWithShape="1">
          <a:blip r:embed="rId4">
            <a:extLst>
              <a:ext uri="{28A0092B-C50C-407E-A947-70E740481C1C}">
                <a14:useLocalDpi xmlns:a14="http://schemas.microsoft.com/office/drawing/2010/main" val="0"/>
              </a:ext>
            </a:extLst>
          </a:blip>
          <a:srcRect b="77211"/>
          <a:stretch/>
        </p:blipFill>
        <p:spPr bwMode="auto">
          <a:xfrm rot="5400000">
            <a:off x="8450383" y="3074090"/>
            <a:ext cx="6733736" cy="749498"/>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oogle Shape;1238;p8"/>
          <p:cNvGrpSpPr/>
          <p:nvPr/>
        </p:nvGrpSpPr>
        <p:grpSpPr>
          <a:xfrm>
            <a:off x="126679" y="152310"/>
            <a:ext cx="1414810" cy="548223"/>
            <a:chOff x="14201902" y="621652"/>
            <a:chExt cx="2318892" cy="951953"/>
          </a:xfrm>
        </p:grpSpPr>
        <p:pic>
          <p:nvPicPr>
            <p:cNvPr id="6" name="Google Shape;1240;p8"/>
            <p:cNvPicPr preferRelativeResize="0"/>
            <p:nvPr/>
          </p:nvPicPr>
          <p:blipFill rotWithShape="1">
            <a:blip r:embed="rId5">
              <a:alphaModFix/>
            </a:blip>
            <a:srcRect/>
            <a:stretch/>
          </p:blipFill>
          <p:spPr>
            <a:xfrm>
              <a:off x="14496301" y="621652"/>
              <a:ext cx="381832" cy="226865"/>
            </a:xfrm>
            <a:prstGeom prst="rect">
              <a:avLst/>
            </a:prstGeom>
            <a:noFill/>
            <a:ln>
              <a:noFill/>
            </a:ln>
          </p:spPr>
        </p:pic>
        <p:sp>
          <p:nvSpPr>
            <p:cNvPr id="7" name="Google Shape;1241;p8"/>
            <p:cNvSpPr/>
            <p:nvPr/>
          </p:nvSpPr>
          <p:spPr>
            <a:xfrm>
              <a:off x="14410042" y="884923"/>
              <a:ext cx="289560" cy="247650"/>
            </a:xfrm>
            <a:custGeom>
              <a:avLst/>
              <a:gdLst/>
              <a:ahLst/>
              <a:cxnLst/>
              <a:rect l="l" t="t" r="r" b="b"/>
              <a:pathLst>
                <a:path w="289559" h="247650" extrusionOk="0">
                  <a:moveTo>
                    <a:pt x="255943" y="0"/>
                  </a:moveTo>
                  <a:lnTo>
                    <a:pt x="240766" y="0"/>
                  </a:lnTo>
                  <a:lnTo>
                    <a:pt x="236550" y="2806"/>
                  </a:lnTo>
                  <a:lnTo>
                    <a:pt x="144741" y="191325"/>
                  </a:lnTo>
                  <a:lnTo>
                    <a:pt x="52603" y="2806"/>
                  </a:lnTo>
                  <a:lnTo>
                    <a:pt x="48374" y="0"/>
                  </a:lnTo>
                  <a:lnTo>
                    <a:pt x="33197" y="0"/>
                  </a:lnTo>
                  <a:lnTo>
                    <a:pt x="28257" y="5981"/>
                  </a:lnTo>
                  <a:lnTo>
                    <a:pt x="0" y="240411"/>
                  </a:lnTo>
                  <a:lnTo>
                    <a:pt x="4216" y="246062"/>
                  </a:lnTo>
                  <a:lnTo>
                    <a:pt x="17297" y="247472"/>
                  </a:lnTo>
                  <a:lnTo>
                    <a:pt x="22580" y="242887"/>
                  </a:lnTo>
                  <a:lnTo>
                    <a:pt x="46964" y="43421"/>
                  </a:lnTo>
                  <a:lnTo>
                    <a:pt x="129209" y="210045"/>
                  </a:lnTo>
                  <a:lnTo>
                    <a:pt x="131673" y="215353"/>
                  </a:lnTo>
                  <a:lnTo>
                    <a:pt x="136283" y="222402"/>
                  </a:lnTo>
                  <a:lnTo>
                    <a:pt x="153212" y="222402"/>
                  </a:lnTo>
                  <a:lnTo>
                    <a:pt x="157810" y="215353"/>
                  </a:lnTo>
                  <a:lnTo>
                    <a:pt x="242176" y="43421"/>
                  </a:lnTo>
                  <a:lnTo>
                    <a:pt x="266522" y="242887"/>
                  </a:lnTo>
                  <a:lnTo>
                    <a:pt x="271843" y="247472"/>
                  </a:lnTo>
                  <a:lnTo>
                    <a:pt x="284899" y="246062"/>
                  </a:lnTo>
                  <a:lnTo>
                    <a:pt x="289128" y="240411"/>
                  </a:lnTo>
                  <a:lnTo>
                    <a:pt x="288429" y="233705"/>
                  </a:lnTo>
                  <a:lnTo>
                    <a:pt x="260896" y="5981"/>
                  </a:lnTo>
                  <a:lnTo>
                    <a:pt x="255943"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8" name="Google Shape;1242;p8"/>
            <p:cNvPicPr preferRelativeResize="0"/>
            <p:nvPr/>
          </p:nvPicPr>
          <p:blipFill rotWithShape="1">
            <a:blip r:embed="rId6">
              <a:alphaModFix/>
            </a:blip>
            <a:srcRect/>
            <a:stretch/>
          </p:blipFill>
          <p:spPr>
            <a:xfrm>
              <a:off x="14755824" y="884923"/>
              <a:ext cx="172262" cy="248538"/>
            </a:xfrm>
            <a:prstGeom prst="rect">
              <a:avLst/>
            </a:prstGeom>
            <a:noFill/>
            <a:ln>
              <a:noFill/>
            </a:ln>
          </p:spPr>
        </p:pic>
        <p:pic>
          <p:nvPicPr>
            <p:cNvPr id="9" name="Google Shape;1243;p8"/>
            <p:cNvPicPr preferRelativeResize="0"/>
            <p:nvPr/>
          </p:nvPicPr>
          <p:blipFill rotWithShape="1">
            <a:blip r:embed="rId7">
              <a:alphaModFix/>
            </a:blip>
            <a:srcRect/>
            <a:stretch/>
          </p:blipFill>
          <p:spPr>
            <a:xfrm>
              <a:off x="14995360" y="884910"/>
              <a:ext cx="296633" cy="246773"/>
            </a:xfrm>
            <a:prstGeom prst="rect">
              <a:avLst/>
            </a:prstGeom>
            <a:noFill/>
            <a:ln>
              <a:noFill/>
            </a:ln>
          </p:spPr>
        </p:pic>
        <p:sp>
          <p:nvSpPr>
            <p:cNvPr id="10" name="Google Shape;1244;p8"/>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1" name="Google Shape;1245;p8"/>
            <p:cNvPicPr preferRelativeResize="0"/>
            <p:nvPr/>
          </p:nvPicPr>
          <p:blipFill rotWithShape="1">
            <a:blip r:embed="rId8">
              <a:alphaModFix/>
            </a:blip>
            <a:srcRect/>
            <a:stretch/>
          </p:blipFill>
          <p:spPr>
            <a:xfrm>
              <a:off x="15426016" y="886663"/>
              <a:ext cx="163791" cy="245021"/>
            </a:xfrm>
            <a:prstGeom prst="rect">
              <a:avLst/>
            </a:prstGeom>
            <a:noFill/>
            <a:ln>
              <a:noFill/>
            </a:ln>
          </p:spPr>
        </p:pic>
        <p:pic>
          <p:nvPicPr>
            <p:cNvPr id="12" name="Google Shape;1246;p8"/>
            <p:cNvPicPr preferRelativeResize="0"/>
            <p:nvPr/>
          </p:nvPicPr>
          <p:blipFill rotWithShape="1">
            <a:blip r:embed="rId9">
              <a:alphaModFix/>
            </a:blip>
            <a:srcRect/>
            <a:stretch/>
          </p:blipFill>
          <p:spPr>
            <a:xfrm>
              <a:off x="15638234" y="884910"/>
              <a:ext cx="128130" cy="245008"/>
            </a:xfrm>
            <a:prstGeom prst="rect">
              <a:avLst/>
            </a:prstGeom>
            <a:noFill/>
            <a:ln>
              <a:noFill/>
            </a:ln>
          </p:spPr>
        </p:pic>
        <p:sp>
          <p:nvSpPr>
            <p:cNvPr id="13" name="Google Shape;1247;p8"/>
            <p:cNvSpPr/>
            <p:nvPr/>
          </p:nvSpPr>
          <p:spPr>
            <a:xfrm>
              <a:off x="15807512" y="884923"/>
              <a:ext cx="23495" cy="247015"/>
            </a:xfrm>
            <a:custGeom>
              <a:avLst/>
              <a:gdLst/>
              <a:ahLst/>
              <a:cxnLst/>
              <a:rect l="l" t="t" r="r" b="b"/>
              <a:pathLst>
                <a:path w="23494" h="247015" extrusionOk="0">
                  <a:moveTo>
                    <a:pt x="18338" y="0"/>
                  </a:moveTo>
                  <a:lnTo>
                    <a:pt x="4927" y="0"/>
                  </a:lnTo>
                  <a:lnTo>
                    <a:pt x="0" y="5283"/>
                  </a:lnTo>
                  <a:lnTo>
                    <a:pt x="0" y="241452"/>
                  </a:lnTo>
                  <a:lnTo>
                    <a:pt x="4927"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4" name="Google Shape;1248;p8"/>
            <p:cNvPicPr preferRelativeResize="0"/>
            <p:nvPr/>
          </p:nvPicPr>
          <p:blipFill rotWithShape="1">
            <a:blip r:embed="rId10">
              <a:alphaModFix/>
            </a:blip>
            <a:srcRect/>
            <a:stretch/>
          </p:blipFill>
          <p:spPr>
            <a:xfrm>
              <a:off x="15884842" y="883856"/>
              <a:ext cx="424116" cy="249605"/>
            </a:xfrm>
            <a:prstGeom prst="rect">
              <a:avLst/>
            </a:prstGeom>
            <a:noFill/>
            <a:ln>
              <a:noFill/>
            </a:ln>
          </p:spPr>
        </p:pic>
        <p:sp>
          <p:nvSpPr>
            <p:cNvPr id="15" name="Google Shape;1249;p8"/>
            <p:cNvSpPr/>
            <p:nvPr/>
          </p:nvSpPr>
          <p:spPr>
            <a:xfrm>
              <a:off x="1506874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66" y="40652"/>
                  </a:lnTo>
                  <a:lnTo>
                    <a:pt x="26466" y="125488"/>
                  </a:lnTo>
                  <a:lnTo>
                    <a:pt x="26114" y="133764"/>
                  </a:lnTo>
                  <a:lnTo>
                    <a:pt x="23985" y="141384"/>
                  </a:lnTo>
                  <a:lnTo>
                    <a:pt x="18896" y="146968"/>
                  </a:lnTo>
                  <a:lnTo>
                    <a:pt x="9664" y="149136"/>
                  </a:lnTo>
                  <a:lnTo>
                    <a:pt x="2628" y="149136"/>
                  </a:lnTo>
                  <a:lnTo>
                    <a:pt x="0" y="151599"/>
                  </a:lnTo>
                  <a:lnTo>
                    <a:pt x="0" y="157911"/>
                  </a:lnTo>
                  <a:lnTo>
                    <a:pt x="2628" y="160350"/>
                  </a:lnTo>
                  <a:lnTo>
                    <a:pt x="9664" y="160350"/>
                  </a:lnTo>
                  <a:lnTo>
                    <a:pt x="23186" y="157662"/>
                  </a:lnTo>
                  <a:lnTo>
                    <a:pt x="31934" y="150277"/>
                  </a:lnTo>
                  <a:lnTo>
                    <a:pt x="36643"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6" name="Google Shape;1250;p8"/>
            <p:cNvPicPr preferRelativeResize="0"/>
            <p:nvPr/>
          </p:nvPicPr>
          <p:blipFill rotWithShape="1">
            <a:blip r:embed="rId11">
              <a:alphaModFix/>
            </a:blip>
            <a:srcRect/>
            <a:stretch/>
          </p:blipFill>
          <p:spPr>
            <a:xfrm>
              <a:off x="15129420" y="1280883"/>
              <a:ext cx="267157" cy="122516"/>
            </a:xfrm>
            <a:prstGeom prst="rect">
              <a:avLst/>
            </a:prstGeom>
            <a:noFill/>
            <a:ln>
              <a:noFill/>
            </a:ln>
          </p:spPr>
        </p:pic>
        <p:pic>
          <p:nvPicPr>
            <p:cNvPr id="17" name="Google Shape;1251;p8"/>
            <p:cNvPicPr preferRelativeResize="0"/>
            <p:nvPr/>
          </p:nvPicPr>
          <p:blipFill rotWithShape="1">
            <a:blip r:embed="rId12">
              <a:alphaModFix/>
            </a:blip>
            <a:srcRect/>
            <a:stretch/>
          </p:blipFill>
          <p:spPr>
            <a:xfrm>
              <a:off x="15417545" y="1318018"/>
              <a:ext cx="70269" cy="84480"/>
            </a:xfrm>
            <a:prstGeom prst="rect">
              <a:avLst/>
            </a:prstGeom>
            <a:noFill/>
            <a:ln>
              <a:noFill/>
            </a:ln>
          </p:spPr>
        </p:pic>
        <p:pic>
          <p:nvPicPr>
            <p:cNvPr id="18" name="Google Shape;1252;p8"/>
            <p:cNvPicPr preferRelativeResize="0"/>
            <p:nvPr/>
          </p:nvPicPr>
          <p:blipFill rotWithShape="1">
            <a:blip r:embed="rId13">
              <a:alphaModFix/>
            </a:blip>
            <a:srcRect/>
            <a:stretch/>
          </p:blipFill>
          <p:spPr>
            <a:xfrm>
              <a:off x="15509772" y="1318018"/>
              <a:ext cx="154457" cy="85382"/>
            </a:xfrm>
            <a:prstGeom prst="rect">
              <a:avLst/>
            </a:prstGeom>
            <a:noFill/>
            <a:ln>
              <a:noFill/>
            </a:ln>
          </p:spPr>
        </p:pic>
        <p:sp>
          <p:nvSpPr>
            <p:cNvPr id="19" name="Google Shape;1253;p8"/>
            <p:cNvSpPr/>
            <p:nvPr/>
          </p:nvSpPr>
          <p:spPr>
            <a:xfrm>
              <a:off x="15915450" y="1280883"/>
              <a:ext cx="41910" cy="160655"/>
            </a:xfrm>
            <a:custGeom>
              <a:avLst/>
              <a:gdLst/>
              <a:ahLst/>
              <a:cxnLst/>
              <a:rect l="l" t="t" r="r" b="b"/>
              <a:pathLst>
                <a:path w="41909" h="160655" extrusionOk="0">
                  <a:moveTo>
                    <a:pt x="37338" y="0"/>
                  </a:moveTo>
                  <a:lnTo>
                    <a:pt x="27533" y="0"/>
                  </a:lnTo>
                  <a:lnTo>
                    <a:pt x="23495" y="3492"/>
                  </a:lnTo>
                  <a:lnTo>
                    <a:pt x="23495" y="13322"/>
                  </a:lnTo>
                  <a:lnTo>
                    <a:pt x="27533" y="16814"/>
                  </a:lnTo>
                  <a:lnTo>
                    <a:pt x="37338" y="16814"/>
                  </a:lnTo>
                  <a:lnTo>
                    <a:pt x="41376" y="13322"/>
                  </a:lnTo>
                  <a:lnTo>
                    <a:pt x="41376" y="3492"/>
                  </a:lnTo>
                  <a:lnTo>
                    <a:pt x="37338" y="0"/>
                  </a:lnTo>
                  <a:close/>
                </a:path>
                <a:path w="41909" h="160655" extrusionOk="0">
                  <a:moveTo>
                    <a:pt x="35585" y="38023"/>
                  </a:moveTo>
                  <a:lnTo>
                    <a:pt x="28943" y="38023"/>
                  </a:lnTo>
                  <a:lnTo>
                    <a:pt x="26479" y="40652"/>
                  </a:lnTo>
                  <a:lnTo>
                    <a:pt x="26479" y="125488"/>
                  </a:lnTo>
                  <a:lnTo>
                    <a:pt x="26119" y="133764"/>
                  </a:lnTo>
                  <a:lnTo>
                    <a:pt x="23983" y="141384"/>
                  </a:lnTo>
                  <a:lnTo>
                    <a:pt x="18885" y="146968"/>
                  </a:lnTo>
                  <a:lnTo>
                    <a:pt x="9639" y="149136"/>
                  </a:lnTo>
                  <a:lnTo>
                    <a:pt x="2628" y="149136"/>
                  </a:lnTo>
                  <a:lnTo>
                    <a:pt x="0" y="151599"/>
                  </a:lnTo>
                  <a:lnTo>
                    <a:pt x="0" y="157911"/>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0" name="Google Shape;1254;p8"/>
            <p:cNvPicPr preferRelativeResize="0"/>
            <p:nvPr/>
          </p:nvPicPr>
          <p:blipFill rotWithShape="1">
            <a:blip r:embed="rId14">
              <a:alphaModFix/>
            </a:blip>
            <a:srcRect/>
            <a:stretch/>
          </p:blipFill>
          <p:spPr>
            <a:xfrm>
              <a:off x="15976003" y="1280883"/>
              <a:ext cx="267157" cy="122516"/>
            </a:xfrm>
            <a:prstGeom prst="rect">
              <a:avLst/>
            </a:prstGeom>
            <a:noFill/>
            <a:ln>
              <a:noFill/>
            </a:ln>
          </p:spPr>
        </p:pic>
        <p:pic>
          <p:nvPicPr>
            <p:cNvPr id="21" name="Google Shape;1255;p8"/>
            <p:cNvPicPr preferRelativeResize="0"/>
            <p:nvPr/>
          </p:nvPicPr>
          <p:blipFill rotWithShape="1">
            <a:blip r:embed="rId15">
              <a:alphaModFix/>
            </a:blip>
            <a:srcRect/>
            <a:stretch/>
          </p:blipFill>
          <p:spPr>
            <a:xfrm>
              <a:off x="16264228" y="1318018"/>
              <a:ext cx="70294" cy="84480"/>
            </a:xfrm>
            <a:prstGeom prst="rect">
              <a:avLst/>
            </a:prstGeom>
            <a:noFill/>
            <a:ln>
              <a:noFill/>
            </a:ln>
          </p:spPr>
        </p:pic>
        <p:pic>
          <p:nvPicPr>
            <p:cNvPr id="22" name="Google Shape;1256;p8"/>
            <p:cNvPicPr preferRelativeResize="0"/>
            <p:nvPr/>
          </p:nvPicPr>
          <p:blipFill rotWithShape="1">
            <a:blip r:embed="rId16">
              <a:alphaModFix/>
            </a:blip>
            <a:srcRect/>
            <a:stretch/>
          </p:blipFill>
          <p:spPr>
            <a:xfrm>
              <a:off x="16356482" y="1318018"/>
              <a:ext cx="154457" cy="85382"/>
            </a:xfrm>
            <a:prstGeom prst="rect">
              <a:avLst/>
            </a:prstGeom>
            <a:noFill/>
            <a:ln>
              <a:noFill/>
            </a:ln>
          </p:spPr>
        </p:pic>
        <p:pic>
          <p:nvPicPr>
            <p:cNvPr id="23" name="Google Shape;1257;p8"/>
            <p:cNvPicPr preferRelativeResize="0"/>
            <p:nvPr/>
          </p:nvPicPr>
          <p:blipFill rotWithShape="1">
            <a:blip r:embed="rId17">
              <a:alphaModFix/>
            </a:blip>
            <a:srcRect/>
            <a:stretch/>
          </p:blipFill>
          <p:spPr>
            <a:xfrm>
              <a:off x="14201902" y="762152"/>
              <a:ext cx="2318892" cy="491782"/>
            </a:xfrm>
            <a:prstGeom prst="rect">
              <a:avLst/>
            </a:prstGeom>
            <a:noFill/>
            <a:ln>
              <a:noFill/>
            </a:ln>
          </p:spPr>
        </p:pic>
        <p:pic>
          <p:nvPicPr>
            <p:cNvPr id="24" name="Google Shape;1258;p8"/>
            <p:cNvPicPr preferRelativeResize="0"/>
            <p:nvPr/>
          </p:nvPicPr>
          <p:blipFill rotWithShape="1">
            <a:blip r:embed="rId18">
              <a:alphaModFix/>
            </a:blip>
            <a:srcRect/>
            <a:stretch/>
          </p:blipFill>
          <p:spPr>
            <a:xfrm>
              <a:off x="15628112" y="1170902"/>
              <a:ext cx="343027" cy="402703"/>
            </a:xfrm>
            <a:prstGeom prst="rect">
              <a:avLst/>
            </a:prstGeom>
            <a:noFill/>
            <a:ln>
              <a:noFill/>
            </a:ln>
          </p:spPr>
        </p:pic>
        <p:pic>
          <p:nvPicPr>
            <p:cNvPr id="25" name="Google Shape;1259;p8"/>
            <p:cNvPicPr preferRelativeResize="0"/>
            <p:nvPr/>
          </p:nvPicPr>
          <p:blipFill rotWithShape="1">
            <a:blip r:embed="rId19">
              <a:alphaModFix/>
            </a:blip>
            <a:srcRect/>
            <a:stretch/>
          </p:blipFill>
          <p:spPr>
            <a:xfrm>
              <a:off x="15688054" y="1399069"/>
              <a:ext cx="75693" cy="71500"/>
            </a:xfrm>
            <a:prstGeom prst="rect">
              <a:avLst/>
            </a:prstGeom>
            <a:noFill/>
            <a:ln>
              <a:noFill/>
            </a:ln>
          </p:spPr>
        </p:pic>
        <p:pic>
          <p:nvPicPr>
            <p:cNvPr id="26" name="Google Shape;1260;p8"/>
            <p:cNvPicPr preferRelativeResize="0"/>
            <p:nvPr/>
          </p:nvPicPr>
          <p:blipFill rotWithShape="1">
            <a:blip r:embed="rId20">
              <a:alphaModFix/>
            </a:blip>
            <a:srcRect/>
            <a:stretch/>
          </p:blipFill>
          <p:spPr>
            <a:xfrm>
              <a:off x="15685006" y="1433904"/>
              <a:ext cx="365" cy="357"/>
            </a:xfrm>
            <a:prstGeom prst="rect">
              <a:avLst/>
            </a:prstGeom>
            <a:noFill/>
            <a:ln>
              <a:noFill/>
            </a:ln>
          </p:spPr>
        </p:pic>
        <p:pic>
          <p:nvPicPr>
            <p:cNvPr id="27" name="Google Shape;1261;p8"/>
            <p:cNvPicPr preferRelativeResize="0"/>
            <p:nvPr/>
          </p:nvPicPr>
          <p:blipFill rotWithShape="1">
            <a:blip r:embed="rId21">
              <a:alphaModFix/>
            </a:blip>
            <a:srcRect/>
            <a:stretch/>
          </p:blipFill>
          <p:spPr>
            <a:xfrm>
              <a:off x="15609698" y="1489519"/>
              <a:ext cx="39623" cy="43522"/>
            </a:xfrm>
            <a:prstGeom prst="rect">
              <a:avLst/>
            </a:prstGeom>
            <a:noFill/>
            <a:ln>
              <a:noFill/>
            </a:ln>
          </p:spPr>
        </p:pic>
        <p:pic>
          <p:nvPicPr>
            <p:cNvPr id="28" name="Google Shape;1262;p8"/>
            <p:cNvPicPr preferRelativeResize="0"/>
            <p:nvPr/>
          </p:nvPicPr>
          <p:blipFill rotWithShape="1">
            <a:blip r:embed="rId22">
              <a:alphaModFix/>
            </a:blip>
            <a:srcRect/>
            <a:stretch/>
          </p:blipFill>
          <p:spPr>
            <a:xfrm>
              <a:off x="15665195" y="1482038"/>
              <a:ext cx="12445" cy="15214"/>
            </a:xfrm>
            <a:prstGeom prst="rect">
              <a:avLst/>
            </a:prstGeom>
            <a:noFill/>
            <a:ln>
              <a:noFill/>
            </a:ln>
          </p:spPr>
        </p:pic>
        <p:pic>
          <p:nvPicPr>
            <p:cNvPr id="29" name="Google Shape;1263;p8"/>
            <p:cNvPicPr preferRelativeResize="0"/>
            <p:nvPr/>
          </p:nvPicPr>
          <p:blipFill rotWithShape="1">
            <a:blip r:embed="rId22">
              <a:alphaModFix/>
            </a:blip>
            <a:srcRect/>
            <a:stretch/>
          </p:blipFill>
          <p:spPr>
            <a:xfrm>
              <a:off x="15665831" y="1458128"/>
              <a:ext cx="11683" cy="14601"/>
            </a:xfrm>
            <a:prstGeom prst="rect">
              <a:avLst/>
            </a:prstGeom>
            <a:noFill/>
            <a:ln>
              <a:noFill/>
            </a:ln>
          </p:spPr>
        </p:pic>
        <p:pic>
          <p:nvPicPr>
            <p:cNvPr id="30" name="Google Shape;1264;p8"/>
            <p:cNvPicPr preferRelativeResize="0"/>
            <p:nvPr/>
          </p:nvPicPr>
          <p:blipFill rotWithShape="1">
            <a:blip r:embed="rId23">
              <a:alphaModFix/>
            </a:blip>
            <a:srcRect/>
            <a:stretch/>
          </p:blipFill>
          <p:spPr>
            <a:xfrm>
              <a:off x="15824835" y="1228966"/>
              <a:ext cx="64007" cy="65811"/>
            </a:xfrm>
            <a:prstGeom prst="rect">
              <a:avLst/>
            </a:prstGeom>
            <a:noFill/>
            <a:ln>
              <a:noFill/>
            </a:ln>
          </p:spPr>
        </p:pic>
        <p:pic>
          <p:nvPicPr>
            <p:cNvPr id="31" name="Google Shape;1265;p8"/>
            <p:cNvPicPr preferRelativeResize="0"/>
            <p:nvPr/>
          </p:nvPicPr>
          <p:blipFill rotWithShape="1">
            <a:blip r:embed="rId24">
              <a:alphaModFix/>
            </a:blip>
            <a:srcRect/>
            <a:stretch/>
          </p:blipFill>
          <p:spPr>
            <a:xfrm>
              <a:off x="15624047" y="1433779"/>
              <a:ext cx="77215" cy="82550"/>
            </a:xfrm>
            <a:prstGeom prst="rect">
              <a:avLst/>
            </a:prstGeom>
            <a:noFill/>
            <a:ln>
              <a:noFill/>
            </a:ln>
          </p:spPr>
        </p:pic>
        <p:pic>
          <p:nvPicPr>
            <p:cNvPr id="32" name="Google Shape;1266;p8"/>
            <p:cNvPicPr preferRelativeResize="0"/>
            <p:nvPr/>
          </p:nvPicPr>
          <p:blipFill rotWithShape="1">
            <a:blip r:embed="rId25">
              <a:alphaModFix/>
            </a:blip>
            <a:srcRect/>
            <a:stretch/>
          </p:blipFill>
          <p:spPr>
            <a:xfrm>
              <a:off x="15901288" y="1256068"/>
              <a:ext cx="16763" cy="12903"/>
            </a:xfrm>
            <a:prstGeom prst="rect">
              <a:avLst/>
            </a:prstGeom>
            <a:noFill/>
            <a:ln>
              <a:noFill/>
            </a:ln>
          </p:spPr>
        </p:pic>
        <p:pic>
          <p:nvPicPr>
            <p:cNvPr id="33" name="Google Shape;1267;p8"/>
            <p:cNvPicPr preferRelativeResize="0"/>
            <p:nvPr/>
          </p:nvPicPr>
          <p:blipFill rotWithShape="1">
            <a:blip r:embed="rId22">
              <a:alphaModFix/>
            </a:blip>
            <a:srcRect/>
            <a:stretch/>
          </p:blipFill>
          <p:spPr>
            <a:xfrm>
              <a:off x="15680309" y="1443710"/>
              <a:ext cx="12953" cy="15138"/>
            </a:xfrm>
            <a:prstGeom prst="rect">
              <a:avLst/>
            </a:prstGeom>
            <a:noFill/>
            <a:ln>
              <a:noFill/>
            </a:ln>
          </p:spPr>
        </p:pic>
        <p:pic>
          <p:nvPicPr>
            <p:cNvPr id="34" name="Google Shape;1268;p8"/>
            <p:cNvPicPr preferRelativeResize="0"/>
            <p:nvPr/>
          </p:nvPicPr>
          <p:blipFill rotWithShape="1">
            <a:blip r:embed="rId26">
              <a:alphaModFix/>
            </a:blip>
            <a:srcRect/>
            <a:stretch/>
          </p:blipFill>
          <p:spPr>
            <a:xfrm>
              <a:off x="15931515" y="1237411"/>
              <a:ext cx="9779" cy="7467"/>
            </a:xfrm>
            <a:prstGeom prst="rect">
              <a:avLst/>
            </a:prstGeom>
            <a:noFill/>
            <a:ln>
              <a:noFill/>
            </a:ln>
          </p:spPr>
        </p:pic>
        <p:pic>
          <p:nvPicPr>
            <p:cNvPr id="35" name="Google Shape;1269;p8"/>
            <p:cNvPicPr preferRelativeResize="0"/>
            <p:nvPr/>
          </p:nvPicPr>
          <p:blipFill rotWithShape="1">
            <a:blip r:embed="rId27">
              <a:alphaModFix/>
            </a:blip>
            <a:srcRect/>
            <a:stretch/>
          </p:blipFill>
          <p:spPr>
            <a:xfrm>
              <a:off x="15934562" y="1189837"/>
              <a:ext cx="38226" cy="32524"/>
            </a:xfrm>
            <a:prstGeom prst="rect">
              <a:avLst/>
            </a:prstGeom>
            <a:noFill/>
            <a:ln>
              <a:noFill/>
            </a:ln>
          </p:spPr>
        </p:pic>
        <p:pic>
          <p:nvPicPr>
            <p:cNvPr id="36" name="Google Shape;1270;p8"/>
            <p:cNvPicPr preferRelativeResize="0"/>
            <p:nvPr/>
          </p:nvPicPr>
          <p:blipFill rotWithShape="1">
            <a:blip r:embed="rId28">
              <a:alphaModFix/>
            </a:blip>
            <a:srcRect/>
            <a:stretch/>
          </p:blipFill>
          <p:spPr>
            <a:xfrm>
              <a:off x="15645637" y="1455178"/>
              <a:ext cx="40257" cy="24193"/>
            </a:xfrm>
            <a:prstGeom prst="rect">
              <a:avLst/>
            </a:prstGeom>
            <a:noFill/>
            <a:ln>
              <a:noFill/>
            </a:ln>
          </p:spPr>
        </p:pic>
        <p:pic>
          <p:nvPicPr>
            <p:cNvPr id="37" name="Google Shape;1271;p8"/>
            <p:cNvPicPr preferRelativeResize="0"/>
            <p:nvPr/>
          </p:nvPicPr>
          <p:blipFill rotWithShape="1">
            <a:blip r:embed="rId29">
              <a:alphaModFix/>
            </a:blip>
            <a:srcRect/>
            <a:stretch/>
          </p:blipFill>
          <p:spPr>
            <a:xfrm>
              <a:off x="15687295" y="1443595"/>
              <a:ext cx="5969" cy="6934"/>
            </a:xfrm>
            <a:prstGeom prst="rect">
              <a:avLst/>
            </a:prstGeom>
            <a:noFill/>
            <a:ln>
              <a:noFill/>
            </a:ln>
          </p:spPr>
        </p:pic>
        <p:pic>
          <p:nvPicPr>
            <p:cNvPr id="38" name="Google Shape;1272;p8"/>
            <p:cNvPicPr preferRelativeResize="0"/>
            <p:nvPr/>
          </p:nvPicPr>
          <p:blipFill rotWithShape="1">
            <a:blip r:embed="rId30">
              <a:alphaModFix/>
            </a:blip>
            <a:srcRect/>
            <a:stretch/>
          </p:blipFill>
          <p:spPr>
            <a:xfrm>
              <a:off x="15900400" y="1202498"/>
              <a:ext cx="17907" cy="15088"/>
            </a:xfrm>
            <a:prstGeom prst="rect">
              <a:avLst/>
            </a:prstGeom>
            <a:noFill/>
            <a:ln>
              <a:noFill/>
            </a:ln>
          </p:spPr>
        </p:pic>
        <p:pic>
          <p:nvPicPr>
            <p:cNvPr id="39" name="Google Shape;1273;p8"/>
            <p:cNvPicPr preferRelativeResize="0"/>
            <p:nvPr/>
          </p:nvPicPr>
          <p:blipFill rotWithShape="1">
            <a:blip r:embed="rId31">
              <a:alphaModFix/>
            </a:blip>
            <a:srcRect/>
            <a:stretch/>
          </p:blipFill>
          <p:spPr>
            <a:xfrm>
              <a:off x="15696945" y="1384351"/>
              <a:ext cx="36195" cy="49428"/>
            </a:xfrm>
            <a:prstGeom prst="rect">
              <a:avLst/>
            </a:prstGeom>
            <a:noFill/>
            <a:ln>
              <a:noFill/>
            </a:ln>
          </p:spPr>
        </p:pic>
        <p:pic>
          <p:nvPicPr>
            <p:cNvPr id="40" name="Google Shape;1274;p8"/>
            <p:cNvPicPr preferRelativeResize="0"/>
            <p:nvPr/>
          </p:nvPicPr>
          <p:blipFill rotWithShape="1">
            <a:blip r:embed="rId32">
              <a:alphaModFix/>
            </a:blip>
            <a:srcRect/>
            <a:stretch/>
          </p:blipFill>
          <p:spPr>
            <a:xfrm>
              <a:off x="15621381" y="1488414"/>
              <a:ext cx="43306" cy="44855"/>
            </a:xfrm>
            <a:prstGeom prst="rect">
              <a:avLst/>
            </a:prstGeom>
            <a:noFill/>
            <a:ln>
              <a:noFill/>
            </a:ln>
          </p:spPr>
        </p:pic>
        <p:pic>
          <p:nvPicPr>
            <p:cNvPr id="41" name="Google Shape;1275;p8"/>
            <p:cNvPicPr preferRelativeResize="0"/>
            <p:nvPr/>
          </p:nvPicPr>
          <p:blipFill rotWithShape="1">
            <a:blip r:embed="rId33">
              <a:alphaModFix/>
            </a:blip>
            <a:srcRect/>
            <a:stretch/>
          </p:blipFill>
          <p:spPr>
            <a:xfrm>
              <a:off x="15655416" y="1424228"/>
              <a:ext cx="62101" cy="58038"/>
            </a:xfrm>
            <a:prstGeom prst="rect">
              <a:avLst/>
            </a:prstGeom>
            <a:noFill/>
            <a:ln>
              <a:noFill/>
            </a:ln>
          </p:spPr>
        </p:pic>
        <p:pic>
          <p:nvPicPr>
            <p:cNvPr id="42" name="Google Shape;1276;p8"/>
            <p:cNvPicPr preferRelativeResize="0"/>
            <p:nvPr/>
          </p:nvPicPr>
          <p:blipFill rotWithShape="1">
            <a:blip r:embed="rId32">
              <a:alphaModFix/>
            </a:blip>
            <a:srcRect/>
            <a:stretch/>
          </p:blipFill>
          <p:spPr>
            <a:xfrm>
              <a:off x="15735425" y="1384478"/>
              <a:ext cx="41404" cy="44323"/>
            </a:xfrm>
            <a:prstGeom prst="rect">
              <a:avLst/>
            </a:prstGeom>
            <a:noFill/>
            <a:ln>
              <a:noFill/>
            </a:ln>
          </p:spPr>
        </p:pic>
        <p:pic>
          <p:nvPicPr>
            <p:cNvPr id="43" name="Google Shape;1277;p8"/>
            <p:cNvPicPr preferRelativeResize="0"/>
            <p:nvPr/>
          </p:nvPicPr>
          <p:blipFill rotWithShape="1">
            <a:blip r:embed="rId20">
              <a:alphaModFix/>
            </a:blip>
            <a:srcRect/>
            <a:stretch/>
          </p:blipFill>
          <p:spPr>
            <a:xfrm>
              <a:off x="15792070" y="1308544"/>
              <a:ext cx="3683" cy="3086"/>
            </a:xfrm>
            <a:prstGeom prst="rect">
              <a:avLst/>
            </a:prstGeom>
            <a:noFill/>
            <a:ln>
              <a:noFill/>
            </a:ln>
          </p:spPr>
        </p:pic>
        <p:pic>
          <p:nvPicPr>
            <p:cNvPr id="44" name="Google Shape;1278;p8"/>
            <p:cNvPicPr preferRelativeResize="0"/>
            <p:nvPr/>
          </p:nvPicPr>
          <p:blipFill rotWithShape="1">
            <a:blip r:embed="rId34">
              <a:alphaModFix/>
            </a:blip>
            <a:srcRect/>
            <a:stretch/>
          </p:blipFill>
          <p:spPr>
            <a:xfrm>
              <a:off x="15669386" y="1471827"/>
              <a:ext cx="6223" cy="16472"/>
            </a:xfrm>
            <a:prstGeom prst="rect">
              <a:avLst/>
            </a:prstGeom>
            <a:noFill/>
            <a:ln>
              <a:noFill/>
            </a:ln>
          </p:spPr>
        </p:pic>
        <p:pic>
          <p:nvPicPr>
            <p:cNvPr id="45" name="Google Shape;1279;p8"/>
            <p:cNvPicPr preferRelativeResize="0"/>
            <p:nvPr/>
          </p:nvPicPr>
          <p:blipFill rotWithShape="1">
            <a:blip r:embed="rId26">
              <a:alphaModFix/>
            </a:blip>
            <a:srcRect/>
            <a:stretch/>
          </p:blipFill>
          <p:spPr>
            <a:xfrm>
              <a:off x="15855950" y="1307782"/>
              <a:ext cx="7747" cy="7251"/>
            </a:xfrm>
            <a:prstGeom prst="rect">
              <a:avLst/>
            </a:prstGeom>
            <a:noFill/>
            <a:ln>
              <a:noFill/>
            </a:ln>
          </p:spPr>
        </p:pic>
        <p:pic>
          <p:nvPicPr>
            <p:cNvPr id="46" name="Google Shape;1280;p8"/>
            <p:cNvPicPr preferRelativeResize="0"/>
            <p:nvPr/>
          </p:nvPicPr>
          <p:blipFill rotWithShape="1">
            <a:blip r:embed="rId22">
              <a:alphaModFix/>
            </a:blip>
            <a:srcRect/>
            <a:stretch/>
          </p:blipFill>
          <p:spPr>
            <a:xfrm>
              <a:off x="15815056" y="1337019"/>
              <a:ext cx="14351" cy="13257"/>
            </a:xfrm>
            <a:prstGeom prst="rect">
              <a:avLst/>
            </a:prstGeom>
            <a:noFill/>
            <a:ln>
              <a:noFill/>
            </a:ln>
          </p:spPr>
        </p:pic>
        <p:pic>
          <p:nvPicPr>
            <p:cNvPr id="47" name="Google Shape;1281;p8"/>
            <p:cNvPicPr preferRelativeResize="0"/>
            <p:nvPr/>
          </p:nvPicPr>
          <p:blipFill rotWithShape="1">
            <a:blip r:embed="rId35">
              <a:alphaModFix/>
            </a:blip>
            <a:srcRect/>
            <a:stretch/>
          </p:blipFill>
          <p:spPr>
            <a:xfrm>
              <a:off x="15642463" y="1463712"/>
              <a:ext cx="54101" cy="18427"/>
            </a:xfrm>
            <a:prstGeom prst="rect">
              <a:avLst/>
            </a:prstGeom>
            <a:noFill/>
            <a:ln>
              <a:noFill/>
            </a:ln>
          </p:spPr>
        </p:pic>
        <p:pic>
          <p:nvPicPr>
            <p:cNvPr id="48" name="Google Shape;1282;p8"/>
            <p:cNvPicPr preferRelativeResize="0"/>
            <p:nvPr/>
          </p:nvPicPr>
          <p:blipFill rotWithShape="1">
            <a:blip r:embed="rId36">
              <a:alphaModFix/>
            </a:blip>
            <a:srcRect/>
            <a:stretch/>
          </p:blipFill>
          <p:spPr>
            <a:xfrm>
              <a:off x="15736444" y="1349412"/>
              <a:ext cx="19811" cy="21044"/>
            </a:xfrm>
            <a:prstGeom prst="rect">
              <a:avLst/>
            </a:prstGeom>
            <a:noFill/>
            <a:ln>
              <a:noFill/>
            </a:ln>
          </p:spPr>
        </p:pic>
        <p:pic>
          <p:nvPicPr>
            <p:cNvPr id="49" name="Google Shape;1283;p8"/>
            <p:cNvPicPr preferRelativeResize="0"/>
            <p:nvPr/>
          </p:nvPicPr>
          <p:blipFill rotWithShape="1">
            <a:blip r:embed="rId37">
              <a:alphaModFix/>
            </a:blip>
            <a:srcRect/>
            <a:stretch/>
          </p:blipFill>
          <p:spPr>
            <a:xfrm>
              <a:off x="15651227" y="1473301"/>
              <a:ext cx="22858" cy="37363"/>
            </a:xfrm>
            <a:prstGeom prst="rect">
              <a:avLst/>
            </a:prstGeom>
            <a:noFill/>
            <a:ln>
              <a:noFill/>
            </a:ln>
          </p:spPr>
        </p:pic>
        <p:pic>
          <p:nvPicPr>
            <p:cNvPr id="50" name="Google Shape;1284;p8"/>
            <p:cNvPicPr preferRelativeResize="0"/>
            <p:nvPr/>
          </p:nvPicPr>
          <p:blipFill rotWithShape="1">
            <a:blip r:embed="rId38">
              <a:alphaModFix/>
            </a:blip>
            <a:srcRect/>
            <a:stretch/>
          </p:blipFill>
          <p:spPr>
            <a:xfrm>
              <a:off x="15670911" y="1472793"/>
              <a:ext cx="9395" cy="6642"/>
            </a:xfrm>
            <a:prstGeom prst="rect">
              <a:avLst/>
            </a:prstGeom>
            <a:noFill/>
            <a:ln>
              <a:noFill/>
            </a:ln>
          </p:spPr>
        </p:pic>
        <p:pic>
          <p:nvPicPr>
            <p:cNvPr id="51" name="Google Shape;1285;p8"/>
            <p:cNvPicPr preferRelativeResize="0"/>
            <p:nvPr/>
          </p:nvPicPr>
          <p:blipFill rotWithShape="1">
            <a:blip r:embed="rId39">
              <a:alphaModFix/>
            </a:blip>
            <a:srcRect/>
            <a:stretch/>
          </p:blipFill>
          <p:spPr>
            <a:xfrm>
              <a:off x="15935325" y="1214271"/>
              <a:ext cx="18032" cy="26936"/>
            </a:xfrm>
            <a:prstGeom prst="rect">
              <a:avLst/>
            </a:prstGeom>
            <a:noFill/>
            <a:ln>
              <a:noFill/>
            </a:ln>
          </p:spPr>
        </p:pic>
        <p:pic>
          <p:nvPicPr>
            <p:cNvPr id="52" name="Google Shape;1286;p8"/>
            <p:cNvPicPr preferRelativeResize="0"/>
            <p:nvPr/>
          </p:nvPicPr>
          <p:blipFill rotWithShape="1">
            <a:blip r:embed="rId40">
              <a:alphaModFix/>
            </a:blip>
            <a:srcRect/>
            <a:stretch/>
          </p:blipFill>
          <p:spPr>
            <a:xfrm>
              <a:off x="15635478" y="1434121"/>
              <a:ext cx="66292" cy="61213"/>
            </a:xfrm>
            <a:prstGeom prst="rect">
              <a:avLst/>
            </a:prstGeom>
            <a:noFill/>
            <a:ln>
              <a:noFill/>
            </a:ln>
          </p:spPr>
        </p:pic>
        <p:pic>
          <p:nvPicPr>
            <p:cNvPr id="53" name="Google Shape;1287;p8"/>
            <p:cNvPicPr preferRelativeResize="0"/>
            <p:nvPr/>
          </p:nvPicPr>
          <p:blipFill rotWithShape="1">
            <a:blip r:embed="rId29">
              <a:alphaModFix/>
            </a:blip>
            <a:srcRect/>
            <a:stretch/>
          </p:blipFill>
          <p:spPr>
            <a:xfrm>
              <a:off x="15682467" y="1428520"/>
              <a:ext cx="1523" cy="1777"/>
            </a:xfrm>
            <a:prstGeom prst="rect">
              <a:avLst/>
            </a:prstGeom>
            <a:noFill/>
            <a:ln>
              <a:noFill/>
            </a:ln>
          </p:spPr>
        </p:pic>
        <p:pic>
          <p:nvPicPr>
            <p:cNvPr id="54" name="Google Shape;1288;p8"/>
            <p:cNvPicPr preferRelativeResize="0"/>
            <p:nvPr/>
          </p:nvPicPr>
          <p:blipFill rotWithShape="1">
            <a:blip r:embed="rId41">
              <a:alphaModFix/>
            </a:blip>
            <a:srcRect/>
            <a:stretch/>
          </p:blipFill>
          <p:spPr>
            <a:xfrm>
              <a:off x="15639414" y="1470417"/>
              <a:ext cx="26036" cy="30924"/>
            </a:xfrm>
            <a:prstGeom prst="rect">
              <a:avLst/>
            </a:prstGeom>
            <a:noFill/>
            <a:ln>
              <a:noFill/>
            </a:ln>
          </p:spPr>
        </p:pic>
        <p:pic>
          <p:nvPicPr>
            <p:cNvPr id="55" name="Google Shape;1289;p8"/>
            <p:cNvPicPr preferRelativeResize="0"/>
            <p:nvPr/>
          </p:nvPicPr>
          <p:blipFill rotWithShape="1">
            <a:blip r:embed="rId42">
              <a:alphaModFix/>
            </a:blip>
            <a:srcRect/>
            <a:stretch/>
          </p:blipFill>
          <p:spPr>
            <a:xfrm>
              <a:off x="15666975" y="1440484"/>
              <a:ext cx="15351" cy="20421"/>
            </a:xfrm>
            <a:prstGeom prst="rect">
              <a:avLst/>
            </a:prstGeom>
            <a:noFill/>
            <a:ln>
              <a:noFill/>
            </a:ln>
          </p:spPr>
        </p:pic>
        <p:pic>
          <p:nvPicPr>
            <p:cNvPr id="56" name="Google Shape;1290;p8"/>
            <p:cNvPicPr preferRelativeResize="0"/>
            <p:nvPr/>
          </p:nvPicPr>
          <p:blipFill rotWithShape="1">
            <a:blip r:embed="rId20">
              <a:alphaModFix/>
            </a:blip>
            <a:srcRect/>
            <a:stretch/>
          </p:blipFill>
          <p:spPr>
            <a:xfrm>
              <a:off x="15953359" y="1215466"/>
              <a:ext cx="2285" cy="1803"/>
            </a:xfrm>
            <a:prstGeom prst="rect">
              <a:avLst/>
            </a:prstGeom>
            <a:noFill/>
            <a:ln>
              <a:noFill/>
            </a:ln>
          </p:spPr>
        </p:pic>
        <p:pic>
          <p:nvPicPr>
            <p:cNvPr id="57" name="Google Shape;1291;p8"/>
            <p:cNvPicPr preferRelativeResize="0"/>
            <p:nvPr/>
          </p:nvPicPr>
          <p:blipFill rotWithShape="1">
            <a:blip r:embed="rId43">
              <a:alphaModFix/>
            </a:blip>
            <a:srcRect/>
            <a:stretch/>
          </p:blipFill>
          <p:spPr>
            <a:xfrm>
              <a:off x="15685896" y="1402969"/>
              <a:ext cx="39878" cy="43662"/>
            </a:xfrm>
            <a:prstGeom prst="rect">
              <a:avLst/>
            </a:prstGeom>
            <a:noFill/>
            <a:ln>
              <a:noFill/>
            </a:ln>
          </p:spPr>
        </p:pic>
        <p:pic>
          <p:nvPicPr>
            <p:cNvPr id="58" name="Google Shape;1292;p8"/>
            <p:cNvPicPr preferRelativeResize="0"/>
            <p:nvPr/>
          </p:nvPicPr>
          <p:blipFill rotWithShape="1">
            <a:blip r:embed="rId44">
              <a:alphaModFix/>
            </a:blip>
            <a:srcRect/>
            <a:stretch/>
          </p:blipFill>
          <p:spPr>
            <a:xfrm>
              <a:off x="15880588" y="1270139"/>
              <a:ext cx="20192" cy="18021"/>
            </a:xfrm>
            <a:prstGeom prst="rect">
              <a:avLst/>
            </a:prstGeom>
            <a:noFill/>
            <a:ln>
              <a:noFill/>
            </a:ln>
          </p:spPr>
        </p:pic>
        <p:pic>
          <p:nvPicPr>
            <p:cNvPr id="59" name="Google Shape;1293;p8"/>
            <p:cNvPicPr preferRelativeResize="0"/>
            <p:nvPr/>
          </p:nvPicPr>
          <p:blipFill rotWithShape="1">
            <a:blip r:embed="rId38">
              <a:alphaModFix/>
            </a:blip>
            <a:srcRect/>
            <a:stretch/>
          </p:blipFill>
          <p:spPr>
            <a:xfrm>
              <a:off x="15668497" y="1475943"/>
              <a:ext cx="10794" cy="10998"/>
            </a:xfrm>
            <a:prstGeom prst="rect">
              <a:avLst/>
            </a:prstGeom>
            <a:noFill/>
            <a:ln>
              <a:noFill/>
            </a:ln>
          </p:spPr>
        </p:pic>
        <p:pic>
          <p:nvPicPr>
            <p:cNvPr id="60" name="Google Shape;1294;p8"/>
            <p:cNvPicPr preferRelativeResize="0"/>
            <p:nvPr/>
          </p:nvPicPr>
          <p:blipFill rotWithShape="1">
            <a:blip r:embed="rId20">
              <a:alphaModFix/>
            </a:blip>
            <a:srcRect/>
            <a:stretch/>
          </p:blipFill>
          <p:spPr>
            <a:xfrm>
              <a:off x="15965169" y="1207654"/>
              <a:ext cx="2031" cy="1524"/>
            </a:xfrm>
            <a:prstGeom prst="rect">
              <a:avLst/>
            </a:prstGeom>
            <a:noFill/>
            <a:ln>
              <a:noFill/>
            </a:ln>
          </p:spPr>
        </p:pic>
        <p:pic>
          <p:nvPicPr>
            <p:cNvPr id="61" name="Google Shape;1295;p8"/>
            <p:cNvPicPr preferRelativeResize="0"/>
            <p:nvPr/>
          </p:nvPicPr>
          <p:blipFill rotWithShape="1">
            <a:blip r:embed="rId26">
              <a:alphaModFix/>
            </a:blip>
            <a:srcRect/>
            <a:stretch/>
          </p:blipFill>
          <p:spPr>
            <a:xfrm>
              <a:off x="15889351" y="1220528"/>
              <a:ext cx="1687" cy="1338"/>
            </a:xfrm>
            <a:prstGeom prst="rect">
              <a:avLst/>
            </a:prstGeom>
            <a:noFill/>
            <a:ln>
              <a:noFill/>
            </a:ln>
          </p:spPr>
        </p:pic>
        <p:pic>
          <p:nvPicPr>
            <p:cNvPr id="62" name="Google Shape;1296;p8"/>
            <p:cNvPicPr preferRelativeResize="0"/>
            <p:nvPr/>
          </p:nvPicPr>
          <p:blipFill rotWithShape="1">
            <a:blip r:embed="rId34">
              <a:alphaModFix/>
            </a:blip>
            <a:srcRect/>
            <a:stretch/>
          </p:blipFill>
          <p:spPr>
            <a:xfrm>
              <a:off x="15948025" y="1190980"/>
              <a:ext cx="2666" cy="11263"/>
            </a:xfrm>
            <a:prstGeom prst="rect">
              <a:avLst/>
            </a:prstGeom>
            <a:noFill/>
            <a:ln>
              <a:noFill/>
            </a:ln>
          </p:spPr>
        </p:pic>
        <p:pic>
          <p:nvPicPr>
            <p:cNvPr id="63" name="Google Shape;1297;p8"/>
            <p:cNvPicPr preferRelativeResize="0"/>
            <p:nvPr/>
          </p:nvPicPr>
          <p:blipFill rotWithShape="1">
            <a:blip r:embed="rId45">
              <a:alphaModFix/>
            </a:blip>
            <a:srcRect/>
            <a:stretch/>
          </p:blipFill>
          <p:spPr>
            <a:xfrm>
              <a:off x="15672054" y="1466291"/>
              <a:ext cx="20955" cy="4953"/>
            </a:xfrm>
            <a:prstGeom prst="rect">
              <a:avLst/>
            </a:prstGeom>
            <a:noFill/>
            <a:ln>
              <a:noFill/>
            </a:ln>
          </p:spPr>
        </p:pic>
        <p:pic>
          <p:nvPicPr>
            <p:cNvPr id="64" name="Google Shape;1298;p8"/>
            <p:cNvPicPr preferRelativeResize="0"/>
            <p:nvPr/>
          </p:nvPicPr>
          <p:blipFill rotWithShape="1">
            <a:blip r:embed="rId38">
              <a:alphaModFix/>
            </a:blip>
            <a:srcRect/>
            <a:stretch/>
          </p:blipFill>
          <p:spPr>
            <a:xfrm>
              <a:off x="15635985" y="1508619"/>
              <a:ext cx="11174" cy="10465"/>
            </a:xfrm>
            <a:prstGeom prst="rect">
              <a:avLst/>
            </a:prstGeom>
            <a:noFill/>
            <a:ln>
              <a:noFill/>
            </a:ln>
          </p:spPr>
        </p:pic>
        <p:pic>
          <p:nvPicPr>
            <p:cNvPr id="65" name="Google Shape;1299;p8"/>
            <p:cNvPicPr preferRelativeResize="0"/>
            <p:nvPr/>
          </p:nvPicPr>
          <p:blipFill rotWithShape="1">
            <a:blip r:embed="rId46">
              <a:alphaModFix/>
            </a:blip>
            <a:srcRect/>
            <a:stretch/>
          </p:blipFill>
          <p:spPr>
            <a:xfrm>
              <a:off x="15891127" y="1207211"/>
              <a:ext cx="68581" cy="70726"/>
            </a:xfrm>
            <a:prstGeom prst="rect">
              <a:avLst/>
            </a:prstGeom>
            <a:noFill/>
            <a:ln>
              <a:noFill/>
            </a:ln>
          </p:spPr>
        </p:pic>
        <p:pic>
          <p:nvPicPr>
            <p:cNvPr id="66" name="Google Shape;1300;p8"/>
            <p:cNvPicPr preferRelativeResize="0"/>
            <p:nvPr/>
          </p:nvPicPr>
          <p:blipFill rotWithShape="1">
            <a:blip r:embed="rId20">
              <a:alphaModFix/>
            </a:blip>
            <a:srcRect/>
            <a:stretch/>
          </p:blipFill>
          <p:spPr>
            <a:xfrm>
              <a:off x="15658337" y="1504276"/>
              <a:ext cx="1142" cy="1384"/>
            </a:xfrm>
            <a:prstGeom prst="rect">
              <a:avLst/>
            </a:prstGeom>
            <a:noFill/>
            <a:ln>
              <a:noFill/>
            </a:ln>
          </p:spPr>
        </p:pic>
        <p:pic>
          <p:nvPicPr>
            <p:cNvPr id="67" name="Google Shape;1301;p8"/>
            <p:cNvPicPr preferRelativeResize="0"/>
            <p:nvPr/>
          </p:nvPicPr>
          <p:blipFill rotWithShape="1">
            <a:blip r:embed="rId30">
              <a:alphaModFix/>
            </a:blip>
            <a:srcRect/>
            <a:stretch/>
          </p:blipFill>
          <p:spPr>
            <a:xfrm>
              <a:off x="15658718" y="1475473"/>
              <a:ext cx="14986" cy="22047"/>
            </a:xfrm>
            <a:prstGeom prst="rect">
              <a:avLst/>
            </a:prstGeom>
            <a:noFill/>
            <a:ln>
              <a:noFill/>
            </a:ln>
          </p:spPr>
        </p:pic>
        <p:pic>
          <p:nvPicPr>
            <p:cNvPr id="68" name="Google Shape;1302;p8"/>
            <p:cNvPicPr preferRelativeResize="0"/>
            <p:nvPr/>
          </p:nvPicPr>
          <p:blipFill rotWithShape="1">
            <a:blip r:embed="rId20">
              <a:alphaModFix/>
            </a:blip>
            <a:srcRect/>
            <a:stretch/>
          </p:blipFill>
          <p:spPr>
            <a:xfrm>
              <a:off x="15635859" y="1500797"/>
              <a:ext cx="1143" cy="1409"/>
            </a:xfrm>
            <a:prstGeom prst="rect">
              <a:avLst/>
            </a:prstGeom>
            <a:noFill/>
            <a:ln>
              <a:noFill/>
            </a:ln>
          </p:spPr>
        </p:pic>
        <p:pic>
          <p:nvPicPr>
            <p:cNvPr id="69" name="Google Shape;1303;p8"/>
            <p:cNvPicPr preferRelativeResize="0"/>
            <p:nvPr/>
          </p:nvPicPr>
          <p:blipFill rotWithShape="1">
            <a:blip r:embed="rId29">
              <a:alphaModFix/>
            </a:blip>
            <a:srcRect/>
            <a:stretch/>
          </p:blipFill>
          <p:spPr>
            <a:xfrm>
              <a:off x="15916402" y="1201216"/>
              <a:ext cx="2412" cy="5461"/>
            </a:xfrm>
            <a:prstGeom prst="rect">
              <a:avLst/>
            </a:prstGeom>
            <a:noFill/>
            <a:ln>
              <a:noFill/>
            </a:ln>
          </p:spPr>
        </p:pic>
        <p:pic>
          <p:nvPicPr>
            <p:cNvPr id="70" name="Google Shape;1304;p8"/>
            <p:cNvPicPr preferRelativeResize="0"/>
            <p:nvPr/>
          </p:nvPicPr>
          <p:blipFill rotWithShape="1">
            <a:blip r:embed="rId20">
              <a:alphaModFix/>
            </a:blip>
            <a:srcRect/>
            <a:stretch/>
          </p:blipFill>
          <p:spPr>
            <a:xfrm>
              <a:off x="15947769" y="1197362"/>
              <a:ext cx="1650" cy="1276"/>
            </a:xfrm>
            <a:prstGeom prst="rect">
              <a:avLst/>
            </a:prstGeom>
            <a:noFill/>
            <a:ln>
              <a:noFill/>
            </a:ln>
          </p:spPr>
        </p:pic>
        <p:pic>
          <p:nvPicPr>
            <p:cNvPr id="71" name="Google Shape;1305;p8"/>
            <p:cNvPicPr preferRelativeResize="0"/>
            <p:nvPr/>
          </p:nvPicPr>
          <p:blipFill rotWithShape="1">
            <a:blip r:embed="rId20">
              <a:alphaModFix/>
            </a:blip>
            <a:srcRect/>
            <a:stretch/>
          </p:blipFill>
          <p:spPr>
            <a:xfrm>
              <a:off x="15933039" y="1198499"/>
              <a:ext cx="1016" cy="901"/>
            </a:xfrm>
            <a:prstGeom prst="rect">
              <a:avLst/>
            </a:prstGeom>
            <a:noFill/>
            <a:ln>
              <a:noFill/>
            </a:ln>
          </p:spPr>
        </p:pic>
        <p:pic>
          <p:nvPicPr>
            <p:cNvPr id="72" name="Google Shape;1306;p8"/>
            <p:cNvPicPr preferRelativeResize="0"/>
            <p:nvPr/>
          </p:nvPicPr>
          <p:blipFill rotWithShape="1">
            <a:blip r:embed="rId38">
              <a:alphaModFix/>
            </a:blip>
            <a:srcRect/>
            <a:stretch/>
          </p:blipFill>
          <p:spPr>
            <a:xfrm>
              <a:off x="15708376" y="1446885"/>
              <a:ext cx="8508" cy="9461"/>
            </a:xfrm>
            <a:prstGeom prst="rect">
              <a:avLst/>
            </a:prstGeom>
            <a:noFill/>
            <a:ln>
              <a:noFill/>
            </a:ln>
          </p:spPr>
        </p:pic>
        <p:pic>
          <p:nvPicPr>
            <p:cNvPr id="73" name="Google Shape;1307;p8"/>
            <p:cNvPicPr preferRelativeResize="0"/>
            <p:nvPr/>
          </p:nvPicPr>
          <p:blipFill rotWithShape="1">
            <a:blip r:embed="rId29">
              <a:alphaModFix/>
            </a:blip>
            <a:srcRect/>
            <a:stretch/>
          </p:blipFill>
          <p:spPr>
            <a:xfrm>
              <a:off x="15918687" y="1247634"/>
              <a:ext cx="9400" cy="9678"/>
            </a:xfrm>
            <a:prstGeom prst="rect">
              <a:avLst/>
            </a:prstGeom>
            <a:noFill/>
            <a:ln>
              <a:noFill/>
            </a:ln>
          </p:spPr>
        </p:pic>
        <p:pic>
          <p:nvPicPr>
            <p:cNvPr id="74" name="Google Shape;1308;p8"/>
            <p:cNvPicPr preferRelativeResize="0"/>
            <p:nvPr/>
          </p:nvPicPr>
          <p:blipFill rotWithShape="1">
            <a:blip r:embed="rId47">
              <a:alphaModFix/>
            </a:blip>
            <a:srcRect/>
            <a:stretch/>
          </p:blipFill>
          <p:spPr>
            <a:xfrm>
              <a:off x="15635732" y="1459293"/>
              <a:ext cx="44576" cy="50304"/>
            </a:xfrm>
            <a:prstGeom prst="rect">
              <a:avLst/>
            </a:prstGeom>
            <a:noFill/>
            <a:ln>
              <a:noFill/>
            </a:ln>
          </p:spPr>
        </p:pic>
        <p:pic>
          <p:nvPicPr>
            <p:cNvPr id="75" name="Google Shape;1309;p8"/>
            <p:cNvPicPr preferRelativeResize="0"/>
            <p:nvPr/>
          </p:nvPicPr>
          <p:blipFill rotWithShape="1">
            <a:blip r:embed="rId22">
              <a:alphaModFix/>
            </a:blip>
            <a:srcRect/>
            <a:stretch/>
          </p:blipFill>
          <p:spPr>
            <a:xfrm>
              <a:off x="15874620" y="1283169"/>
              <a:ext cx="14985" cy="14592"/>
            </a:xfrm>
            <a:prstGeom prst="rect">
              <a:avLst/>
            </a:prstGeom>
            <a:noFill/>
            <a:ln>
              <a:noFill/>
            </a:ln>
          </p:spPr>
        </p:pic>
        <p:pic>
          <p:nvPicPr>
            <p:cNvPr id="76" name="Google Shape;1310;p8"/>
            <p:cNvPicPr preferRelativeResize="0"/>
            <p:nvPr/>
          </p:nvPicPr>
          <p:blipFill rotWithShape="1">
            <a:blip r:embed="rId20">
              <a:alphaModFix/>
            </a:blip>
            <a:srcRect/>
            <a:stretch/>
          </p:blipFill>
          <p:spPr>
            <a:xfrm>
              <a:off x="15679419" y="1471002"/>
              <a:ext cx="761" cy="787"/>
            </a:xfrm>
            <a:prstGeom prst="rect">
              <a:avLst/>
            </a:prstGeom>
            <a:noFill/>
            <a:ln>
              <a:noFill/>
            </a:ln>
          </p:spPr>
        </p:pic>
        <p:pic>
          <p:nvPicPr>
            <p:cNvPr id="77" name="Google Shape;1311;p8"/>
            <p:cNvPicPr preferRelativeResize="0"/>
            <p:nvPr/>
          </p:nvPicPr>
          <p:blipFill rotWithShape="1">
            <a:blip r:embed="rId20">
              <a:alphaModFix/>
            </a:blip>
            <a:srcRect/>
            <a:stretch/>
          </p:blipFill>
          <p:spPr>
            <a:xfrm>
              <a:off x="15943198" y="1229410"/>
              <a:ext cx="1905" cy="1612"/>
            </a:xfrm>
            <a:prstGeom prst="rect">
              <a:avLst/>
            </a:prstGeom>
            <a:noFill/>
            <a:ln>
              <a:noFill/>
            </a:ln>
          </p:spPr>
        </p:pic>
        <p:pic>
          <p:nvPicPr>
            <p:cNvPr id="78" name="Google Shape;1312;p8"/>
            <p:cNvPicPr preferRelativeResize="0"/>
            <p:nvPr/>
          </p:nvPicPr>
          <p:blipFill rotWithShape="1">
            <a:blip r:embed="rId26">
              <a:alphaModFix/>
            </a:blip>
            <a:srcRect/>
            <a:stretch/>
          </p:blipFill>
          <p:spPr>
            <a:xfrm>
              <a:off x="15685389" y="1446009"/>
              <a:ext cx="9270" cy="4178"/>
            </a:xfrm>
            <a:prstGeom prst="rect">
              <a:avLst/>
            </a:prstGeom>
            <a:noFill/>
            <a:ln>
              <a:noFill/>
            </a:ln>
          </p:spPr>
        </p:pic>
        <p:pic>
          <p:nvPicPr>
            <p:cNvPr id="79" name="Google Shape;1313;p8"/>
            <p:cNvPicPr preferRelativeResize="0"/>
            <p:nvPr/>
          </p:nvPicPr>
          <p:blipFill rotWithShape="1">
            <a:blip r:embed="rId48">
              <a:alphaModFix/>
            </a:blip>
            <a:srcRect/>
            <a:stretch/>
          </p:blipFill>
          <p:spPr>
            <a:xfrm>
              <a:off x="15655797" y="1465834"/>
              <a:ext cx="29209" cy="40144"/>
            </a:xfrm>
            <a:prstGeom prst="rect">
              <a:avLst/>
            </a:prstGeom>
            <a:noFill/>
            <a:ln>
              <a:noFill/>
            </a:ln>
          </p:spPr>
        </p:pic>
        <p:pic>
          <p:nvPicPr>
            <p:cNvPr id="80" name="Google Shape;1314;p8"/>
            <p:cNvPicPr preferRelativeResize="0"/>
            <p:nvPr/>
          </p:nvPicPr>
          <p:blipFill rotWithShape="1">
            <a:blip r:embed="rId26">
              <a:alphaModFix/>
            </a:blip>
            <a:srcRect/>
            <a:stretch/>
          </p:blipFill>
          <p:spPr>
            <a:xfrm>
              <a:off x="15917671" y="1204010"/>
              <a:ext cx="1505" cy="1143"/>
            </a:xfrm>
            <a:prstGeom prst="rect">
              <a:avLst/>
            </a:prstGeom>
            <a:noFill/>
            <a:ln>
              <a:noFill/>
            </a:ln>
          </p:spPr>
        </p:pic>
        <p:pic>
          <p:nvPicPr>
            <p:cNvPr id="81" name="Google Shape;1315;p8"/>
            <p:cNvPicPr preferRelativeResize="0"/>
            <p:nvPr/>
          </p:nvPicPr>
          <p:blipFill rotWithShape="1">
            <a:blip r:embed="rId29">
              <a:alphaModFix/>
            </a:blip>
            <a:srcRect/>
            <a:stretch/>
          </p:blipFill>
          <p:spPr>
            <a:xfrm>
              <a:off x="15648432" y="1495513"/>
              <a:ext cx="635" cy="888"/>
            </a:xfrm>
            <a:prstGeom prst="rect">
              <a:avLst/>
            </a:prstGeom>
            <a:noFill/>
            <a:ln>
              <a:noFill/>
            </a:ln>
          </p:spPr>
        </p:pic>
        <p:pic>
          <p:nvPicPr>
            <p:cNvPr id="82" name="Google Shape;1316;p8"/>
            <p:cNvPicPr preferRelativeResize="0"/>
            <p:nvPr/>
          </p:nvPicPr>
          <p:blipFill rotWithShape="1">
            <a:blip r:embed="rId20">
              <a:alphaModFix/>
            </a:blip>
            <a:srcRect/>
            <a:stretch/>
          </p:blipFill>
          <p:spPr>
            <a:xfrm>
              <a:off x="15700883" y="1433957"/>
              <a:ext cx="889" cy="977"/>
            </a:xfrm>
            <a:prstGeom prst="rect">
              <a:avLst/>
            </a:prstGeom>
            <a:noFill/>
            <a:ln>
              <a:noFill/>
            </a:ln>
          </p:spPr>
        </p:pic>
        <p:pic>
          <p:nvPicPr>
            <p:cNvPr id="83" name="Google Shape;1317;p8"/>
            <p:cNvPicPr preferRelativeResize="0"/>
            <p:nvPr/>
          </p:nvPicPr>
          <p:blipFill rotWithShape="1">
            <a:blip r:embed="rId49">
              <a:alphaModFix/>
            </a:blip>
            <a:srcRect/>
            <a:stretch/>
          </p:blipFill>
          <p:spPr>
            <a:xfrm>
              <a:off x="15634335" y="1432801"/>
              <a:ext cx="68198" cy="66688"/>
            </a:xfrm>
            <a:prstGeom prst="rect">
              <a:avLst/>
            </a:prstGeom>
            <a:noFill/>
            <a:ln>
              <a:noFill/>
            </a:ln>
          </p:spPr>
        </p:pic>
        <p:pic>
          <p:nvPicPr>
            <p:cNvPr id="84" name="Google Shape;1318;p8"/>
            <p:cNvPicPr preferRelativeResize="0"/>
            <p:nvPr/>
          </p:nvPicPr>
          <p:blipFill rotWithShape="1">
            <a:blip r:embed="rId50">
              <a:alphaModFix/>
            </a:blip>
            <a:srcRect/>
            <a:stretch/>
          </p:blipFill>
          <p:spPr>
            <a:xfrm>
              <a:off x="15829153" y="1205191"/>
              <a:ext cx="88645" cy="72161"/>
            </a:xfrm>
            <a:prstGeom prst="rect">
              <a:avLst/>
            </a:prstGeom>
            <a:noFill/>
            <a:ln>
              <a:noFill/>
            </a:ln>
          </p:spPr>
        </p:pic>
        <p:pic>
          <p:nvPicPr>
            <p:cNvPr id="85" name="Google Shape;1319;p8"/>
            <p:cNvPicPr preferRelativeResize="0"/>
            <p:nvPr/>
          </p:nvPicPr>
          <p:blipFill rotWithShape="1">
            <a:blip r:embed="rId51">
              <a:alphaModFix/>
            </a:blip>
            <a:srcRect/>
            <a:stretch/>
          </p:blipFill>
          <p:spPr>
            <a:xfrm>
              <a:off x="15914242" y="1200353"/>
              <a:ext cx="12192" cy="4254"/>
            </a:xfrm>
            <a:prstGeom prst="rect">
              <a:avLst/>
            </a:prstGeom>
            <a:noFill/>
            <a:ln>
              <a:noFill/>
            </a:ln>
          </p:spPr>
        </p:pic>
        <p:pic>
          <p:nvPicPr>
            <p:cNvPr id="86" name="Google Shape;1320;p8"/>
            <p:cNvPicPr preferRelativeResize="0"/>
            <p:nvPr/>
          </p:nvPicPr>
          <p:blipFill rotWithShape="1">
            <a:blip r:embed="rId20">
              <a:alphaModFix/>
            </a:blip>
            <a:srcRect/>
            <a:stretch/>
          </p:blipFill>
          <p:spPr>
            <a:xfrm>
              <a:off x="15909036" y="1261630"/>
              <a:ext cx="1143" cy="1028"/>
            </a:xfrm>
            <a:prstGeom prst="rect">
              <a:avLst/>
            </a:prstGeom>
            <a:noFill/>
            <a:ln>
              <a:noFill/>
            </a:ln>
          </p:spPr>
        </p:pic>
        <p:pic>
          <p:nvPicPr>
            <p:cNvPr id="87" name="Google Shape;1321;p8"/>
            <p:cNvPicPr preferRelativeResize="0"/>
            <p:nvPr/>
          </p:nvPicPr>
          <p:blipFill rotWithShape="1">
            <a:blip r:embed="rId52">
              <a:alphaModFix/>
            </a:blip>
            <a:srcRect/>
            <a:stretch/>
          </p:blipFill>
          <p:spPr>
            <a:xfrm>
              <a:off x="15619220" y="1424432"/>
              <a:ext cx="68835" cy="86791"/>
            </a:xfrm>
            <a:prstGeom prst="rect">
              <a:avLst/>
            </a:prstGeom>
            <a:noFill/>
            <a:ln>
              <a:noFill/>
            </a:ln>
          </p:spPr>
        </p:pic>
        <p:pic>
          <p:nvPicPr>
            <p:cNvPr id="88" name="Google Shape;1322;p8"/>
            <p:cNvPicPr preferRelativeResize="0"/>
            <p:nvPr/>
          </p:nvPicPr>
          <p:blipFill rotWithShape="1">
            <a:blip r:embed="rId20">
              <a:alphaModFix/>
            </a:blip>
            <a:srcRect/>
            <a:stretch/>
          </p:blipFill>
          <p:spPr>
            <a:xfrm>
              <a:off x="15663290" y="1472539"/>
              <a:ext cx="507" cy="622"/>
            </a:xfrm>
            <a:prstGeom prst="rect">
              <a:avLst/>
            </a:prstGeom>
            <a:noFill/>
            <a:ln>
              <a:noFill/>
            </a:ln>
          </p:spPr>
        </p:pic>
        <p:pic>
          <p:nvPicPr>
            <p:cNvPr id="89" name="Google Shape;1323;p8"/>
            <p:cNvPicPr preferRelativeResize="0"/>
            <p:nvPr/>
          </p:nvPicPr>
          <p:blipFill rotWithShape="1">
            <a:blip r:embed="rId26">
              <a:alphaModFix/>
            </a:blip>
            <a:srcRect/>
            <a:stretch/>
          </p:blipFill>
          <p:spPr>
            <a:xfrm>
              <a:off x="15915893" y="1250937"/>
              <a:ext cx="9015" cy="7848"/>
            </a:xfrm>
            <a:prstGeom prst="rect">
              <a:avLst/>
            </a:prstGeom>
            <a:noFill/>
            <a:ln>
              <a:noFill/>
            </a:ln>
          </p:spPr>
        </p:pic>
        <p:pic>
          <p:nvPicPr>
            <p:cNvPr id="90" name="Google Shape;1324;p8"/>
            <p:cNvPicPr preferRelativeResize="0"/>
            <p:nvPr/>
          </p:nvPicPr>
          <p:blipFill rotWithShape="1">
            <a:blip r:embed="rId20">
              <a:alphaModFix/>
            </a:blip>
            <a:srcRect/>
            <a:stretch/>
          </p:blipFill>
          <p:spPr>
            <a:xfrm>
              <a:off x="15707867" y="1418907"/>
              <a:ext cx="2158" cy="1447"/>
            </a:xfrm>
            <a:prstGeom prst="rect">
              <a:avLst/>
            </a:prstGeom>
            <a:noFill/>
            <a:ln>
              <a:noFill/>
            </a:ln>
          </p:spPr>
        </p:pic>
        <p:pic>
          <p:nvPicPr>
            <p:cNvPr id="91" name="Google Shape;1325;p8"/>
            <p:cNvPicPr preferRelativeResize="0"/>
            <p:nvPr/>
          </p:nvPicPr>
          <p:blipFill rotWithShape="1">
            <a:blip r:embed="rId20">
              <a:alphaModFix/>
            </a:blip>
            <a:srcRect/>
            <a:stretch/>
          </p:blipFill>
          <p:spPr>
            <a:xfrm>
              <a:off x="15725646" y="1400136"/>
              <a:ext cx="1143" cy="1270"/>
            </a:xfrm>
            <a:prstGeom prst="rect">
              <a:avLst/>
            </a:prstGeom>
            <a:noFill/>
            <a:ln>
              <a:noFill/>
            </a:ln>
          </p:spPr>
        </p:pic>
        <p:pic>
          <p:nvPicPr>
            <p:cNvPr id="92" name="Google Shape;1326;p8"/>
            <p:cNvPicPr preferRelativeResize="0"/>
            <p:nvPr/>
          </p:nvPicPr>
          <p:blipFill rotWithShape="1">
            <a:blip r:embed="rId53">
              <a:alphaModFix/>
            </a:blip>
            <a:srcRect/>
            <a:stretch/>
          </p:blipFill>
          <p:spPr>
            <a:xfrm>
              <a:off x="15939135" y="1190776"/>
              <a:ext cx="30605" cy="35116"/>
            </a:xfrm>
            <a:prstGeom prst="rect">
              <a:avLst/>
            </a:prstGeom>
            <a:noFill/>
            <a:ln>
              <a:noFill/>
            </a:ln>
          </p:spPr>
        </p:pic>
        <p:pic>
          <p:nvPicPr>
            <p:cNvPr id="93" name="Google Shape;1327;p8"/>
            <p:cNvPicPr preferRelativeResize="0"/>
            <p:nvPr/>
          </p:nvPicPr>
          <p:blipFill rotWithShape="1">
            <a:blip r:embed="rId20">
              <a:alphaModFix/>
            </a:blip>
            <a:srcRect/>
            <a:stretch/>
          </p:blipFill>
          <p:spPr>
            <a:xfrm>
              <a:off x="15655289" y="1498752"/>
              <a:ext cx="5080" cy="8280"/>
            </a:xfrm>
            <a:prstGeom prst="rect">
              <a:avLst/>
            </a:prstGeom>
            <a:noFill/>
            <a:ln>
              <a:noFill/>
            </a:ln>
          </p:spPr>
        </p:pic>
        <p:pic>
          <p:nvPicPr>
            <p:cNvPr id="94" name="Google Shape;1328;p8"/>
            <p:cNvPicPr preferRelativeResize="0"/>
            <p:nvPr/>
          </p:nvPicPr>
          <p:blipFill rotWithShape="1">
            <a:blip r:embed="rId26">
              <a:alphaModFix/>
            </a:blip>
            <a:srcRect/>
            <a:stretch/>
          </p:blipFill>
          <p:spPr>
            <a:xfrm>
              <a:off x="15684769" y="1425714"/>
              <a:ext cx="5954" cy="2634"/>
            </a:xfrm>
            <a:prstGeom prst="rect">
              <a:avLst/>
            </a:prstGeom>
            <a:noFill/>
            <a:ln>
              <a:noFill/>
            </a:ln>
          </p:spPr>
        </p:pic>
        <p:pic>
          <p:nvPicPr>
            <p:cNvPr id="95" name="Google Shape;1329;p8"/>
            <p:cNvPicPr preferRelativeResize="0"/>
            <p:nvPr/>
          </p:nvPicPr>
          <p:blipFill rotWithShape="1">
            <a:blip r:embed="rId54">
              <a:alphaModFix/>
            </a:blip>
            <a:srcRect/>
            <a:stretch/>
          </p:blipFill>
          <p:spPr>
            <a:xfrm>
              <a:off x="15656433" y="1444090"/>
              <a:ext cx="39496" cy="47867"/>
            </a:xfrm>
            <a:prstGeom prst="rect">
              <a:avLst/>
            </a:prstGeom>
            <a:noFill/>
            <a:ln>
              <a:noFill/>
            </a:ln>
          </p:spPr>
        </p:pic>
        <p:pic>
          <p:nvPicPr>
            <p:cNvPr id="96" name="Google Shape;1330;p8"/>
            <p:cNvPicPr preferRelativeResize="0"/>
            <p:nvPr/>
          </p:nvPicPr>
          <p:blipFill rotWithShape="1">
            <a:blip r:embed="rId55">
              <a:alphaModFix/>
            </a:blip>
            <a:srcRect/>
            <a:stretch/>
          </p:blipFill>
          <p:spPr>
            <a:xfrm>
              <a:off x="15668877" y="1477454"/>
              <a:ext cx="17778" cy="6591"/>
            </a:xfrm>
            <a:prstGeom prst="rect">
              <a:avLst/>
            </a:prstGeom>
            <a:noFill/>
            <a:ln>
              <a:noFill/>
            </a:ln>
          </p:spPr>
        </p:pic>
        <p:pic>
          <p:nvPicPr>
            <p:cNvPr id="97" name="Google Shape;1331;p8"/>
            <p:cNvPicPr preferRelativeResize="0"/>
            <p:nvPr/>
          </p:nvPicPr>
          <p:blipFill rotWithShape="1">
            <a:blip r:embed="rId26">
              <a:alphaModFix/>
            </a:blip>
            <a:srcRect/>
            <a:stretch/>
          </p:blipFill>
          <p:spPr>
            <a:xfrm>
              <a:off x="15680053" y="1459573"/>
              <a:ext cx="8765" cy="4280"/>
            </a:xfrm>
            <a:prstGeom prst="rect">
              <a:avLst/>
            </a:prstGeom>
            <a:noFill/>
            <a:ln>
              <a:noFill/>
            </a:ln>
          </p:spPr>
        </p:pic>
        <p:pic>
          <p:nvPicPr>
            <p:cNvPr id="98" name="Google Shape;1332;p8"/>
            <p:cNvPicPr preferRelativeResize="0"/>
            <p:nvPr/>
          </p:nvPicPr>
          <p:blipFill rotWithShape="1">
            <a:blip r:embed="rId29">
              <a:alphaModFix/>
            </a:blip>
            <a:srcRect/>
            <a:stretch/>
          </p:blipFill>
          <p:spPr>
            <a:xfrm>
              <a:off x="15669387" y="1490953"/>
              <a:ext cx="381" cy="520"/>
            </a:xfrm>
            <a:prstGeom prst="rect">
              <a:avLst/>
            </a:prstGeom>
            <a:noFill/>
            <a:ln>
              <a:noFill/>
            </a:ln>
          </p:spPr>
        </p:pic>
        <p:pic>
          <p:nvPicPr>
            <p:cNvPr id="99" name="Google Shape;1333;p8"/>
            <p:cNvPicPr preferRelativeResize="0"/>
            <p:nvPr/>
          </p:nvPicPr>
          <p:blipFill rotWithShape="1">
            <a:blip r:embed="rId26">
              <a:alphaModFix/>
            </a:blip>
            <a:srcRect/>
            <a:stretch/>
          </p:blipFill>
          <p:spPr>
            <a:xfrm>
              <a:off x="15651605" y="1493126"/>
              <a:ext cx="5842" cy="4965"/>
            </a:xfrm>
            <a:prstGeom prst="rect">
              <a:avLst/>
            </a:prstGeom>
            <a:noFill/>
            <a:ln>
              <a:noFill/>
            </a:ln>
          </p:spPr>
        </p:pic>
        <p:pic>
          <p:nvPicPr>
            <p:cNvPr id="100" name="Google Shape;1334;p8"/>
            <p:cNvPicPr preferRelativeResize="0"/>
            <p:nvPr/>
          </p:nvPicPr>
          <p:blipFill rotWithShape="1">
            <a:blip r:embed="rId26">
              <a:alphaModFix/>
            </a:blip>
            <a:srcRect/>
            <a:stretch/>
          </p:blipFill>
          <p:spPr>
            <a:xfrm>
              <a:off x="15631794" y="1498498"/>
              <a:ext cx="6730" cy="3238"/>
            </a:xfrm>
            <a:prstGeom prst="rect">
              <a:avLst/>
            </a:prstGeom>
            <a:noFill/>
            <a:ln>
              <a:noFill/>
            </a:ln>
          </p:spPr>
        </p:pic>
        <p:pic>
          <p:nvPicPr>
            <p:cNvPr id="101" name="Google Shape;1335;p8"/>
            <p:cNvPicPr preferRelativeResize="0"/>
            <p:nvPr/>
          </p:nvPicPr>
          <p:blipFill rotWithShape="1">
            <a:blip r:embed="rId20">
              <a:alphaModFix/>
            </a:blip>
            <a:srcRect/>
            <a:stretch/>
          </p:blipFill>
          <p:spPr>
            <a:xfrm>
              <a:off x="15664186" y="1472108"/>
              <a:ext cx="1771" cy="2095"/>
            </a:xfrm>
            <a:prstGeom prst="rect">
              <a:avLst/>
            </a:prstGeom>
            <a:noFill/>
            <a:ln>
              <a:noFill/>
            </a:ln>
          </p:spPr>
        </p:pic>
        <p:pic>
          <p:nvPicPr>
            <p:cNvPr id="102" name="Google Shape;1336;p8"/>
            <p:cNvPicPr preferRelativeResize="0"/>
            <p:nvPr/>
          </p:nvPicPr>
          <p:blipFill rotWithShape="1">
            <a:blip r:embed="rId34">
              <a:alphaModFix/>
            </a:blip>
            <a:srcRect/>
            <a:stretch/>
          </p:blipFill>
          <p:spPr>
            <a:xfrm>
              <a:off x="15706090" y="1456893"/>
              <a:ext cx="506" cy="1969"/>
            </a:xfrm>
            <a:prstGeom prst="rect">
              <a:avLst/>
            </a:prstGeom>
            <a:noFill/>
            <a:ln>
              <a:noFill/>
            </a:ln>
          </p:spPr>
        </p:pic>
        <p:pic>
          <p:nvPicPr>
            <p:cNvPr id="103" name="Google Shape;1337;p8"/>
            <p:cNvPicPr preferRelativeResize="0"/>
            <p:nvPr/>
          </p:nvPicPr>
          <p:blipFill rotWithShape="1">
            <a:blip r:embed="rId30">
              <a:alphaModFix/>
            </a:blip>
            <a:srcRect/>
            <a:stretch/>
          </p:blipFill>
          <p:spPr>
            <a:xfrm>
              <a:off x="15656941" y="1470773"/>
              <a:ext cx="17016" cy="21108"/>
            </a:xfrm>
            <a:prstGeom prst="rect">
              <a:avLst/>
            </a:prstGeom>
            <a:noFill/>
            <a:ln>
              <a:noFill/>
            </a:ln>
          </p:spPr>
        </p:pic>
        <p:pic>
          <p:nvPicPr>
            <p:cNvPr id="104" name="Google Shape;1338;p8"/>
            <p:cNvPicPr preferRelativeResize="0"/>
            <p:nvPr/>
          </p:nvPicPr>
          <p:blipFill rotWithShape="1">
            <a:blip r:embed="rId20">
              <a:alphaModFix/>
            </a:blip>
            <a:srcRect/>
            <a:stretch/>
          </p:blipFill>
          <p:spPr>
            <a:xfrm>
              <a:off x="15715488" y="1411998"/>
              <a:ext cx="381" cy="431"/>
            </a:xfrm>
            <a:prstGeom prst="rect">
              <a:avLst/>
            </a:prstGeom>
            <a:noFill/>
            <a:ln>
              <a:noFill/>
            </a:ln>
          </p:spPr>
        </p:pic>
        <p:pic>
          <p:nvPicPr>
            <p:cNvPr id="105" name="Google Shape;1339;p8"/>
            <p:cNvPicPr preferRelativeResize="0"/>
            <p:nvPr/>
          </p:nvPicPr>
          <p:blipFill rotWithShape="1">
            <a:blip r:embed="rId20">
              <a:alphaModFix/>
            </a:blip>
            <a:srcRect/>
            <a:stretch/>
          </p:blipFill>
          <p:spPr>
            <a:xfrm>
              <a:off x="15712058" y="1431912"/>
              <a:ext cx="2412" cy="2946"/>
            </a:xfrm>
            <a:prstGeom prst="rect">
              <a:avLst/>
            </a:prstGeom>
            <a:noFill/>
            <a:ln>
              <a:noFill/>
            </a:ln>
          </p:spPr>
        </p:pic>
        <p:pic>
          <p:nvPicPr>
            <p:cNvPr id="106" name="Google Shape;1340;p8"/>
            <p:cNvPicPr preferRelativeResize="0"/>
            <p:nvPr/>
          </p:nvPicPr>
          <p:blipFill rotWithShape="1">
            <a:blip r:embed="rId20">
              <a:alphaModFix/>
            </a:blip>
            <a:srcRect/>
            <a:stretch/>
          </p:blipFill>
          <p:spPr>
            <a:xfrm>
              <a:off x="15675229" y="1439290"/>
              <a:ext cx="4826" cy="4927"/>
            </a:xfrm>
            <a:prstGeom prst="rect">
              <a:avLst/>
            </a:prstGeom>
            <a:noFill/>
            <a:ln>
              <a:noFill/>
            </a:ln>
          </p:spPr>
        </p:pic>
        <p:pic>
          <p:nvPicPr>
            <p:cNvPr id="107" name="Google Shape;1341;p8"/>
            <p:cNvPicPr preferRelativeResize="0"/>
            <p:nvPr/>
          </p:nvPicPr>
          <p:blipFill rotWithShape="1">
            <a:blip r:embed="rId30">
              <a:alphaModFix/>
            </a:blip>
            <a:srcRect/>
            <a:stretch/>
          </p:blipFill>
          <p:spPr>
            <a:xfrm>
              <a:off x="15721076" y="1371777"/>
              <a:ext cx="13462" cy="20748"/>
            </a:xfrm>
            <a:prstGeom prst="rect">
              <a:avLst/>
            </a:prstGeom>
            <a:noFill/>
            <a:ln>
              <a:noFill/>
            </a:ln>
          </p:spPr>
        </p:pic>
        <p:pic>
          <p:nvPicPr>
            <p:cNvPr id="108" name="Google Shape;1342;p8"/>
            <p:cNvPicPr preferRelativeResize="0"/>
            <p:nvPr/>
          </p:nvPicPr>
          <p:blipFill rotWithShape="1">
            <a:blip r:embed="rId29">
              <a:alphaModFix/>
            </a:blip>
            <a:srcRect/>
            <a:stretch/>
          </p:blipFill>
          <p:spPr>
            <a:xfrm>
              <a:off x="15649829" y="1507413"/>
              <a:ext cx="380" cy="431"/>
            </a:xfrm>
            <a:prstGeom prst="rect">
              <a:avLst/>
            </a:prstGeom>
            <a:noFill/>
            <a:ln>
              <a:noFill/>
            </a:ln>
          </p:spPr>
        </p:pic>
        <p:pic>
          <p:nvPicPr>
            <p:cNvPr id="109" name="Google Shape;1343;p8"/>
            <p:cNvPicPr preferRelativeResize="0"/>
            <p:nvPr/>
          </p:nvPicPr>
          <p:blipFill rotWithShape="1">
            <a:blip r:embed="rId56">
              <a:alphaModFix/>
            </a:blip>
            <a:srcRect/>
            <a:stretch/>
          </p:blipFill>
          <p:spPr>
            <a:xfrm>
              <a:off x="15643097" y="1430008"/>
              <a:ext cx="72643" cy="68173"/>
            </a:xfrm>
            <a:prstGeom prst="rect">
              <a:avLst/>
            </a:prstGeom>
            <a:noFill/>
            <a:ln>
              <a:noFill/>
            </a:ln>
          </p:spPr>
        </p:pic>
        <p:pic>
          <p:nvPicPr>
            <p:cNvPr id="110" name="Google Shape;1344;p8"/>
            <p:cNvPicPr preferRelativeResize="0"/>
            <p:nvPr/>
          </p:nvPicPr>
          <p:blipFill rotWithShape="1">
            <a:blip r:embed="rId57">
              <a:alphaModFix/>
            </a:blip>
            <a:srcRect/>
            <a:stretch/>
          </p:blipFill>
          <p:spPr>
            <a:xfrm>
              <a:off x="15646147" y="1421586"/>
              <a:ext cx="64895" cy="73330"/>
            </a:xfrm>
            <a:prstGeom prst="rect">
              <a:avLst/>
            </a:prstGeom>
            <a:noFill/>
            <a:ln>
              <a:noFill/>
            </a:ln>
          </p:spPr>
        </p:pic>
        <p:pic>
          <p:nvPicPr>
            <p:cNvPr id="111" name="Google Shape;1345;p8"/>
            <p:cNvPicPr preferRelativeResize="0"/>
            <p:nvPr/>
          </p:nvPicPr>
          <p:blipFill rotWithShape="1">
            <a:blip r:embed="rId20">
              <a:alphaModFix/>
            </a:blip>
            <a:srcRect/>
            <a:stretch/>
          </p:blipFill>
          <p:spPr>
            <a:xfrm>
              <a:off x="15847440" y="1259954"/>
              <a:ext cx="507" cy="431"/>
            </a:xfrm>
            <a:prstGeom prst="rect">
              <a:avLst/>
            </a:prstGeom>
            <a:noFill/>
            <a:ln>
              <a:noFill/>
            </a:ln>
          </p:spPr>
        </p:pic>
        <p:pic>
          <p:nvPicPr>
            <p:cNvPr id="112" name="Google Shape;1346;p8"/>
            <p:cNvPicPr preferRelativeResize="0"/>
            <p:nvPr/>
          </p:nvPicPr>
          <p:blipFill rotWithShape="1">
            <a:blip r:embed="rId58">
              <a:alphaModFix/>
            </a:blip>
            <a:srcRect/>
            <a:stretch/>
          </p:blipFill>
          <p:spPr>
            <a:xfrm>
              <a:off x="15862679" y="1222285"/>
              <a:ext cx="26417" cy="27127"/>
            </a:xfrm>
            <a:prstGeom prst="rect">
              <a:avLst/>
            </a:prstGeom>
            <a:noFill/>
            <a:ln>
              <a:noFill/>
            </a:ln>
          </p:spPr>
        </p:pic>
        <p:pic>
          <p:nvPicPr>
            <p:cNvPr id="113" name="Google Shape;1347;p8"/>
            <p:cNvPicPr preferRelativeResize="0"/>
            <p:nvPr/>
          </p:nvPicPr>
          <p:blipFill rotWithShape="1">
            <a:blip r:embed="rId38">
              <a:alphaModFix/>
            </a:blip>
            <a:srcRect/>
            <a:stretch/>
          </p:blipFill>
          <p:spPr>
            <a:xfrm>
              <a:off x="15671037" y="1452867"/>
              <a:ext cx="13716" cy="10439"/>
            </a:xfrm>
            <a:prstGeom prst="rect">
              <a:avLst/>
            </a:prstGeom>
            <a:noFill/>
            <a:ln>
              <a:noFill/>
            </a:ln>
          </p:spPr>
        </p:pic>
        <p:pic>
          <p:nvPicPr>
            <p:cNvPr id="114" name="Google Shape;1348;p8"/>
            <p:cNvPicPr preferRelativeResize="0"/>
            <p:nvPr/>
          </p:nvPicPr>
          <p:blipFill rotWithShape="1">
            <a:blip r:embed="rId20">
              <a:alphaModFix/>
            </a:blip>
            <a:srcRect/>
            <a:stretch/>
          </p:blipFill>
          <p:spPr>
            <a:xfrm>
              <a:off x="15720694" y="1412227"/>
              <a:ext cx="380" cy="406"/>
            </a:xfrm>
            <a:prstGeom prst="rect">
              <a:avLst/>
            </a:prstGeom>
            <a:noFill/>
            <a:ln>
              <a:noFill/>
            </a:ln>
          </p:spPr>
        </p:pic>
        <p:pic>
          <p:nvPicPr>
            <p:cNvPr id="115" name="Google Shape;1349;p8"/>
            <p:cNvPicPr preferRelativeResize="0"/>
            <p:nvPr/>
          </p:nvPicPr>
          <p:blipFill rotWithShape="1">
            <a:blip r:embed="rId38">
              <a:alphaModFix/>
            </a:blip>
            <a:srcRect/>
            <a:stretch/>
          </p:blipFill>
          <p:spPr>
            <a:xfrm>
              <a:off x="15703041" y="1453451"/>
              <a:ext cx="6813" cy="8280"/>
            </a:xfrm>
            <a:prstGeom prst="rect">
              <a:avLst/>
            </a:prstGeom>
            <a:noFill/>
            <a:ln>
              <a:noFill/>
            </a:ln>
          </p:spPr>
        </p:pic>
        <p:pic>
          <p:nvPicPr>
            <p:cNvPr id="116" name="Google Shape;1350;p8"/>
            <p:cNvPicPr preferRelativeResize="0"/>
            <p:nvPr/>
          </p:nvPicPr>
          <p:blipFill rotWithShape="1">
            <a:blip r:embed="rId20">
              <a:alphaModFix/>
            </a:blip>
            <a:srcRect/>
            <a:stretch/>
          </p:blipFill>
          <p:spPr>
            <a:xfrm>
              <a:off x="15743428" y="1388706"/>
              <a:ext cx="1779" cy="1498"/>
            </a:xfrm>
            <a:prstGeom prst="rect">
              <a:avLst/>
            </a:prstGeom>
            <a:noFill/>
            <a:ln>
              <a:noFill/>
            </a:ln>
          </p:spPr>
        </p:pic>
        <p:pic>
          <p:nvPicPr>
            <p:cNvPr id="117" name="Google Shape;1351;p8"/>
            <p:cNvPicPr preferRelativeResize="0"/>
            <p:nvPr/>
          </p:nvPicPr>
          <p:blipFill rotWithShape="1">
            <a:blip r:embed="rId20">
              <a:alphaModFix/>
            </a:blip>
            <a:srcRect/>
            <a:stretch/>
          </p:blipFill>
          <p:spPr>
            <a:xfrm>
              <a:off x="15921353" y="1232230"/>
              <a:ext cx="253" cy="241"/>
            </a:xfrm>
            <a:prstGeom prst="rect">
              <a:avLst/>
            </a:prstGeom>
            <a:noFill/>
            <a:ln>
              <a:noFill/>
            </a:ln>
          </p:spPr>
        </p:pic>
      </p:gr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pic>
        <p:nvPicPr>
          <p:cNvPr id="5" name="Google Shape;214;p2"/>
          <p:cNvPicPr preferRelativeResize="0"/>
          <p:nvPr/>
        </p:nvPicPr>
        <p:blipFill rotWithShape="1">
          <a:blip r:embed="rId3">
            <a:alphaModFix/>
          </a:blip>
          <a:srcRect/>
          <a:stretch/>
        </p:blipFill>
        <p:spPr>
          <a:xfrm>
            <a:off x="0" y="1254"/>
            <a:ext cx="12192000" cy="6856745"/>
          </a:xfrm>
          <a:prstGeom prst="rect">
            <a:avLst/>
          </a:prstGeom>
          <a:noFill/>
          <a:ln>
            <a:noFill/>
          </a:ln>
        </p:spPr>
      </p:pic>
      <p:sp>
        <p:nvSpPr>
          <p:cNvPr id="737" name="Google Shape;737;p50"/>
          <p:cNvSpPr/>
          <p:nvPr/>
        </p:nvSpPr>
        <p:spPr>
          <a:xfrm>
            <a:off x="1021213" y="1217498"/>
            <a:ext cx="11170787" cy="469402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lt1"/>
                </a:solidFill>
                <a:latin typeface="Arial"/>
                <a:ea typeface="Arial"/>
                <a:cs typeface="Arial"/>
                <a:sym typeface="Arial"/>
              </a:rPr>
              <a:t>¡</a:t>
            </a:r>
            <a:r>
              <a:rPr lang="es-ES" sz="7200" b="0" i="0" u="none" strike="noStrike" cap="none" dirty="0">
                <a:solidFill>
                  <a:schemeClr val="tx1"/>
                </a:solidFill>
                <a:latin typeface="Gotham Rounded" pitchFamily="50" charset="0"/>
                <a:sym typeface="Arial"/>
              </a:rPr>
              <a:t>Ya tenemos todo instalado!</a:t>
            </a:r>
            <a:endParaRPr sz="1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Gotham Rounded" pitchFamily="50" charset="0"/>
                <a:sym typeface="Arial"/>
              </a:rPr>
              <a:t>Empezamos con HTML</a:t>
            </a:r>
            <a:endParaRPr sz="1400" b="0" i="0" u="none" strike="noStrike" cap="none" dirty="0">
              <a:solidFill>
                <a:schemeClr val="tx1"/>
              </a:solidFill>
              <a:latin typeface="Gotham Rounded" pitchFamily="50" charset="0"/>
              <a:sym typeface="Arial"/>
            </a:endParaRPr>
          </a:p>
        </p:txBody>
      </p:sp>
      <p:pic>
        <p:nvPicPr>
          <p:cNvPr id="738" name="Google Shape;738;p50"/>
          <p:cNvPicPr preferRelativeResize="0"/>
          <p:nvPr/>
        </p:nvPicPr>
        <p:blipFill rotWithShape="1">
          <a:blip r:embed="rId4">
            <a:alphaModFix/>
          </a:blip>
          <a:srcRect/>
          <a:stretch/>
        </p:blipFill>
        <p:spPr>
          <a:xfrm>
            <a:off x="5377542" y="642393"/>
            <a:ext cx="1436916" cy="1436916"/>
          </a:xfrm>
          <a:prstGeom prst="rect">
            <a:avLst/>
          </a:prstGeom>
          <a:noFill/>
          <a:ln>
            <a:noFill/>
          </a:ln>
        </p:spPr>
      </p:pic>
    </p:spTree>
  </p:cSld>
  <p:clrMapOvr>
    <a:masterClrMapping/>
  </p:clrMapOvr>
  <p:transition spd="slow">
    <p:push/>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sp>
        <p:nvSpPr>
          <p:cNvPr id="744" name="Google Shape;744;p51"/>
          <p:cNvSpPr/>
          <p:nvPr/>
        </p:nvSpPr>
        <p:spPr>
          <a:xfrm>
            <a:off x="3936619" y="826629"/>
            <a:ext cx="7497390" cy="5196113"/>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a:solidFill>
                  <a:schemeClr val="tx1"/>
                </a:solidFill>
                <a:latin typeface="Gotham Rounded" pitchFamily="50" charset="0"/>
                <a:sym typeface="Arial"/>
              </a:rPr>
              <a:t>HTML</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600"/>
              <a:buFont typeface="Arial"/>
              <a:buNone/>
            </a:pPr>
            <a:r>
              <a:rPr lang="es-ES" sz="3600" b="0" i="0" u="none" strike="noStrike" cap="none" dirty="0">
                <a:solidFill>
                  <a:schemeClr val="tx1"/>
                </a:solidFill>
                <a:latin typeface="Gotham Rounded" pitchFamily="50" charset="0"/>
                <a:sym typeface="Arial"/>
              </a:rPr>
              <a:t>Es un </a:t>
            </a:r>
            <a:r>
              <a:rPr lang="es-ES" sz="3600" b="1" i="0" u="none" strike="noStrike" cap="none" dirty="0">
                <a:solidFill>
                  <a:schemeClr val="tx1"/>
                </a:solidFill>
                <a:latin typeface="Gotham Rounded" pitchFamily="50" charset="0"/>
                <a:sym typeface="Arial"/>
              </a:rPr>
              <a:t>lenguaje de marcado</a:t>
            </a:r>
            <a:r>
              <a:rPr lang="es-ES" sz="3600" b="0" i="0" u="none" strike="noStrike" cap="none" dirty="0">
                <a:solidFill>
                  <a:schemeClr val="tx1"/>
                </a:solidFill>
                <a:latin typeface="Gotham Rounded" pitchFamily="50" charset="0"/>
                <a:sym typeface="Arial"/>
              </a:rPr>
              <a:t>. Su función es estructurar los elementos que componen un sitio web (textos, imágenes, botones, etc.) de una forma </a:t>
            </a:r>
            <a:r>
              <a:rPr lang="es-ES" sz="3600" b="0" i="0" u="sng" strike="noStrike" cap="none" dirty="0">
                <a:solidFill>
                  <a:schemeClr val="tx1"/>
                </a:solidFill>
                <a:latin typeface="Gotham Rounded" pitchFamily="50" charset="0"/>
                <a:sym typeface="Arial"/>
              </a:rPr>
              <a:t>jerárquica</a:t>
            </a:r>
            <a:r>
              <a:rPr lang="es-ES" sz="3600" b="0" i="0" u="none" strike="noStrike" cap="none" dirty="0">
                <a:solidFill>
                  <a:schemeClr val="tx1"/>
                </a:solidFill>
                <a:latin typeface="Gotham Rounded" pitchFamily="50" charset="0"/>
                <a:sym typeface="Arial"/>
              </a:rPr>
              <a:t>.</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600"/>
              <a:buFont typeface="Arial"/>
              <a:buNone/>
            </a:pPr>
            <a:endParaRPr sz="36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Volvamos a ver a ver el ejemplo del</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principio de la clase…</a:t>
            </a:r>
            <a:endParaRPr sz="1400" b="0" i="0" u="none" strike="noStrike" cap="none" dirty="0">
              <a:solidFill>
                <a:schemeClr val="tx1"/>
              </a:solidFill>
              <a:latin typeface="Gotham Rounded" pitchFamily="50" charset="0"/>
              <a:sym typeface="Arial"/>
            </a:endParaRPr>
          </a:p>
        </p:txBody>
      </p:sp>
      <p:pic>
        <p:nvPicPr>
          <p:cNvPr id="745" name="Google Shape;745;p51"/>
          <p:cNvPicPr preferRelativeResize="0"/>
          <p:nvPr/>
        </p:nvPicPr>
        <p:blipFill rotWithShape="1">
          <a:blip r:embed="rId3">
            <a:alphaModFix/>
          </a:blip>
          <a:srcRect l="4665" r="71737"/>
          <a:stretch/>
        </p:blipFill>
        <p:spPr>
          <a:xfrm>
            <a:off x="1244661" y="2078511"/>
            <a:ext cx="1682643" cy="2700977"/>
          </a:xfrm>
          <a:prstGeom prst="rect">
            <a:avLst/>
          </a:prstGeom>
          <a:noFill/>
          <a:ln>
            <a:noFill/>
          </a:ln>
        </p:spPr>
      </p:pic>
      <p:pic>
        <p:nvPicPr>
          <p:cNvPr id="746" name="Google Shape;746;p51" descr="Icono&#10;&#10;Descripción generada automáticamente"/>
          <p:cNvPicPr preferRelativeResize="0"/>
          <p:nvPr/>
        </p:nvPicPr>
        <p:blipFill rotWithShape="1">
          <a:blip r:embed="rId4">
            <a:alphaModFix/>
          </a:blip>
          <a:srcRect/>
          <a:stretch/>
        </p:blipFill>
        <p:spPr>
          <a:xfrm>
            <a:off x="11680652" y="184715"/>
            <a:ext cx="301974" cy="301614"/>
          </a:xfrm>
          <a:prstGeom prst="rect">
            <a:avLst/>
          </a:prstGeom>
          <a:noFill/>
          <a:ln>
            <a:noFill/>
          </a:ln>
        </p:spPr>
      </p:pic>
      <p:pic>
        <p:nvPicPr>
          <p:cNvPr id="5" name="Google Shape;1102;p6"/>
          <p:cNvPicPr preferRelativeResize="0"/>
          <p:nvPr/>
        </p:nvPicPr>
        <p:blipFill rotWithShape="1">
          <a:blip r:embed="rId5">
            <a:alphaModFix/>
          </a:blip>
          <a:srcRect/>
          <a:stretch/>
        </p:blipFill>
        <p:spPr>
          <a:xfrm>
            <a:off x="4147635" y="0"/>
            <a:ext cx="8044365" cy="6858000"/>
          </a:xfrm>
          <a:prstGeom prst="rect">
            <a:avLst/>
          </a:prstGeom>
          <a:noFill/>
          <a:ln>
            <a:noFill/>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p52"/>
          <p:cNvSpPr/>
          <p:nvPr/>
        </p:nvSpPr>
        <p:spPr>
          <a:xfrm>
            <a:off x="496570" y="2128445"/>
            <a:ext cx="1279383" cy="257736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s-ES" sz="3200" b="1" i="0" u="none" strike="noStrike" cap="none" dirty="0">
                <a:solidFill>
                  <a:srgbClr val="EC7320"/>
                </a:solidFill>
                <a:latin typeface="Gotham Rounded" pitchFamily="50" charset="0"/>
                <a:sym typeface="Arial"/>
              </a:rPr>
              <a:t>Sitio</a:t>
            </a:r>
            <a:endParaRPr sz="1400" b="0" i="0" u="none" strike="noStrike" cap="none" dirty="0">
              <a:solidFill>
                <a:srgbClr val="EC7320"/>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3200"/>
              <a:buFont typeface="Arial"/>
              <a:buNone/>
            </a:pPr>
            <a:r>
              <a:rPr lang="es-ES" sz="3200" b="1" i="0" u="none" strike="noStrike" cap="none" dirty="0">
                <a:solidFill>
                  <a:srgbClr val="EC7320"/>
                </a:solidFill>
                <a:latin typeface="Gotham Rounded" pitchFamily="50" charset="0"/>
                <a:sym typeface="Arial"/>
              </a:rPr>
              <a:t>Web</a:t>
            </a:r>
            <a:endParaRPr sz="3200" b="1" i="0" u="none" strike="noStrike" cap="none" dirty="0">
              <a:solidFill>
                <a:srgbClr val="EC7320"/>
              </a:solidFill>
              <a:latin typeface="Gotham Rounded" pitchFamily="50" charset="0"/>
              <a:sym typeface="Arial"/>
            </a:endParaRPr>
          </a:p>
        </p:txBody>
      </p:sp>
      <p:sp>
        <p:nvSpPr>
          <p:cNvPr id="753" name="Google Shape;753;p52"/>
          <p:cNvSpPr/>
          <p:nvPr/>
        </p:nvSpPr>
        <p:spPr>
          <a:xfrm>
            <a:off x="2011995" y="1608708"/>
            <a:ext cx="304800" cy="3640585"/>
          </a:xfrm>
          <a:prstGeom prst="leftBrace">
            <a:avLst>
              <a:gd name="adj1" fmla="val 8333"/>
              <a:gd name="adj2" fmla="val 50000"/>
            </a:avLst>
          </a:prstGeom>
          <a:ln>
            <a:headEnd type="none" w="sm" len="sm"/>
            <a:tailEnd type="none" w="sm" len="sm"/>
          </a:ln>
        </p:spPr>
        <p:style>
          <a:lnRef idx="1">
            <a:schemeClr val="dk1"/>
          </a:lnRef>
          <a:fillRef idx="0">
            <a:schemeClr val="dk1"/>
          </a:fillRef>
          <a:effectRef idx="0">
            <a:schemeClr val="dk1"/>
          </a:effectRef>
          <a:fontRef idx="minor">
            <a:schemeClr val="tx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54" name="Google Shape;754;p52"/>
          <p:cNvSpPr/>
          <p:nvPr/>
        </p:nvSpPr>
        <p:spPr>
          <a:xfrm>
            <a:off x="2633903" y="910546"/>
            <a:ext cx="2011544" cy="503691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dirty="0">
                <a:solidFill>
                  <a:srgbClr val="EC7320"/>
                </a:solidFill>
                <a:latin typeface="Gotham Rounded" pitchFamily="50" charset="0"/>
                <a:sym typeface="Arial"/>
              </a:rPr>
              <a:t>Cabeza</a:t>
            </a:r>
            <a:endParaRPr sz="1400" b="0" i="0" u="none" strike="noStrike" cap="none" dirty="0">
              <a:solidFill>
                <a:srgbClr val="EC7320"/>
              </a:solidFill>
              <a:latin typeface="Gotham Rounded" pitchFamily="50" charset="0"/>
              <a:sym typeface="Arial"/>
            </a:endParaRPr>
          </a:p>
          <a:p>
            <a:pPr marL="0" marR="0" lvl="0" indent="0" algn="l" rtl="0">
              <a:lnSpc>
                <a:spcPct val="100000"/>
              </a:lnSpc>
              <a:spcBef>
                <a:spcPts val="0"/>
              </a:spcBef>
              <a:spcAft>
                <a:spcPts val="0"/>
              </a:spcAft>
              <a:buClr>
                <a:srgbClr val="000000"/>
              </a:buClr>
              <a:buSzPts val="2800"/>
              <a:buFont typeface="Arial"/>
              <a:buNone/>
            </a:pPr>
            <a:r>
              <a:rPr lang="es-ES" sz="2800" b="0" i="0" u="none" strike="noStrike" cap="none" dirty="0">
                <a:solidFill>
                  <a:srgbClr val="EC7320"/>
                </a:solidFill>
                <a:latin typeface="Gotham Rounded" pitchFamily="50" charset="0"/>
                <a:sym typeface="Arial"/>
              </a:rPr>
              <a:t>&lt;head</a:t>
            </a:r>
            <a:r>
              <a:rPr lang="es-ES" sz="2800" b="0" i="0" u="none" strike="noStrike" cap="none" dirty="0">
                <a:solidFill>
                  <a:srgbClr val="EC7320"/>
                </a:solidFill>
                <a:latin typeface="Arial"/>
                <a:ea typeface="Arial"/>
                <a:cs typeface="Arial"/>
                <a:sym typeface="Arial"/>
              </a:rPr>
              <a:t>&gt;</a:t>
            </a:r>
            <a:endParaRPr sz="1400" b="0" i="0" u="none" strike="noStrike" cap="none" dirty="0">
              <a:solidFill>
                <a:srgbClr val="EC732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s-ES" sz="2800" b="0" i="0" u="none" strike="noStrike" cap="none" dirty="0">
                <a:solidFill>
                  <a:srgbClr val="EC7320"/>
                </a:solidFill>
                <a:latin typeface="Gotham Rounded" pitchFamily="50" charset="0"/>
                <a:sym typeface="Arial"/>
              </a:rPr>
              <a:t>Cuerpo</a:t>
            </a:r>
            <a:endParaRPr sz="1400" b="0" i="0" u="none" strike="noStrike" cap="none" dirty="0">
              <a:solidFill>
                <a:srgbClr val="EC7320"/>
              </a:solidFill>
              <a:latin typeface="Gotham Rounded" pitchFamily="50" charset="0"/>
              <a:sym typeface="Arial"/>
            </a:endParaRPr>
          </a:p>
          <a:p>
            <a:pPr marL="0" marR="0" lvl="0" indent="0" algn="l" rtl="0">
              <a:lnSpc>
                <a:spcPct val="100000"/>
              </a:lnSpc>
              <a:spcBef>
                <a:spcPts val="0"/>
              </a:spcBef>
              <a:spcAft>
                <a:spcPts val="0"/>
              </a:spcAft>
              <a:buClr>
                <a:srgbClr val="000000"/>
              </a:buClr>
              <a:buSzPts val="2800"/>
              <a:buFont typeface="Arial"/>
              <a:buNone/>
            </a:pPr>
            <a:r>
              <a:rPr lang="es-ES" sz="2800" b="0" i="0" u="none" strike="noStrike" cap="none" dirty="0">
                <a:solidFill>
                  <a:srgbClr val="EC7320"/>
                </a:solidFill>
                <a:latin typeface="Gotham Rounded" pitchFamily="50" charset="0"/>
                <a:sym typeface="Arial"/>
              </a:rPr>
              <a:t>&lt;</a:t>
            </a:r>
            <a:r>
              <a:rPr lang="es-ES" sz="2800" b="0" i="0" u="none" strike="noStrike" cap="none" dirty="0" err="1">
                <a:solidFill>
                  <a:srgbClr val="EC7320"/>
                </a:solidFill>
                <a:latin typeface="Gotham Rounded" pitchFamily="50" charset="0"/>
                <a:sym typeface="Arial"/>
              </a:rPr>
              <a:t>body</a:t>
            </a:r>
            <a:r>
              <a:rPr lang="es-ES" sz="2800" b="0" i="0" u="none" strike="noStrike" cap="none" dirty="0">
                <a:solidFill>
                  <a:srgbClr val="EC7320"/>
                </a:solidFill>
                <a:latin typeface="Gotham Rounded" pitchFamily="50" charset="0"/>
                <a:sym typeface="Arial"/>
              </a:rPr>
              <a:t>&gt;</a:t>
            </a:r>
            <a:endParaRPr sz="1400" b="0" i="0" u="none" strike="noStrike" cap="none" dirty="0">
              <a:solidFill>
                <a:srgbClr val="EC7320"/>
              </a:solidFill>
              <a:latin typeface="Gotham Rounded" pitchFamily="50" charset="0"/>
              <a:sym typeface="Arial"/>
            </a:endParaRPr>
          </a:p>
        </p:txBody>
      </p:sp>
      <p:sp>
        <p:nvSpPr>
          <p:cNvPr id="755" name="Google Shape;755;p52"/>
          <p:cNvSpPr/>
          <p:nvPr/>
        </p:nvSpPr>
        <p:spPr>
          <a:xfrm>
            <a:off x="4244454" y="768426"/>
            <a:ext cx="248856" cy="1802392"/>
          </a:xfrm>
          <a:prstGeom prst="leftBrace">
            <a:avLst>
              <a:gd name="adj1" fmla="val 8333"/>
              <a:gd name="adj2" fmla="val 50000"/>
            </a:avLst>
          </a:prstGeom>
          <a:ln>
            <a:headEnd type="none" w="sm" len="sm"/>
            <a:tailEnd type="none" w="sm" len="sm"/>
          </a:ln>
        </p:spPr>
        <p:style>
          <a:lnRef idx="1">
            <a:schemeClr val="dk1"/>
          </a:lnRef>
          <a:fillRef idx="0">
            <a:schemeClr val="dk1"/>
          </a:fillRef>
          <a:effectRef idx="0">
            <a:schemeClr val="dk1"/>
          </a:effectRef>
          <a:fontRef idx="minor">
            <a:schemeClr val="tx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56" name="Google Shape;756;p52"/>
          <p:cNvSpPr/>
          <p:nvPr/>
        </p:nvSpPr>
        <p:spPr>
          <a:xfrm>
            <a:off x="4840969" y="312128"/>
            <a:ext cx="6416644" cy="2610541"/>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Clr>
                <a:srgbClr val="000000"/>
              </a:buClr>
              <a:buSzPts val="2400"/>
              <a:buFont typeface="Arial"/>
              <a:buNone/>
            </a:pPr>
            <a:r>
              <a:rPr lang="es-ES" sz="2400" b="0" i="0" u="none" strike="noStrike" cap="none" dirty="0">
                <a:solidFill>
                  <a:srgbClr val="EC7320"/>
                </a:solidFill>
                <a:latin typeface="Gotham Rounded" pitchFamily="50" charset="0"/>
                <a:sym typeface="Arial"/>
              </a:rPr>
              <a:t>Metadatos</a:t>
            </a:r>
            <a:r>
              <a:rPr lang="es-ES" sz="2400" b="0" i="0" u="none" strike="noStrike" cap="none" dirty="0">
                <a:solidFill>
                  <a:schemeClr val="tx1"/>
                </a:solidFill>
                <a:latin typeface="Gotham Rounded" pitchFamily="50" charset="0"/>
                <a:sym typeface="Arial"/>
              </a:rPr>
              <a:t> </a:t>
            </a:r>
            <a:r>
              <a:rPr lang="es-ES" sz="1600" b="0" i="1" u="none" strike="noStrike" cap="none" dirty="0">
                <a:solidFill>
                  <a:schemeClr val="tx1"/>
                </a:solidFill>
                <a:latin typeface="Gotham Rounded" pitchFamily="50" charset="0"/>
                <a:sym typeface="Arial"/>
              </a:rPr>
              <a:t>(son datos del mismo archivo: nombre de autor/a, nombre del sitio, idioma, palabras claves, </a:t>
            </a:r>
            <a:r>
              <a:rPr lang="es-ES" sz="1600" b="0" i="1" u="none" strike="noStrike" cap="none" dirty="0" err="1">
                <a:solidFill>
                  <a:schemeClr val="tx1"/>
                </a:solidFill>
                <a:latin typeface="Gotham Rounded" pitchFamily="50" charset="0"/>
                <a:sym typeface="Arial"/>
              </a:rPr>
              <a:t>etc</a:t>
            </a:r>
            <a:r>
              <a:rPr lang="es-ES" sz="1600" b="0" i="1" u="none" strike="noStrike" cap="none" dirty="0">
                <a:solidFill>
                  <a:schemeClr val="tx1"/>
                </a:solidFill>
                <a:latin typeface="Gotham Rounded" pitchFamily="50" charset="0"/>
                <a:sym typeface="Arial"/>
              </a:rPr>
              <a:t>) </a:t>
            </a:r>
            <a:br>
              <a:rPr lang="es-ES" sz="1600" b="0" i="1" u="none" strike="noStrike" cap="none" dirty="0">
                <a:solidFill>
                  <a:schemeClr val="tx1"/>
                </a:solidFill>
                <a:latin typeface="Gotham Rounded" pitchFamily="50" charset="0"/>
                <a:sym typeface="Arial"/>
              </a:rPr>
            </a:br>
            <a:r>
              <a:rPr lang="es-ES" sz="1600" b="0" i="1" u="none" strike="noStrike" cap="none" dirty="0">
                <a:solidFill>
                  <a:schemeClr val="tx1"/>
                </a:solidFill>
                <a:latin typeface="Gotham Rounded" pitchFamily="50" charset="0"/>
                <a:sym typeface="Arial"/>
              </a:rPr>
              <a:t>Son “invisibles”, no suelen verse reflejados en la pantalla, pero para el navegador son importantes.</a:t>
            </a:r>
            <a:endParaRPr sz="1400" b="0" i="0" u="none" strike="noStrike" cap="none" dirty="0">
              <a:solidFill>
                <a:schemeClr val="tx1"/>
              </a:solidFill>
              <a:latin typeface="Gotham Rounded" pitchFamily="50" charset="0"/>
              <a:sym typeface="Arial"/>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just" rtl="0">
              <a:lnSpc>
                <a:spcPct val="100000"/>
              </a:lnSpc>
              <a:spcBef>
                <a:spcPts val="0"/>
              </a:spcBef>
              <a:spcAft>
                <a:spcPts val="0"/>
              </a:spcAft>
              <a:buClr>
                <a:srgbClr val="000000"/>
              </a:buClr>
              <a:buSzPts val="2400"/>
              <a:buFont typeface="Arial"/>
              <a:buNone/>
            </a:pPr>
            <a:r>
              <a:rPr lang="es-ES" sz="2400" b="0" i="0" u="none" strike="noStrike" cap="none" dirty="0">
                <a:solidFill>
                  <a:srgbClr val="EC7320"/>
                </a:solidFill>
                <a:latin typeface="Gotham Rounded" pitchFamily="50" charset="0"/>
                <a:sym typeface="Arial"/>
              </a:rPr>
              <a:t>Recursos externos </a:t>
            </a:r>
            <a:r>
              <a:rPr lang="es-ES" sz="1600" b="0" i="1" u="none" strike="noStrike" cap="none" dirty="0">
                <a:solidFill>
                  <a:schemeClr val="tx1"/>
                </a:solidFill>
                <a:latin typeface="Gotham Rounded" pitchFamily="50" charset="0"/>
                <a:sym typeface="Arial"/>
              </a:rPr>
              <a:t>(a veces queremos que nuestro sitio utilice tipografías más bonitas u otro tipo de recursos. Debemos indicarlo en esta parte de la cabecera </a:t>
            </a:r>
            <a:r>
              <a:rPr lang="es-ES" sz="1600" b="0" i="1" u="none" strike="noStrike" cap="none" dirty="0">
                <a:solidFill>
                  <a:schemeClr val="lt1"/>
                </a:solidFill>
                <a:latin typeface="Gotham Rounded" pitchFamily="50" charset="0"/>
                <a:sym typeface="Arial"/>
              </a:rPr>
              <a:t>del sitio)</a:t>
            </a:r>
            <a:endParaRPr sz="1400" b="0" i="0" u="none" strike="noStrike" cap="none" dirty="0">
              <a:solidFill>
                <a:srgbClr val="000000"/>
              </a:solidFill>
              <a:latin typeface="Gotham Rounded" pitchFamily="50" charset="0"/>
              <a:sym typeface="Arial"/>
            </a:endParaRPr>
          </a:p>
        </p:txBody>
      </p:sp>
      <p:sp>
        <p:nvSpPr>
          <p:cNvPr id="757" name="Google Shape;757;p52"/>
          <p:cNvSpPr/>
          <p:nvPr/>
        </p:nvSpPr>
        <p:spPr>
          <a:xfrm>
            <a:off x="4244453" y="3998795"/>
            <a:ext cx="317109" cy="2224584"/>
          </a:xfrm>
          <a:prstGeom prst="leftBrace">
            <a:avLst>
              <a:gd name="adj1" fmla="val 8333"/>
              <a:gd name="adj2" fmla="val 50000"/>
            </a:avLst>
          </a:prstGeom>
          <a:ln>
            <a:headEnd type="none" w="sm" len="sm"/>
            <a:tailEnd type="none" w="sm" len="sm"/>
          </a:ln>
        </p:spPr>
        <p:style>
          <a:lnRef idx="1">
            <a:schemeClr val="dk1"/>
          </a:lnRef>
          <a:fillRef idx="0">
            <a:schemeClr val="dk1"/>
          </a:fillRef>
          <a:effectRef idx="0">
            <a:schemeClr val="dk1"/>
          </a:effectRef>
          <a:fontRef idx="minor">
            <a:schemeClr val="tx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58" name="Google Shape;758;p52"/>
          <p:cNvSpPr/>
          <p:nvPr/>
        </p:nvSpPr>
        <p:spPr>
          <a:xfrm>
            <a:off x="4840969" y="3781400"/>
            <a:ext cx="1610551" cy="261054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a:solidFill>
                  <a:srgbClr val="EC7320"/>
                </a:solidFill>
                <a:latin typeface="Gotham Rounded" pitchFamily="50" charset="0"/>
                <a:sym typeface="Arial"/>
              </a:rPr>
              <a:t>Menú</a:t>
            </a:r>
            <a:endParaRPr sz="1400" b="0" i="0" u="none" strike="noStrike" cap="none" dirty="0">
              <a:solidFill>
                <a:srgbClr val="EC7320"/>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a:solidFill>
                  <a:srgbClr val="EC7320"/>
                </a:solidFill>
                <a:latin typeface="Gotham Rounded" pitchFamily="50" charset="0"/>
                <a:sym typeface="Arial"/>
              </a:rPr>
              <a:t>principal</a:t>
            </a:r>
            <a:endParaRPr sz="1400" b="0" i="0" u="none" strike="noStrike" cap="none" dirty="0">
              <a:solidFill>
                <a:srgbClr val="EC7320"/>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rgbClr val="EC7320"/>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a:solidFill>
                  <a:srgbClr val="EC7320"/>
                </a:solidFill>
                <a:latin typeface="Gotham Rounded" pitchFamily="50" charset="0"/>
                <a:sym typeface="Arial"/>
              </a:rPr>
              <a:t>Sección de</a:t>
            </a:r>
            <a:endParaRPr sz="1400" b="0" i="0" u="none" strike="noStrike" cap="none" dirty="0">
              <a:solidFill>
                <a:srgbClr val="EC7320"/>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a:solidFill>
                  <a:srgbClr val="EC7320"/>
                </a:solidFill>
                <a:latin typeface="Gotham Rounded" pitchFamily="50" charset="0"/>
                <a:sym typeface="Arial"/>
              </a:rPr>
              <a:t>noticias</a:t>
            </a:r>
            <a:endParaRPr sz="1400" b="0" i="0" u="none" strike="noStrike" cap="none" dirty="0">
              <a:solidFill>
                <a:srgbClr val="EC7320"/>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rgbClr val="EC7320"/>
              </a:solidFill>
              <a:latin typeface="Gotham Rounded" pitchFamily="50" charset="0"/>
              <a:sym typeface="Arial"/>
            </a:endParaRPr>
          </a:p>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err="1">
                <a:solidFill>
                  <a:srgbClr val="EC7320"/>
                </a:solidFill>
                <a:latin typeface="Gotham Rounded" pitchFamily="50" charset="0"/>
                <a:sym typeface="Arial"/>
              </a:rPr>
              <a:t>Footer</a:t>
            </a:r>
            <a:endParaRPr sz="2400" b="0" i="0" u="none" strike="noStrike" cap="none" dirty="0">
              <a:solidFill>
                <a:srgbClr val="EC7320"/>
              </a:solidFill>
              <a:latin typeface="Gotham Rounded" pitchFamily="50" charset="0"/>
              <a:sym typeface="Arial"/>
            </a:endParaRPr>
          </a:p>
        </p:txBody>
      </p:sp>
      <p:sp>
        <p:nvSpPr>
          <p:cNvPr id="759" name="Google Shape;759;p52"/>
          <p:cNvSpPr/>
          <p:nvPr/>
        </p:nvSpPr>
        <p:spPr>
          <a:xfrm>
            <a:off x="6752656" y="3429000"/>
            <a:ext cx="194094" cy="1115704"/>
          </a:xfrm>
          <a:prstGeom prst="leftBrace">
            <a:avLst>
              <a:gd name="adj1" fmla="val 8333"/>
              <a:gd name="adj2" fmla="val 50000"/>
            </a:avLst>
          </a:prstGeom>
          <a:ln>
            <a:headEnd type="none" w="sm" len="sm"/>
            <a:tailEnd type="none" w="sm" len="sm"/>
          </a:ln>
        </p:spPr>
        <p:style>
          <a:lnRef idx="1">
            <a:schemeClr val="dk1"/>
          </a:lnRef>
          <a:fillRef idx="0">
            <a:schemeClr val="dk1"/>
          </a:fillRef>
          <a:effectRef idx="0">
            <a:schemeClr val="dk1"/>
          </a:effectRef>
          <a:fontRef idx="minor">
            <a:schemeClr val="tx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60" name="Google Shape;760;p52"/>
          <p:cNvSpPr/>
          <p:nvPr/>
        </p:nvSpPr>
        <p:spPr>
          <a:xfrm>
            <a:off x="7142272" y="2922669"/>
            <a:ext cx="1610551" cy="2114243"/>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dirty="0">
                <a:solidFill>
                  <a:schemeClr val="tx1"/>
                </a:solidFill>
                <a:latin typeface="Gotham Rounded" pitchFamily="50" charset="0"/>
                <a:sym typeface="Arial"/>
              </a:rPr>
              <a:t>Botón 1</a:t>
            </a:r>
            <a:endParaRPr sz="1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dirty="0">
                <a:solidFill>
                  <a:schemeClr val="tx1"/>
                </a:solidFill>
                <a:latin typeface="Gotham Rounded" pitchFamily="50" charset="0"/>
                <a:sym typeface="Arial"/>
              </a:rPr>
              <a:t>Botón 2</a:t>
            </a:r>
            <a:endParaRPr sz="1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dirty="0">
                <a:solidFill>
                  <a:schemeClr val="tx1"/>
                </a:solidFill>
                <a:latin typeface="Gotham Rounded" pitchFamily="50" charset="0"/>
                <a:sym typeface="Arial"/>
              </a:rPr>
              <a:t>…</a:t>
            </a:r>
            <a:endParaRPr sz="1400" b="0" i="0" u="none" strike="noStrike" cap="none" dirty="0">
              <a:solidFill>
                <a:schemeClr val="tx1"/>
              </a:solidFill>
              <a:latin typeface="Gotham Rounded" pitchFamily="50" charset="0"/>
              <a:sym typeface="Arial"/>
            </a:endParaRPr>
          </a:p>
        </p:txBody>
      </p:sp>
      <p:sp>
        <p:nvSpPr>
          <p:cNvPr id="761" name="Google Shape;761;p52"/>
          <p:cNvSpPr/>
          <p:nvPr/>
        </p:nvSpPr>
        <p:spPr>
          <a:xfrm>
            <a:off x="6752656" y="4932528"/>
            <a:ext cx="194094" cy="1115704"/>
          </a:xfrm>
          <a:prstGeom prst="leftBrace">
            <a:avLst>
              <a:gd name="adj1" fmla="val 8333"/>
              <a:gd name="adj2" fmla="val 50000"/>
            </a:avLst>
          </a:prstGeom>
          <a:ln>
            <a:headEnd type="none" w="sm" len="sm"/>
            <a:tailEnd type="none" w="sm" len="sm"/>
          </a:ln>
        </p:spPr>
        <p:style>
          <a:lnRef idx="1">
            <a:schemeClr val="dk1"/>
          </a:lnRef>
          <a:fillRef idx="0">
            <a:schemeClr val="dk1"/>
          </a:fillRef>
          <a:effectRef idx="0">
            <a:schemeClr val="dk1"/>
          </a:effectRef>
          <a:fontRef idx="minor">
            <a:schemeClr val="tx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62" name="Google Shape;762;p52"/>
          <p:cNvSpPr/>
          <p:nvPr/>
        </p:nvSpPr>
        <p:spPr>
          <a:xfrm>
            <a:off x="7142272" y="4426197"/>
            <a:ext cx="1610551" cy="2114243"/>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dirty="0">
                <a:solidFill>
                  <a:schemeClr val="tx1"/>
                </a:solidFill>
                <a:latin typeface="Gotham Rounded" pitchFamily="50" charset="0"/>
                <a:sym typeface="Arial"/>
              </a:rPr>
              <a:t>Artículo 1</a:t>
            </a:r>
            <a:endParaRPr sz="1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dirty="0">
                <a:solidFill>
                  <a:schemeClr val="tx1"/>
                </a:solidFill>
                <a:latin typeface="Gotham Rounded" pitchFamily="50" charset="0"/>
                <a:sym typeface="Arial"/>
              </a:rPr>
              <a:t>Artículo 2</a:t>
            </a:r>
            <a:endParaRPr sz="1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dirty="0">
                <a:solidFill>
                  <a:schemeClr val="tx1"/>
                </a:solidFill>
                <a:latin typeface="Gotham Rounded" pitchFamily="50" charset="0"/>
                <a:sym typeface="Arial"/>
              </a:rPr>
              <a:t>…</a:t>
            </a:r>
            <a:endParaRPr sz="1400" b="0" i="0" u="none" strike="noStrike" cap="none" dirty="0">
              <a:solidFill>
                <a:schemeClr val="tx1"/>
              </a:solidFill>
              <a:latin typeface="Gotham Rounded" pitchFamily="50" charset="0"/>
              <a:sym typeface="Arial"/>
            </a:endParaRPr>
          </a:p>
        </p:txBody>
      </p:sp>
      <p:sp>
        <p:nvSpPr>
          <p:cNvPr id="763" name="Google Shape;763;p52"/>
          <p:cNvSpPr/>
          <p:nvPr/>
        </p:nvSpPr>
        <p:spPr>
          <a:xfrm>
            <a:off x="8558729" y="4932528"/>
            <a:ext cx="194094" cy="1115704"/>
          </a:xfrm>
          <a:prstGeom prst="leftBrace">
            <a:avLst>
              <a:gd name="adj1" fmla="val 8333"/>
              <a:gd name="adj2" fmla="val 50000"/>
            </a:avLst>
          </a:prstGeom>
          <a:ln>
            <a:headEnd type="none" w="sm" len="sm"/>
            <a:tailEnd type="none" w="sm" len="sm"/>
          </a:ln>
        </p:spPr>
        <p:style>
          <a:lnRef idx="1">
            <a:schemeClr val="dk1"/>
          </a:lnRef>
          <a:fillRef idx="0">
            <a:schemeClr val="dk1"/>
          </a:fillRef>
          <a:effectRef idx="0">
            <a:schemeClr val="dk1"/>
          </a:effectRef>
          <a:fontRef idx="minor">
            <a:schemeClr val="tx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64" name="Google Shape;764;p52"/>
          <p:cNvSpPr/>
          <p:nvPr/>
        </p:nvSpPr>
        <p:spPr>
          <a:xfrm>
            <a:off x="8948345" y="4426197"/>
            <a:ext cx="2160933" cy="2114243"/>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s-ES" sz="1800" i="0" u="none" strike="noStrike" cap="none" dirty="0">
                <a:solidFill>
                  <a:schemeClr val="tx1"/>
                </a:solidFill>
                <a:latin typeface="Gotham Rounded" pitchFamily="50" charset="0"/>
                <a:sym typeface="Arial"/>
              </a:rPr>
              <a:t>Título del artículo</a:t>
            </a:r>
            <a:endParaRPr sz="140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dirty="0">
                <a:solidFill>
                  <a:schemeClr val="tx1"/>
                </a:solidFill>
                <a:latin typeface="Gotham Rounded" pitchFamily="50" charset="0"/>
                <a:sym typeface="Arial"/>
              </a:rPr>
              <a:t>Imagen del artículo</a:t>
            </a:r>
            <a:endParaRPr sz="14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tx1"/>
              </a:solidFill>
              <a:latin typeface="Gotham Rounded" pitchFamily="50" charset="0"/>
              <a:sym typeface="Arial"/>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dirty="0">
                <a:solidFill>
                  <a:schemeClr val="tx1"/>
                </a:solidFill>
                <a:latin typeface="Gotham Rounded" pitchFamily="50" charset="0"/>
                <a:sym typeface="Arial"/>
              </a:rPr>
              <a:t>Texto del artículo</a:t>
            </a:r>
            <a:endParaRPr sz="1400" b="0" i="0" u="none" strike="noStrike" cap="none" dirty="0">
              <a:solidFill>
                <a:schemeClr val="tx1"/>
              </a:solidFill>
              <a:latin typeface="Gotham Rounded" pitchFamily="50" charset="0"/>
              <a:sym typeface="Arial"/>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pic>
        <p:nvPicPr>
          <p:cNvPr id="4"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2047"/>
          </a:xfrm>
          <a:prstGeom prst="rect">
            <a:avLst/>
          </a:prstGeom>
          <a:noFill/>
          <a:extLst>
            <a:ext uri="{909E8E84-426E-40DD-AFC4-6F175D3DCCD1}">
              <a14:hiddenFill xmlns:a14="http://schemas.microsoft.com/office/drawing/2010/main">
                <a:solidFill>
                  <a:srgbClr val="FFFFFF"/>
                </a:solidFill>
              </a14:hiddenFill>
            </a:ext>
          </a:extLst>
        </p:spPr>
      </p:pic>
      <p:sp>
        <p:nvSpPr>
          <p:cNvPr id="770" name="Google Shape;770;p53"/>
          <p:cNvSpPr/>
          <p:nvPr/>
        </p:nvSpPr>
        <p:spPr>
          <a:xfrm>
            <a:off x="1786596" y="486328"/>
            <a:ext cx="8961121"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200"/>
              <a:buFont typeface="Arial"/>
              <a:buNone/>
            </a:pPr>
            <a:r>
              <a:rPr lang="es-ES" sz="6000" b="0" i="0" u="none" strike="noStrike" cap="none" dirty="0">
                <a:solidFill>
                  <a:schemeClr val="tx1"/>
                </a:solidFill>
                <a:latin typeface="Gotham Rounded" pitchFamily="50" charset="0"/>
                <a:sym typeface="Arial"/>
              </a:rPr>
              <a:t>¿Cómo armar una estructura jerárquica en HTML?</a:t>
            </a:r>
            <a:endParaRPr b="0" i="0" u="none" strike="noStrike" cap="none" dirty="0">
              <a:solidFill>
                <a:schemeClr val="tx1"/>
              </a:solidFill>
              <a:latin typeface="Gotham Rounded" pitchFamily="50" charset="0"/>
              <a:ea typeface="Calibri"/>
              <a:cs typeface="Calibri"/>
              <a:sym typeface="Calibri"/>
            </a:endParaRPr>
          </a:p>
        </p:txBody>
      </p:sp>
      <p:pic>
        <p:nvPicPr>
          <p:cNvPr id="771" name="Google Shape;771;p53" descr="Icono&#10;&#10;Descripción generada automáticamente"/>
          <p:cNvPicPr preferRelativeResize="0"/>
          <p:nvPr/>
        </p:nvPicPr>
        <p:blipFill rotWithShape="1">
          <a:blip r:embed="rId4">
            <a:alphaModFix/>
          </a:blip>
          <a:srcRect/>
          <a:stretch/>
        </p:blipFill>
        <p:spPr>
          <a:xfrm>
            <a:off x="11680652" y="184715"/>
            <a:ext cx="301974" cy="301614"/>
          </a:xfrm>
          <a:prstGeom prst="rect">
            <a:avLst/>
          </a:prstGeom>
          <a:noFill/>
          <a:ln>
            <a:noFill/>
          </a:ln>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54"/>
          <p:cNvSpPr/>
          <p:nvPr/>
        </p:nvSpPr>
        <p:spPr>
          <a:xfrm>
            <a:off x="5677468" y="562207"/>
            <a:ext cx="5723881" cy="560908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a:solidFill>
                  <a:schemeClr val="tx1"/>
                </a:solidFill>
                <a:latin typeface="Gotham Rounded" pitchFamily="50" charset="0"/>
                <a:sym typeface="Arial"/>
              </a:rPr>
              <a:t>Etiquetas</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200"/>
              <a:buFont typeface="Arial"/>
              <a:buNone/>
            </a:pPr>
            <a:r>
              <a:rPr lang="es-ES" sz="3200" b="0" i="0" u="none" strike="noStrike" cap="none" dirty="0">
                <a:solidFill>
                  <a:schemeClr val="tx1"/>
                </a:solidFill>
                <a:latin typeface="Gotham Rounded" pitchFamily="50" charset="0"/>
                <a:sym typeface="Arial"/>
              </a:rPr>
              <a:t>Para construir una estructura jerárquica HTML utilizamos </a:t>
            </a:r>
            <a:r>
              <a:rPr lang="es-ES" sz="3200" b="1" i="0" u="none" strike="noStrike" cap="none" dirty="0">
                <a:solidFill>
                  <a:schemeClr val="tx1"/>
                </a:solidFill>
                <a:latin typeface="Gotham Rounded" pitchFamily="50" charset="0"/>
                <a:sym typeface="Arial"/>
              </a:rPr>
              <a:t>&lt;etiquetas&gt;.</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200"/>
              <a:buFont typeface="Arial"/>
              <a:buNone/>
            </a:pPr>
            <a:endParaRPr sz="3200" b="1"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200"/>
              <a:buFont typeface="Arial"/>
              <a:buNone/>
            </a:pPr>
            <a:r>
              <a:rPr lang="es-ES" sz="3200" b="0" i="0" u="none" strike="noStrike" cap="none" dirty="0">
                <a:solidFill>
                  <a:schemeClr val="tx1"/>
                </a:solidFill>
                <a:latin typeface="Gotham Rounded" pitchFamily="50" charset="0"/>
                <a:sym typeface="Arial"/>
              </a:rPr>
              <a:t>Las etiquetas pueden </a:t>
            </a:r>
            <a:r>
              <a:rPr lang="es-ES" sz="3200" b="1" i="0" u="none" strike="noStrike" cap="none" dirty="0">
                <a:solidFill>
                  <a:schemeClr val="tx1"/>
                </a:solidFill>
                <a:latin typeface="Gotham Rounded" pitchFamily="50" charset="0"/>
                <a:sym typeface="Arial"/>
              </a:rPr>
              <a:t>contener subelementos, </a:t>
            </a:r>
            <a:r>
              <a:rPr lang="es-ES" sz="3200" b="0" i="0" u="none" strike="noStrike" cap="none" dirty="0">
                <a:solidFill>
                  <a:schemeClr val="tx1"/>
                </a:solidFill>
                <a:latin typeface="Gotham Rounded" pitchFamily="50" charset="0"/>
                <a:sym typeface="Arial"/>
              </a:rPr>
              <a:t>mediante la indicación de su &lt;</a:t>
            </a:r>
            <a:r>
              <a:rPr lang="es-ES" sz="3200" b="0" i="0" u="sng" strike="noStrike" cap="none" dirty="0">
                <a:solidFill>
                  <a:schemeClr val="tx1"/>
                </a:solidFill>
                <a:latin typeface="Gotham Rounded" pitchFamily="50" charset="0"/>
                <a:sym typeface="Arial"/>
              </a:rPr>
              <a:t>apertura</a:t>
            </a:r>
            <a:r>
              <a:rPr lang="es-ES" sz="3200" b="0" i="0" u="none" strike="noStrike" cap="none" dirty="0">
                <a:solidFill>
                  <a:schemeClr val="tx1"/>
                </a:solidFill>
                <a:latin typeface="Gotham Rounded" pitchFamily="50" charset="0"/>
                <a:sym typeface="Arial"/>
              </a:rPr>
              <a:t>&gt; y su &lt;/</a:t>
            </a:r>
            <a:r>
              <a:rPr lang="es-ES" sz="3200" b="0" i="0" u="sng" strike="noStrike" cap="none" dirty="0">
                <a:solidFill>
                  <a:schemeClr val="tx1"/>
                </a:solidFill>
                <a:latin typeface="Gotham Rounded" pitchFamily="50" charset="0"/>
                <a:sym typeface="Arial"/>
              </a:rPr>
              <a:t>cierre</a:t>
            </a:r>
            <a:r>
              <a:rPr lang="es-ES" sz="3200" b="0" i="0" u="none" strike="noStrike" cap="none" dirty="0">
                <a:solidFill>
                  <a:schemeClr val="tx1"/>
                </a:solidFill>
                <a:latin typeface="Gotham Rounded" pitchFamily="50" charset="0"/>
                <a:sym typeface="Arial"/>
              </a:rPr>
              <a:t>&gt;.</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Importante: las etiquetas de cierre se escriben utilizando &lt;/&gt;</a:t>
            </a:r>
            <a:endParaRPr sz="1400" b="0" i="0" u="none" strike="noStrike" cap="none" dirty="0">
              <a:solidFill>
                <a:schemeClr val="tx1"/>
              </a:solidFill>
              <a:latin typeface="Gotham Rounded" pitchFamily="50" charset="0"/>
              <a:sym typeface="Arial"/>
            </a:endParaRPr>
          </a:p>
        </p:txBody>
      </p:sp>
      <p:sp>
        <p:nvSpPr>
          <p:cNvPr id="778" name="Google Shape;778;p54"/>
          <p:cNvSpPr/>
          <p:nvPr/>
        </p:nvSpPr>
        <p:spPr>
          <a:xfrm>
            <a:off x="573207" y="346346"/>
            <a:ext cx="4940490" cy="6040807"/>
          </a:xfrm>
          <a:prstGeom prst="roundRect">
            <a:avLst>
              <a:gd name="adj" fmla="val 5673"/>
            </a:avLst>
          </a:prstGeom>
          <a:solidFill>
            <a:srgbClr val="1F232F"/>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rgbClr val="4A7B8B"/>
                </a:solidFill>
                <a:latin typeface="Gotham Rounded" pitchFamily="50" charset="0"/>
                <a:ea typeface="Tahoma"/>
                <a:cs typeface="Tahoma"/>
                <a:sym typeface="Tahoma"/>
              </a:rPr>
              <a:t>&lt;</a:t>
            </a:r>
            <a:r>
              <a:rPr lang="es-ES" sz="1800" b="0" i="0" u="none" strike="noStrike" cap="none" dirty="0">
                <a:solidFill>
                  <a:srgbClr val="79D2EA"/>
                </a:solidFill>
                <a:latin typeface="Gotham Rounded" pitchFamily="50" charset="0"/>
                <a:ea typeface="Tahoma"/>
                <a:cs typeface="Tahoma"/>
                <a:sym typeface="Tahoma"/>
              </a:rPr>
              <a:t>sección</a:t>
            </a:r>
            <a:r>
              <a:rPr lang="es-ES" sz="1800" b="0" i="0" u="none" strike="noStrike" cap="none" dirty="0">
                <a:solidFill>
                  <a:srgbClr val="4A7B8B"/>
                </a:solidFill>
                <a:latin typeface="Gotham Rounded" pitchFamily="50" charset="0"/>
                <a:ea typeface="Tahoma"/>
                <a:cs typeface="Tahoma"/>
                <a:sym typeface="Tahoma"/>
              </a:rPr>
              <a:t>&gt;</a:t>
            </a:r>
            <a:endParaRPr sz="1400" b="0" i="0" u="none" strike="noStrike" cap="none" dirty="0">
              <a:solidFill>
                <a:srgbClr val="000000"/>
              </a:solidFill>
              <a:latin typeface="Gotham Rounded" pitchFamily="50" charset="0"/>
              <a:sym typeface="Arial"/>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rgbClr val="4A7B8B"/>
                </a:solidFill>
                <a:latin typeface="Gotham Rounded" pitchFamily="50" charset="0"/>
                <a:ea typeface="Tahoma"/>
                <a:cs typeface="Tahoma"/>
                <a:sym typeface="Tahoma"/>
              </a:rPr>
              <a:t>    &lt;</a:t>
            </a:r>
            <a:r>
              <a:rPr lang="es-ES" sz="1800" b="0" i="0" u="none" strike="noStrike" cap="none" dirty="0">
                <a:solidFill>
                  <a:srgbClr val="79D2EA"/>
                </a:solidFill>
                <a:latin typeface="Gotham Rounded" pitchFamily="50" charset="0"/>
                <a:ea typeface="Tahoma"/>
                <a:cs typeface="Tahoma"/>
                <a:sym typeface="Tahoma"/>
              </a:rPr>
              <a:t>titulo</a:t>
            </a:r>
            <a:r>
              <a:rPr lang="es-ES" sz="1800" b="0" i="0" u="none" strike="noStrike" cap="none" dirty="0">
                <a:solidFill>
                  <a:srgbClr val="4A7B8B"/>
                </a:solidFill>
                <a:latin typeface="Gotham Rounded" pitchFamily="50" charset="0"/>
                <a:ea typeface="Tahoma"/>
                <a:cs typeface="Tahoma"/>
                <a:sym typeface="Tahoma"/>
              </a:rPr>
              <a:t>&gt;</a:t>
            </a:r>
            <a:endParaRPr sz="1400" b="0" i="0" u="none" strike="noStrike" cap="none" dirty="0">
              <a:solidFill>
                <a:srgbClr val="000000"/>
              </a:solidFill>
              <a:latin typeface="Gotham Rounded" pitchFamily="50" charset="0"/>
              <a:sym typeface="Arial"/>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        Acá va el título escrito</a:t>
            </a:r>
            <a:endParaRPr sz="1400" b="0" i="0" u="none" strike="noStrike" cap="none" dirty="0">
              <a:solidFill>
                <a:srgbClr val="000000"/>
              </a:solidFill>
              <a:latin typeface="Gotham Rounded" pitchFamily="50" charset="0"/>
              <a:sym typeface="Arial"/>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rgbClr val="4A7B8B"/>
                </a:solidFill>
                <a:latin typeface="Gotham Rounded" pitchFamily="50" charset="0"/>
                <a:ea typeface="Tahoma"/>
                <a:cs typeface="Tahoma"/>
                <a:sym typeface="Tahoma"/>
              </a:rPr>
              <a:t>    &lt;</a:t>
            </a:r>
            <a:r>
              <a:rPr lang="es-ES" sz="1800" b="1" i="0" u="none" strike="noStrike" cap="none" dirty="0">
                <a:solidFill>
                  <a:srgbClr val="4A7B8B"/>
                </a:solidFill>
                <a:latin typeface="Gotham Rounded" pitchFamily="50" charset="0"/>
                <a:ea typeface="Tahoma"/>
                <a:cs typeface="Tahoma"/>
                <a:sym typeface="Tahoma"/>
              </a:rPr>
              <a:t>/</a:t>
            </a:r>
            <a:r>
              <a:rPr lang="es-ES" sz="1800" b="0" i="0" u="none" strike="noStrike" cap="none" dirty="0">
                <a:solidFill>
                  <a:srgbClr val="79D2EA"/>
                </a:solidFill>
                <a:latin typeface="Gotham Rounded" pitchFamily="50" charset="0"/>
                <a:ea typeface="Tahoma"/>
                <a:cs typeface="Tahoma"/>
                <a:sym typeface="Tahoma"/>
              </a:rPr>
              <a:t>título</a:t>
            </a:r>
            <a:r>
              <a:rPr lang="es-ES" sz="1800" b="0" i="0" u="none" strike="noStrike" cap="none" dirty="0">
                <a:solidFill>
                  <a:srgbClr val="4A7B8B"/>
                </a:solidFill>
                <a:latin typeface="Gotham Rounded" pitchFamily="50" charset="0"/>
                <a:ea typeface="Tahoma"/>
                <a:cs typeface="Tahoma"/>
                <a:sym typeface="Tahoma"/>
              </a:rPr>
              <a:t>&gt;</a:t>
            </a:r>
            <a:endParaRPr sz="1400" b="0" i="0" u="none" strike="noStrike" cap="none" dirty="0">
              <a:solidFill>
                <a:srgbClr val="000000"/>
              </a:solidFill>
              <a:latin typeface="Gotham Rounded" pitchFamily="50" charset="0"/>
              <a:sym typeface="Arial"/>
            </a:endParaRPr>
          </a:p>
          <a:p>
            <a:pPr marL="0" marR="0" lvl="0" indent="0" algn="l" rtl="0">
              <a:lnSpc>
                <a:spcPct val="150000"/>
              </a:lnSpc>
              <a:spcBef>
                <a:spcPts val="0"/>
              </a:spcBef>
              <a:spcAft>
                <a:spcPts val="0"/>
              </a:spcAft>
              <a:buClr>
                <a:srgbClr val="000000"/>
              </a:buClr>
              <a:buSzPts val="1800"/>
              <a:buFont typeface="Arial"/>
              <a:buNone/>
            </a:pPr>
            <a:endParaRPr sz="1800" b="0" i="0" u="none" strike="noStrike" cap="none" dirty="0">
              <a:solidFill>
                <a:srgbClr val="4A7B8B"/>
              </a:solidFill>
              <a:latin typeface="Gotham Rounded" pitchFamily="50" charset="0"/>
              <a:ea typeface="Tahoma"/>
              <a:cs typeface="Tahoma"/>
              <a:sym typeface="Tahoma"/>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rgbClr val="4A7B8B"/>
                </a:solidFill>
                <a:latin typeface="Gotham Rounded" pitchFamily="50" charset="0"/>
                <a:ea typeface="Tahoma"/>
                <a:cs typeface="Tahoma"/>
                <a:sym typeface="Tahoma"/>
              </a:rPr>
              <a:t>    &lt;</a:t>
            </a:r>
            <a:r>
              <a:rPr lang="es-ES" sz="1800" b="0" i="0" u="none" strike="noStrike" cap="none" dirty="0">
                <a:solidFill>
                  <a:srgbClr val="79D2EA"/>
                </a:solidFill>
                <a:latin typeface="Gotham Rounded" pitchFamily="50" charset="0"/>
                <a:ea typeface="Tahoma"/>
                <a:cs typeface="Tahoma"/>
                <a:sym typeface="Tahoma"/>
              </a:rPr>
              <a:t>párrafo</a:t>
            </a:r>
            <a:r>
              <a:rPr lang="es-ES" sz="1800" b="0" i="0" u="none" strike="noStrike" cap="none" dirty="0">
                <a:solidFill>
                  <a:srgbClr val="4A7B8B"/>
                </a:solidFill>
                <a:latin typeface="Gotham Rounded" pitchFamily="50" charset="0"/>
                <a:ea typeface="Tahoma"/>
                <a:cs typeface="Tahoma"/>
                <a:sym typeface="Tahoma"/>
              </a:rPr>
              <a:t>&gt;</a:t>
            </a:r>
            <a:endParaRPr sz="1400" b="0" i="0" u="none" strike="noStrike" cap="none" dirty="0">
              <a:solidFill>
                <a:srgbClr val="000000"/>
              </a:solidFill>
              <a:latin typeface="Gotham Rounded" pitchFamily="50" charset="0"/>
              <a:sym typeface="Arial"/>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rgbClr val="4A7B8B"/>
                </a:solidFill>
                <a:latin typeface="Gotham Rounded" pitchFamily="50" charset="0"/>
                <a:ea typeface="Tahoma"/>
                <a:cs typeface="Tahoma"/>
                <a:sym typeface="Tahoma"/>
              </a:rPr>
              <a:t>        </a:t>
            </a:r>
            <a:r>
              <a:rPr lang="es-ES" sz="1800" b="0" i="0" u="none" strike="noStrike" cap="none" dirty="0">
                <a:solidFill>
                  <a:schemeClr val="lt1"/>
                </a:solidFill>
                <a:latin typeface="Gotham Rounded" pitchFamily="50" charset="0"/>
                <a:ea typeface="Tahoma"/>
                <a:cs typeface="Tahoma"/>
                <a:sym typeface="Tahoma"/>
              </a:rPr>
              <a:t>Acá va el 1er párrafo del texto</a:t>
            </a:r>
            <a:endParaRPr sz="1400" b="0" i="0" u="none" strike="noStrike" cap="none" dirty="0">
              <a:solidFill>
                <a:srgbClr val="000000"/>
              </a:solidFill>
              <a:latin typeface="Gotham Rounded" pitchFamily="50" charset="0"/>
              <a:sym typeface="Arial"/>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rgbClr val="4A7B8B"/>
                </a:solidFill>
                <a:latin typeface="Gotham Rounded" pitchFamily="50" charset="0"/>
                <a:ea typeface="Tahoma"/>
                <a:cs typeface="Tahoma"/>
                <a:sym typeface="Tahoma"/>
              </a:rPr>
              <a:t>    &lt;</a:t>
            </a:r>
            <a:r>
              <a:rPr lang="es-ES" sz="1800" b="1" i="0" u="none" strike="noStrike" cap="none" dirty="0">
                <a:solidFill>
                  <a:srgbClr val="4A7B8B"/>
                </a:solidFill>
                <a:latin typeface="Gotham Rounded" pitchFamily="50" charset="0"/>
                <a:ea typeface="Tahoma"/>
                <a:cs typeface="Tahoma"/>
                <a:sym typeface="Tahoma"/>
              </a:rPr>
              <a:t>/</a:t>
            </a:r>
            <a:r>
              <a:rPr lang="es-ES" sz="1800" b="0" i="0" u="none" strike="noStrike" cap="none" dirty="0">
                <a:solidFill>
                  <a:srgbClr val="79D2EA"/>
                </a:solidFill>
                <a:latin typeface="Gotham Rounded" pitchFamily="50" charset="0"/>
                <a:ea typeface="Tahoma"/>
                <a:cs typeface="Tahoma"/>
                <a:sym typeface="Tahoma"/>
              </a:rPr>
              <a:t>párrafo</a:t>
            </a:r>
            <a:r>
              <a:rPr lang="es-ES" sz="1800" b="0" i="0" u="none" strike="noStrike" cap="none" dirty="0">
                <a:solidFill>
                  <a:srgbClr val="4A7B8B"/>
                </a:solidFill>
                <a:latin typeface="Gotham Rounded" pitchFamily="50" charset="0"/>
                <a:ea typeface="Tahoma"/>
                <a:cs typeface="Tahoma"/>
                <a:sym typeface="Tahoma"/>
              </a:rPr>
              <a:t>&gt;</a:t>
            </a:r>
            <a:endParaRPr sz="1400" b="0" i="0" u="none" strike="noStrike" cap="none" dirty="0">
              <a:solidFill>
                <a:srgbClr val="000000"/>
              </a:solidFill>
              <a:latin typeface="Gotham Rounded" pitchFamily="50" charset="0"/>
              <a:sym typeface="Arial"/>
            </a:endParaRPr>
          </a:p>
          <a:p>
            <a:pPr marL="0" marR="0" lvl="0" indent="0" algn="l" rtl="0">
              <a:lnSpc>
                <a:spcPct val="150000"/>
              </a:lnSpc>
              <a:spcBef>
                <a:spcPts val="0"/>
              </a:spcBef>
              <a:spcAft>
                <a:spcPts val="0"/>
              </a:spcAft>
              <a:buClr>
                <a:srgbClr val="000000"/>
              </a:buClr>
              <a:buSzPts val="1800"/>
              <a:buFont typeface="Arial"/>
              <a:buNone/>
            </a:pPr>
            <a:endParaRPr sz="1800" b="0" i="0" u="none" strike="noStrike" cap="none" dirty="0">
              <a:solidFill>
                <a:srgbClr val="4A7B8B"/>
              </a:solidFill>
              <a:latin typeface="Gotham Rounded" pitchFamily="50" charset="0"/>
              <a:ea typeface="Tahoma"/>
              <a:cs typeface="Tahoma"/>
              <a:sym typeface="Tahoma"/>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rgbClr val="4A7B8B"/>
                </a:solidFill>
                <a:latin typeface="Gotham Rounded" pitchFamily="50" charset="0"/>
                <a:ea typeface="Tahoma"/>
                <a:cs typeface="Tahoma"/>
                <a:sym typeface="Tahoma"/>
              </a:rPr>
              <a:t>    &lt;</a:t>
            </a:r>
            <a:r>
              <a:rPr lang="es-ES" sz="1800" b="0" i="0" u="none" strike="noStrike" cap="none" dirty="0">
                <a:solidFill>
                  <a:srgbClr val="79D2EA"/>
                </a:solidFill>
                <a:latin typeface="Gotham Rounded" pitchFamily="50" charset="0"/>
                <a:ea typeface="Tahoma"/>
                <a:cs typeface="Tahoma"/>
                <a:sym typeface="Tahoma"/>
              </a:rPr>
              <a:t>párrafo</a:t>
            </a:r>
            <a:r>
              <a:rPr lang="es-ES" sz="1800" b="0" i="0" u="none" strike="noStrike" cap="none" dirty="0">
                <a:solidFill>
                  <a:srgbClr val="4A7B8B"/>
                </a:solidFill>
                <a:latin typeface="Gotham Rounded" pitchFamily="50" charset="0"/>
                <a:ea typeface="Tahoma"/>
                <a:cs typeface="Tahoma"/>
                <a:sym typeface="Tahoma"/>
              </a:rPr>
              <a:t>&gt;</a:t>
            </a:r>
            <a:endParaRPr sz="1400" b="0" i="0" u="none" strike="noStrike" cap="none" dirty="0">
              <a:solidFill>
                <a:srgbClr val="000000"/>
              </a:solidFill>
              <a:latin typeface="Gotham Rounded" pitchFamily="50" charset="0"/>
              <a:sym typeface="Arial"/>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rgbClr val="4A7B8B"/>
                </a:solidFill>
                <a:latin typeface="Gotham Rounded" pitchFamily="50" charset="0"/>
                <a:ea typeface="Tahoma"/>
                <a:cs typeface="Tahoma"/>
                <a:sym typeface="Tahoma"/>
              </a:rPr>
              <a:t>        </a:t>
            </a:r>
            <a:r>
              <a:rPr lang="es-ES" sz="1800" b="0" i="0" u="none" strike="noStrike" cap="none" dirty="0">
                <a:solidFill>
                  <a:schemeClr val="lt1"/>
                </a:solidFill>
                <a:latin typeface="Gotham Rounded" pitchFamily="50" charset="0"/>
                <a:ea typeface="Tahoma"/>
                <a:cs typeface="Tahoma"/>
                <a:sym typeface="Tahoma"/>
              </a:rPr>
              <a:t>Acá va el 2do párrafo del texto</a:t>
            </a:r>
            <a:endParaRPr sz="1400" b="0" i="0" u="none" strike="noStrike" cap="none" dirty="0">
              <a:solidFill>
                <a:srgbClr val="000000"/>
              </a:solidFill>
              <a:latin typeface="Gotham Rounded" pitchFamily="50" charset="0"/>
              <a:sym typeface="Arial"/>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rgbClr val="4A7B8B"/>
                </a:solidFill>
                <a:latin typeface="Gotham Rounded" pitchFamily="50" charset="0"/>
                <a:ea typeface="Tahoma"/>
                <a:cs typeface="Tahoma"/>
                <a:sym typeface="Tahoma"/>
              </a:rPr>
              <a:t>    &lt;</a:t>
            </a:r>
            <a:r>
              <a:rPr lang="es-ES" sz="1800" b="1" i="0" u="none" strike="noStrike" cap="none" dirty="0">
                <a:solidFill>
                  <a:srgbClr val="4A7B8B"/>
                </a:solidFill>
                <a:latin typeface="Gotham Rounded" pitchFamily="50" charset="0"/>
                <a:ea typeface="Tahoma"/>
                <a:cs typeface="Tahoma"/>
                <a:sym typeface="Tahoma"/>
              </a:rPr>
              <a:t>/</a:t>
            </a:r>
            <a:r>
              <a:rPr lang="es-ES" sz="1800" b="0" i="0" u="none" strike="noStrike" cap="none" dirty="0">
                <a:solidFill>
                  <a:srgbClr val="79D2EA"/>
                </a:solidFill>
                <a:latin typeface="Gotham Rounded" pitchFamily="50" charset="0"/>
                <a:ea typeface="Tahoma"/>
                <a:cs typeface="Tahoma"/>
                <a:sym typeface="Tahoma"/>
              </a:rPr>
              <a:t>párrafo</a:t>
            </a:r>
            <a:r>
              <a:rPr lang="es-ES" sz="1800" b="0" i="0" u="none" strike="noStrike" cap="none" dirty="0">
                <a:solidFill>
                  <a:srgbClr val="4A7B8B"/>
                </a:solidFill>
                <a:latin typeface="Gotham Rounded" pitchFamily="50" charset="0"/>
                <a:ea typeface="Tahoma"/>
                <a:cs typeface="Tahoma"/>
                <a:sym typeface="Tahoma"/>
              </a:rPr>
              <a:t>&gt;</a:t>
            </a:r>
            <a:endParaRPr sz="1400" b="0" i="0" u="none" strike="noStrike" cap="none" dirty="0">
              <a:solidFill>
                <a:srgbClr val="000000"/>
              </a:solidFill>
              <a:latin typeface="Gotham Rounded" pitchFamily="50" charset="0"/>
              <a:sym typeface="Arial"/>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rgbClr val="4A7B8B"/>
                </a:solidFill>
                <a:latin typeface="Gotham Rounded" pitchFamily="50" charset="0"/>
                <a:ea typeface="Tahoma"/>
                <a:cs typeface="Tahoma"/>
                <a:sym typeface="Tahoma"/>
              </a:rPr>
              <a:t>&lt;</a:t>
            </a:r>
            <a:r>
              <a:rPr lang="es-ES" sz="1800" b="1" i="0" u="none" strike="noStrike" cap="none" dirty="0">
                <a:solidFill>
                  <a:srgbClr val="4A7B8B"/>
                </a:solidFill>
                <a:latin typeface="Gotham Rounded" pitchFamily="50" charset="0"/>
                <a:ea typeface="Tahoma"/>
                <a:cs typeface="Tahoma"/>
                <a:sym typeface="Tahoma"/>
              </a:rPr>
              <a:t>/</a:t>
            </a:r>
            <a:r>
              <a:rPr lang="es-ES" sz="1800" b="0" i="0" u="none" strike="noStrike" cap="none" dirty="0">
                <a:solidFill>
                  <a:srgbClr val="79D2EA"/>
                </a:solidFill>
                <a:latin typeface="Gotham Rounded" pitchFamily="50" charset="0"/>
                <a:ea typeface="Tahoma"/>
                <a:cs typeface="Tahoma"/>
                <a:sym typeface="Tahoma"/>
              </a:rPr>
              <a:t>sección </a:t>
            </a:r>
            <a:r>
              <a:rPr lang="es-ES" sz="1800" b="0" i="0" u="none" strike="noStrike" cap="none" dirty="0">
                <a:solidFill>
                  <a:srgbClr val="4A7B8B"/>
                </a:solidFill>
                <a:latin typeface="Gotham Rounded" pitchFamily="50" charset="0"/>
                <a:ea typeface="Tahoma"/>
                <a:cs typeface="Tahoma"/>
                <a:sym typeface="Tahoma"/>
              </a:rPr>
              <a:t>&gt;</a:t>
            </a:r>
            <a:endParaRPr sz="1400" b="0" i="0" u="none" strike="noStrike" cap="none" dirty="0">
              <a:solidFill>
                <a:srgbClr val="000000"/>
              </a:solidFill>
              <a:latin typeface="Gotham Rounded" pitchFamily="50" charset="0"/>
              <a:sym typeface="Arial"/>
            </a:endParaRPr>
          </a:p>
        </p:txBody>
      </p:sp>
      <p:pic>
        <p:nvPicPr>
          <p:cNvPr id="4" name="Google Shape;1102;p6"/>
          <p:cNvPicPr preferRelativeResize="0"/>
          <p:nvPr/>
        </p:nvPicPr>
        <p:blipFill rotWithShape="1">
          <a:blip r:embed="rId3">
            <a:alphaModFix/>
          </a:blip>
          <a:srcRect/>
          <a:stretch/>
        </p:blipFill>
        <p:spPr>
          <a:xfrm>
            <a:off x="5677468" y="0"/>
            <a:ext cx="6514532" cy="6858000"/>
          </a:xfrm>
          <a:prstGeom prst="rect">
            <a:avLst/>
          </a:prstGeom>
          <a:noFill/>
          <a:ln>
            <a:noFill/>
          </a:ln>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sp>
        <p:nvSpPr>
          <p:cNvPr id="784" name="Google Shape;784;p55"/>
          <p:cNvSpPr/>
          <p:nvPr/>
        </p:nvSpPr>
        <p:spPr>
          <a:xfrm>
            <a:off x="6018663" y="562207"/>
            <a:ext cx="5382686" cy="560908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a:solidFill>
                  <a:schemeClr val="tx1"/>
                </a:solidFill>
                <a:latin typeface="Gotham Rounded" pitchFamily="50" charset="0"/>
                <a:sym typeface="Arial"/>
              </a:rPr>
              <a:t>Etiquetas</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200"/>
              <a:buFont typeface="Arial"/>
              <a:buNone/>
            </a:pPr>
            <a:r>
              <a:rPr lang="es-ES" sz="3200" b="0" i="0" u="none" strike="noStrike" cap="none" dirty="0">
                <a:solidFill>
                  <a:schemeClr val="tx1"/>
                </a:solidFill>
                <a:latin typeface="Gotham Rounded" pitchFamily="50" charset="0"/>
                <a:sym typeface="Arial"/>
              </a:rPr>
              <a:t>Cuando escribimos código es muy importante usar siempre la </a:t>
            </a:r>
            <a:r>
              <a:rPr lang="es-ES" sz="3200" b="1" i="1" u="none" strike="noStrike" cap="none" dirty="0" err="1">
                <a:solidFill>
                  <a:schemeClr val="tx1"/>
                </a:solidFill>
                <a:latin typeface="Gotham Rounded" pitchFamily="50" charset="0"/>
                <a:sym typeface="Arial"/>
              </a:rPr>
              <a:t>indentación</a:t>
            </a:r>
            <a:r>
              <a:rPr lang="es-ES" sz="3200" b="0" i="0" u="none" strike="noStrike" cap="none" dirty="0">
                <a:solidFill>
                  <a:schemeClr val="tx1"/>
                </a:solidFill>
                <a:latin typeface="Gotham Rounded" pitchFamily="50" charset="0"/>
                <a:sym typeface="Arial"/>
              </a:rPr>
              <a:t>. ¿Qué es esto? Es el uso de la tecla </a:t>
            </a:r>
            <a:r>
              <a:rPr lang="es-ES" sz="3200" b="1" i="0" u="none" strike="noStrike" cap="none" dirty="0">
                <a:solidFill>
                  <a:schemeClr val="tx1"/>
                </a:solidFill>
                <a:latin typeface="Gotham Rounded" pitchFamily="50" charset="0"/>
                <a:sym typeface="Arial"/>
              </a:rPr>
              <a:t>TAB</a:t>
            </a:r>
            <a:r>
              <a:rPr lang="es-ES" sz="3200" b="0" i="0" u="none" strike="noStrike" cap="none" dirty="0">
                <a:solidFill>
                  <a:schemeClr val="tx1"/>
                </a:solidFill>
                <a:latin typeface="Gotham Rounded" pitchFamily="50" charset="0"/>
                <a:sym typeface="Arial"/>
              </a:rPr>
              <a:t> para indicar un subnivel.</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200"/>
              <a:buFont typeface="Arial"/>
              <a:buNone/>
            </a:pPr>
            <a:endParaRPr sz="32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200"/>
              <a:buFont typeface="Arial"/>
              <a:buNone/>
            </a:pPr>
            <a:r>
              <a:rPr lang="es-ES" sz="3200" b="0" i="0" u="none" strike="noStrike" cap="none" dirty="0">
                <a:solidFill>
                  <a:schemeClr val="tx1"/>
                </a:solidFill>
                <a:latin typeface="Gotham Rounded" pitchFamily="50" charset="0"/>
                <a:sym typeface="Arial"/>
              </a:rPr>
              <a:t>Esto permite que la jerarquía de nuestro código HTML se entienda fácilmente.</a:t>
            </a:r>
            <a:endParaRPr sz="1400" b="0" i="0" u="none" strike="noStrike" cap="none" dirty="0">
              <a:solidFill>
                <a:schemeClr val="tx1"/>
              </a:solidFill>
              <a:latin typeface="Gotham Rounded" pitchFamily="50" charset="0"/>
              <a:sym typeface="Arial"/>
            </a:endParaRPr>
          </a:p>
        </p:txBody>
      </p:sp>
      <p:sp>
        <p:nvSpPr>
          <p:cNvPr id="785" name="Google Shape;785;p55"/>
          <p:cNvSpPr/>
          <p:nvPr/>
        </p:nvSpPr>
        <p:spPr>
          <a:xfrm>
            <a:off x="573207" y="346346"/>
            <a:ext cx="4940490" cy="6040807"/>
          </a:xfrm>
          <a:prstGeom prst="roundRect">
            <a:avLst>
              <a:gd name="adj" fmla="val 5673"/>
            </a:avLst>
          </a:prstGeom>
          <a:solidFill>
            <a:srgbClr val="1F232F"/>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rgbClr val="4A7B8B"/>
                </a:solidFill>
                <a:latin typeface="Gotham Rounded" pitchFamily="50" charset="0"/>
                <a:ea typeface="Tahoma"/>
                <a:cs typeface="Tahoma"/>
                <a:sym typeface="Tahoma"/>
              </a:rPr>
              <a:t>&lt;</a:t>
            </a:r>
            <a:r>
              <a:rPr lang="es-ES" sz="1800" b="0" i="0" u="none" strike="noStrike" cap="none" dirty="0" err="1">
                <a:solidFill>
                  <a:srgbClr val="79D2EA"/>
                </a:solidFill>
                <a:latin typeface="Gotham Rounded" pitchFamily="50" charset="0"/>
                <a:ea typeface="Tahoma"/>
                <a:cs typeface="Tahoma"/>
                <a:sym typeface="Tahoma"/>
              </a:rPr>
              <a:t>section</a:t>
            </a:r>
            <a:r>
              <a:rPr lang="es-ES" sz="1800" b="0" i="0" u="none" strike="noStrike" cap="none" dirty="0">
                <a:solidFill>
                  <a:srgbClr val="4A7B8B"/>
                </a:solidFill>
                <a:latin typeface="Gotham Rounded" pitchFamily="50" charset="0"/>
                <a:ea typeface="Tahoma"/>
                <a:cs typeface="Tahoma"/>
                <a:sym typeface="Tahoma"/>
              </a:rPr>
              <a:t>&gt;</a:t>
            </a:r>
            <a:endParaRPr sz="1400" b="0" i="0" u="none" strike="noStrike" cap="none" dirty="0">
              <a:solidFill>
                <a:srgbClr val="000000"/>
              </a:solidFill>
              <a:latin typeface="Gotham Rounded" pitchFamily="50" charset="0"/>
              <a:sym typeface="Arial"/>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rgbClr val="4A7B8B"/>
                </a:solidFill>
                <a:latin typeface="Gotham Rounded" pitchFamily="50" charset="0"/>
                <a:ea typeface="Tahoma"/>
                <a:cs typeface="Tahoma"/>
                <a:sym typeface="Tahoma"/>
              </a:rPr>
              <a:t>    &lt;</a:t>
            </a:r>
            <a:r>
              <a:rPr lang="es-ES" sz="1800" b="0" i="0" u="none" strike="noStrike" cap="none" dirty="0">
                <a:solidFill>
                  <a:srgbClr val="79D2EA"/>
                </a:solidFill>
                <a:latin typeface="Gotham Rounded" pitchFamily="50" charset="0"/>
                <a:ea typeface="Tahoma"/>
                <a:cs typeface="Tahoma"/>
                <a:sym typeface="Tahoma"/>
              </a:rPr>
              <a:t>h1</a:t>
            </a:r>
            <a:r>
              <a:rPr lang="es-ES" sz="1800" b="0" i="0" u="none" strike="noStrike" cap="none" dirty="0">
                <a:solidFill>
                  <a:srgbClr val="4A7B8B"/>
                </a:solidFill>
                <a:latin typeface="Gotham Rounded" pitchFamily="50" charset="0"/>
                <a:ea typeface="Tahoma"/>
                <a:cs typeface="Tahoma"/>
                <a:sym typeface="Tahoma"/>
              </a:rPr>
              <a:t>&gt;</a:t>
            </a:r>
            <a:endParaRPr sz="1400" b="0" i="0" u="none" strike="noStrike" cap="none" dirty="0">
              <a:solidFill>
                <a:srgbClr val="000000"/>
              </a:solidFill>
              <a:latin typeface="Gotham Rounded" pitchFamily="50" charset="0"/>
              <a:sym typeface="Arial"/>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        Acá va el título escrito</a:t>
            </a:r>
            <a:endParaRPr sz="1400" b="0" i="0" u="none" strike="noStrike" cap="none" dirty="0">
              <a:solidFill>
                <a:srgbClr val="000000"/>
              </a:solidFill>
              <a:latin typeface="Gotham Rounded" pitchFamily="50" charset="0"/>
              <a:sym typeface="Arial"/>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rgbClr val="4A7B8B"/>
                </a:solidFill>
                <a:latin typeface="Gotham Rounded" pitchFamily="50" charset="0"/>
                <a:ea typeface="Tahoma"/>
                <a:cs typeface="Tahoma"/>
                <a:sym typeface="Tahoma"/>
              </a:rPr>
              <a:t>    &lt;</a:t>
            </a:r>
            <a:r>
              <a:rPr lang="es-ES" sz="1800" b="1" i="0" u="none" strike="noStrike" cap="none" dirty="0">
                <a:solidFill>
                  <a:srgbClr val="4A7B8B"/>
                </a:solidFill>
                <a:latin typeface="Gotham Rounded" pitchFamily="50" charset="0"/>
                <a:ea typeface="Tahoma"/>
                <a:cs typeface="Tahoma"/>
                <a:sym typeface="Tahoma"/>
              </a:rPr>
              <a:t>/</a:t>
            </a:r>
            <a:r>
              <a:rPr lang="es-ES" sz="1800" b="0" i="0" u="none" strike="noStrike" cap="none" dirty="0">
                <a:solidFill>
                  <a:srgbClr val="79D2EA"/>
                </a:solidFill>
                <a:latin typeface="Gotham Rounded" pitchFamily="50" charset="0"/>
                <a:ea typeface="Tahoma"/>
                <a:cs typeface="Tahoma"/>
                <a:sym typeface="Tahoma"/>
              </a:rPr>
              <a:t>h1</a:t>
            </a:r>
            <a:r>
              <a:rPr lang="es-ES" sz="1800" b="0" i="0" u="none" strike="noStrike" cap="none" dirty="0">
                <a:solidFill>
                  <a:srgbClr val="4A7B8B"/>
                </a:solidFill>
                <a:latin typeface="Gotham Rounded" pitchFamily="50" charset="0"/>
                <a:ea typeface="Tahoma"/>
                <a:cs typeface="Tahoma"/>
                <a:sym typeface="Tahoma"/>
              </a:rPr>
              <a:t>&gt;</a:t>
            </a:r>
            <a:endParaRPr sz="1400" b="0" i="0" u="none" strike="noStrike" cap="none" dirty="0">
              <a:solidFill>
                <a:srgbClr val="000000"/>
              </a:solidFill>
              <a:latin typeface="Gotham Rounded" pitchFamily="50" charset="0"/>
              <a:sym typeface="Arial"/>
            </a:endParaRPr>
          </a:p>
          <a:p>
            <a:pPr marL="0" marR="0" lvl="0" indent="0" algn="l" rtl="0">
              <a:lnSpc>
                <a:spcPct val="150000"/>
              </a:lnSpc>
              <a:spcBef>
                <a:spcPts val="0"/>
              </a:spcBef>
              <a:spcAft>
                <a:spcPts val="0"/>
              </a:spcAft>
              <a:buClr>
                <a:srgbClr val="000000"/>
              </a:buClr>
              <a:buSzPts val="1800"/>
              <a:buFont typeface="Arial"/>
              <a:buNone/>
            </a:pPr>
            <a:endParaRPr sz="1800" b="0" i="0" u="none" strike="noStrike" cap="none" dirty="0">
              <a:solidFill>
                <a:srgbClr val="4A7B8B"/>
              </a:solidFill>
              <a:latin typeface="Gotham Rounded" pitchFamily="50" charset="0"/>
              <a:ea typeface="Tahoma"/>
              <a:cs typeface="Tahoma"/>
              <a:sym typeface="Tahoma"/>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rgbClr val="4A7B8B"/>
                </a:solidFill>
                <a:latin typeface="Gotham Rounded" pitchFamily="50" charset="0"/>
                <a:ea typeface="Tahoma"/>
                <a:cs typeface="Tahoma"/>
                <a:sym typeface="Tahoma"/>
              </a:rPr>
              <a:t>    &lt;</a:t>
            </a:r>
            <a:r>
              <a:rPr lang="es-ES" sz="1800" b="0" i="0" u="none" strike="noStrike" cap="none" dirty="0">
                <a:solidFill>
                  <a:srgbClr val="79D2EA"/>
                </a:solidFill>
                <a:latin typeface="Gotham Rounded" pitchFamily="50" charset="0"/>
                <a:ea typeface="Tahoma"/>
                <a:cs typeface="Tahoma"/>
                <a:sym typeface="Tahoma"/>
              </a:rPr>
              <a:t>p</a:t>
            </a:r>
            <a:r>
              <a:rPr lang="es-ES" sz="1800" b="0" i="0" u="none" strike="noStrike" cap="none" dirty="0">
                <a:solidFill>
                  <a:srgbClr val="4A7B8B"/>
                </a:solidFill>
                <a:latin typeface="Gotham Rounded" pitchFamily="50" charset="0"/>
                <a:ea typeface="Tahoma"/>
                <a:cs typeface="Tahoma"/>
                <a:sym typeface="Tahoma"/>
              </a:rPr>
              <a:t>&gt;</a:t>
            </a:r>
            <a:endParaRPr sz="1400" b="0" i="0" u="none" strike="noStrike" cap="none" dirty="0">
              <a:solidFill>
                <a:srgbClr val="000000"/>
              </a:solidFill>
              <a:latin typeface="Gotham Rounded" pitchFamily="50" charset="0"/>
              <a:sym typeface="Arial"/>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rgbClr val="4A7B8B"/>
                </a:solidFill>
                <a:latin typeface="Gotham Rounded" pitchFamily="50" charset="0"/>
                <a:ea typeface="Tahoma"/>
                <a:cs typeface="Tahoma"/>
                <a:sym typeface="Tahoma"/>
              </a:rPr>
              <a:t>        </a:t>
            </a:r>
            <a:r>
              <a:rPr lang="es-ES" sz="1800" b="0" i="0" u="none" strike="noStrike" cap="none" dirty="0">
                <a:solidFill>
                  <a:schemeClr val="lt1"/>
                </a:solidFill>
                <a:latin typeface="Gotham Rounded" pitchFamily="50" charset="0"/>
                <a:ea typeface="Tahoma"/>
                <a:cs typeface="Tahoma"/>
                <a:sym typeface="Tahoma"/>
              </a:rPr>
              <a:t>Acá va el 1er párrafo del texto</a:t>
            </a:r>
            <a:endParaRPr sz="1800" b="0" i="0" u="none" strike="noStrike" cap="none" dirty="0">
              <a:solidFill>
                <a:srgbClr val="4A7B8B"/>
              </a:solidFill>
              <a:latin typeface="Gotham Rounded" pitchFamily="50" charset="0"/>
              <a:ea typeface="Tahoma"/>
              <a:cs typeface="Tahoma"/>
              <a:sym typeface="Tahoma"/>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rgbClr val="4A7B8B"/>
                </a:solidFill>
                <a:latin typeface="Gotham Rounded" pitchFamily="50" charset="0"/>
                <a:ea typeface="Tahoma"/>
                <a:cs typeface="Tahoma"/>
                <a:sym typeface="Tahoma"/>
              </a:rPr>
              <a:t>    &lt;</a:t>
            </a:r>
            <a:r>
              <a:rPr lang="es-ES" sz="1800" b="1" i="0" u="none" strike="noStrike" cap="none" dirty="0">
                <a:solidFill>
                  <a:srgbClr val="4A7B8B"/>
                </a:solidFill>
                <a:latin typeface="Gotham Rounded" pitchFamily="50" charset="0"/>
                <a:ea typeface="Tahoma"/>
                <a:cs typeface="Tahoma"/>
                <a:sym typeface="Tahoma"/>
              </a:rPr>
              <a:t>/</a:t>
            </a:r>
            <a:r>
              <a:rPr lang="es-ES" sz="1800" b="0" i="0" u="none" strike="noStrike" cap="none" dirty="0">
                <a:solidFill>
                  <a:srgbClr val="79D2EA"/>
                </a:solidFill>
                <a:latin typeface="Gotham Rounded" pitchFamily="50" charset="0"/>
                <a:ea typeface="Tahoma"/>
                <a:cs typeface="Tahoma"/>
                <a:sym typeface="Tahoma"/>
              </a:rPr>
              <a:t>p</a:t>
            </a:r>
            <a:r>
              <a:rPr lang="es-ES" sz="1800" b="0" i="0" u="none" strike="noStrike" cap="none" dirty="0">
                <a:solidFill>
                  <a:srgbClr val="4A7B8B"/>
                </a:solidFill>
                <a:latin typeface="Gotham Rounded" pitchFamily="50" charset="0"/>
                <a:ea typeface="Tahoma"/>
                <a:cs typeface="Tahoma"/>
                <a:sym typeface="Tahoma"/>
              </a:rPr>
              <a:t>&gt;</a:t>
            </a:r>
            <a:endParaRPr sz="1400" b="0" i="0" u="none" strike="noStrike" cap="none" dirty="0">
              <a:solidFill>
                <a:srgbClr val="000000"/>
              </a:solidFill>
              <a:latin typeface="Gotham Rounded" pitchFamily="50" charset="0"/>
              <a:sym typeface="Arial"/>
            </a:endParaRPr>
          </a:p>
          <a:p>
            <a:pPr marL="0" marR="0" lvl="0" indent="0" algn="l" rtl="0">
              <a:lnSpc>
                <a:spcPct val="150000"/>
              </a:lnSpc>
              <a:spcBef>
                <a:spcPts val="0"/>
              </a:spcBef>
              <a:spcAft>
                <a:spcPts val="0"/>
              </a:spcAft>
              <a:buClr>
                <a:srgbClr val="000000"/>
              </a:buClr>
              <a:buSzPts val="1800"/>
              <a:buFont typeface="Arial"/>
              <a:buNone/>
            </a:pPr>
            <a:endParaRPr sz="1800" b="0" i="0" u="none" strike="noStrike" cap="none" dirty="0">
              <a:solidFill>
                <a:srgbClr val="4A7B8B"/>
              </a:solidFill>
              <a:latin typeface="Gotham Rounded" pitchFamily="50" charset="0"/>
              <a:ea typeface="Tahoma"/>
              <a:cs typeface="Tahoma"/>
              <a:sym typeface="Tahoma"/>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rgbClr val="4A7B8B"/>
                </a:solidFill>
                <a:latin typeface="Gotham Rounded" pitchFamily="50" charset="0"/>
                <a:ea typeface="Tahoma"/>
                <a:cs typeface="Tahoma"/>
                <a:sym typeface="Tahoma"/>
              </a:rPr>
              <a:t>    &lt;</a:t>
            </a:r>
            <a:r>
              <a:rPr lang="es-ES" sz="1800" b="0" i="0" u="none" strike="noStrike" cap="none" dirty="0">
                <a:solidFill>
                  <a:srgbClr val="79D2EA"/>
                </a:solidFill>
                <a:latin typeface="Gotham Rounded" pitchFamily="50" charset="0"/>
                <a:ea typeface="Tahoma"/>
                <a:cs typeface="Tahoma"/>
                <a:sym typeface="Tahoma"/>
              </a:rPr>
              <a:t>p</a:t>
            </a:r>
            <a:r>
              <a:rPr lang="es-ES" sz="1800" b="0" i="0" u="none" strike="noStrike" cap="none" dirty="0">
                <a:solidFill>
                  <a:srgbClr val="4A7B8B"/>
                </a:solidFill>
                <a:latin typeface="Gotham Rounded" pitchFamily="50" charset="0"/>
                <a:ea typeface="Tahoma"/>
                <a:cs typeface="Tahoma"/>
                <a:sym typeface="Tahoma"/>
              </a:rPr>
              <a:t>&gt;</a:t>
            </a:r>
            <a:endParaRPr sz="1400" b="0" i="0" u="none" strike="noStrike" cap="none" dirty="0">
              <a:solidFill>
                <a:srgbClr val="000000"/>
              </a:solidFill>
              <a:latin typeface="Gotham Rounded" pitchFamily="50" charset="0"/>
              <a:sym typeface="Arial"/>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rgbClr val="4A7B8B"/>
                </a:solidFill>
                <a:latin typeface="Gotham Rounded" pitchFamily="50" charset="0"/>
                <a:ea typeface="Tahoma"/>
                <a:cs typeface="Tahoma"/>
                <a:sym typeface="Tahoma"/>
              </a:rPr>
              <a:t>        </a:t>
            </a:r>
            <a:r>
              <a:rPr lang="es-ES" sz="1800" b="0" i="0" u="none" strike="noStrike" cap="none" dirty="0">
                <a:solidFill>
                  <a:schemeClr val="lt1"/>
                </a:solidFill>
                <a:latin typeface="Gotham Rounded" pitchFamily="50" charset="0"/>
                <a:ea typeface="Tahoma"/>
                <a:cs typeface="Tahoma"/>
                <a:sym typeface="Tahoma"/>
              </a:rPr>
              <a:t>Acá va el 2do párrafo del texto</a:t>
            </a:r>
            <a:endParaRPr sz="1800" b="0" i="0" u="none" strike="noStrike" cap="none" dirty="0">
              <a:solidFill>
                <a:srgbClr val="4A7B8B"/>
              </a:solidFill>
              <a:latin typeface="Gotham Rounded" pitchFamily="50" charset="0"/>
              <a:ea typeface="Tahoma"/>
              <a:cs typeface="Tahoma"/>
              <a:sym typeface="Tahoma"/>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rgbClr val="4A7B8B"/>
                </a:solidFill>
                <a:latin typeface="Gotham Rounded" pitchFamily="50" charset="0"/>
                <a:ea typeface="Tahoma"/>
                <a:cs typeface="Tahoma"/>
                <a:sym typeface="Tahoma"/>
              </a:rPr>
              <a:t>    &lt;</a:t>
            </a:r>
            <a:r>
              <a:rPr lang="es-ES" sz="1800" b="1" i="0" u="none" strike="noStrike" cap="none" dirty="0">
                <a:solidFill>
                  <a:srgbClr val="4A7B8B"/>
                </a:solidFill>
                <a:latin typeface="Gotham Rounded" pitchFamily="50" charset="0"/>
                <a:ea typeface="Tahoma"/>
                <a:cs typeface="Tahoma"/>
                <a:sym typeface="Tahoma"/>
              </a:rPr>
              <a:t>/</a:t>
            </a:r>
            <a:r>
              <a:rPr lang="es-ES" sz="1800" b="0" i="0" u="none" strike="noStrike" cap="none" dirty="0">
                <a:solidFill>
                  <a:srgbClr val="79D2EA"/>
                </a:solidFill>
                <a:latin typeface="Gotham Rounded" pitchFamily="50" charset="0"/>
                <a:ea typeface="Tahoma"/>
                <a:cs typeface="Tahoma"/>
                <a:sym typeface="Tahoma"/>
              </a:rPr>
              <a:t>p</a:t>
            </a:r>
            <a:r>
              <a:rPr lang="es-ES" sz="1800" b="0" i="0" u="none" strike="noStrike" cap="none" dirty="0">
                <a:solidFill>
                  <a:srgbClr val="4A7B8B"/>
                </a:solidFill>
                <a:latin typeface="Gotham Rounded" pitchFamily="50" charset="0"/>
                <a:ea typeface="Tahoma"/>
                <a:cs typeface="Tahoma"/>
                <a:sym typeface="Tahoma"/>
              </a:rPr>
              <a:t>&gt;</a:t>
            </a:r>
            <a:endParaRPr sz="1400" b="0" i="0" u="none" strike="noStrike" cap="none" dirty="0">
              <a:solidFill>
                <a:srgbClr val="000000"/>
              </a:solidFill>
              <a:latin typeface="Gotham Rounded" pitchFamily="50" charset="0"/>
              <a:sym typeface="Arial"/>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rgbClr val="4A7B8B"/>
                </a:solidFill>
                <a:latin typeface="Gotham Rounded" pitchFamily="50" charset="0"/>
                <a:ea typeface="Tahoma"/>
                <a:cs typeface="Tahoma"/>
                <a:sym typeface="Tahoma"/>
              </a:rPr>
              <a:t>&lt;</a:t>
            </a:r>
            <a:r>
              <a:rPr lang="es-ES" sz="1800" b="1" i="0" u="none" strike="noStrike" cap="none" dirty="0">
                <a:solidFill>
                  <a:srgbClr val="4A7B8B"/>
                </a:solidFill>
                <a:latin typeface="Gotham Rounded" pitchFamily="50" charset="0"/>
                <a:ea typeface="Tahoma"/>
                <a:cs typeface="Tahoma"/>
                <a:sym typeface="Tahoma"/>
              </a:rPr>
              <a:t>/</a:t>
            </a:r>
            <a:r>
              <a:rPr lang="es-ES" sz="1800" b="0" i="0" u="none" strike="noStrike" cap="none" dirty="0" err="1">
                <a:solidFill>
                  <a:srgbClr val="79D2EA"/>
                </a:solidFill>
                <a:latin typeface="Gotham Rounded" pitchFamily="50" charset="0"/>
                <a:ea typeface="Tahoma"/>
                <a:cs typeface="Tahoma"/>
                <a:sym typeface="Tahoma"/>
              </a:rPr>
              <a:t>section</a:t>
            </a:r>
            <a:r>
              <a:rPr lang="es-ES" sz="1800" b="0" i="0" u="none" strike="noStrike" cap="none" dirty="0">
                <a:solidFill>
                  <a:srgbClr val="4A7B8B"/>
                </a:solidFill>
                <a:latin typeface="Gotham Rounded" pitchFamily="50" charset="0"/>
                <a:ea typeface="Tahoma"/>
                <a:cs typeface="Tahoma"/>
                <a:sym typeface="Tahoma"/>
              </a:rPr>
              <a:t>&gt;</a:t>
            </a:r>
            <a:endParaRPr sz="1400" b="0" i="0" u="none" strike="noStrike" cap="none" dirty="0">
              <a:solidFill>
                <a:srgbClr val="000000"/>
              </a:solidFill>
              <a:latin typeface="Gotham Rounded" pitchFamily="50" charset="0"/>
              <a:sym typeface="Arial"/>
            </a:endParaRPr>
          </a:p>
        </p:txBody>
      </p:sp>
      <p:cxnSp>
        <p:nvCxnSpPr>
          <p:cNvPr id="786" name="Google Shape;786;p55"/>
          <p:cNvCxnSpPr/>
          <p:nvPr/>
        </p:nvCxnSpPr>
        <p:spPr>
          <a:xfrm>
            <a:off x="1078173" y="1091821"/>
            <a:ext cx="0" cy="4599295"/>
          </a:xfrm>
          <a:prstGeom prst="straightConnector1">
            <a:avLst/>
          </a:prstGeom>
          <a:noFill/>
          <a:ln w="9525" cap="flat" cmpd="sng">
            <a:solidFill>
              <a:srgbClr val="F2CD84"/>
            </a:solidFill>
            <a:prstDash val="solid"/>
            <a:miter lim="800000"/>
            <a:headEnd type="none" w="sm" len="sm"/>
            <a:tailEnd type="none" w="sm" len="sm"/>
          </a:ln>
        </p:spPr>
      </p:cxnSp>
      <p:cxnSp>
        <p:nvCxnSpPr>
          <p:cNvPr id="787" name="Google Shape;787;p55"/>
          <p:cNvCxnSpPr/>
          <p:nvPr/>
        </p:nvCxnSpPr>
        <p:spPr>
          <a:xfrm>
            <a:off x="1380698" y="1528549"/>
            <a:ext cx="0" cy="491320"/>
          </a:xfrm>
          <a:prstGeom prst="straightConnector1">
            <a:avLst/>
          </a:prstGeom>
          <a:noFill/>
          <a:ln w="9525" cap="flat" cmpd="sng">
            <a:solidFill>
              <a:srgbClr val="F2CD84"/>
            </a:solidFill>
            <a:prstDash val="solid"/>
            <a:miter lim="800000"/>
            <a:headEnd type="none" w="sm" len="sm"/>
            <a:tailEnd type="none" w="sm" len="sm"/>
          </a:ln>
        </p:spPr>
      </p:cxnSp>
      <p:cxnSp>
        <p:nvCxnSpPr>
          <p:cNvPr id="788" name="Google Shape;788;p55"/>
          <p:cNvCxnSpPr/>
          <p:nvPr/>
        </p:nvCxnSpPr>
        <p:spPr>
          <a:xfrm>
            <a:off x="1380698" y="3183340"/>
            <a:ext cx="0" cy="491320"/>
          </a:xfrm>
          <a:prstGeom prst="straightConnector1">
            <a:avLst/>
          </a:prstGeom>
          <a:noFill/>
          <a:ln w="9525" cap="flat" cmpd="sng">
            <a:solidFill>
              <a:srgbClr val="F2CD84"/>
            </a:solidFill>
            <a:prstDash val="solid"/>
            <a:miter lim="800000"/>
            <a:headEnd type="none" w="sm" len="sm"/>
            <a:tailEnd type="none" w="sm" len="sm"/>
          </a:ln>
        </p:spPr>
      </p:cxnSp>
      <p:cxnSp>
        <p:nvCxnSpPr>
          <p:cNvPr id="789" name="Google Shape;789;p55"/>
          <p:cNvCxnSpPr/>
          <p:nvPr/>
        </p:nvCxnSpPr>
        <p:spPr>
          <a:xfrm>
            <a:off x="1380698" y="4836994"/>
            <a:ext cx="0" cy="491320"/>
          </a:xfrm>
          <a:prstGeom prst="straightConnector1">
            <a:avLst/>
          </a:prstGeom>
          <a:noFill/>
          <a:ln w="9525" cap="flat" cmpd="sng">
            <a:solidFill>
              <a:srgbClr val="F2CD84"/>
            </a:solidFill>
            <a:prstDash val="solid"/>
            <a:miter lim="800000"/>
            <a:headEnd type="none" w="sm" len="sm"/>
            <a:tailEnd type="none" w="sm" len="sm"/>
          </a:ln>
        </p:spPr>
      </p:cxnSp>
      <p:pic>
        <p:nvPicPr>
          <p:cNvPr id="8" name="Google Shape;1102;p6"/>
          <p:cNvPicPr preferRelativeResize="0"/>
          <p:nvPr/>
        </p:nvPicPr>
        <p:blipFill rotWithShape="1">
          <a:blip r:embed="rId3">
            <a:alphaModFix/>
          </a:blip>
          <a:srcRect/>
          <a:stretch/>
        </p:blipFill>
        <p:spPr>
          <a:xfrm>
            <a:off x="5513697" y="0"/>
            <a:ext cx="6678303" cy="6858000"/>
          </a:xfrm>
          <a:prstGeom prst="rect">
            <a:avLst/>
          </a:prstGeom>
          <a:noFill/>
          <a:ln>
            <a:noFill/>
          </a:ln>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pic>
        <p:nvPicPr>
          <p:cNvPr id="117" name="Google Shape;214;p2"/>
          <p:cNvPicPr preferRelativeResize="0"/>
          <p:nvPr/>
        </p:nvPicPr>
        <p:blipFill rotWithShape="1">
          <a:blip r:embed="rId3">
            <a:alphaModFix/>
          </a:blip>
          <a:srcRect/>
          <a:stretch/>
        </p:blipFill>
        <p:spPr>
          <a:xfrm>
            <a:off x="0" y="1254"/>
            <a:ext cx="12192000" cy="6856745"/>
          </a:xfrm>
          <a:prstGeom prst="rect">
            <a:avLst/>
          </a:prstGeom>
          <a:noFill/>
          <a:ln>
            <a:noFill/>
          </a:ln>
        </p:spPr>
      </p:pic>
      <p:sp>
        <p:nvSpPr>
          <p:cNvPr id="795" name="Google Shape;795;p56"/>
          <p:cNvSpPr/>
          <p:nvPr/>
        </p:nvSpPr>
        <p:spPr>
          <a:xfrm>
            <a:off x="1195754" y="486328"/>
            <a:ext cx="10275524" cy="5000072"/>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 Seguimos con HTML -</a:t>
            </a:r>
            <a:endParaRPr sz="1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lt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Gotham Rounded" pitchFamily="50" charset="0"/>
                <a:sym typeface="Arial"/>
              </a:rPr>
              <a:t>Más sobre las &lt;etiquetas&gt;</a:t>
            </a:r>
            <a:endParaRPr sz="1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800"/>
              <a:buFont typeface="Arial"/>
              <a:buNone/>
            </a:pPr>
            <a:endParaRPr sz="28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800"/>
              <a:buFont typeface="Arial"/>
              <a:buNone/>
            </a:pPr>
            <a:r>
              <a:rPr lang="es-ES" sz="2800" b="0" i="0" u="none" strike="noStrike" cap="none" dirty="0">
                <a:solidFill>
                  <a:schemeClr val="tx1"/>
                </a:solidFill>
                <a:latin typeface="Gotham Rounded" pitchFamily="50" charset="0"/>
                <a:sym typeface="Arial"/>
              </a:rPr>
              <a:t>Existen distintos tipos de etiquetas; para indicar títulos, textos, imágenes, botones, etc. Ya las iremos conociendo. Como son muchas, creamos un álbum de etiquetas con las principales, para que puedan registrar sus avances durante este tutorial ;)</a:t>
            </a:r>
            <a:endParaRPr sz="1400" b="0" i="0" u="none" strike="noStrike" cap="none" dirty="0">
              <a:solidFill>
                <a:schemeClr val="tx1"/>
              </a:solidFill>
              <a:latin typeface="Gotham Rounded" pitchFamily="50" charset="0"/>
              <a:sym typeface="Arial"/>
            </a:endParaRPr>
          </a:p>
        </p:txBody>
      </p:sp>
      <p:pic>
        <p:nvPicPr>
          <p:cNvPr id="796" name="Google Shape;796;p56" descr="Icono&#10;&#10;Descripción generada automáticamente"/>
          <p:cNvPicPr preferRelativeResize="0"/>
          <p:nvPr/>
        </p:nvPicPr>
        <p:blipFill rotWithShape="1">
          <a:blip r:embed="rId4">
            <a:alphaModFix/>
          </a:blip>
          <a:srcRect/>
          <a:stretch/>
        </p:blipFill>
        <p:spPr>
          <a:xfrm>
            <a:off x="11680652" y="184715"/>
            <a:ext cx="301974" cy="301614"/>
          </a:xfrm>
          <a:prstGeom prst="rect">
            <a:avLst/>
          </a:prstGeom>
          <a:noFill/>
          <a:ln>
            <a:noFill/>
          </a:ln>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graphicFrame>
        <p:nvGraphicFramePr>
          <p:cNvPr id="802" name="Google Shape;802;p57"/>
          <p:cNvGraphicFramePr/>
          <p:nvPr>
            <p:extLst>
              <p:ext uri="{D42A27DB-BD31-4B8C-83A1-F6EECF244321}">
                <p14:modId xmlns:p14="http://schemas.microsoft.com/office/powerpoint/2010/main" val="184884980"/>
              </p:ext>
            </p:extLst>
          </p:nvPr>
        </p:nvGraphicFramePr>
        <p:xfrm>
          <a:off x="796915" y="2843537"/>
          <a:ext cx="1964400" cy="2890850"/>
        </p:xfrm>
        <a:graphic>
          <a:graphicData uri="http://schemas.openxmlformats.org/drawingml/2006/table">
            <a:tbl>
              <a:tblPr firstRow="1" bandRow="1">
                <a:noFill/>
                <a:tableStyleId>{41272BF2-6FC2-4F72-8B00-76E79A4D9CF1}</a:tableStyleId>
              </a:tblPr>
              <a:tblGrid>
                <a:gridCol w="1964400">
                  <a:extLst>
                    <a:ext uri="{9D8B030D-6E8A-4147-A177-3AD203B41FA5}">
                      <a16:colId xmlns:a16="http://schemas.microsoft.com/office/drawing/2014/main" val="20000"/>
                    </a:ext>
                  </a:extLst>
                </a:gridCol>
              </a:tblGrid>
              <a:tr h="608600">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a:solidFill>
                            <a:schemeClr val="lt1"/>
                          </a:solidFill>
                          <a:latin typeface="Arial"/>
                          <a:ea typeface="Arial"/>
                          <a:cs typeface="Arial"/>
                          <a:sym typeface="Arial"/>
                        </a:rPr>
                        <a:t>Metadatos</a:t>
                      </a:r>
                      <a:endParaRPr sz="1800" b="1" u="none" strike="noStrike" cap="none">
                        <a:solidFill>
                          <a:schemeClr val="lt1"/>
                        </a:solidFill>
                        <a:latin typeface="Arial"/>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&lt;head&gt;</a:t>
                      </a:r>
                      <a:endParaRPr sz="1400" u="none" strike="noStrike" cap="none" dirty="0">
                        <a:solidFill>
                          <a:schemeClr val="tx1"/>
                        </a:solidFill>
                        <a:latin typeface="Gotham Rounded Medium" panose="02000000000000000000" pitchFamily="50" charset="0"/>
                        <a:ea typeface="Tahoma"/>
                        <a:cs typeface="Tahoma"/>
                        <a:sym typeface="Tahom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&lt;meta&gt;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title</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style</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&lt;link&gt;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803" name="Google Shape;803;p57"/>
          <p:cNvSpPr/>
          <p:nvPr/>
        </p:nvSpPr>
        <p:spPr>
          <a:xfrm>
            <a:off x="639492" y="533237"/>
            <a:ext cx="8272495"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s-ES" sz="3200" b="1" i="0" u="none" strike="noStrike" cap="none" dirty="0">
                <a:solidFill>
                  <a:schemeClr val="tx1"/>
                </a:solidFill>
                <a:latin typeface="Gotham Rounded" pitchFamily="50" charset="0"/>
                <a:sym typeface="Arial"/>
              </a:rPr>
              <a:t>Álbum de &lt;etiquetas&gt; principales</a:t>
            </a:r>
            <a:endParaRPr sz="1800" b="0" i="0" u="none" strike="noStrike" cap="none" dirty="0">
              <a:solidFill>
                <a:schemeClr val="tx1"/>
              </a:solidFill>
              <a:latin typeface="Gotham Rounded" pitchFamily="50" charset="0"/>
              <a:sym typeface="Arial"/>
            </a:endParaRPr>
          </a:p>
        </p:txBody>
      </p:sp>
      <p:graphicFrame>
        <p:nvGraphicFramePr>
          <p:cNvPr id="804" name="Google Shape;804;p57"/>
          <p:cNvGraphicFramePr/>
          <p:nvPr>
            <p:extLst>
              <p:ext uri="{D42A27DB-BD31-4B8C-83A1-F6EECF244321}">
                <p14:modId xmlns:p14="http://schemas.microsoft.com/office/powerpoint/2010/main" val="2761661247"/>
              </p:ext>
            </p:extLst>
          </p:nvPr>
        </p:nvGraphicFramePr>
        <p:xfrm>
          <a:off x="886733" y="1491345"/>
          <a:ext cx="1964400" cy="1065050"/>
        </p:xfrm>
        <a:graphic>
          <a:graphicData uri="http://schemas.openxmlformats.org/drawingml/2006/table">
            <a:tbl>
              <a:tblPr firstRow="1" bandRow="1">
                <a:noFill/>
                <a:tableStyleId>{41272BF2-6FC2-4F72-8B00-76E79A4D9CF1}</a:tableStyleId>
              </a:tblPr>
              <a:tblGrid>
                <a:gridCol w="1964400">
                  <a:extLst>
                    <a:ext uri="{9D8B030D-6E8A-4147-A177-3AD203B41FA5}">
                      <a16:colId xmlns:a16="http://schemas.microsoft.com/office/drawing/2014/main" val="20000"/>
                    </a:ext>
                  </a:extLst>
                </a:gridCol>
              </a:tblGrid>
              <a:tr h="608600">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pitchFamily="50" charset="0"/>
                          <a:ea typeface="Arial"/>
                          <a:cs typeface="Arial"/>
                          <a:sym typeface="Arial"/>
                        </a:rPr>
                        <a:t>Raíz</a:t>
                      </a:r>
                      <a:endParaRPr sz="1800" b="1" u="none" strike="noStrike" cap="none" dirty="0">
                        <a:solidFill>
                          <a:schemeClr val="lt1"/>
                        </a:solidFill>
                        <a:latin typeface="Gotham Rounded"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html</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805" name="Google Shape;805;p57"/>
          <p:cNvGraphicFramePr/>
          <p:nvPr>
            <p:extLst>
              <p:ext uri="{D42A27DB-BD31-4B8C-83A1-F6EECF244321}">
                <p14:modId xmlns:p14="http://schemas.microsoft.com/office/powerpoint/2010/main" val="1735653077"/>
              </p:ext>
            </p:extLst>
          </p:nvPr>
        </p:nvGraphicFramePr>
        <p:xfrm>
          <a:off x="2993612" y="1491345"/>
          <a:ext cx="2561775" cy="2881025"/>
        </p:xfrm>
        <a:graphic>
          <a:graphicData uri="http://schemas.openxmlformats.org/drawingml/2006/table">
            <a:tbl>
              <a:tblPr firstRow="1" bandRow="1">
                <a:noFill/>
                <a:tableStyleId>{41272BF2-6FC2-4F72-8B00-76E79A4D9CF1}</a:tableStyleId>
              </a:tblPr>
              <a:tblGrid>
                <a:gridCol w="2561775">
                  <a:extLst>
                    <a:ext uri="{9D8B030D-6E8A-4147-A177-3AD203B41FA5}">
                      <a16:colId xmlns:a16="http://schemas.microsoft.com/office/drawing/2014/main" val="20000"/>
                    </a:ext>
                  </a:extLst>
                </a:gridCol>
              </a:tblGrid>
              <a:tr h="606525">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pitchFamily="50" charset="0"/>
                          <a:ea typeface="Arial"/>
                          <a:cs typeface="Arial"/>
                          <a:sym typeface="Arial"/>
                        </a:rPr>
                        <a:t>Texto</a:t>
                      </a:r>
                      <a:endParaRPr sz="1800" b="1" u="none" strike="noStrike" cap="none" dirty="0">
                        <a:solidFill>
                          <a:schemeClr val="lt1"/>
                        </a:solidFill>
                        <a:latin typeface="Gotham Rounded"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&lt;h1&gt;, &lt;h2&gt;,...&lt;h6&gt;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hr</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&lt;p&gt;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br</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806" name="Google Shape;806;p57"/>
          <p:cNvGraphicFramePr/>
          <p:nvPr>
            <p:extLst>
              <p:ext uri="{D42A27DB-BD31-4B8C-83A1-F6EECF244321}">
                <p14:modId xmlns:p14="http://schemas.microsoft.com/office/powerpoint/2010/main" val="1383051877"/>
              </p:ext>
            </p:extLst>
          </p:nvPr>
        </p:nvGraphicFramePr>
        <p:xfrm>
          <a:off x="5804440" y="1491345"/>
          <a:ext cx="2561775" cy="4700625"/>
        </p:xfrm>
        <a:graphic>
          <a:graphicData uri="http://schemas.openxmlformats.org/drawingml/2006/table">
            <a:tbl>
              <a:tblPr firstRow="1" bandRow="1">
                <a:noFill/>
                <a:tableStyleId>{41272BF2-6FC2-4F72-8B00-76E79A4D9CF1}</a:tableStyleId>
              </a:tblPr>
              <a:tblGrid>
                <a:gridCol w="2561775">
                  <a:extLst>
                    <a:ext uri="{9D8B030D-6E8A-4147-A177-3AD203B41FA5}">
                      <a16:colId xmlns:a16="http://schemas.microsoft.com/office/drawing/2014/main" val="20000"/>
                    </a:ext>
                  </a:extLst>
                </a:gridCol>
              </a:tblGrid>
              <a:tr h="606525">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pitchFamily="50" charset="0"/>
                          <a:ea typeface="Arial"/>
                          <a:cs typeface="Arial"/>
                          <a:sym typeface="Arial"/>
                        </a:rPr>
                        <a:t>Contenedores</a:t>
                      </a:r>
                      <a:endParaRPr sz="1800" b="1" u="none" strike="noStrike" cap="none" dirty="0">
                        <a:solidFill>
                          <a:schemeClr val="lt1"/>
                        </a:solidFill>
                        <a:latin typeface="Gotham Rounded"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body</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a typeface="Tahoma"/>
                        <a:cs typeface="Tahoma"/>
                        <a:sym typeface="Tahom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header</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nav</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aside</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main</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section</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article</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footer</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8"/>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&lt;div&gt;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graphicFrame>
        <p:nvGraphicFramePr>
          <p:cNvPr id="807" name="Google Shape;807;p57"/>
          <p:cNvGraphicFramePr/>
          <p:nvPr>
            <p:extLst>
              <p:ext uri="{D42A27DB-BD31-4B8C-83A1-F6EECF244321}">
                <p14:modId xmlns:p14="http://schemas.microsoft.com/office/powerpoint/2010/main" val="1794594089"/>
              </p:ext>
            </p:extLst>
          </p:nvPr>
        </p:nvGraphicFramePr>
        <p:xfrm>
          <a:off x="8615268" y="1491345"/>
          <a:ext cx="2561775" cy="1516325"/>
        </p:xfrm>
        <a:graphic>
          <a:graphicData uri="http://schemas.openxmlformats.org/drawingml/2006/table">
            <a:tbl>
              <a:tblPr firstRow="1" bandRow="1">
                <a:noFill/>
                <a:tableStyleId>{41272BF2-6FC2-4F72-8B00-76E79A4D9CF1}</a:tableStyleId>
              </a:tblPr>
              <a:tblGrid>
                <a:gridCol w="2561775">
                  <a:extLst>
                    <a:ext uri="{9D8B030D-6E8A-4147-A177-3AD203B41FA5}">
                      <a16:colId xmlns:a16="http://schemas.microsoft.com/office/drawing/2014/main" val="20000"/>
                    </a:ext>
                  </a:extLst>
                </a:gridCol>
              </a:tblGrid>
              <a:tr h="606525">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pitchFamily="50" charset="0"/>
                          <a:ea typeface="Arial"/>
                          <a:cs typeface="Arial"/>
                          <a:sym typeface="Arial"/>
                        </a:rPr>
                        <a:t>Extras</a:t>
                      </a:r>
                      <a:endParaRPr sz="1400" u="none" strike="noStrike" cap="none" dirty="0">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a:solidFill>
                            <a:schemeClr val="tx1"/>
                          </a:solidFill>
                          <a:latin typeface="Gotham Rounded Medium" panose="02000000000000000000" pitchFamily="50" charset="0"/>
                          <a:ea typeface="Tahoma"/>
                          <a:cs typeface="Tahoma"/>
                          <a:sym typeface="Tahoma"/>
                        </a:rPr>
                        <a:t>&lt;!DOCTYPE html&gt;</a:t>
                      </a:r>
                      <a:endParaRPr sz="1400" u="none" strike="noStrike" cap="none">
                        <a:solidFill>
                          <a:schemeClr val="tx1"/>
                        </a:solidFill>
                        <a:latin typeface="Gotham Rounded Medium" panose="02000000000000000000" pitchFamily="50" charset="0"/>
                        <a:ea typeface="Tahoma"/>
                        <a:cs typeface="Tahoma"/>
                        <a:sym typeface="Tahom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&lt;!--Comentario--&gt;</a:t>
                      </a:r>
                      <a:endParaRPr sz="1400" u="none" strike="noStrike" cap="none" dirty="0">
                        <a:solidFill>
                          <a:schemeClr val="tx1"/>
                        </a:solidFill>
                        <a:latin typeface="Gotham Rounded Medium" panose="02000000000000000000" pitchFamily="50" charset="0"/>
                        <a:ea typeface="Tahoma"/>
                        <a:cs typeface="Tahoma"/>
                        <a:sym typeface="Tahom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808" name="Google Shape;808;p57"/>
          <p:cNvPicPr preferRelativeResize="0"/>
          <p:nvPr/>
        </p:nvPicPr>
        <p:blipFill rotWithShape="1">
          <a:blip r:embed="rId3">
            <a:alphaModFix/>
          </a:blip>
          <a:srcRect/>
          <a:stretch/>
        </p:blipFill>
        <p:spPr>
          <a:xfrm>
            <a:off x="1496587" y="4872792"/>
            <a:ext cx="531524" cy="279050"/>
          </a:xfrm>
          <a:prstGeom prst="rect">
            <a:avLst/>
          </a:prstGeom>
          <a:noFill/>
          <a:ln>
            <a:noFill/>
          </a:ln>
        </p:spPr>
      </p:pic>
      <p:pic>
        <p:nvPicPr>
          <p:cNvPr id="809" name="Google Shape;809;p57"/>
          <p:cNvPicPr preferRelativeResize="0"/>
          <p:nvPr/>
        </p:nvPicPr>
        <p:blipFill rotWithShape="1">
          <a:blip r:embed="rId3">
            <a:alphaModFix/>
          </a:blip>
          <a:srcRect/>
          <a:stretch/>
        </p:blipFill>
        <p:spPr>
          <a:xfrm>
            <a:off x="6823913" y="2640686"/>
            <a:ext cx="531524" cy="279050"/>
          </a:xfrm>
          <a:prstGeom prst="rect">
            <a:avLst/>
          </a:prstGeom>
          <a:noFill/>
          <a:ln>
            <a:noFill/>
          </a:ln>
        </p:spPr>
      </p:pic>
      <p:pic>
        <p:nvPicPr>
          <p:cNvPr id="810" name="Google Shape;810;p57"/>
          <p:cNvPicPr preferRelativeResize="0"/>
          <p:nvPr/>
        </p:nvPicPr>
        <p:blipFill rotWithShape="1">
          <a:blip r:embed="rId3">
            <a:alphaModFix/>
          </a:blip>
          <a:srcRect/>
          <a:stretch/>
        </p:blipFill>
        <p:spPr>
          <a:xfrm>
            <a:off x="6823913" y="3097886"/>
            <a:ext cx="531524" cy="279050"/>
          </a:xfrm>
          <a:prstGeom prst="rect">
            <a:avLst/>
          </a:prstGeom>
          <a:noFill/>
          <a:ln>
            <a:noFill/>
          </a:ln>
        </p:spPr>
      </p:pic>
      <p:pic>
        <p:nvPicPr>
          <p:cNvPr id="811" name="Google Shape;811;p57"/>
          <p:cNvPicPr preferRelativeResize="0"/>
          <p:nvPr/>
        </p:nvPicPr>
        <p:blipFill rotWithShape="1">
          <a:blip r:embed="rId3">
            <a:alphaModFix/>
          </a:blip>
          <a:srcRect/>
          <a:stretch/>
        </p:blipFill>
        <p:spPr>
          <a:xfrm>
            <a:off x="6823913" y="3555086"/>
            <a:ext cx="531524" cy="279050"/>
          </a:xfrm>
          <a:prstGeom prst="rect">
            <a:avLst/>
          </a:prstGeom>
          <a:noFill/>
          <a:ln>
            <a:noFill/>
          </a:ln>
        </p:spPr>
      </p:pic>
      <p:pic>
        <p:nvPicPr>
          <p:cNvPr id="812" name="Google Shape;812;p57"/>
          <p:cNvPicPr preferRelativeResize="0"/>
          <p:nvPr/>
        </p:nvPicPr>
        <p:blipFill rotWithShape="1">
          <a:blip r:embed="rId3">
            <a:alphaModFix/>
          </a:blip>
          <a:srcRect/>
          <a:stretch/>
        </p:blipFill>
        <p:spPr>
          <a:xfrm>
            <a:off x="6823913" y="4012286"/>
            <a:ext cx="531524" cy="279050"/>
          </a:xfrm>
          <a:prstGeom prst="rect">
            <a:avLst/>
          </a:prstGeom>
          <a:noFill/>
          <a:ln>
            <a:noFill/>
          </a:ln>
        </p:spPr>
      </p:pic>
      <p:pic>
        <p:nvPicPr>
          <p:cNvPr id="813" name="Google Shape;813;p57"/>
          <p:cNvPicPr preferRelativeResize="0"/>
          <p:nvPr/>
        </p:nvPicPr>
        <p:blipFill rotWithShape="1">
          <a:blip r:embed="rId3">
            <a:alphaModFix/>
          </a:blip>
          <a:srcRect/>
          <a:stretch/>
        </p:blipFill>
        <p:spPr>
          <a:xfrm>
            <a:off x="6823913" y="4457763"/>
            <a:ext cx="531524" cy="279050"/>
          </a:xfrm>
          <a:prstGeom prst="rect">
            <a:avLst/>
          </a:prstGeom>
          <a:noFill/>
          <a:ln>
            <a:noFill/>
          </a:ln>
        </p:spPr>
      </p:pic>
      <p:pic>
        <p:nvPicPr>
          <p:cNvPr id="814" name="Google Shape;814;p57"/>
          <p:cNvPicPr preferRelativeResize="0"/>
          <p:nvPr/>
        </p:nvPicPr>
        <p:blipFill rotWithShape="1">
          <a:blip r:embed="rId3">
            <a:alphaModFix/>
          </a:blip>
          <a:srcRect/>
          <a:stretch/>
        </p:blipFill>
        <p:spPr>
          <a:xfrm>
            <a:off x="6823913" y="4914963"/>
            <a:ext cx="531524" cy="279050"/>
          </a:xfrm>
          <a:prstGeom prst="rect">
            <a:avLst/>
          </a:prstGeom>
          <a:noFill/>
          <a:ln>
            <a:noFill/>
          </a:ln>
        </p:spPr>
      </p:pic>
      <p:pic>
        <p:nvPicPr>
          <p:cNvPr id="815" name="Google Shape;815;p57"/>
          <p:cNvPicPr preferRelativeResize="0"/>
          <p:nvPr/>
        </p:nvPicPr>
        <p:blipFill rotWithShape="1">
          <a:blip r:embed="rId3">
            <a:alphaModFix/>
          </a:blip>
          <a:srcRect/>
          <a:stretch/>
        </p:blipFill>
        <p:spPr>
          <a:xfrm>
            <a:off x="6823913" y="5372163"/>
            <a:ext cx="531524" cy="279050"/>
          </a:xfrm>
          <a:prstGeom prst="rect">
            <a:avLst/>
          </a:prstGeom>
          <a:noFill/>
          <a:ln>
            <a:noFill/>
          </a:ln>
        </p:spPr>
      </p:pic>
      <p:pic>
        <p:nvPicPr>
          <p:cNvPr id="816" name="Google Shape;816;p57"/>
          <p:cNvPicPr preferRelativeResize="0"/>
          <p:nvPr/>
        </p:nvPicPr>
        <p:blipFill rotWithShape="1">
          <a:blip r:embed="rId3">
            <a:alphaModFix/>
          </a:blip>
          <a:srcRect/>
          <a:stretch/>
        </p:blipFill>
        <p:spPr>
          <a:xfrm>
            <a:off x="6823913" y="5829363"/>
            <a:ext cx="531524" cy="279050"/>
          </a:xfrm>
          <a:prstGeom prst="rect">
            <a:avLst/>
          </a:prstGeom>
          <a:noFill/>
          <a:ln>
            <a:noFill/>
          </a:ln>
        </p:spPr>
      </p:pic>
      <p:pic>
        <p:nvPicPr>
          <p:cNvPr id="817" name="Google Shape;817;p57"/>
          <p:cNvPicPr preferRelativeResize="0"/>
          <p:nvPr/>
        </p:nvPicPr>
        <p:blipFill rotWithShape="1">
          <a:blip r:embed="rId3">
            <a:alphaModFix/>
          </a:blip>
          <a:srcRect/>
          <a:stretch/>
        </p:blipFill>
        <p:spPr>
          <a:xfrm>
            <a:off x="1496587" y="5329992"/>
            <a:ext cx="531524" cy="279050"/>
          </a:xfrm>
          <a:prstGeom prst="rect">
            <a:avLst/>
          </a:prstGeom>
          <a:noFill/>
          <a:ln>
            <a:noFill/>
          </a:ln>
        </p:spPr>
      </p:pic>
      <p:pic>
        <p:nvPicPr>
          <p:cNvPr id="818" name="Google Shape;818;p57"/>
          <p:cNvPicPr preferRelativeResize="0"/>
          <p:nvPr/>
        </p:nvPicPr>
        <p:blipFill rotWithShape="1">
          <a:blip r:embed="rId3">
            <a:alphaModFix/>
          </a:blip>
          <a:srcRect/>
          <a:stretch/>
        </p:blipFill>
        <p:spPr>
          <a:xfrm>
            <a:off x="9630391" y="2640686"/>
            <a:ext cx="531524" cy="279050"/>
          </a:xfrm>
          <a:prstGeom prst="rect">
            <a:avLst/>
          </a:prstGeom>
          <a:noFill/>
          <a:ln>
            <a:noFill/>
          </a:ln>
        </p:spPr>
      </p:pic>
      <p:pic>
        <p:nvPicPr>
          <p:cNvPr id="819" name="Google Shape;819;p57"/>
          <p:cNvPicPr preferRelativeResize="0"/>
          <p:nvPr/>
        </p:nvPicPr>
        <p:blipFill rotWithShape="1">
          <a:blip r:embed="rId3">
            <a:alphaModFix/>
          </a:blip>
          <a:srcRect/>
          <a:stretch/>
        </p:blipFill>
        <p:spPr>
          <a:xfrm>
            <a:off x="3998652" y="2183486"/>
            <a:ext cx="531524" cy="279050"/>
          </a:xfrm>
          <a:prstGeom prst="rect">
            <a:avLst/>
          </a:prstGeom>
          <a:noFill/>
          <a:ln>
            <a:noFill/>
          </a:ln>
        </p:spPr>
      </p:pic>
      <p:pic>
        <p:nvPicPr>
          <p:cNvPr id="820" name="Google Shape;820;p57"/>
          <p:cNvPicPr preferRelativeResize="0"/>
          <p:nvPr/>
        </p:nvPicPr>
        <p:blipFill rotWithShape="1">
          <a:blip r:embed="rId3">
            <a:alphaModFix/>
          </a:blip>
          <a:srcRect/>
          <a:stretch/>
        </p:blipFill>
        <p:spPr>
          <a:xfrm>
            <a:off x="3998652" y="2640686"/>
            <a:ext cx="531524" cy="279050"/>
          </a:xfrm>
          <a:prstGeom prst="rect">
            <a:avLst/>
          </a:prstGeom>
          <a:noFill/>
          <a:ln>
            <a:noFill/>
          </a:ln>
        </p:spPr>
      </p:pic>
      <p:pic>
        <p:nvPicPr>
          <p:cNvPr id="821" name="Google Shape;821;p57"/>
          <p:cNvPicPr preferRelativeResize="0"/>
          <p:nvPr/>
        </p:nvPicPr>
        <p:blipFill rotWithShape="1">
          <a:blip r:embed="rId3">
            <a:alphaModFix/>
          </a:blip>
          <a:srcRect/>
          <a:stretch/>
        </p:blipFill>
        <p:spPr>
          <a:xfrm>
            <a:off x="3998652" y="3097886"/>
            <a:ext cx="531524" cy="279050"/>
          </a:xfrm>
          <a:prstGeom prst="rect">
            <a:avLst/>
          </a:prstGeom>
          <a:noFill/>
          <a:ln>
            <a:noFill/>
          </a:ln>
        </p:spPr>
      </p:pic>
      <p:pic>
        <p:nvPicPr>
          <p:cNvPr id="822" name="Google Shape;822;p57"/>
          <p:cNvPicPr preferRelativeResize="0"/>
          <p:nvPr/>
        </p:nvPicPr>
        <p:blipFill rotWithShape="1">
          <a:blip r:embed="rId3">
            <a:alphaModFix/>
          </a:blip>
          <a:srcRect/>
          <a:stretch/>
        </p:blipFill>
        <p:spPr>
          <a:xfrm>
            <a:off x="3998652" y="3555086"/>
            <a:ext cx="531524" cy="279050"/>
          </a:xfrm>
          <a:prstGeom prst="rect">
            <a:avLst/>
          </a:prstGeom>
          <a:noFill/>
          <a:ln>
            <a:noFill/>
          </a:ln>
        </p:spPr>
      </p:pic>
      <p:pic>
        <p:nvPicPr>
          <p:cNvPr id="823" name="Google Shape;823;p57"/>
          <p:cNvPicPr preferRelativeResize="0"/>
          <p:nvPr/>
        </p:nvPicPr>
        <p:blipFill rotWithShape="1">
          <a:blip r:embed="rId3">
            <a:alphaModFix/>
          </a:blip>
          <a:srcRect/>
          <a:stretch/>
        </p:blipFill>
        <p:spPr>
          <a:xfrm>
            <a:off x="3998652" y="4000563"/>
            <a:ext cx="531524" cy="279050"/>
          </a:xfrm>
          <a:prstGeom prst="rect">
            <a:avLst/>
          </a:prstGeom>
          <a:noFill/>
          <a:ln>
            <a:noFill/>
          </a:ln>
        </p:spPr>
      </p:pic>
      <p:pic>
        <p:nvPicPr>
          <p:cNvPr id="824" name="Google Shape;824;p57"/>
          <p:cNvPicPr preferRelativeResize="0"/>
          <p:nvPr/>
        </p:nvPicPr>
        <p:blipFill rotWithShape="1">
          <a:blip r:embed="rId3">
            <a:alphaModFix/>
          </a:blip>
          <a:srcRect/>
          <a:stretch/>
        </p:blipFill>
        <p:spPr>
          <a:xfrm>
            <a:off x="1513359" y="3959543"/>
            <a:ext cx="531524" cy="279050"/>
          </a:xfrm>
          <a:prstGeom prst="rect">
            <a:avLst/>
          </a:prstGeom>
          <a:noFill/>
          <a:ln>
            <a:noFill/>
          </a:ln>
        </p:spPr>
      </p:pic>
      <p:pic>
        <p:nvPicPr>
          <p:cNvPr id="825" name="Google Shape;825;p57"/>
          <p:cNvPicPr preferRelativeResize="0"/>
          <p:nvPr/>
        </p:nvPicPr>
        <p:blipFill rotWithShape="1">
          <a:blip r:embed="rId3">
            <a:alphaModFix/>
          </a:blip>
          <a:srcRect/>
          <a:stretch/>
        </p:blipFill>
        <p:spPr>
          <a:xfrm>
            <a:off x="1513359" y="4405020"/>
            <a:ext cx="531524" cy="279050"/>
          </a:xfrm>
          <a:prstGeom prst="rect">
            <a:avLst/>
          </a:prstGeom>
          <a:noFill/>
          <a:ln>
            <a:noFill/>
          </a:ln>
        </p:spPr>
      </p:pic>
      <p:graphicFrame>
        <p:nvGraphicFramePr>
          <p:cNvPr id="826" name="Google Shape;826;p57"/>
          <p:cNvGraphicFramePr/>
          <p:nvPr>
            <p:extLst>
              <p:ext uri="{D42A27DB-BD31-4B8C-83A1-F6EECF244321}">
                <p14:modId xmlns:p14="http://schemas.microsoft.com/office/powerpoint/2010/main" val="517614562"/>
              </p:ext>
            </p:extLst>
          </p:nvPr>
        </p:nvGraphicFramePr>
        <p:xfrm>
          <a:off x="2993612" y="4667915"/>
          <a:ext cx="2561775" cy="1061425"/>
        </p:xfrm>
        <a:graphic>
          <a:graphicData uri="http://schemas.openxmlformats.org/drawingml/2006/table">
            <a:tbl>
              <a:tblPr firstRow="1" bandRow="1">
                <a:noFill/>
                <a:tableStyleId>{41272BF2-6FC2-4F72-8B00-76E79A4D9CF1}</a:tableStyleId>
              </a:tblPr>
              <a:tblGrid>
                <a:gridCol w="2561775">
                  <a:extLst>
                    <a:ext uri="{9D8B030D-6E8A-4147-A177-3AD203B41FA5}">
                      <a16:colId xmlns:a16="http://schemas.microsoft.com/office/drawing/2014/main" val="20000"/>
                    </a:ext>
                  </a:extLst>
                </a:gridCol>
              </a:tblGrid>
              <a:tr h="606525">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a:solidFill>
                            <a:schemeClr val="lt1"/>
                          </a:solidFill>
                          <a:latin typeface="Arial"/>
                          <a:ea typeface="Arial"/>
                          <a:cs typeface="Arial"/>
                          <a:sym typeface="Arial"/>
                        </a:rPr>
                        <a:t>Imágenes</a:t>
                      </a:r>
                      <a:endParaRPr sz="1800" b="1" u="none" strike="noStrike" cap="none">
                        <a:solidFill>
                          <a:schemeClr val="lt1"/>
                        </a:solidFill>
                        <a:latin typeface="Arial"/>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img</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827" name="Google Shape;827;p57"/>
          <p:cNvPicPr preferRelativeResize="0"/>
          <p:nvPr/>
        </p:nvPicPr>
        <p:blipFill rotWithShape="1">
          <a:blip r:embed="rId3">
            <a:alphaModFix/>
          </a:blip>
          <a:srcRect/>
          <a:stretch/>
        </p:blipFill>
        <p:spPr>
          <a:xfrm>
            <a:off x="4005325" y="5329992"/>
            <a:ext cx="531524" cy="279050"/>
          </a:xfrm>
          <a:prstGeom prst="rect">
            <a:avLst/>
          </a:prstGeom>
          <a:noFill/>
          <a:ln>
            <a:noFill/>
          </a:ln>
        </p:spPr>
      </p:pic>
      <p:pic>
        <p:nvPicPr>
          <p:cNvPr id="828" name="Google Shape;828;p57"/>
          <p:cNvPicPr preferRelativeResize="0"/>
          <p:nvPr/>
        </p:nvPicPr>
        <p:blipFill rotWithShape="1">
          <a:blip r:embed="rId3">
            <a:alphaModFix/>
          </a:blip>
          <a:srcRect/>
          <a:stretch/>
        </p:blipFill>
        <p:spPr>
          <a:xfrm>
            <a:off x="1496587" y="2186020"/>
            <a:ext cx="531524" cy="279050"/>
          </a:xfrm>
          <a:prstGeom prst="rect">
            <a:avLst/>
          </a:prstGeom>
          <a:noFill/>
          <a:ln>
            <a:noFill/>
          </a:ln>
        </p:spPr>
      </p:pic>
      <p:pic>
        <p:nvPicPr>
          <p:cNvPr id="829" name="Google Shape;829;p57"/>
          <p:cNvPicPr preferRelativeResize="0"/>
          <p:nvPr/>
        </p:nvPicPr>
        <p:blipFill rotWithShape="1">
          <a:blip r:embed="rId3">
            <a:alphaModFix/>
          </a:blip>
          <a:srcRect/>
          <a:stretch/>
        </p:blipFill>
        <p:spPr>
          <a:xfrm>
            <a:off x="1513359" y="3529900"/>
            <a:ext cx="531524" cy="279050"/>
          </a:xfrm>
          <a:prstGeom prst="rect">
            <a:avLst/>
          </a:prstGeom>
          <a:noFill/>
          <a:ln>
            <a:noFill/>
          </a:ln>
        </p:spPr>
      </p:pic>
      <p:pic>
        <p:nvPicPr>
          <p:cNvPr id="830" name="Google Shape;830;p57"/>
          <p:cNvPicPr preferRelativeResize="0"/>
          <p:nvPr/>
        </p:nvPicPr>
        <p:blipFill rotWithShape="1">
          <a:blip r:embed="rId3">
            <a:alphaModFix/>
          </a:blip>
          <a:srcRect/>
          <a:stretch/>
        </p:blipFill>
        <p:spPr>
          <a:xfrm>
            <a:off x="6823913" y="2182786"/>
            <a:ext cx="531524" cy="279050"/>
          </a:xfrm>
          <a:prstGeom prst="rect">
            <a:avLst/>
          </a:prstGeom>
          <a:noFill/>
          <a:ln>
            <a:noFill/>
          </a:ln>
        </p:spPr>
      </p:pic>
      <p:pic>
        <p:nvPicPr>
          <p:cNvPr id="831" name="Google Shape;831;p57"/>
          <p:cNvPicPr preferRelativeResize="0"/>
          <p:nvPr/>
        </p:nvPicPr>
        <p:blipFill rotWithShape="1">
          <a:blip r:embed="rId3">
            <a:alphaModFix/>
          </a:blip>
          <a:srcRect/>
          <a:stretch/>
        </p:blipFill>
        <p:spPr>
          <a:xfrm>
            <a:off x="9630391" y="2182786"/>
            <a:ext cx="531524" cy="279050"/>
          </a:xfrm>
          <a:prstGeom prst="rect">
            <a:avLst/>
          </a:prstGeom>
          <a:noFill/>
          <a:ln>
            <a:noFill/>
          </a:ln>
        </p:spPr>
      </p:pic>
      <p:sp>
        <p:nvSpPr>
          <p:cNvPr id="832" name="Google Shape;832;p57"/>
          <p:cNvSpPr/>
          <p:nvPr/>
        </p:nvSpPr>
        <p:spPr>
          <a:xfrm>
            <a:off x="8911988" y="5332245"/>
            <a:ext cx="3109135" cy="1121135"/>
          </a:xfrm>
          <a:prstGeom prst="roundRect">
            <a:avLst>
              <a:gd name="adj" fmla="val 4559"/>
            </a:avLst>
          </a:prstGeom>
          <a:solidFill>
            <a:srgbClr val="92D050"/>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600"/>
              <a:buFont typeface="Arial"/>
              <a:buNone/>
            </a:pPr>
            <a:r>
              <a:rPr lang="es-ES" sz="1600" b="0" i="0" u="none" strike="noStrike" cap="none" dirty="0">
                <a:solidFill>
                  <a:schemeClr val="lt1"/>
                </a:solidFill>
                <a:latin typeface="Gotham Rounded" pitchFamily="50" charset="0"/>
                <a:ea typeface="Tahoma"/>
                <a:cs typeface="Tahoma"/>
                <a:sym typeface="Tahoma"/>
              </a:rPr>
              <a:t>Conozcan más etiquetas en </a:t>
            </a:r>
            <a:r>
              <a:rPr lang="es-ES" sz="1600" b="0" i="0" u="sng" strike="noStrike" cap="none" dirty="0">
                <a:solidFill>
                  <a:schemeClr val="lt1"/>
                </a:solidFill>
                <a:latin typeface="Gotham Rounded" pitchFamily="50" charset="0"/>
                <a:ea typeface="Tahoma"/>
                <a:cs typeface="Tahoma"/>
                <a:sym typeface="Tahoma"/>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w3school</a:t>
            </a:r>
            <a:r>
              <a:rPr lang="es-ES" sz="1600" b="0" i="0" u="none" strike="noStrike" cap="none" dirty="0">
                <a:solidFill>
                  <a:schemeClr val="lt1"/>
                </a:solidFill>
                <a:latin typeface="Gotham Rounded" pitchFamily="50" charset="0"/>
                <a:ea typeface="Tahoma"/>
                <a:cs typeface="Tahoma"/>
                <a:sym typeface="Tahoma"/>
              </a:rPr>
              <a:t> o </a:t>
            </a:r>
            <a:r>
              <a:rPr lang="es-ES" sz="1600" b="0" i="0" u="sng" strike="noStrike" cap="none" dirty="0">
                <a:solidFill>
                  <a:schemeClr val="lt1"/>
                </a:solidFill>
                <a:latin typeface="Gotham Rounded" pitchFamily="50" charset="0"/>
                <a:ea typeface="Tahoma"/>
                <a:cs typeface="Tahoma"/>
                <a:sym typeface="Tahoma"/>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Mozilla</a:t>
            </a:r>
            <a:r>
              <a:rPr lang="es-ES" sz="1600" b="0" i="0" u="none" strike="noStrike" cap="none" dirty="0">
                <a:solidFill>
                  <a:schemeClr val="lt1"/>
                </a:solidFill>
                <a:latin typeface="Gotham Rounded" pitchFamily="50" charset="0"/>
                <a:ea typeface="Tahoma"/>
                <a:cs typeface="Tahoma"/>
                <a:sym typeface="Tahoma"/>
              </a:rPr>
              <a:t>.</a:t>
            </a:r>
            <a:endParaRPr sz="1600" b="0" i="1" u="none" strike="noStrike" cap="none" dirty="0">
              <a:solidFill>
                <a:schemeClr val="lt1"/>
              </a:solidFill>
              <a:latin typeface="Gotham Rounded" pitchFamily="50" charset="0"/>
              <a:ea typeface="Tahoma"/>
              <a:cs typeface="Tahoma"/>
              <a:sym typeface="Tahoma"/>
            </a:endParaRPr>
          </a:p>
        </p:txBody>
      </p:sp>
      <p:pic>
        <p:nvPicPr>
          <p:cNvPr id="33" name="Google Shape;241;p5"/>
          <p:cNvPicPr preferRelativeResize="0"/>
          <p:nvPr/>
        </p:nvPicPr>
        <p:blipFill rotWithShape="1">
          <a:blip r:embed="rId6">
            <a:alphaModFix amt="10000"/>
          </a:blip>
          <a:srcRect/>
          <a:stretch/>
        </p:blipFill>
        <p:spPr>
          <a:xfrm>
            <a:off x="0" y="-1695"/>
            <a:ext cx="12192000" cy="6737170"/>
          </a:xfrm>
          <a:prstGeom prst="rect">
            <a:avLst/>
          </a:prstGeom>
          <a:noFill/>
          <a:ln>
            <a:noFill/>
          </a:ln>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pic>
        <p:nvPicPr>
          <p:cNvPr id="4" name="Google Shape;214;p2"/>
          <p:cNvPicPr preferRelativeResize="0"/>
          <p:nvPr/>
        </p:nvPicPr>
        <p:blipFill rotWithShape="1">
          <a:blip r:embed="rId3">
            <a:alphaModFix/>
          </a:blip>
          <a:srcRect/>
          <a:stretch/>
        </p:blipFill>
        <p:spPr>
          <a:xfrm>
            <a:off x="0" y="1254"/>
            <a:ext cx="12192000" cy="6856745"/>
          </a:xfrm>
          <a:prstGeom prst="rect">
            <a:avLst/>
          </a:prstGeom>
          <a:noFill/>
          <a:ln>
            <a:noFill/>
          </a:ln>
        </p:spPr>
      </p:pic>
      <p:sp>
        <p:nvSpPr>
          <p:cNvPr id="839" name="Google Shape;839;p58"/>
          <p:cNvSpPr/>
          <p:nvPr/>
        </p:nvSpPr>
        <p:spPr>
          <a:xfrm>
            <a:off x="1131862" y="492062"/>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Medium" panose="02000000000000000000" pitchFamily="50" charset="0"/>
                <a:sym typeface="Arial"/>
              </a:rPr>
              <a:t>Estructura y elementos</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Gotham Rounded Medium" panose="02000000000000000000" pitchFamily="50" charset="0"/>
                <a:sym typeface="Arial"/>
              </a:rPr>
              <a:t>Las primeras etiquetas</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Medium" panose="02000000000000000000" pitchFamily="50" charset="0"/>
                <a:sym typeface="Arial"/>
              </a:rPr>
              <a:t>&lt;</a:t>
            </a:r>
            <a:r>
              <a:rPr lang="es-ES" sz="2400" b="0" i="0" u="none" strike="noStrike" cap="none" dirty="0" err="1">
                <a:solidFill>
                  <a:schemeClr val="tx1"/>
                </a:solidFill>
                <a:latin typeface="Gotham Rounded Medium" panose="02000000000000000000" pitchFamily="50" charset="0"/>
                <a:sym typeface="Arial"/>
              </a:rPr>
              <a:t>html</a:t>
            </a:r>
            <a:r>
              <a:rPr lang="es-ES" sz="2400" b="0" i="0" u="none" strike="noStrike" cap="none" dirty="0">
                <a:solidFill>
                  <a:schemeClr val="tx1"/>
                </a:solidFill>
                <a:latin typeface="Gotham Rounded Medium" panose="02000000000000000000" pitchFamily="50" charset="0"/>
                <a:sym typeface="Arial"/>
              </a:rPr>
              <a:t>&gt;, &lt;head&gt; y &lt;</a:t>
            </a:r>
            <a:r>
              <a:rPr lang="es-ES" sz="2400" b="0" i="0" u="none" strike="noStrike" cap="none" dirty="0" err="1">
                <a:solidFill>
                  <a:schemeClr val="tx1"/>
                </a:solidFill>
                <a:latin typeface="Gotham Rounded Medium" panose="02000000000000000000" pitchFamily="50" charset="0"/>
                <a:sym typeface="Arial"/>
              </a:rPr>
              <a:t>body</a:t>
            </a:r>
            <a:r>
              <a:rPr lang="es-ES" sz="2400" b="0" i="0" u="none" strike="noStrike" cap="none" dirty="0">
                <a:solidFill>
                  <a:schemeClr val="tx1"/>
                </a:solidFill>
                <a:latin typeface="Gotham Rounded Medium" panose="02000000000000000000" pitchFamily="50" charset="0"/>
                <a:sym typeface="Arial"/>
              </a:rPr>
              <a:t>&gt;</a:t>
            </a:r>
            <a:endParaRPr sz="1400" b="0" i="0" u="none" strike="noStrike" cap="none" dirty="0">
              <a:solidFill>
                <a:schemeClr val="tx1"/>
              </a:solidFill>
              <a:latin typeface="Gotham Rounded Medium" panose="02000000000000000000" pitchFamily="50" charset="0"/>
              <a:sym typeface="Arial"/>
            </a:endParaRPr>
          </a:p>
        </p:txBody>
      </p:sp>
    </p:spTree>
  </p:cSld>
  <p:clrMapOvr>
    <a:masterClrMapping/>
  </p:clrMapOvr>
  <p:transition spd="slow">
    <p:push/>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5" name="Google Shape;845;p59"/>
          <p:cNvSpPr txBox="1"/>
          <p:nvPr/>
        </p:nvSpPr>
        <p:spPr>
          <a:xfrm>
            <a:off x="772885" y="762003"/>
            <a:ext cx="10781101" cy="563231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DOCTYPE</a:t>
            </a:r>
            <a:r>
              <a:rPr lang="es-ES" sz="1800" b="0" i="0" u="none" strike="noStrike" cap="none">
                <a:solidFill>
                  <a:schemeClr val="dk1"/>
                </a:solidFill>
                <a:latin typeface="Tahoma"/>
                <a:ea typeface="Tahoma"/>
                <a:cs typeface="Tahoma"/>
                <a:sym typeface="Tahoma"/>
              </a:rPr>
              <a:t>  </a:t>
            </a:r>
            <a:r>
              <a:rPr lang="es-ES" sz="1800" b="0" i="0" u="none" strike="noStrike" cap="none">
                <a:solidFill>
                  <a:srgbClr val="F2CD84"/>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p:txBody>
      </p:sp>
      <p:sp>
        <p:nvSpPr>
          <p:cNvPr id="846" name="Google Shape;846;p59"/>
          <p:cNvSpPr/>
          <p:nvPr/>
        </p:nvSpPr>
        <p:spPr>
          <a:xfrm>
            <a:off x="772885" y="463686"/>
            <a:ext cx="825322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1" u="none" strike="noStrike" cap="none">
                <a:solidFill>
                  <a:srgbClr val="A5A5A5"/>
                </a:solidFill>
                <a:latin typeface="Tahoma"/>
                <a:ea typeface="Tahoma"/>
                <a:cs typeface="Tahoma"/>
                <a:sym typeface="Tahoma"/>
              </a:rPr>
              <a:t>&lt;!DOCTYPE html&gt; se utiliza al principio para indicarle al navegador que el archivo es de tipo HTML 5.</a:t>
            </a:r>
            <a:endParaRPr sz="1400" b="0" i="1" u="none" strike="noStrike" cap="none">
              <a:solidFill>
                <a:srgbClr val="A5A5A5"/>
              </a:solidFill>
              <a:latin typeface="Tahoma"/>
              <a:ea typeface="Tahoma"/>
              <a:cs typeface="Tahoma"/>
              <a:sym typeface="Tahoma"/>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851"/>
        <p:cNvGrpSpPr/>
        <p:nvPr/>
      </p:nvGrpSpPr>
      <p:grpSpPr>
        <a:xfrm>
          <a:off x="0" y="0"/>
          <a:ext cx="0" cy="0"/>
          <a:chOff x="0" y="0"/>
          <a:chExt cx="0" cy="0"/>
        </a:xfrm>
      </p:grpSpPr>
      <p:sp>
        <p:nvSpPr>
          <p:cNvPr id="852" name="Google Shape;852;p60"/>
          <p:cNvSpPr txBox="1"/>
          <p:nvPr/>
        </p:nvSpPr>
        <p:spPr>
          <a:xfrm>
            <a:off x="772885" y="762003"/>
            <a:ext cx="10781101" cy="563231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DOCTYPE</a:t>
            </a:r>
            <a:r>
              <a:rPr lang="es-ES" sz="1800" b="0" i="0" u="none" strike="noStrike" cap="none">
                <a:solidFill>
                  <a:schemeClr val="dk1"/>
                </a:solidFill>
                <a:latin typeface="Tahoma"/>
                <a:ea typeface="Tahoma"/>
                <a:cs typeface="Tahoma"/>
                <a:sym typeface="Tahoma"/>
              </a:rPr>
              <a:t>  </a:t>
            </a:r>
            <a:r>
              <a:rPr lang="es-ES" sz="1800" b="0" i="0" u="none" strike="noStrike" cap="none">
                <a:solidFill>
                  <a:srgbClr val="F2CD84"/>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p:txBody>
      </p:sp>
      <p:cxnSp>
        <p:nvCxnSpPr>
          <p:cNvPr id="853" name="Google Shape;853;p60"/>
          <p:cNvCxnSpPr/>
          <p:nvPr/>
        </p:nvCxnSpPr>
        <p:spPr>
          <a:xfrm>
            <a:off x="457200" y="1491343"/>
            <a:ext cx="0" cy="4659083"/>
          </a:xfrm>
          <a:prstGeom prst="straightConnector1">
            <a:avLst/>
          </a:prstGeom>
          <a:noFill/>
          <a:ln w="38100" cap="flat" cmpd="sng">
            <a:solidFill>
              <a:srgbClr val="F2CD84"/>
            </a:solidFill>
            <a:prstDash val="solid"/>
            <a:miter lim="800000"/>
            <a:headEnd type="none" w="sm" len="sm"/>
            <a:tailEnd type="none" w="sm" len="sm"/>
          </a:ln>
        </p:spPr>
      </p:cxnSp>
      <p:cxnSp>
        <p:nvCxnSpPr>
          <p:cNvPr id="854" name="Google Shape;854;p60"/>
          <p:cNvCxnSpPr/>
          <p:nvPr/>
        </p:nvCxnSpPr>
        <p:spPr>
          <a:xfrm>
            <a:off x="446314" y="1491343"/>
            <a:ext cx="283029" cy="0"/>
          </a:xfrm>
          <a:prstGeom prst="straightConnector1">
            <a:avLst/>
          </a:prstGeom>
          <a:noFill/>
          <a:ln w="38100" cap="flat" cmpd="sng">
            <a:solidFill>
              <a:srgbClr val="F2CD84"/>
            </a:solidFill>
            <a:prstDash val="solid"/>
            <a:miter lim="800000"/>
            <a:headEnd type="none" w="sm" len="sm"/>
            <a:tailEnd type="none" w="sm" len="sm"/>
          </a:ln>
        </p:spPr>
      </p:cxnSp>
      <p:cxnSp>
        <p:nvCxnSpPr>
          <p:cNvPr id="855" name="Google Shape;855;p60"/>
          <p:cNvCxnSpPr/>
          <p:nvPr/>
        </p:nvCxnSpPr>
        <p:spPr>
          <a:xfrm>
            <a:off x="1992086" y="6139540"/>
            <a:ext cx="9699172" cy="0"/>
          </a:xfrm>
          <a:prstGeom prst="straightConnector1">
            <a:avLst/>
          </a:prstGeom>
          <a:noFill/>
          <a:ln w="38100" cap="flat" cmpd="sng">
            <a:solidFill>
              <a:srgbClr val="F2CD84"/>
            </a:solidFill>
            <a:prstDash val="solid"/>
            <a:miter lim="800000"/>
            <a:headEnd type="none" w="sm" len="sm"/>
            <a:tailEnd type="none" w="sm" len="sm"/>
          </a:ln>
        </p:spPr>
      </p:cxnSp>
      <p:cxnSp>
        <p:nvCxnSpPr>
          <p:cNvPr id="856" name="Google Shape;856;p60"/>
          <p:cNvCxnSpPr/>
          <p:nvPr/>
        </p:nvCxnSpPr>
        <p:spPr>
          <a:xfrm>
            <a:off x="11691258" y="1491343"/>
            <a:ext cx="0" cy="4659083"/>
          </a:xfrm>
          <a:prstGeom prst="straightConnector1">
            <a:avLst/>
          </a:prstGeom>
          <a:noFill/>
          <a:ln w="38100" cap="flat" cmpd="sng">
            <a:solidFill>
              <a:srgbClr val="F2CD84"/>
            </a:solidFill>
            <a:prstDash val="solid"/>
            <a:miter lim="800000"/>
            <a:headEnd type="none" w="sm" len="sm"/>
            <a:tailEnd type="none" w="sm" len="sm"/>
          </a:ln>
        </p:spPr>
      </p:cxnSp>
      <p:cxnSp>
        <p:nvCxnSpPr>
          <p:cNvPr id="857" name="Google Shape;857;p60"/>
          <p:cNvCxnSpPr/>
          <p:nvPr/>
        </p:nvCxnSpPr>
        <p:spPr>
          <a:xfrm>
            <a:off x="1805354" y="1491343"/>
            <a:ext cx="9885904" cy="0"/>
          </a:xfrm>
          <a:prstGeom prst="straightConnector1">
            <a:avLst/>
          </a:prstGeom>
          <a:noFill/>
          <a:ln w="38100" cap="flat" cmpd="sng">
            <a:solidFill>
              <a:srgbClr val="F2CD84"/>
            </a:solidFill>
            <a:prstDash val="solid"/>
            <a:miter lim="800000"/>
            <a:headEnd type="none" w="sm" len="sm"/>
            <a:tailEnd type="none" w="sm" len="sm"/>
          </a:ln>
        </p:spPr>
      </p:cxnSp>
      <p:cxnSp>
        <p:nvCxnSpPr>
          <p:cNvPr id="858" name="Google Shape;858;p60"/>
          <p:cNvCxnSpPr/>
          <p:nvPr/>
        </p:nvCxnSpPr>
        <p:spPr>
          <a:xfrm>
            <a:off x="446314" y="6128657"/>
            <a:ext cx="283029" cy="0"/>
          </a:xfrm>
          <a:prstGeom prst="straightConnector1">
            <a:avLst/>
          </a:prstGeom>
          <a:noFill/>
          <a:ln w="38100" cap="flat" cmpd="sng">
            <a:solidFill>
              <a:srgbClr val="F2CD84"/>
            </a:solidFill>
            <a:prstDash val="solid"/>
            <a:miter lim="800000"/>
            <a:headEnd type="none" w="sm" len="sm"/>
            <a:tailEnd type="none" w="sm" len="sm"/>
          </a:ln>
        </p:spPr>
      </p:cxnSp>
      <p:sp>
        <p:nvSpPr>
          <p:cNvPr id="859" name="Google Shape;859;p60"/>
          <p:cNvSpPr/>
          <p:nvPr/>
        </p:nvSpPr>
        <p:spPr>
          <a:xfrm>
            <a:off x="1805354" y="1191905"/>
            <a:ext cx="959288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1" u="none" strike="noStrike" cap="none">
                <a:solidFill>
                  <a:srgbClr val="A5A5A5"/>
                </a:solidFill>
                <a:latin typeface="Tahoma"/>
                <a:ea typeface="Tahoma"/>
                <a:cs typeface="Tahoma"/>
                <a:sym typeface="Tahoma"/>
              </a:rPr>
              <a:t>&lt;html&gt; luego se utiliza este elemento raíz para indicar dónde se contendrán todos los elementos de nuestro sitio web.</a:t>
            </a:r>
            <a:endParaRPr sz="1400" b="0" i="1" u="none" strike="noStrike" cap="none">
              <a:solidFill>
                <a:srgbClr val="A5A5A5"/>
              </a:solidFill>
              <a:latin typeface="Tahoma"/>
              <a:ea typeface="Tahoma"/>
              <a:cs typeface="Tahoma"/>
              <a:sym typeface="Tahoma"/>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p61"/>
          <p:cNvSpPr txBox="1"/>
          <p:nvPr/>
        </p:nvSpPr>
        <p:spPr>
          <a:xfrm>
            <a:off x="772885" y="762003"/>
            <a:ext cx="10781101" cy="563231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DOCTYPE</a:t>
            </a:r>
            <a:r>
              <a:rPr lang="es-ES" sz="1800" b="0" i="0" u="none" strike="noStrike" cap="none">
                <a:solidFill>
                  <a:schemeClr val="dk1"/>
                </a:solidFill>
                <a:latin typeface="Tahoma"/>
                <a:ea typeface="Tahoma"/>
                <a:cs typeface="Tahoma"/>
                <a:sym typeface="Tahoma"/>
              </a:rPr>
              <a:t>  </a:t>
            </a:r>
            <a:r>
              <a:rPr lang="es-ES" sz="1800" b="0" i="0" u="none" strike="noStrike" cap="none">
                <a:solidFill>
                  <a:srgbClr val="F2CD84"/>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p:txBody>
      </p:sp>
      <p:cxnSp>
        <p:nvCxnSpPr>
          <p:cNvPr id="866" name="Google Shape;866;p61"/>
          <p:cNvCxnSpPr/>
          <p:nvPr/>
        </p:nvCxnSpPr>
        <p:spPr>
          <a:xfrm>
            <a:off x="925286" y="2035627"/>
            <a:ext cx="0" cy="1121230"/>
          </a:xfrm>
          <a:prstGeom prst="straightConnector1">
            <a:avLst/>
          </a:prstGeom>
          <a:noFill/>
          <a:ln w="38100" cap="flat" cmpd="sng">
            <a:solidFill>
              <a:srgbClr val="F2CD84"/>
            </a:solidFill>
            <a:prstDash val="solid"/>
            <a:miter lim="800000"/>
            <a:headEnd type="none" w="sm" len="sm"/>
            <a:tailEnd type="none" w="sm" len="sm"/>
          </a:ln>
        </p:spPr>
      </p:cxnSp>
      <p:cxnSp>
        <p:nvCxnSpPr>
          <p:cNvPr id="867" name="Google Shape;867;p61"/>
          <p:cNvCxnSpPr/>
          <p:nvPr/>
        </p:nvCxnSpPr>
        <p:spPr>
          <a:xfrm>
            <a:off x="936171" y="2046513"/>
            <a:ext cx="283029" cy="0"/>
          </a:xfrm>
          <a:prstGeom prst="straightConnector1">
            <a:avLst/>
          </a:prstGeom>
          <a:noFill/>
          <a:ln w="38100" cap="flat" cmpd="sng">
            <a:solidFill>
              <a:srgbClr val="F2CD84"/>
            </a:solidFill>
            <a:prstDash val="solid"/>
            <a:miter lim="800000"/>
            <a:headEnd type="none" w="sm" len="sm"/>
            <a:tailEnd type="none" w="sm" len="sm"/>
          </a:ln>
        </p:spPr>
      </p:cxnSp>
      <p:cxnSp>
        <p:nvCxnSpPr>
          <p:cNvPr id="868" name="Google Shape;868;p61"/>
          <p:cNvCxnSpPr/>
          <p:nvPr/>
        </p:nvCxnSpPr>
        <p:spPr>
          <a:xfrm>
            <a:off x="2438400" y="3156857"/>
            <a:ext cx="9296401" cy="0"/>
          </a:xfrm>
          <a:prstGeom prst="straightConnector1">
            <a:avLst/>
          </a:prstGeom>
          <a:noFill/>
          <a:ln w="38100" cap="flat" cmpd="sng">
            <a:solidFill>
              <a:srgbClr val="F2CD84"/>
            </a:solidFill>
            <a:prstDash val="solid"/>
            <a:miter lim="800000"/>
            <a:headEnd type="none" w="sm" len="sm"/>
            <a:tailEnd type="none" w="sm" len="sm"/>
          </a:ln>
        </p:spPr>
      </p:cxnSp>
      <p:cxnSp>
        <p:nvCxnSpPr>
          <p:cNvPr id="869" name="Google Shape;869;p61"/>
          <p:cNvCxnSpPr/>
          <p:nvPr/>
        </p:nvCxnSpPr>
        <p:spPr>
          <a:xfrm>
            <a:off x="2286000" y="2046513"/>
            <a:ext cx="9448801" cy="0"/>
          </a:xfrm>
          <a:prstGeom prst="straightConnector1">
            <a:avLst/>
          </a:prstGeom>
          <a:noFill/>
          <a:ln w="38100" cap="flat" cmpd="sng">
            <a:solidFill>
              <a:srgbClr val="F2CD84"/>
            </a:solidFill>
            <a:prstDash val="solid"/>
            <a:miter lim="800000"/>
            <a:headEnd type="none" w="sm" len="sm"/>
            <a:tailEnd type="none" w="sm" len="sm"/>
          </a:ln>
        </p:spPr>
      </p:cxnSp>
      <p:cxnSp>
        <p:nvCxnSpPr>
          <p:cNvPr id="870" name="Google Shape;870;p61"/>
          <p:cNvCxnSpPr/>
          <p:nvPr/>
        </p:nvCxnSpPr>
        <p:spPr>
          <a:xfrm>
            <a:off x="936171" y="3156857"/>
            <a:ext cx="283029" cy="0"/>
          </a:xfrm>
          <a:prstGeom prst="straightConnector1">
            <a:avLst/>
          </a:prstGeom>
          <a:noFill/>
          <a:ln w="38100" cap="flat" cmpd="sng">
            <a:solidFill>
              <a:srgbClr val="F2CD84"/>
            </a:solidFill>
            <a:prstDash val="solid"/>
            <a:miter lim="800000"/>
            <a:headEnd type="none" w="sm" len="sm"/>
            <a:tailEnd type="none" w="sm" len="sm"/>
          </a:ln>
        </p:spPr>
      </p:cxnSp>
      <p:sp>
        <p:nvSpPr>
          <p:cNvPr id="871" name="Google Shape;871;p61"/>
          <p:cNvSpPr/>
          <p:nvPr/>
        </p:nvSpPr>
        <p:spPr>
          <a:xfrm>
            <a:off x="2286000" y="1725299"/>
            <a:ext cx="842602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1" u="none" strike="noStrike" cap="none">
                <a:solidFill>
                  <a:srgbClr val="A5A5A5"/>
                </a:solidFill>
                <a:latin typeface="Tahoma"/>
                <a:ea typeface="Tahoma"/>
                <a:cs typeface="Tahoma"/>
                <a:sym typeface="Tahoma"/>
              </a:rPr>
              <a:t>&lt;head&gt; aquí van los elementos que proveen información general sobre el archivo, o sea los metadatos.</a:t>
            </a:r>
            <a:endParaRPr sz="1400" b="0" i="0" u="none" strike="noStrike" cap="none">
              <a:solidFill>
                <a:srgbClr val="000000"/>
              </a:solidFill>
              <a:latin typeface="Arial"/>
              <a:ea typeface="Arial"/>
              <a:cs typeface="Arial"/>
              <a:sym typeface="Arial"/>
            </a:endParaRPr>
          </a:p>
        </p:txBody>
      </p:sp>
      <p:cxnSp>
        <p:nvCxnSpPr>
          <p:cNvPr id="872" name="Google Shape;872;p61"/>
          <p:cNvCxnSpPr/>
          <p:nvPr/>
        </p:nvCxnSpPr>
        <p:spPr>
          <a:xfrm>
            <a:off x="11734801" y="2046513"/>
            <a:ext cx="0" cy="1110344"/>
          </a:xfrm>
          <a:prstGeom prst="straightConnector1">
            <a:avLst/>
          </a:prstGeom>
          <a:noFill/>
          <a:ln w="38100" cap="flat" cmpd="sng">
            <a:solidFill>
              <a:srgbClr val="F2CD84"/>
            </a:solidFill>
            <a:prstDash val="solid"/>
            <a:miter lim="800000"/>
            <a:headEnd type="none" w="sm" len="sm"/>
            <a:tailEnd type="none" w="sm" len="sm"/>
          </a:ln>
        </p:spPr>
      </p:cxn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62"/>
          <p:cNvSpPr txBox="1"/>
          <p:nvPr/>
        </p:nvSpPr>
        <p:spPr>
          <a:xfrm>
            <a:off x="772885" y="762003"/>
            <a:ext cx="10781101" cy="563231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DOCTYPE</a:t>
            </a:r>
            <a:r>
              <a:rPr lang="es-ES" sz="1800" b="0" i="0" u="none" strike="noStrike" cap="none">
                <a:solidFill>
                  <a:schemeClr val="dk1"/>
                </a:solidFill>
                <a:latin typeface="Tahoma"/>
                <a:ea typeface="Tahoma"/>
                <a:cs typeface="Tahoma"/>
                <a:sym typeface="Tahoma"/>
              </a:rPr>
              <a:t>  </a:t>
            </a:r>
            <a:r>
              <a:rPr lang="es-ES" sz="1800" b="0" i="0" u="none" strike="noStrike" cap="none">
                <a:solidFill>
                  <a:srgbClr val="F2CD84"/>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p:txBody>
      </p:sp>
      <p:cxnSp>
        <p:nvCxnSpPr>
          <p:cNvPr id="879" name="Google Shape;879;p62"/>
          <p:cNvCxnSpPr/>
          <p:nvPr/>
        </p:nvCxnSpPr>
        <p:spPr>
          <a:xfrm>
            <a:off x="925286" y="3678697"/>
            <a:ext cx="0" cy="1938332"/>
          </a:xfrm>
          <a:prstGeom prst="straightConnector1">
            <a:avLst/>
          </a:prstGeom>
          <a:noFill/>
          <a:ln w="38100" cap="flat" cmpd="sng">
            <a:solidFill>
              <a:srgbClr val="F2CD84"/>
            </a:solidFill>
            <a:prstDash val="solid"/>
            <a:miter lim="800000"/>
            <a:headEnd type="none" w="sm" len="sm"/>
            <a:tailEnd type="none" w="sm" len="sm"/>
          </a:ln>
        </p:spPr>
      </p:cxnSp>
      <p:cxnSp>
        <p:nvCxnSpPr>
          <p:cNvPr id="880" name="Google Shape;880;p62"/>
          <p:cNvCxnSpPr/>
          <p:nvPr/>
        </p:nvCxnSpPr>
        <p:spPr>
          <a:xfrm>
            <a:off x="936171" y="3689583"/>
            <a:ext cx="283029" cy="0"/>
          </a:xfrm>
          <a:prstGeom prst="straightConnector1">
            <a:avLst/>
          </a:prstGeom>
          <a:noFill/>
          <a:ln w="38100" cap="flat" cmpd="sng">
            <a:solidFill>
              <a:srgbClr val="F2CD84"/>
            </a:solidFill>
            <a:prstDash val="solid"/>
            <a:miter lim="800000"/>
            <a:headEnd type="none" w="sm" len="sm"/>
            <a:tailEnd type="none" w="sm" len="sm"/>
          </a:ln>
        </p:spPr>
      </p:cxnSp>
      <p:cxnSp>
        <p:nvCxnSpPr>
          <p:cNvPr id="881" name="Google Shape;881;p62"/>
          <p:cNvCxnSpPr/>
          <p:nvPr/>
        </p:nvCxnSpPr>
        <p:spPr>
          <a:xfrm>
            <a:off x="2438400" y="5605470"/>
            <a:ext cx="8782724" cy="0"/>
          </a:xfrm>
          <a:prstGeom prst="straightConnector1">
            <a:avLst/>
          </a:prstGeom>
          <a:noFill/>
          <a:ln w="38100" cap="flat" cmpd="sng">
            <a:solidFill>
              <a:srgbClr val="F2CD84"/>
            </a:solidFill>
            <a:prstDash val="solid"/>
            <a:miter lim="800000"/>
            <a:headEnd type="none" w="sm" len="sm"/>
            <a:tailEnd type="none" w="sm" len="sm"/>
          </a:ln>
        </p:spPr>
      </p:cxnSp>
      <p:cxnSp>
        <p:nvCxnSpPr>
          <p:cNvPr id="882" name="Google Shape;882;p62"/>
          <p:cNvCxnSpPr/>
          <p:nvPr/>
        </p:nvCxnSpPr>
        <p:spPr>
          <a:xfrm>
            <a:off x="2286000" y="3689583"/>
            <a:ext cx="8935124" cy="0"/>
          </a:xfrm>
          <a:prstGeom prst="straightConnector1">
            <a:avLst/>
          </a:prstGeom>
          <a:noFill/>
          <a:ln w="38100" cap="flat" cmpd="sng">
            <a:solidFill>
              <a:srgbClr val="F2CD84"/>
            </a:solidFill>
            <a:prstDash val="solid"/>
            <a:miter lim="800000"/>
            <a:headEnd type="none" w="sm" len="sm"/>
            <a:tailEnd type="none" w="sm" len="sm"/>
          </a:ln>
        </p:spPr>
      </p:cxnSp>
      <p:cxnSp>
        <p:nvCxnSpPr>
          <p:cNvPr id="883" name="Google Shape;883;p62"/>
          <p:cNvCxnSpPr/>
          <p:nvPr/>
        </p:nvCxnSpPr>
        <p:spPr>
          <a:xfrm>
            <a:off x="936171" y="5617029"/>
            <a:ext cx="283029" cy="0"/>
          </a:xfrm>
          <a:prstGeom prst="straightConnector1">
            <a:avLst/>
          </a:prstGeom>
          <a:noFill/>
          <a:ln w="38100" cap="flat" cmpd="sng">
            <a:solidFill>
              <a:srgbClr val="F2CD84"/>
            </a:solidFill>
            <a:prstDash val="solid"/>
            <a:miter lim="800000"/>
            <a:headEnd type="none" w="sm" len="sm"/>
            <a:tailEnd type="none" w="sm" len="sm"/>
          </a:ln>
        </p:spPr>
      </p:cxnSp>
      <p:cxnSp>
        <p:nvCxnSpPr>
          <p:cNvPr id="884" name="Google Shape;884;p62"/>
          <p:cNvCxnSpPr/>
          <p:nvPr/>
        </p:nvCxnSpPr>
        <p:spPr>
          <a:xfrm>
            <a:off x="11221124" y="3689583"/>
            <a:ext cx="0" cy="1915887"/>
          </a:xfrm>
          <a:prstGeom prst="straightConnector1">
            <a:avLst/>
          </a:prstGeom>
          <a:noFill/>
          <a:ln w="38100" cap="flat" cmpd="sng">
            <a:solidFill>
              <a:srgbClr val="F2CD84"/>
            </a:solidFill>
            <a:prstDash val="solid"/>
            <a:miter lim="800000"/>
            <a:headEnd type="none" w="sm" len="sm"/>
            <a:tailEnd type="none" w="sm" len="sm"/>
          </a:ln>
        </p:spPr>
      </p:cxnSp>
      <p:sp>
        <p:nvSpPr>
          <p:cNvPr id="885" name="Google Shape;885;p62"/>
          <p:cNvSpPr/>
          <p:nvPr/>
        </p:nvSpPr>
        <p:spPr>
          <a:xfrm>
            <a:off x="2286000" y="3390814"/>
            <a:ext cx="636687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1" u="none" strike="noStrike" cap="none">
                <a:solidFill>
                  <a:srgbClr val="A5A5A5"/>
                </a:solidFill>
                <a:latin typeface="Tahoma"/>
                <a:ea typeface="Tahoma"/>
                <a:cs typeface="Tahoma"/>
                <a:sym typeface="Tahoma"/>
              </a:rPr>
              <a:t>&lt;body&gt; aquí van todos los elementos que el navegador mostrará en pantalla.</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graphicFrame>
        <p:nvGraphicFramePr>
          <p:cNvPr id="903" name="Google Shape;903;p64"/>
          <p:cNvGraphicFramePr/>
          <p:nvPr>
            <p:extLst>
              <p:ext uri="{D42A27DB-BD31-4B8C-83A1-F6EECF244321}">
                <p14:modId xmlns:p14="http://schemas.microsoft.com/office/powerpoint/2010/main" val="1037166156"/>
              </p:ext>
            </p:extLst>
          </p:nvPr>
        </p:nvGraphicFramePr>
        <p:xfrm>
          <a:off x="796915" y="2843537"/>
          <a:ext cx="1964400" cy="2890850"/>
        </p:xfrm>
        <a:graphic>
          <a:graphicData uri="http://schemas.openxmlformats.org/drawingml/2006/table">
            <a:tbl>
              <a:tblPr firstRow="1" bandRow="1">
                <a:noFill/>
                <a:tableStyleId>{41272BF2-6FC2-4F72-8B00-76E79A4D9CF1}</a:tableStyleId>
              </a:tblPr>
              <a:tblGrid>
                <a:gridCol w="1964400">
                  <a:extLst>
                    <a:ext uri="{9D8B030D-6E8A-4147-A177-3AD203B41FA5}">
                      <a16:colId xmlns:a16="http://schemas.microsoft.com/office/drawing/2014/main" val="20000"/>
                    </a:ext>
                  </a:extLst>
                </a:gridCol>
              </a:tblGrid>
              <a:tr h="608600">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Medium" panose="02000000000000000000" pitchFamily="50" charset="0"/>
                          <a:ea typeface="Arial"/>
                          <a:cs typeface="Arial"/>
                          <a:sym typeface="Arial"/>
                        </a:rPr>
                        <a:t>Metadatos</a:t>
                      </a:r>
                      <a:endParaRPr sz="1800" b="1" u="none" strike="noStrike" cap="none" dirty="0">
                        <a:solidFill>
                          <a:schemeClr val="lt1"/>
                        </a:solidFill>
                        <a:latin typeface="Gotham Rounded Medium" panose="02000000000000000000"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&lt;head&gt;</a:t>
                      </a:r>
                      <a:endParaRPr sz="1400" u="none" strike="noStrike" cap="none" dirty="0">
                        <a:solidFill>
                          <a:schemeClr val="tx1"/>
                        </a:solidFill>
                        <a:latin typeface="Gotham Rounded Medium" panose="02000000000000000000" pitchFamily="50" charset="0"/>
                        <a:ea typeface="Tahoma"/>
                        <a:cs typeface="Tahoma"/>
                        <a:sym typeface="Tahom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&lt;meta&gt;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title</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style</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&lt;link&gt;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04" name="Google Shape;904;p64"/>
          <p:cNvSpPr/>
          <p:nvPr/>
        </p:nvSpPr>
        <p:spPr>
          <a:xfrm>
            <a:off x="1899324" y="452777"/>
            <a:ext cx="7540098"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s-ES" sz="2800" b="1" i="0" u="none" strike="noStrike" cap="none" dirty="0">
                <a:solidFill>
                  <a:schemeClr val="lt1"/>
                </a:solidFill>
                <a:latin typeface="Gotham Rounded Medium" panose="02000000000000000000" pitchFamily="50" charset="0"/>
                <a:sym typeface="Arial"/>
              </a:rPr>
              <a:t>Álbum de etiquetas desbloqueadas</a:t>
            </a:r>
            <a:endParaRPr sz="1600" b="0" i="0" u="none" strike="noStrike" cap="none" dirty="0">
              <a:solidFill>
                <a:srgbClr val="000000"/>
              </a:solidFill>
              <a:latin typeface="Gotham Rounded Medium" panose="02000000000000000000" pitchFamily="50" charset="0"/>
              <a:sym typeface="Arial"/>
            </a:endParaRPr>
          </a:p>
        </p:txBody>
      </p:sp>
      <p:graphicFrame>
        <p:nvGraphicFramePr>
          <p:cNvPr id="905" name="Google Shape;905;p64"/>
          <p:cNvGraphicFramePr/>
          <p:nvPr>
            <p:extLst>
              <p:ext uri="{D42A27DB-BD31-4B8C-83A1-F6EECF244321}">
                <p14:modId xmlns:p14="http://schemas.microsoft.com/office/powerpoint/2010/main" val="2477496492"/>
              </p:ext>
            </p:extLst>
          </p:nvPr>
        </p:nvGraphicFramePr>
        <p:xfrm>
          <a:off x="780144" y="1491345"/>
          <a:ext cx="1964400" cy="1065050"/>
        </p:xfrm>
        <a:graphic>
          <a:graphicData uri="http://schemas.openxmlformats.org/drawingml/2006/table">
            <a:tbl>
              <a:tblPr firstRow="1" bandRow="1">
                <a:noFill/>
                <a:tableStyleId>{41272BF2-6FC2-4F72-8B00-76E79A4D9CF1}</a:tableStyleId>
              </a:tblPr>
              <a:tblGrid>
                <a:gridCol w="1964400">
                  <a:extLst>
                    <a:ext uri="{9D8B030D-6E8A-4147-A177-3AD203B41FA5}">
                      <a16:colId xmlns:a16="http://schemas.microsoft.com/office/drawing/2014/main" val="20000"/>
                    </a:ext>
                  </a:extLst>
                </a:gridCol>
              </a:tblGrid>
              <a:tr h="608600">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Medium" panose="02000000000000000000" pitchFamily="50" charset="0"/>
                          <a:ea typeface="Arial"/>
                          <a:cs typeface="Arial"/>
                          <a:sym typeface="Arial"/>
                        </a:rPr>
                        <a:t>Raíz</a:t>
                      </a:r>
                      <a:endParaRPr sz="1800" b="1" u="none" strike="noStrike" cap="none" dirty="0">
                        <a:solidFill>
                          <a:schemeClr val="lt1"/>
                        </a:solidFill>
                        <a:latin typeface="Gotham Rounded Medium" panose="02000000000000000000"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html</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906" name="Google Shape;906;p64"/>
          <p:cNvGraphicFramePr/>
          <p:nvPr>
            <p:extLst>
              <p:ext uri="{D42A27DB-BD31-4B8C-83A1-F6EECF244321}">
                <p14:modId xmlns:p14="http://schemas.microsoft.com/office/powerpoint/2010/main" val="1008392890"/>
              </p:ext>
            </p:extLst>
          </p:nvPr>
        </p:nvGraphicFramePr>
        <p:xfrm>
          <a:off x="2993612" y="1491345"/>
          <a:ext cx="2561775" cy="2881025"/>
        </p:xfrm>
        <a:graphic>
          <a:graphicData uri="http://schemas.openxmlformats.org/drawingml/2006/table">
            <a:tbl>
              <a:tblPr firstRow="1" bandRow="1">
                <a:noFill/>
                <a:tableStyleId>{41272BF2-6FC2-4F72-8B00-76E79A4D9CF1}</a:tableStyleId>
              </a:tblPr>
              <a:tblGrid>
                <a:gridCol w="2561775">
                  <a:extLst>
                    <a:ext uri="{9D8B030D-6E8A-4147-A177-3AD203B41FA5}">
                      <a16:colId xmlns:a16="http://schemas.microsoft.com/office/drawing/2014/main" val="20000"/>
                    </a:ext>
                  </a:extLst>
                </a:gridCol>
              </a:tblGrid>
              <a:tr h="606525">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a:solidFill>
                            <a:schemeClr val="lt1"/>
                          </a:solidFill>
                          <a:latin typeface="Arial"/>
                          <a:ea typeface="Arial"/>
                          <a:cs typeface="Arial"/>
                          <a:sym typeface="Arial"/>
                        </a:rPr>
                        <a:t>Texto</a:t>
                      </a:r>
                      <a:endParaRPr sz="1800" b="1" u="none" strike="noStrike" cap="none">
                        <a:solidFill>
                          <a:schemeClr val="lt1"/>
                        </a:solidFill>
                        <a:latin typeface="Arial"/>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&lt;h1&gt;, &lt;h2&gt;,...&lt;h6&gt;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hr</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&lt;p&gt;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br</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907" name="Google Shape;907;p64"/>
          <p:cNvGraphicFramePr/>
          <p:nvPr>
            <p:extLst>
              <p:ext uri="{D42A27DB-BD31-4B8C-83A1-F6EECF244321}">
                <p14:modId xmlns:p14="http://schemas.microsoft.com/office/powerpoint/2010/main" val="1130256157"/>
              </p:ext>
            </p:extLst>
          </p:nvPr>
        </p:nvGraphicFramePr>
        <p:xfrm>
          <a:off x="5804440" y="1491345"/>
          <a:ext cx="2561775" cy="4700625"/>
        </p:xfrm>
        <a:graphic>
          <a:graphicData uri="http://schemas.openxmlformats.org/drawingml/2006/table">
            <a:tbl>
              <a:tblPr firstRow="1" bandRow="1">
                <a:noFill/>
                <a:tableStyleId>{41272BF2-6FC2-4F72-8B00-76E79A4D9CF1}</a:tableStyleId>
              </a:tblPr>
              <a:tblGrid>
                <a:gridCol w="2561775">
                  <a:extLst>
                    <a:ext uri="{9D8B030D-6E8A-4147-A177-3AD203B41FA5}">
                      <a16:colId xmlns:a16="http://schemas.microsoft.com/office/drawing/2014/main" val="20000"/>
                    </a:ext>
                  </a:extLst>
                </a:gridCol>
              </a:tblGrid>
              <a:tr h="606525">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Medium" panose="02000000000000000000" pitchFamily="50" charset="0"/>
                          <a:ea typeface="Arial"/>
                          <a:cs typeface="Arial"/>
                          <a:sym typeface="Arial"/>
                        </a:rPr>
                        <a:t>Secciones</a:t>
                      </a:r>
                      <a:endParaRPr sz="1800" b="1" u="none" strike="noStrike" cap="none" dirty="0">
                        <a:solidFill>
                          <a:schemeClr val="lt1"/>
                        </a:solidFill>
                        <a:latin typeface="Gotham Rounded Medium" panose="02000000000000000000"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body</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a typeface="Tahoma"/>
                        <a:cs typeface="Tahoma"/>
                        <a:sym typeface="Tahom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header</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nav</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aside</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main</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section</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article</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footer</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8"/>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&lt;div&gt;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graphicFrame>
        <p:nvGraphicFramePr>
          <p:cNvPr id="908" name="Google Shape;908;p64"/>
          <p:cNvGraphicFramePr/>
          <p:nvPr>
            <p:extLst>
              <p:ext uri="{D42A27DB-BD31-4B8C-83A1-F6EECF244321}">
                <p14:modId xmlns:p14="http://schemas.microsoft.com/office/powerpoint/2010/main" val="3669741728"/>
              </p:ext>
            </p:extLst>
          </p:nvPr>
        </p:nvGraphicFramePr>
        <p:xfrm>
          <a:off x="8615268" y="1491345"/>
          <a:ext cx="2561775" cy="1516325"/>
        </p:xfrm>
        <a:graphic>
          <a:graphicData uri="http://schemas.openxmlformats.org/drawingml/2006/table">
            <a:tbl>
              <a:tblPr firstRow="1" bandRow="1">
                <a:noFill/>
                <a:tableStyleId>{41272BF2-6FC2-4F72-8B00-76E79A4D9CF1}</a:tableStyleId>
              </a:tblPr>
              <a:tblGrid>
                <a:gridCol w="2561775">
                  <a:extLst>
                    <a:ext uri="{9D8B030D-6E8A-4147-A177-3AD203B41FA5}">
                      <a16:colId xmlns:a16="http://schemas.microsoft.com/office/drawing/2014/main" val="20000"/>
                    </a:ext>
                  </a:extLst>
                </a:gridCol>
              </a:tblGrid>
              <a:tr h="606525">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a:solidFill>
                            <a:schemeClr val="lt1"/>
                          </a:solidFill>
                          <a:latin typeface="Gotham Rounded Medium" panose="02000000000000000000" pitchFamily="50" charset="0"/>
                          <a:ea typeface="Arial"/>
                          <a:cs typeface="Arial"/>
                          <a:sym typeface="Arial"/>
                        </a:rPr>
                        <a:t>Extras</a:t>
                      </a:r>
                      <a:endParaRPr sz="1400" u="none" strike="noStrike" cap="none">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a:solidFill>
                            <a:schemeClr val="tx1"/>
                          </a:solidFill>
                          <a:latin typeface="Gotham Rounded Medium" panose="02000000000000000000" pitchFamily="50" charset="0"/>
                          <a:ea typeface="Tahoma"/>
                          <a:cs typeface="Tahoma"/>
                          <a:sym typeface="Tahoma"/>
                        </a:rPr>
                        <a:t>&lt;!DOCTYPE html&gt;</a:t>
                      </a:r>
                      <a:endParaRPr sz="1400" u="none" strike="noStrike" cap="none">
                        <a:solidFill>
                          <a:schemeClr val="tx1"/>
                        </a:solidFill>
                        <a:latin typeface="Gotham Rounded Medium" panose="02000000000000000000" pitchFamily="50" charset="0"/>
                        <a:ea typeface="Tahoma"/>
                        <a:cs typeface="Tahoma"/>
                        <a:sym typeface="Tahom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&lt;!--Comentario--&gt;</a:t>
                      </a:r>
                      <a:endParaRPr sz="1400" u="none" strike="noStrike" cap="none" dirty="0">
                        <a:solidFill>
                          <a:schemeClr val="tx1"/>
                        </a:solidFill>
                        <a:latin typeface="Gotham Rounded Medium" panose="02000000000000000000" pitchFamily="50" charset="0"/>
                        <a:ea typeface="Tahoma"/>
                        <a:cs typeface="Tahoma"/>
                        <a:sym typeface="Tahom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909" name="Google Shape;909;p64"/>
          <p:cNvPicPr preferRelativeResize="0"/>
          <p:nvPr/>
        </p:nvPicPr>
        <p:blipFill rotWithShape="1">
          <a:blip r:embed="rId3">
            <a:alphaModFix/>
          </a:blip>
          <a:srcRect/>
          <a:stretch/>
        </p:blipFill>
        <p:spPr>
          <a:xfrm>
            <a:off x="1496587" y="4872792"/>
            <a:ext cx="531524" cy="279050"/>
          </a:xfrm>
          <a:prstGeom prst="rect">
            <a:avLst/>
          </a:prstGeom>
          <a:noFill/>
          <a:ln>
            <a:noFill/>
          </a:ln>
        </p:spPr>
      </p:pic>
      <p:pic>
        <p:nvPicPr>
          <p:cNvPr id="910" name="Google Shape;910;p64"/>
          <p:cNvPicPr preferRelativeResize="0"/>
          <p:nvPr/>
        </p:nvPicPr>
        <p:blipFill rotWithShape="1">
          <a:blip r:embed="rId3">
            <a:alphaModFix/>
          </a:blip>
          <a:srcRect/>
          <a:stretch/>
        </p:blipFill>
        <p:spPr>
          <a:xfrm>
            <a:off x="6823913" y="2640686"/>
            <a:ext cx="531524" cy="279050"/>
          </a:xfrm>
          <a:prstGeom prst="rect">
            <a:avLst/>
          </a:prstGeom>
          <a:noFill/>
          <a:ln>
            <a:noFill/>
          </a:ln>
        </p:spPr>
      </p:pic>
      <p:pic>
        <p:nvPicPr>
          <p:cNvPr id="911" name="Google Shape;911;p64"/>
          <p:cNvPicPr preferRelativeResize="0"/>
          <p:nvPr/>
        </p:nvPicPr>
        <p:blipFill rotWithShape="1">
          <a:blip r:embed="rId3">
            <a:alphaModFix/>
          </a:blip>
          <a:srcRect/>
          <a:stretch/>
        </p:blipFill>
        <p:spPr>
          <a:xfrm>
            <a:off x="6823913" y="3097886"/>
            <a:ext cx="531524" cy="279050"/>
          </a:xfrm>
          <a:prstGeom prst="rect">
            <a:avLst/>
          </a:prstGeom>
          <a:noFill/>
          <a:ln>
            <a:noFill/>
          </a:ln>
        </p:spPr>
      </p:pic>
      <p:pic>
        <p:nvPicPr>
          <p:cNvPr id="912" name="Google Shape;912;p64"/>
          <p:cNvPicPr preferRelativeResize="0"/>
          <p:nvPr/>
        </p:nvPicPr>
        <p:blipFill rotWithShape="1">
          <a:blip r:embed="rId3">
            <a:alphaModFix/>
          </a:blip>
          <a:srcRect/>
          <a:stretch/>
        </p:blipFill>
        <p:spPr>
          <a:xfrm>
            <a:off x="6823913" y="3555086"/>
            <a:ext cx="531524" cy="279050"/>
          </a:xfrm>
          <a:prstGeom prst="rect">
            <a:avLst/>
          </a:prstGeom>
          <a:noFill/>
          <a:ln>
            <a:noFill/>
          </a:ln>
        </p:spPr>
      </p:pic>
      <p:pic>
        <p:nvPicPr>
          <p:cNvPr id="913" name="Google Shape;913;p64"/>
          <p:cNvPicPr preferRelativeResize="0"/>
          <p:nvPr/>
        </p:nvPicPr>
        <p:blipFill rotWithShape="1">
          <a:blip r:embed="rId3">
            <a:alphaModFix/>
          </a:blip>
          <a:srcRect/>
          <a:stretch/>
        </p:blipFill>
        <p:spPr>
          <a:xfrm>
            <a:off x="6823913" y="4012286"/>
            <a:ext cx="531524" cy="279050"/>
          </a:xfrm>
          <a:prstGeom prst="rect">
            <a:avLst/>
          </a:prstGeom>
          <a:noFill/>
          <a:ln>
            <a:noFill/>
          </a:ln>
        </p:spPr>
      </p:pic>
      <p:pic>
        <p:nvPicPr>
          <p:cNvPr id="914" name="Google Shape;914;p64"/>
          <p:cNvPicPr preferRelativeResize="0"/>
          <p:nvPr/>
        </p:nvPicPr>
        <p:blipFill rotWithShape="1">
          <a:blip r:embed="rId3">
            <a:alphaModFix/>
          </a:blip>
          <a:srcRect/>
          <a:stretch/>
        </p:blipFill>
        <p:spPr>
          <a:xfrm>
            <a:off x="6823913" y="4457763"/>
            <a:ext cx="531524" cy="279050"/>
          </a:xfrm>
          <a:prstGeom prst="rect">
            <a:avLst/>
          </a:prstGeom>
          <a:noFill/>
          <a:ln>
            <a:noFill/>
          </a:ln>
        </p:spPr>
      </p:pic>
      <p:pic>
        <p:nvPicPr>
          <p:cNvPr id="915" name="Google Shape;915;p64"/>
          <p:cNvPicPr preferRelativeResize="0"/>
          <p:nvPr/>
        </p:nvPicPr>
        <p:blipFill rotWithShape="1">
          <a:blip r:embed="rId3">
            <a:alphaModFix/>
          </a:blip>
          <a:srcRect/>
          <a:stretch/>
        </p:blipFill>
        <p:spPr>
          <a:xfrm>
            <a:off x="6823913" y="4914963"/>
            <a:ext cx="531524" cy="279050"/>
          </a:xfrm>
          <a:prstGeom prst="rect">
            <a:avLst/>
          </a:prstGeom>
          <a:noFill/>
          <a:ln>
            <a:noFill/>
          </a:ln>
        </p:spPr>
      </p:pic>
      <p:pic>
        <p:nvPicPr>
          <p:cNvPr id="916" name="Google Shape;916;p64"/>
          <p:cNvPicPr preferRelativeResize="0"/>
          <p:nvPr/>
        </p:nvPicPr>
        <p:blipFill rotWithShape="1">
          <a:blip r:embed="rId3">
            <a:alphaModFix/>
          </a:blip>
          <a:srcRect/>
          <a:stretch/>
        </p:blipFill>
        <p:spPr>
          <a:xfrm>
            <a:off x="6823913" y="5372163"/>
            <a:ext cx="531524" cy="279050"/>
          </a:xfrm>
          <a:prstGeom prst="rect">
            <a:avLst/>
          </a:prstGeom>
          <a:noFill/>
          <a:ln>
            <a:noFill/>
          </a:ln>
        </p:spPr>
      </p:pic>
      <p:pic>
        <p:nvPicPr>
          <p:cNvPr id="917" name="Google Shape;917;p64"/>
          <p:cNvPicPr preferRelativeResize="0"/>
          <p:nvPr/>
        </p:nvPicPr>
        <p:blipFill rotWithShape="1">
          <a:blip r:embed="rId3">
            <a:alphaModFix/>
          </a:blip>
          <a:srcRect/>
          <a:stretch/>
        </p:blipFill>
        <p:spPr>
          <a:xfrm>
            <a:off x="6823913" y="5829363"/>
            <a:ext cx="531524" cy="279050"/>
          </a:xfrm>
          <a:prstGeom prst="rect">
            <a:avLst/>
          </a:prstGeom>
          <a:noFill/>
          <a:ln>
            <a:noFill/>
          </a:ln>
        </p:spPr>
      </p:pic>
      <p:pic>
        <p:nvPicPr>
          <p:cNvPr id="918" name="Google Shape;918;p64"/>
          <p:cNvPicPr preferRelativeResize="0"/>
          <p:nvPr/>
        </p:nvPicPr>
        <p:blipFill rotWithShape="1">
          <a:blip r:embed="rId3">
            <a:alphaModFix/>
          </a:blip>
          <a:srcRect/>
          <a:stretch/>
        </p:blipFill>
        <p:spPr>
          <a:xfrm>
            <a:off x="1496587" y="5329992"/>
            <a:ext cx="531524" cy="279050"/>
          </a:xfrm>
          <a:prstGeom prst="rect">
            <a:avLst/>
          </a:prstGeom>
          <a:noFill/>
          <a:ln>
            <a:noFill/>
          </a:ln>
        </p:spPr>
      </p:pic>
      <p:pic>
        <p:nvPicPr>
          <p:cNvPr id="919" name="Google Shape;919;p64"/>
          <p:cNvPicPr preferRelativeResize="0"/>
          <p:nvPr/>
        </p:nvPicPr>
        <p:blipFill rotWithShape="1">
          <a:blip r:embed="rId3">
            <a:alphaModFix/>
          </a:blip>
          <a:srcRect/>
          <a:stretch/>
        </p:blipFill>
        <p:spPr>
          <a:xfrm>
            <a:off x="9630391" y="2640686"/>
            <a:ext cx="531524" cy="279050"/>
          </a:xfrm>
          <a:prstGeom prst="rect">
            <a:avLst/>
          </a:prstGeom>
          <a:noFill/>
          <a:ln>
            <a:noFill/>
          </a:ln>
        </p:spPr>
      </p:pic>
      <p:pic>
        <p:nvPicPr>
          <p:cNvPr id="920" name="Google Shape;920;p64"/>
          <p:cNvPicPr preferRelativeResize="0"/>
          <p:nvPr/>
        </p:nvPicPr>
        <p:blipFill rotWithShape="1">
          <a:blip r:embed="rId3">
            <a:alphaModFix/>
          </a:blip>
          <a:srcRect/>
          <a:stretch/>
        </p:blipFill>
        <p:spPr>
          <a:xfrm>
            <a:off x="3998652" y="2183486"/>
            <a:ext cx="531524" cy="279050"/>
          </a:xfrm>
          <a:prstGeom prst="rect">
            <a:avLst/>
          </a:prstGeom>
          <a:noFill/>
          <a:ln>
            <a:noFill/>
          </a:ln>
        </p:spPr>
      </p:pic>
      <p:pic>
        <p:nvPicPr>
          <p:cNvPr id="921" name="Google Shape;921;p64"/>
          <p:cNvPicPr preferRelativeResize="0"/>
          <p:nvPr/>
        </p:nvPicPr>
        <p:blipFill rotWithShape="1">
          <a:blip r:embed="rId3">
            <a:alphaModFix/>
          </a:blip>
          <a:srcRect/>
          <a:stretch/>
        </p:blipFill>
        <p:spPr>
          <a:xfrm>
            <a:off x="3998652" y="2640686"/>
            <a:ext cx="531524" cy="279050"/>
          </a:xfrm>
          <a:prstGeom prst="rect">
            <a:avLst/>
          </a:prstGeom>
          <a:noFill/>
          <a:ln>
            <a:noFill/>
          </a:ln>
        </p:spPr>
      </p:pic>
      <p:pic>
        <p:nvPicPr>
          <p:cNvPr id="922" name="Google Shape;922;p64"/>
          <p:cNvPicPr preferRelativeResize="0"/>
          <p:nvPr/>
        </p:nvPicPr>
        <p:blipFill rotWithShape="1">
          <a:blip r:embed="rId3">
            <a:alphaModFix/>
          </a:blip>
          <a:srcRect/>
          <a:stretch/>
        </p:blipFill>
        <p:spPr>
          <a:xfrm>
            <a:off x="3998652" y="3097886"/>
            <a:ext cx="531524" cy="279050"/>
          </a:xfrm>
          <a:prstGeom prst="rect">
            <a:avLst/>
          </a:prstGeom>
          <a:noFill/>
          <a:ln>
            <a:noFill/>
          </a:ln>
        </p:spPr>
      </p:pic>
      <p:pic>
        <p:nvPicPr>
          <p:cNvPr id="923" name="Google Shape;923;p64"/>
          <p:cNvPicPr preferRelativeResize="0"/>
          <p:nvPr/>
        </p:nvPicPr>
        <p:blipFill rotWithShape="1">
          <a:blip r:embed="rId3">
            <a:alphaModFix/>
          </a:blip>
          <a:srcRect/>
          <a:stretch/>
        </p:blipFill>
        <p:spPr>
          <a:xfrm>
            <a:off x="3998652" y="3555086"/>
            <a:ext cx="531524" cy="279050"/>
          </a:xfrm>
          <a:prstGeom prst="rect">
            <a:avLst/>
          </a:prstGeom>
          <a:noFill/>
          <a:ln>
            <a:noFill/>
          </a:ln>
        </p:spPr>
      </p:pic>
      <p:pic>
        <p:nvPicPr>
          <p:cNvPr id="924" name="Google Shape;924;p64"/>
          <p:cNvPicPr preferRelativeResize="0"/>
          <p:nvPr/>
        </p:nvPicPr>
        <p:blipFill rotWithShape="1">
          <a:blip r:embed="rId3">
            <a:alphaModFix/>
          </a:blip>
          <a:srcRect/>
          <a:stretch/>
        </p:blipFill>
        <p:spPr>
          <a:xfrm>
            <a:off x="3998652" y="4000563"/>
            <a:ext cx="531524" cy="279050"/>
          </a:xfrm>
          <a:prstGeom prst="rect">
            <a:avLst/>
          </a:prstGeom>
          <a:noFill/>
          <a:ln>
            <a:noFill/>
          </a:ln>
        </p:spPr>
      </p:pic>
      <p:pic>
        <p:nvPicPr>
          <p:cNvPr id="925" name="Google Shape;925;p64"/>
          <p:cNvPicPr preferRelativeResize="0"/>
          <p:nvPr/>
        </p:nvPicPr>
        <p:blipFill rotWithShape="1">
          <a:blip r:embed="rId3">
            <a:alphaModFix/>
          </a:blip>
          <a:srcRect/>
          <a:stretch/>
        </p:blipFill>
        <p:spPr>
          <a:xfrm>
            <a:off x="1513359" y="3959543"/>
            <a:ext cx="531524" cy="279050"/>
          </a:xfrm>
          <a:prstGeom prst="rect">
            <a:avLst/>
          </a:prstGeom>
          <a:noFill/>
          <a:ln>
            <a:noFill/>
          </a:ln>
        </p:spPr>
      </p:pic>
      <p:pic>
        <p:nvPicPr>
          <p:cNvPr id="926" name="Google Shape;926;p64"/>
          <p:cNvPicPr preferRelativeResize="0"/>
          <p:nvPr/>
        </p:nvPicPr>
        <p:blipFill rotWithShape="1">
          <a:blip r:embed="rId3">
            <a:alphaModFix/>
          </a:blip>
          <a:srcRect/>
          <a:stretch/>
        </p:blipFill>
        <p:spPr>
          <a:xfrm>
            <a:off x="1513359" y="4405020"/>
            <a:ext cx="531524" cy="279050"/>
          </a:xfrm>
          <a:prstGeom prst="rect">
            <a:avLst/>
          </a:prstGeom>
          <a:noFill/>
          <a:ln>
            <a:noFill/>
          </a:ln>
        </p:spPr>
      </p:pic>
      <p:graphicFrame>
        <p:nvGraphicFramePr>
          <p:cNvPr id="927" name="Google Shape;927;p64"/>
          <p:cNvGraphicFramePr/>
          <p:nvPr>
            <p:extLst>
              <p:ext uri="{D42A27DB-BD31-4B8C-83A1-F6EECF244321}">
                <p14:modId xmlns:p14="http://schemas.microsoft.com/office/powerpoint/2010/main" val="3574345370"/>
              </p:ext>
            </p:extLst>
          </p:nvPr>
        </p:nvGraphicFramePr>
        <p:xfrm>
          <a:off x="2993612" y="4667915"/>
          <a:ext cx="2561775" cy="1061425"/>
        </p:xfrm>
        <a:graphic>
          <a:graphicData uri="http://schemas.openxmlformats.org/drawingml/2006/table">
            <a:tbl>
              <a:tblPr firstRow="1" bandRow="1">
                <a:noFill/>
                <a:tableStyleId>{41272BF2-6FC2-4F72-8B00-76E79A4D9CF1}</a:tableStyleId>
              </a:tblPr>
              <a:tblGrid>
                <a:gridCol w="2561775">
                  <a:extLst>
                    <a:ext uri="{9D8B030D-6E8A-4147-A177-3AD203B41FA5}">
                      <a16:colId xmlns:a16="http://schemas.microsoft.com/office/drawing/2014/main" val="20000"/>
                    </a:ext>
                  </a:extLst>
                </a:gridCol>
              </a:tblGrid>
              <a:tr h="606525">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Medium" panose="02000000000000000000" pitchFamily="50" charset="0"/>
                          <a:ea typeface="Arial"/>
                          <a:cs typeface="Arial"/>
                          <a:sym typeface="Arial"/>
                        </a:rPr>
                        <a:t>Imágenes</a:t>
                      </a:r>
                      <a:endParaRPr sz="1800" b="1" u="none" strike="noStrike" cap="none" dirty="0">
                        <a:solidFill>
                          <a:schemeClr val="lt1"/>
                        </a:solidFill>
                        <a:latin typeface="Gotham Rounded Medium" panose="02000000000000000000"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img</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928" name="Google Shape;928;p64"/>
          <p:cNvPicPr preferRelativeResize="0"/>
          <p:nvPr/>
        </p:nvPicPr>
        <p:blipFill rotWithShape="1">
          <a:blip r:embed="rId3">
            <a:alphaModFix/>
          </a:blip>
          <a:srcRect/>
          <a:stretch/>
        </p:blipFill>
        <p:spPr>
          <a:xfrm>
            <a:off x="4005325" y="5329992"/>
            <a:ext cx="531524" cy="279050"/>
          </a:xfrm>
          <a:prstGeom prst="rect">
            <a:avLst/>
          </a:prstGeom>
          <a:noFill/>
          <a:ln>
            <a:noFill/>
          </a:ln>
        </p:spPr>
      </p:pic>
      <p:sp>
        <p:nvSpPr>
          <p:cNvPr id="929" name="Google Shape;929;p64"/>
          <p:cNvSpPr/>
          <p:nvPr/>
        </p:nvSpPr>
        <p:spPr>
          <a:xfrm>
            <a:off x="8911988" y="5332245"/>
            <a:ext cx="3066003" cy="1121135"/>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600"/>
              <a:buFont typeface="Arial"/>
              <a:buNone/>
            </a:pPr>
            <a:r>
              <a:rPr lang="es-ES" sz="1600" b="0" i="0" u="none" strike="noStrike" cap="none" dirty="0">
                <a:solidFill>
                  <a:schemeClr val="lt1"/>
                </a:solidFill>
                <a:latin typeface="Gotham Rounded Medium" panose="02000000000000000000" pitchFamily="50" charset="0"/>
                <a:ea typeface="Tahoma"/>
                <a:cs typeface="Tahoma"/>
                <a:sym typeface="Tahoma"/>
              </a:rPr>
              <a:t>Conozcan más etiquetas en </a:t>
            </a:r>
            <a:r>
              <a:rPr lang="es-ES" sz="1600" b="0" i="0" u="sng" strike="noStrike" cap="none" dirty="0">
                <a:solidFill>
                  <a:schemeClr val="accent4">
                    <a:lumMod val="60000"/>
                    <a:lumOff val="40000"/>
                  </a:schemeClr>
                </a:solidFill>
                <a:latin typeface="Gotham Rounded Medium" panose="02000000000000000000" pitchFamily="50" charset="0"/>
                <a:ea typeface="Tahoma"/>
                <a:cs typeface="Tahoma"/>
                <a:sym typeface="Tahoma"/>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w3school</a:t>
            </a:r>
            <a:r>
              <a:rPr lang="es-ES" sz="1600" b="0" i="0" u="none" strike="noStrike" cap="none" dirty="0">
                <a:solidFill>
                  <a:schemeClr val="accent4">
                    <a:lumMod val="60000"/>
                    <a:lumOff val="40000"/>
                  </a:schemeClr>
                </a:solidFill>
                <a:latin typeface="Gotham Rounded Medium" panose="02000000000000000000" pitchFamily="50" charset="0"/>
                <a:ea typeface="Tahoma"/>
                <a:cs typeface="Tahoma"/>
                <a:sym typeface="Tahoma"/>
              </a:rPr>
              <a:t> o </a:t>
            </a:r>
            <a:r>
              <a:rPr lang="es-ES" sz="1600" b="0" i="0" u="sng" strike="noStrike" cap="none" dirty="0">
                <a:solidFill>
                  <a:schemeClr val="accent4">
                    <a:lumMod val="60000"/>
                    <a:lumOff val="40000"/>
                  </a:schemeClr>
                </a:solidFill>
                <a:latin typeface="Gotham Rounded Medium" panose="02000000000000000000" pitchFamily="50" charset="0"/>
                <a:ea typeface="Tahoma"/>
                <a:cs typeface="Tahoma"/>
                <a:sym typeface="Tahoma"/>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Mozilla</a:t>
            </a:r>
            <a:r>
              <a:rPr lang="es-ES" sz="1600" b="0" i="0" u="none" strike="noStrike" cap="none" dirty="0">
                <a:solidFill>
                  <a:schemeClr val="accent4">
                    <a:lumMod val="60000"/>
                    <a:lumOff val="40000"/>
                  </a:schemeClr>
                </a:solidFill>
                <a:latin typeface="Gotham Rounded Medium" panose="02000000000000000000" pitchFamily="50" charset="0"/>
                <a:ea typeface="Tahoma"/>
                <a:cs typeface="Tahoma"/>
                <a:sym typeface="Tahoma"/>
              </a:rPr>
              <a:t>.</a:t>
            </a:r>
            <a:endParaRPr sz="1600" b="0" i="1" u="none" strike="noStrike" cap="none" dirty="0">
              <a:solidFill>
                <a:schemeClr val="accent4">
                  <a:lumMod val="60000"/>
                  <a:lumOff val="40000"/>
                </a:schemeClr>
              </a:solidFill>
              <a:latin typeface="Gotham Rounded Medium" panose="02000000000000000000" pitchFamily="50" charset="0"/>
              <a:ea typeface="Tahoma"/>
              <a:cs typeface="Tahoma"/>
              <a:sym typeface="Tahoma"/>
            </a:endParaRPr>
          </a:p>
        </p:txBody>
      </p:sp>
    </p:spTree>
  </p:cSld>
  <p:clrMapOvr>
    <a:masterClrMapping/>
  </p:clrMapOvr>
  <p:transition spd="slow">
    <p:push/>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34"/>
        <p:cNvGrpSpPr/>
        <p:nvPr/>
      </p:nvGrpSpPr>
      <p:grpSpPr>
        <a:xfrm>
          <a:off x="0" y="0"/>
          <a:ext cx="0" cy="0"/>
          <a:chOff x="0" y="0"/>
          <a:chExt cx="0" cy="0"/>
        </a:xfrm>
      </p:grpSpPr>
      <p:pic>
        <p:nvPicPr>
          <p:cNvPr id="4" name="Google Shape;214;p2"/>
          <p:cNvPicPr preferRelativeResize="0"/>
          <p:nvPr/>
        </p:nvPicPr>
        <p:blipFill rotWithShape="1">
          <a:blip r:embed="rId3">
            <a:alphaModFix/>
          </a:blip>
          <a:srcRect/>
          <a:stretch/>
        </p:blipFill>
        <p:spPr>
          <a:xfrm>
            <a:off x="0" y="1254"/>
            <a:ext cx="12192000" cy="6856745"/>
          </a:xfrm>
          <a:prstGeom prst="rect">
            <a:avLst/>
          </a:prstGeom>
          <a:noFill/>
          <a:ln>
            <a:noFill/>
          </a:ln>
        </p:spPr>
      </p:pic>
      <p:sp>
        <p:nvSpPr>
          <p:cNvPr id="935" name="Google Shape;935;p65"/>
          <p:cNvSpPr/>
          <p:nvPr/>
        </p:nvSpPr>
        <p:spPr>
          <a:xfrm>
            <a:off x="569154" y="486328"/>
            <a:ext cx="11199362"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Medium" panose="02000000000000000000" pitchFamily="50" charset="0"/>
                <a:sym typeface="Arial"/>
              </a:rPr>
              <a:t>- ¡Manos a la obra! -</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5400"/>
              <a:buFont typeface="Arial"/>
              <a:buNone/>
            </a:pPr>
            <a:r>
              <a:rPr lang="es-ES" sz="5400" b="0" i="0" u="none" strike="noStrike" cap="none" dirty="0">
                <a:solidFill>
                  <a:schemeClr val="tx1"/>
                </a:solidFill>
                <a:latin typeface="Gotham Rounded Medium" panose="02000000000000000000" pitchFamily="50" charset="0"/>
                <a:sym typeface="Arial"/>
              </a:rPr>
              <a:t>Vamos a armar nuestro primer sitio web y a seguir aprendiendo sobre las &lt;etiquetas</a:t>
            </a:r>
            <a:r>
              <a:rPr lang="es-ES" sz="5400" b="0" i="0" u="none" strike="noStrike" cap="none" dirty="0">
                <a:solidFill>
                  <a:schemeClr val="lt1"/>
                </a:solidFill>
                <a:latin typeface="Gotham Rounded Medium" panose="02000000000000000000" pitchFamily="50" charset="0"/>
                <a:sym typeface="Arial"/>
              </a:rPr>
              <a:t>&gt;.</a:t>
            </a:r>
            <a:endParaRPr sz="1400" b="0" i="0" u="none" strike="noStrike" cap="none" dirty="0">
              <a:solidFill>
                <a:srgbClr val="000000"/>
              </a:solidFill>
              <a:latin typeface="Gotham Rounded Medium" panose="02000000000000000000" pitchFamily="50" charset="0"/>
              <a:sym typeface="Arial"/>
            </a:endParaRPr>
          </a:p>
        </p:txBody>
      </p:sp>
      <p:pic>
        <p:nvPicPr>
          <p:cNvPr id="936" name="Google Shape;936;p65" descr="Icono&#10;&#10;Descripción generada automáticamente"/>
          <p:cNvPicPr preferRelativeResize="0"/>
          <p:nvPr/>
        </p:nvPicPr>
        <p:blipFill rotWithShape="1">
          <a:blip r:embed="rId4">
            <a:alphaModFix/>
          </a:blip>
          <a:srcRect/>
          <a:stretch/>
        </p:blipFill>
        <p:spPr>
          <a:xfrm>
            <a:off x="11680652" y="184715"/>
            <a:ext cx="301974" cy="301614"/>
          </a:xfrm>
          <a:prstGeom prst="rect">
            <a:avLst/>
          </a:prstGeom>
          <a:noFill/>
          <a:ln>
            <a:noFill/>
          </a:ln>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pic>
        <p:nvPicPr>
          <p:cNvPr id="941" name="Google Shape;941;p102"/>
          <p:cNvPicPr preferRelativeResize="0"/>
          <p:nvPr/>
        </p:nvPicPr>
        <p:blipFill rotWithShape="1">
          <a:blip r:embed="rId3">
            <a:alphaModFix/>
          </a:blip>
          <a:srcRect/>
          <a:stretch/>
        </p:blipFill>
        <p:spPr>
          <a:xfrm>
            <a:off x="795338" y="0"/>
            <a:ext cx="10601325" cy="6700838"/>
          </a:xfrm>
          <a:prstGeom prst="rect">
            <a:avLst/>
          </a:prstGeom>
          <a:noFill/>
          <a:ln>
            <a:noFill/>
          </a:ln>
        </p:spPr>
      </p:pic>
      <p:sp>
        <p:nvSpPr>
          <p:cNvPr id="942" name="Google Shape;942;p102"/>
          <p:cNvSpPr txBox="1"/>
          <p:nvPr/>
        </p:nvSpPr>
        <p:spPr>
          <a:xfrm>
            <a:off x="8747759" y="5104784"/>
            <a:ext cx="2928425" cy="523180"/>
          </a:xfrm>
          <a:prstGeom prst="rect">
            <a:avLst/>
          </a:prstGeom>
          <a:solidFill>
            <a:srgbClr val="872789"/>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2800" b="1" i="0" u="none" strike="noStrike" cap="none">
                <a:solidFill>
                  <a:srgbClr val="FCFCFD"/>
                </a:solidFill>
                <a:latin typeface="Arial"/>
                <a:ea typeface="Arial"/>
                <a:cs typeface="Arial"/>
                <a:sym typeface="Arial"/>
              </a:rPr>
              <a:t>Nuestra meta!</a:t>
            </a:r>
            <a:endParaRPr sz="2800" b="1" i="0" u="none" strike="noStrike" cap="none">
              <a:solidFill>
                <a:srgbClr val="FCFCFD"/>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9" name="Google Shape;949;p67"/>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600"/>
              <a:buFont typeface="Arial"/>
              <a:buNone/>
            </a:pPr>
            <a:r>
              <a:rPr lang="es-ES" sz="8000" b="1" i="0" u="none" strike="noStrike" cap="none" dirty="0">
                <a:solidFill>
                  <a:srgbClr val="872789"/>
                </a:solidFill>
                <a:latin typeface="Gotham Rounded Medium" panose="02000000000000000000" pitchFamily="50" charset="0"/>
                <a:sym typeface="Arial"/>
              </a:rPr>
              <a:t>1er paso</a:t>
            </a:r>
            <a:endParaRPr sz="1100" b="0" i="0" u="none" strike="noStrike" cap="none" dirty="0">
              <a:solidFill>
                <a:srgbClr val="872789"/>
              </a:solidFill>
              <a:latin typeface="Gotham Rounded Medium" panose="02000000000000000000" pitchFamily="50" charset="0"/>
              <a:sym typeface="Arial"/>
            </a:endParaRPr>
          </a:p>
        </p:txBody>
      </p:sp>
      <p:pic>
        <p:nvPicPr>
          <p:cNvPr id="4" name="Google Shape;718;p2"/>
          <p:cNvPicPr preferRelativeResize="0"/>
          <p:nvPr/>
        </p:nvPicPr>
        <p:blipFill rotWithShape="1">
          <a:blip r:embed="rId3">
            <a:alphaModFix/>
          </a:blip>
          <a:srcRect b="73701"/>
          <a:stretch/>
        </p:blipFill>
        <p:spPr>
          <a:xfrm>
            <a:off x="0" y="0"/>
            <a:ext cx="12084148" cy="1955409"/>
          </a:xfrm>
          <a:prstGeom prst="rect">
            <a:avLst/>
          </a:prstGeom>
          <a:noFill/>
          <a:ln>
            <a:noFill/>
          </a:ln>
        </p:spPr>
      </p:pic>
      <p:pic>
        <p:nvPicPr>
          <p:cNvPr id="5" name="Google Shape;718;p2"/>
          <p:cNvPicPr preferRelativeResize="0"/>
          <p:nvPr/>
        </p:nvPicPr>
        <p:blipFill rotWithShape="1">
          <a:blip r:embed="rId3">
            <a:alphaModFix/>
          </a:blip>
          <a:srcRect l="4015" t="81134" r="1303" b="3519"/>
          <a:stretch/>
        </p:blipFill>
        <p:spPr>
          <a:xfrm>
            <a:off x="211015" y="5613009"/>
            <a:ext cx="11957540" cy="1252025"/>
          </a:xfrm>
          <a:prstGeom prst="rect">
            <a:avLst/>
          </a:prstGeom>
          <a:noFill/>
          <a:ln>
            <a:noFill/>
          </a:ln>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pic>
        <p:nvPicPr>
          <p:cNvPr id="5" name="Google Shape;718;p2"/>
          <p:cNvPicPr preferRelativeResize="0"/>
          <p:nvPr/>
        </p:nvPicPr>
        <p:blipFill rotWithShape="1">
          <a:blip r:embed="rId3">
            <a:alphaModFix/>
          </a:blip>
          <a:srcRect l="4015" t="81134" r="1303" b="3519"/>
          <a:stretch/>
        </p:blipFill>
        <p:spPr>
          <a:xfrm>
            <a:off x="211015" y="5866228"/>
            <a:ext cx="11957540" cy="998806"/>
          </a:xfrm>
          <a:prstGeom prst="rect">
            <a:avLst/>
          </a:prstGeom>
          <a:noFill/>
          <a:ln>
            <a:noFill/>
          </a:ln>
        </p:spPr>
      </p:pic>
      <p:pic>
        <p:nvPicPr>
          <p:cNvPr id="4" name="Google Shape;718;p2"/>
          <p:cNvPicPr preferRelativeResize="0"/>
          <p:nvPr/>
        </p:nvPicPr>
        <p:blipFill rotWithShape="1">
          <a:blip r:embed="rId3">
            <a:alphaModFix/>
          </a:blip>
          <a:srcRect l="34925" r="35855" b="73701"/>
          <a:stretch/>
        </p:blipFill>
        <p:spPr>
          <a:xfrm>
            <a:off x="5402445" y="5942260"/>
            <a:ext cx="2180492" cy="922774"/>
          </a:xfrm>
          <a:prstGeom prst="rect">
            <a:avLst/>
          </a:prstGeom>
          <a:noFill/>
          <a:ln>
            <a:noFill/>
          </a:ln>
        </p:spPr>
      </p:pic>
      <p:sp>
        <p:nvSpPr>
          <p:cNvPr id="6" name="Google Shape;956;p68"/>
          <p:cNvSpPr/>
          <p:nvPr/>
        </p:nvSpPr>
        <p:spPr>
          <a:xfrm>
            <a:off x="604391" y="626347"/>
            <a:ext cx="11170787" cy="5008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000" b="0" i="0" u="none" strike="noStrike" cap="none" dirty="0">
                <a:solidFill>
                  <a:schemeClr val="tx1"/>
                </a:solidFill>
                <a:latin typeface="Gotham Rounded Medium" panose="02000000000000000000" pitchFamily="50" charset="0"/>
                <a:sym typeface="Arial"/>
              </a:rPr>
              <a:t>1er paso </a:t>
            </a:r>
            <a:endParaRPr sz="1600" b="0" i="0" u="none" strike="noStrike" cap="none" dirty="0">
              <a:solidFill>
                <a:schemeClr val="tx1"/>
              </a:solidFill>
              <a:latin typeface="Gotham Rounded Medium" panose="02000000000000000000" pitchFamily="50" charset="0"/>
              <a:ea typeface="Calibri"/>
              <a:cs typeface="Calibri"/>
              <a:sym typeface="Calibri"/>
            </a:endParaRPr>
          </a:p>
          <a:p>
            <a:pPr marL="0" marR="0" lvl="0" indent="0" algn="ctr" rtl="0">
              <a:lnSpc>
                <a:spcPct val="100000"/>
              </a:lnSpc>
              <a:spcBef>
                <a:spcPts val="0"/>
              </a:spcBef>
              <a:spcAft>
                <a:spcPts val="0"/>
              </a:spcAft>
              <a:buClr>
                <a:srgbClr val="000000"/>
              </a:buClr>
              <a:buSzPts val="2400"/>
              <a:buFont typeface="Arial"/>
              <a:buNone/>
            </a:pPr>
            <a:r>
              <a:rPr lang="es-ES" sz="2000" b="0" i="0" u="none" strike="noStrike" cap="none" dirty="0">
                <a:solidFill>
                  <a:schemeClr val="tx1"/>
                </a:solidFill>
                <a:latin typeface="Gotham Rounded Medium" panose="02000000000000000000" pitchFamily="50" charset="0"/>
                <a:sym typeface="Arial"/>
              </a:rPr>
              <a:t>(Empieza la tarea)</a:t>
            </a:r>
            <a:endParaRPr sz="1600" b="0" i="0" u="none" strike="noStrike" cap="none" dirty="0">
              <a:solidFill>
                <a:schemeClr val="tx1"/>
              </a:solidFill>
              <a:latin typeface="Gotham Rounded Medium" panose="02000000000000000000" pitchFamily="50" charset="0"/>
              <a:ea typeface="Calibri"/>
              <a:cs typeface="Calibri"/>
              <a:sym typeface="Calibri"/>
            </a:endParaRPr>
          </a:p>
          <a:p>
            <a:pPr marL="0" marR="0" lvl="0" indent="0" algn="ctr" rtl="0">
              <a:lnSpc>
                <a:spcPct val="100000"/>
              </a:lnSpc>
              <a:spcBef>
                <a:spcPts val="0"/>
              </a:spcBef>
              <a:spcAft>
                <a:spcPts val="0"/>
              </a:spcAft>
              <a:buClr>
                <a:srgbClr val="000000"/>
              </a:buClr>
              <a:buSzPts val="2400"/>
              <a:buFont typeface="Arial"/>
              <a:buNone/>
            </a:pPr>
            <a:endParaRPr sz="20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6600" b="0" i="0" u="none" strike="noStrike" cap="none" dirty="0">
                <a:solidFill>
                  <a:srgbClr val="872789"/>
                </a:solidFill>
                <a:latin typeface="Gotham Rounded Medium" panose="02000000000000000000" pitchFamily="50" charset="0"/>
                <a:sym typeface="Arial"/>
              </a:rPr>
              <a:t>Crear la carpeta y el primer archivo HTML</a:t>
            </a:r>
            <a:endParaRPr sz="1200" b="0" i="0" u="none" strike="noStrike" cap="none" dirty="0">
              <a:solidFill>
                <a:srgbClr val="872789"/>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0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r>
              <a:rPr lang="es-ES" sz="2000" b="1" i="0" u="none" strike="noStrike" cap="none" dirty="0">
                <a:solidFill>
                  <a:srgbClr val="872789"/>
                </a:solidFill>
                <a:latin typeface="Gotham Rounded Medium" panose="02000000000000000000" pitchFamily="50" charset="0"/>
                <a:sym typeface="Arial"/>
              </a:rPr>
              <a:t>¡Importante! No copiar y pegar el código desde este PowerPoint.</a:t>
            </a:r>
            <a:endParaRPr sz="1200" b="0" i="0" u="none" strike="noStrike" cap="none" dirty="0">
              <a:solidFill>
                <a:srgbClr val="872789"/>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r>
              <a:rPr lang="es-ES" sz="2000" b="0" i="0" u="none" strike="noStrike" cap="none" dirty="0">
                <a:solidFill>
                  <a:schemeClr val="tx1"/>
                </a:solidFill>
                <a:latin typeface="Gotham Rounded Medium" panose="02000000000000000000" pitchFamily="50" charset="0"/>
                <a:sym typeface="Arial"/>
              </a:rPr>
              <a:t>Hay que ir escribiendo todo directamente en el Visual Studio </a:t>
            </a:r>
            <a:r>
              <a:rPr lang="es-ES" sz="2000" b="0" i="0" u="none" strike="noStrike" cap="none" dirty="0" err="1">
                <a:solidFill>
                  <a:schemeClr val="tx1"/>
                </a:solidFill>
                <a:latin typeface="Gotham Rounded Medium" panose="02000000000000000000" pitchFamily="50" charset="0"/>
                <a:sym typeface="Arial"/>
              </a:rPr>
              <a:t>Code</a:t>
            </a:r>
            <a:r>
              <a:rPr lang="es-ES" sz="2000" b="0" i="0" u="none" strike="noStrike" cap="none" dirty="0">
                <a:solidFill>
                  <a:schemeClr val="tx1"/>
                </a:solidFill>
                <a:latin typeface="Gotham Rounded Medium" panose="02000000000000000000" pitchFamily="50" charset="0"/>
                <a:sym typeface="Arial"/>
              </a:rPr>
              <a:t>, porque algunos caracteres (como las comillas dobles y simples</a:t>
            </a:r>
            <a:r>
              <a:rPr lang="es-ES" sz="2000" b="0" i="0" u="none" strike="noStrike" cap="none" dirty="0">
                <a:solidFill>
                  <a:schemeClr val="lt1"/>
                </a:solidFill>
                <a:sym typeface="Arial"/>
              </a:rPr>
              <a:t>) fallan</a:t>
            </a:r>
            <a:r>
              <a:rPr lang="es-ES" sz="2400" b="0" i="0" u="none" strike="noStrike" cap="none" dirty="0">
                <a:solidFill>
                  <a:schemeClr val="lt1"/>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15490578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pic>
        <p:nvPicPr>
          <p:cNvPr id="962" name="Google Shape;962;p69" descr="Interfaz de usuario gráfica&#10;&#10;Descripción generada automáticamente"/>
          <p:cNvPicPr preferRelativeResize="0"/>
          <p:nvPr/>
        </p:nvPicPr>
        <p:blipFill rotWithShape="1">
          <a:blip r:embed="rId3">
            <a:alphaModFix/>
          </a:blip>
          <a:srcRect/>
          <a:stretch/>
        </p:blipFill>
        <p:spPr>
          <a:xfrm>
            <a:off x="953814" y="206429"/>
            <a:ext cx="7643647" cy="6392590"/>
          </a:xfrm>
          <a:prstGeom prst="rect">
            <a:avLst/>
          </a:prstGeom>
          <a:noFill/>
          <a:ln>
            <a:noFill/>
          </a:ln>
          <a:effectLst>
            <a:outerShdw blurRad="101600" dist="50800" sx="101000" sy="101000" algn="ctr" rotWithShape="0">
              <a:srgbClr val="7F7F7F">
                <a:alpha val="20000"/>
              </a:srgbClr>
            </a:outerShdw>
          </a:effectLst>
        </p:spPr>
      </p:pic>
      <p:sp>
        <p:nvSpPr>
          <p:cNvPr id="963" name="Google Shape;963;p69"/>
          <p:cNvSpPr/>
          <p:nvPr/>
        </p:nvSpPr>
        <p:spPr>
          <a:xfrm>
            <a:off x="6196084" y="4034970"/>
            <a:ext cx="5995916" cy="2352179"/>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1. Creamos en nuestro escritorio una carpeta y le ponemos de nombre “tutorial”. Aquí guardaremos todos nuestros archivos del sitio web. Para crear la carpeta hacemos "</a:t>
            </a:r>
            <a:r>
              <a:rPr lang="es-ES" sz="1800" b="0" i="0" u="none" strike="noStrike" cap="none" dirty="0" err="1">
                <a:solidFill>
                  <a:schemeClr val="lt1"/>
                </a:solidFill>
                <a:latin typeface="Gotham Rounded Medium" panose="02000000000000000000" pitchFamily="50" charset="0"/>
                <a:ea typeface="Tahoma"/>
                <a:cs typeface="Tahoma"/>
                <a:sym typeface="Tahoma"/>
              </a:rPr>
              <a:t>click</a:t>
            </a:r>
            <a:r>
              <a:rPr lang="es-ES" sz="1800" b="0" i="0" u="none" strike="noStrike" cap="none" dirty="0">
                <a:solidFill>
                  <a:schemeClr val="lt1"/>
                </a:solidFill>
                <a:latin typeface="Gotham Rounded Medium" panose="02000000000000000000" pitchFamily="50" charset="0"/>
                <a:ea typeface="Tahoma"/>
                <a:cs typeface="Tahoma"/>
                <a:sym typeface="Tahoma"/>
              </a:rPr>
              <a:t> derecho" &gt; "Nueva carpeta"</a:t>
            </a:r>
            <a:endParaRPr sz="1800" b="0" i="1" u="none" strike="noStrike" cap="none" dirty="0">
              <a:solidFill>
                <a:schemeClr val="lt1"/>
              </a:solidFill>
              <a:latin typeface="Gotham Rounded Medium" panose="02000000000000000000" pitchFamily="50" charset="0"/>
              <a:ea typeface="Tahoma"/>
              <a:cs typeface="Tahoma"/>
              <a:sym typeface="Tahoma"/>
            </a:endParaRPr>
          </a:p>
        </p:txBody>
      </p:sp>
      <p:pic>
        <p:nvPicPr>
          <p:cNvPr id="964" name="Google Shape;964;p69" descr="Imagen que contiene Texto&#10;&#10;Descripción generada automáticamente"/>
          <p:cNvPicPr preferRelativeResize="0"/>
          <p:nvPr/>
        </p:nvPicPr>
        <p:blipFill rotWithShape="1">
          <a:blip r:embed="rId4">
            <a:alphaModFix/>
          </a:blip>
          <a:srcRect/>
          <a:stretch/>
        </p:blipFill>
        <p:spPr>
          <a:xfrm>
            <a:off x="8245366" y="762493"/>
            <a:ext cx="2848303" cy="2534635"/>
          </a:xfrm>
          <a:prstGeom prst="rect">
            <a:avLst/>
          </a:prstGeom>
          <a:noFill/>
          <a:ln>
            <a:noFill/>
          </a:ln>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pic>
        <p:nvPicPr>
          <p:cNvPr id="970" name="Google Shape;970;p70" descr="Interfaz de usuario gráfica, Texto&#10;&#10;Descripción generada automáticamente"/>
          <p:cNvPicPr preferRelativeResize="0"/>
          <p:nvPr/>
        </p:nvPicPr>
        <p:blipFill rotWithShape="1">
          <a:blip r:embed="rId3">
            <a:alphaModFix/>
          </a:blip>
          <a:srcRect/>
          <a:stretch/>
        </p:blipFill>
        <p:spPr>
          <a:xfrm>
            <a:off x="730469" y="216945"/>
            <a:ext cx="10941268" cy="6437247"/>
          </a:xfrm>
          <a:prstGeom prst="rect">
            <a:avLst/>
          </a:prstGeom>
          <a:noFill/>
          <a:ln>
            <a:noFill/>
          </a:ln>
          <a:effectLst>
            <a:outerShdw blurRad="101600" dist="50800" sx="101000" sy="101000" algn="ctr" rotWithShape="0">
              <a:srgbClr val="7F7F7F">
                <a:alpha val="20000"/>
              </a:srgbClr>
            </a:outerShdw>
          </a:effectLst>
        </p:spPr>
      </p:pic>
      <p:sp>
        <p:nvSpPr>
          <p:cNvPr id="971" name="Google Shape;971;p70"/>
          <p:cNvSpPr/>
          <p:nvPr/>
        </p:nvSpPr>
        <p:spPr>
          <a:xfrm>
            <a:off x="6196084" y="4659086"/>
            <a:ext cx="5592083" cy="1728063"/>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2. Abrimos el programa “Visual Studio </a:t>
            </a:r>
            <a:r>
              <a:rPr lang="es-ES" sz="1800" b="0" i="0" u="none" strike="noStrike" cap="none" dirty="0" err="1">
                <a:solidFill>
                  <a:schemeClr val="lt1"/>
                </a:solidFill>
                <a:latin typeface="Gotham Rounded Medium" panose="02000000000000000000" pitchFamily="50" charset="0"/>
                <a:ea typeface="Tahoma"/>
                <a:cs typeface="Tahoma"/>
                <a:sym typeface="Tahoma"/>
              </a:rPr>
              <a:t>Code</a:t>
            </a:r>
            <a:r>
              <a:rPr lang="es-ES" sz="1800" b="0" i="0" u="none" strike="noStrike" cap="none" dirty="0">
                <a:solidFill>
                  <a:schemeClr val="lt1"/>
                </a:solidFill>
                <a:latin typeface="Gotham Rounded Medium" panose="02000000000000000000" pitchFamily="50" charset="0"/>
                <a:ea typeface="Tahoma"/>
                <a:cs typeface="Tahoma"/>
                <a:sym typeface="Tahoma"/>
              </a:rPr>
              <a:t>” y hacemos </a:t>
            </a:r>
            <a:r>
              <a:rPr lang="es-ES" sz="1800" b="0" i="0" u="none" strike="noStrike" cap="none" dirty="0" err="1">
                <a:solidFill>
                  <a:schemeClr val="lt1"/>
                </a:solidFill>
                <a:latin typeface="Gotham Rounded Medium" panose="02000000000000000000" pitchFamily="50" charset="0"/>
                <a:ea typeface="Tahoma"/>
                <a:cs typeface="Tahoma"/>
                <a:sym typeface="Tahoma"/>
              </a:rPr>
              <a:t>click</a:t>
            </a:r>
            <a:r>
              <a:rPr lang="es-ES" sz="1800" b="0" i="0" u="none" strike="noStrike" cap="none" dirty="0">
                <a:solidFill>
                  <a:schemeClr val="lt1"/>
                </a:solidFill>
                <a:latin typeface="Gotham Rounded Medium" panose="02000000000000000000" pitchFamily="50" charset="0"/>
                <a:ea typeface="Tahoma"/>
                <a:cs typeface="Tahoma"/>
                <a:sym typeface="Tahoma"/>
              </a:rPr>
              <a:t> en “Abrir carpeta” u “Open folder”.</a:t>
            </a:r>
            <a:endParaRPr sz="1800" b="0" i="1" u="none" strike="noStrike" cap="none" dirty="0">
              <a:solidFill>
                <a:srgbClr val="4A7B8B"/>
              </a:solidFill>
              <a:latin typeface="Gotham Rounded Medium" panose="02000000000000000000" pitchFamily="50" charset="0"/>
              <a:ea typeface="Tahoma"/>
              <a:cs typeface="Tahoma"/>
              <a:sym typeface="Tahoma"/>
            </a:endParaRPr>
          </a:p>
        </p:txBody>
      </p:sp>
      <p:sp>
        <p:nvSpPr>
          <p:cNvPr id="972" name="Google Shape;972;p70"/>
          <p:cNvSpPr/>
          <p:nvPr/>
        </p:nvSpPr>
        <p:spPr>
          <a:xfrm>
            <a:off x="2962368" y="2899237"/>
            <a:ext cx="1033585" cy="243256"/>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973" name="Google Shape;973;p70">
            <a:hlinkClick r:id="rId4"/>
          </p:cNvPr>
          <p:cNvPicPr preferRelativeResize="0"/>
          <p:nvPr/>
        </p:nvPicPr>
        <p:blipFill rotWithShape="1">
          <a:blip r:embed="rId5">
            <a:alphaModFix/>
          </a:blip>
          <a:srcRect/>
          <a:stretch/>
        </p:blipFill>
        <p:spPr>
          <a:xfrm>
            <a:off x="3614198" y="3020865"/>
            <a:ext cx="526842" cy="526842"/>
          </a:xfrm>
          <a:prstGeom prst="rect">
            <a:avLst/>
          </a:prstGeom>
          <a:noFill/>
          <a:ln>
            <a:noFill/>
          </a:ln>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pic>
        <p:nvPicPr>
          <p:cNvPr id="979" name="Google Shape;979;p71" descr="Captura de pantalla de un celular&#10;&#10;Descripción generada automáticamente"/>
          <p:cNvPicPr preferRelativeResize="0"/>
          <p:nvPr/>
        </p:nvPicPr>
        <p:blipFill rotWithShape="1">
          <a:blip r:embed="rId3">
            <a:alphaModFix/>
          </a:blip>
          <a:srcRect/>
          <a:stretch/>
        </p:blipFill>
        <p:spPr>
          <a:xfrm>
            <a:off x="770627" y="205791"/>
            <a:ext cx="10866407" cy="6432041"/>
          </a:xfrm>
          <a:prstGeom prst="rect">
            <a:avLst/>
          </a:prstGeom>
          <a:noFill/>
          <a:ln>
            <a:noFill/>
          </a:ln>
          <a:effectLst>
            <a:outerShdw blurRad="101600" dist="50800" sx="101000" sy="101000" algn="ctr" rotWithShape="0">
              <a:srgbClr val="7F7F7F">
                <a:alpha val="20000"/>
              </a:srgbClr>
            </a:outerShdw>
          </a:effectLst>
        </p:spPr>
      </p:pic>
      <p:sp>
        <p:nvSpPr>
          <p:cNvPr id="980" name="Google Shape;980;p71"/>
          <p:cNvSpPr/>
          <p:nvPr/>
        </p:nvSpPr>
        <p:spPr>
          <a:xfrm>
            <a:off x="6196084" y="4659086"/>
            <a:ext cx="5592083" cy="1728063"/>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3. Buscamos en el "Escritorio" y seleccionamos la carpeta "tutorial" que creamos en el primer paso.</a:t>
            </a:r>
            <a:endParaRPr sz="1400" b="0" i="0" u="none" strike="noStrike" cap="none" dirty="0">
              <a:solidFill>
                <a:srgbClr val="000000"/>
              </a:solidFill>
              <a:latin typeface="Gotham Rounded Medium" panose="02000000000000000000" pitchFamily="50" charset="0"/>
              <a:sym typeface="Arial"/>
            </a:endParaRPr>
          </a:p>
        </p:txBody>
      </p:sp>
      <p:sp>
        <p:nvSpPr>
          <p:cNvPr id="981" name="Google Shape;981;p71"/>
          <p:cNvSpPr/>
          <p:nvPr/>
        </p:nvSpPr>
        <p:spPr>
          <a:xfrm>
            <a:off x="2919613" y="2738698"/>
            <a:ext cx="976125" cy="383133"/>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982" name="Google Shape;982;p71">
            <a:hlinkClick r:id="rId4"/>
          </p:cNvPr>
          <p:cNvPicPr preferRelativeResize="0"/>
          <p:nvPr/>
        </p:nvPicPr>
        <p:blipFill rotWithShape="1">
          <a:blip r:embed="rId5">
            <a:alphaModFix/>
          </a:blip>
          <a:srcRect/>
          <a:stretch/>
        </p:blipFill>
        <p:spPr>
          <a:xfrm>
            <a:off x="3555802" y="2896912"/>
            <a:ext cx="526842" cy="526842"/>
          </a:xfrm>
          <a:prstGeom prst="rect">
            <a:avLst/>
          </a:prstGeom>
          <a:noFill/>
          <a:ln>
            <a:noFill/>
          </a:ln>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pic>
        <p:nvPicPr>
          <p:cNvPr id="988" name="Google Shape;988;p72" descr="Captura de pantalla de un celular&#10;&#10;Descripción generada automáticamente"/>
          <p:cNvPicPr preferRelativeResize="0"/>
          <p:nvPr/>
        </p:nvPicPr>
        <p:blipFill rotWithShape="1">
          <a:blip r:embed="rId3">
            <a:alphaModFix/>
          </a:blip>
          <a:srcRect/>
          <a:stretch/>
        </p:blipFill>
        <p:spPr>
          <a:xfrm>
            <a:off x="769883" y="203808"/>
            <a:ext cx="10928131" cy="6463523"/>
          </a:xfrm>
          <a:prstGeom prst="rect">
            <a:avLst/>
          </a:prstGeom>
          <a:noFill/>
          <a:ln>
            <a:noFill/>
          </a:ln>
          <a:effectLst>
            <a:outerShdw blurRad="101600" dist="50800" sx="101000" sy="101000" algn="ctr" rotWithShape="0">
              <a:srgbClr val="7F7F7F">
                <a:alpha val="20000"/>
              </a:srgbClr>
            </a:outerShdw>
          </a:effectLst>
        </p:spPr>
      </p:pic>
      <p:sp>
        <p:nvSpPr>
          <p:cNvPr id="989" name="Google Shape;989;p72"/>
          <p:cNvSpPr/>
          <p:nvPr/>
        </p:nvSpPr>
        <p:spPr>
          <a:xfrm>
            <a:off x="6196084" y="4659086"/>
            <a:ext cx="5592083" cy="1728063"/>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Primero tildamos la casilla y luego hacemos clic en el botón azul que dice "Yes, I trust </a:t>
            </a:r>
            <a:r>
              <a:rPr lang="es-ES" sz="1800" b="0" i="0" u="none" strike="noStrike" cap="none" dirty="0" err="1">
                <a:solidFill>
                  <a:schemeClr val="lt1"/>
                </a:solidFill>
                <a:latin typeface="Gotham Rounded Medium" panose="02000000000000000000" pitchFamily="50" charset="0"/>
                <a:ea typeface="Tahoma"/>
                <a:cs typeface="Tahoma"/>
                <a:sym typeface="Tahoma"/>
              </a:rPr>
              <a:t>the</a:t>
            </a:r>
            <a:r>
              <a:rPr lang="es-ES" sz="1800" b="0" i="0" u="none" strike="noStrike" cap="none" dirty="0">
                <a:solidFill>
                  <a:schemeClr val="lt1"/>
                </a:solidFill>
                <a:latin typeface="Gotham Rounded Medium" panose="02000000000000000000" pitchFamily="50" charset="0"/>
                <a:ea typeface="Tahoma"/>
                <a:cs typeface="Tahoma"/>
                <a:sym typeface="Tahoma"/>
              </a:rPr>
              <a:t> </a:t>
            </a:r>
            <a:r>
              <a:rPr lang="es-ES" sz="1800" b="0" i="0" u="none" strike="noStrike" cap="none" dirty="0" err="1">
                <a:solidFill>
                  <a:schemeClr val="lt1"/>
                </a:solidFill>
                <a:latin typeface="Gotham Rounded Medium" panose="02000000000000000000" pitchFamily="50" charset="0"/>
                <a:ea typeface="Tahoma"/>
                <a:cs typeface="Tahoma"/>
                <a:sym typeface="Tahoma"/>
              </a:rPr>
              <a:t>authors</a:t>
            </a:r>
            <a:r>
              <a:rPr lang="es-ES" sz="1800" b="0" i="0" u="none" strike="noStrike" cap="none" dirty="0">
                <a:solidFill>
                  <a:schemeClr val="lt1"/>
                </a:solidFill>
                <a:latin typeface="Gotham Rounded Medium" panose="02000000000000000000" pitchFamily="50" charset="0"/>
                <a:ea typeface="Tahoma"/>
                <a:cs typeface="Tahoma"/>
                <a:sym typeface="Tahoma"/>
              </a:rPr>
              <a:t>" (Si, confío en los autores)</a:t>
            </a:r>
            <a:endParaRPr sz="1800" b="0" i="0" u="none" strike="noStrike" cap="none" dirty="0">
              <a:solidFill>
                <a:schemeClr val="lt1"/>
              </a:solidFill>
              <a:latin typeface="Gotham Rounded Medium" panose="02000000000000000000" pitchFamily="50" charset="0"/>
              <a:ea typeface="Tahoma"/>
              <a:cs typeface="Tahoma"/>
              <a:sym typeface="Tahoma"/>
            </a:endParaRPr>
          </a:p>
        </p:txBody>
      </p:sp>
      <p:sp>
        <p:nvSpPr>
          <p:cNvPr id="990" name="Google Shape;990;p72"/>
          <p:cNvSpPr/>
          <p:nvPr/>
        </p:nvSpPr>
        <p:spPr>
          <a:xfrm>
            <a:off x="4653820" y="3947389"/>
            <a:ext cx="529436" cy="396270"/>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991" name="Google Shape;991;p72">
            <a:hlinkClick r:id="rId4"/>
          </p:cNvPr>
          <p:cNvPicPr preferRelativeResize="0"/>
          <p:nvPr/>
        </p:nvPicPr>
        <p:blipFill rotWithShape="1">
          <a:blip r:embed="rId5">
            <a:alphaModFix/>
          </a:blip>
          <a:srcRect/>
          <a:stretch/>
        </p:blipFill>
        <p:spPr>
          <a:xfrm>
            <a:off x="5000974" y="4118739"/>
            <a:ext cx="526842" cy="526842"/>
          </a:xfrm>
          <a:prstGeom prst="rect">
            <a:avLst/>
          </a:prstGeom>
          <a:noFill/>
          <a:ln>
            <a:noFill/>
          </a:ln>
        </p:spPr>
      </p:pic>
      <p:sp>
        <p:nvSpPr>
          <p:cNvPr id="992" name="Google Shape;992;p72"/>
          <p:cNvSpPr/>
          <p:nvPr/>
        </p:nvSpPr>
        <p:spPr>
          <a:xfrm>
            <a:off x="4377923" y="4354664"/>
            <a:ext cx="2145401" cy="553926"/>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993" name="Google Shape;993;p72">
            <a:hlinkClick r:id="rId4"/>
          </p:cNvPr>
          <p:cNvPicPr preferRelativeResize="0"/>
          <p:nvPr/>
        </p:nvPicPr>
        <p:blipFill rotWithShape="1">
          <a:blip r:embed="rId5">
            <a:alphaModFix/>
          </a:blip>
          <a:srcRect/>
          <a:stretch/>
        </p:blipFill>
        <p:spPr>
          <a:xfrm>
            <a:off x="5828663" y="4657394"/>
            <a:ext cx="526842" cy="526842"/>
          </a:xfrm>
          <a:prstGeom prst="rect">
            <a:avLst/>
          </a:prstGeom>
          <a:noFill/>
          <a:ln>
            <a:noFill/>
          </a:ln>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pic>
        <p:nvPicPr>
          <p:cNvPr id="999" name="Google Shape;999;p73" descr="Captura de pantalla de computadora&#10;&#10;Descripción generada automáticamente"/>
          <p:cNvPicPr preferRelativeResize="0"/>
          <p:nvPr/>
        </p:nvPicPr>
        <p:blipFill rotWithShape="1">
          <a:blip r:embed="rId3">
            <a:alphaModFix/>
          </a:blip>
          <a:srcRect/>
          <a:stretch/>
        </p:blipFill>
        <p:spPr>
          <a:xfrm>
            <a:off x="698740" y="205791"/>
            <a:ext cx="10808898" cy="6432042"/>
          </a:xfrm>
          <a:prstGeom prst="rect">
            <a:avLst/>
          </a:prstGeom>
          <a:noFill/>
          <a:ln>
            <a:noFill/>
          </a:ln>
          <a:effectLst>
            <a:outerShdw blurRad="101600" dist="50800" sx="101000" sy="101000" algn="ctr" rotWithShape="0">
              <a:srgbClr val="7F7F7F">
                <a:alpha val="20000"/>
              </a:srgbClr>
            </a:outerShdw>
          </a:effectLst>
        </p:spPr>
      </p:pic>
      <p:sp>
        <p:nvSpPr>
          <p:cNvPr id="1000" name="Google Shape;1000;p73"/>
          <p:cNvSpPr/>
          <p:nvPr/>
        </p:nvSpPr>
        <p:spPr>
          <a:xfrm>
            <a:off x="6196084" y="4659086"/>
            <a:ext cx="5592083" cy="1728063"/>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4. Ya abierta la carpeta ahora vamos a crear nuestro primer archivo haciendo </a:t>
            </a:r>
            <a:r>
              <a:rPr lang="es-ES" sz="1800" b="0" i="0" u="none" strike="noStrike" cap="none" dirty="0" err="1">
                <a:solidFill>
                  <a:schemeClr val="lt1"/>
                </a:solidFill>
                <a:latin typeface="Gotham Rounded Medium" panose="02000000000000000000" pitchFamily="50" charset="0"/>
                <a:ea typeface="Tahoma"/>
                <a:cs typeface="Tahoma"/>
                <a:sym typeface="Tahoma"/>
              </a:rPr>
              <a:t>click</a:t>
            </a:r>
            <a:r>
              <a:rPr lang="es-ES" sz="1800" b="0" i="0" u="none" strike="noStrike" cap="none" dirty="0">
                <a:solidFill>
                  <a:schemeClr val="lt1"/>
                </a:solidFill>
                <a:latin typeface="Gotham Rounded Medium" panose="02000000000000000000" pitchFamily="50" charset="0"/>
                <a:ea typeface="Tahoma"/>
                <a:cs typeface="Tahoma"/>
                <a:sym typeface="Tahoma"/>
              </a:rPr>
              <a:t> en "New file..." (Nuevo archivo)</a:t>
            </a:r>
            <a:endParaRPr sz="1800" b="0" i="0" u="none" strike="noStrike" cap="none" dirty="0">
              <a:solidFill>
                <a:schemeClr val="lt1"/>
              </a:solidFill>
              <a:latin typeface="Gotham Rounded Medium" panose="02000000000000000000" pitchFamily="50" charset="0"/>
              <a:ea typeface="Tahoma"/>
              <a:cs typeface="Tahoma"/>
              <a:sym typeface="Tahoma"/>
            </a:endParaRPr>
          </a:p>
        </p:txBody>
      </p:sp>
      <p:sp>
        <p:nvSpPr>
          <p:cNvPr id="1001" name="Google Shape;1001;p73"/>
          <p:cNvSpPr/>
          <p:nvPr/>
        </p:nvSpPr>
        <p:spPr>
          <a:xfrm>
            <a:off x="3944537" y="2451477"/>
            <a:ext cx="841948" cy="278643"/>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002" name="Google Shape;1002;p73">
            <a:hlinkClick r:id="rId4"/>
          </p:cNvPr>
          <p:cNvPicPr preferRelativeResize="0"/>
          <p:nvPr/>
        </p:nvPicPr>
        <p:blipFill rotWithShape="1">
          <a:blip r:embed="rId5">
            <a:alphaModFix/>
          </a:blip>
          <a:srcRect/>
          <a:stretch/>
        </p:blipFill>
        <p:spPr>
          <a:xfrm>
            <a:off x="4358323" y="2597987"/>
            <a:ext cx="526842" cy="526842"/>
          </a:xfrm>
          <a:prstGeom prst="rect">
            <a:avLst/>
          </a:prstGeom>
          <a:noFill/>
          <a:ln>
            <a:noFill/>
          </a:ln>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pic>
        <p:nvPicPr>
          <p:cNvPr id="1008" name="Google Shape;1008;p74" descr="Interfaz de usuario gráfica, Texto&#10;&#10;Descripción generada automáticamente"/>
          <p:cNvPicPr preferRelativeResize="0"/>
          <p:nvPr/>
        </p:nvPicPr>
        <p:blipFill rotWithShape="1">
          <a:blip r:embed="rId3">
            <a:alphaModFix/>
          </a:blip>
          <a:srcRect/>
          <a:stretch/>
        </p:blipFill>
        <p:spPr>
          <a:xfrm>
            <a:off x="612228" y="216946"/>
            <a:ext cx="10980682" cy="6437247"/>
          </a:xfrm>
          <a:prstGeom prst="rect">
            <a:avLst/>
          </a:prstGeom>
          <a:noFill/>
          <a:ln>
            <a:noFill/>
          </a:ln>
          <a:effectLst>
            <a:outerShdw blurRad="101600" dist="50800" sx="101000" sy="101000" algn="ctr" rotWithShape="0">
              <a:srgbClr val="7F7F7F">
                <a:alpha val="20000"/>
              </a:srgbClr>
            </a:outerShdw>
          </a:effectLst>
        </p:spPr>
      </p:pic>
      <p:sp>
        <p:nvSpPr>
          <p:cNvPr id="1009" name="Google Shape;1009;p74"/>
          <p:cNvSpPr/>
          <p:nvPr/>
        </p:nvSpPr>
        <p:spPr>
          <a:xfrm>
            <a:off x="786395" y="219403"/>
            <a:ext cx="551728" cy="274211"/>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010" name="Google Shape;1010;p74">
            <a:hlinkClick r:id="rId4"/>
          </p:cNvPr>
          <p:cNvPicPr preferRelativeResize="0"/>
          <p:nvPr/>
        </p:nvPicPr>
        <p:blipFill rotWithShape="1">
          <a:blip r:embed="rId5">
            <a:alphaModFix/>
          </a:blip>
          <a:srcRect/>
          <a:stretch/>
        </p:blipFill>
        <p:spPr>
          <a:xfrm>
            <a:off x="1040743" y="367266"/>
            <a:ext cx="526842" cy="526842"/>
          </a:xfrm>
          <a:prstGeom prst="rect">
            <a:avLst/>
          </a:prstGeom>
          <a:noFill/>
          <a:ln>
            <a:noFill/>
          </a:ln>
        </p:spPr>
      </p:pic>
      <p:sp>
        <p:nvSpPr>
          <p:cNvPr id="1011" name="Google Shape;1011;p74"/>
          <p:cNvSpPr/>
          <p:nvPr/>
        </p:nvSpPr>
        <p:spPr>
          <a:xfrm>
            <a:off x="1637732" y="4028466"/>
            <a:ext cx="10150436" cy="2358683"/>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5. Una vez creado nuestro archivo tenemos que guardarlo con el nombre de </a:t>
            </a:r>
            <a:r>
              <a:rPr lang="es-ES" sz="1800" b="1" i="0" u="none" strike="noStrike" cap="none" dirty="0">
                <a:solidFill>
                  <a:schemeClr val="lt1"/>
                </a:solidFill>
                <a:latin typeface="Gotham Rounded Medium" panose="02000000000000000000" pitchFamily="50" charset="0"/>
                <a:ea typeface="Tahoma"/>
                <a:cs typeface="Tahoma"/>
                <a:sym typeface="Tahoma"/>
              </a:rPr>
              <a:t>“index.html”. Para guardarlo vamos a "File" (Archivo) &gt; "</a:t>
            </a:r>
            <a:r>
              <a:rPr lang="es-ES" sz="1800" b="1" i="0" u="none" strike="noStrike" cap="none" dirty="0" err="1">
                <a:solidFill>
                  <a:schemeClr val="lt1"/>
                </a:solidFill>
                <a:latin typeface="Gotham Rounded Medium" panose="02000000000000000000" pitchFamily="50" charset="0"/>
                <a:ea typeface="Tahoma"/>
                <a:cs typeface="Tahoma"/>
                <a:sym typeface="Tahoma"/>
              </a:rPr>
              <a:t>Save</a:t>
            </a:r>
            <a:r>
              <a:rPr lang="es-ES" sz="1800" b="1" i="0" u="none" strike="noStrike" cap="none" dirty="0">
                <a:solidFill>
                  <a:schemeClr val="lt1"/>
                </a:solidFill>
                <a:latin typeface="Gotham Rounded Medium" panose="02000000000000000000" pitchFamily="50" charset="0"/>
                <a:ea typeface="Tahoma"/>
                <a:cs typeface="Tahoma"/>
                <a:sym typeface="Tahoma"/>
              </a:rPr>
              <a:t>" (Guardar). </a:t>
            </a:r>
            <a:r>
              <a:rPr lang="es-ES" sz="1800" b="0" i="0" u="none" strike="noStrike" cap="none" dirty="0">
                <a:solidFill>
                  <a:schemeClr val="lt1"/>
                </a:solidFill>
                <a:latin typeface="Gotham Rounded Medium" panose="02000000000000000000" pitchFamily="50" charset="0"/>
                <a:ea typeface="Tahoma"/>
                <a:cs typeface="Tahoma"/>
                <a:sym typeface="Tahoma"/>
              </a:rPr>
              <a:t>Este archivo index.html es el archivo que siempre un navegador web va a intentar iniciar cuando se lo envíe a una dirección, ya lo veremos...</a:t>
            </a:r>
            <a:endParaRPr sz="1800" b="0" i="0" u="none" strike="noStrike" cap="none" dirty="0">
              <a:solidFill>
                <a:schemeClr val="lt1"/>
              </a:solidFill>
              <a:latin typeface="Gotham Rounded Medium" panose="02000000000000000000" pitchFamily="50" charset="0"/>
              <a:ea typeface="Tahoma"/>
              <a:cs typeface="Tahoma"/>
              <a:sym typeface="Tahoma"/>
            </a:endParaRPr>
          </a:p>
        </p:txBody>
      </p:sp>
      <p:sp>
        <p:nvSpPr>
          <p:cNvPr id="1012" name="Google Shape;1012;p74"/>
          <p:cNvSpPr/>
          <p:nvPr/>
        </p:nvSpPr>
        <p:spPr>
          <a:xfrm>
            <a:off x="983464" y="2794437"/>
            <a:ext cx="551728" cy="274211"/>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013" name="Google Shape;1013;p74">
            <a:hlinkClick r:id="rId4"/>
          </p:cNvPr>
          <p:cNvPicPr preferRelativeResize="0"/>
          <p:nvPr/>
        </p:nvPicPr>
        <p:blipFill rotWithShape="1">
          <a:blip r:embed="rId5">
            <a:alphaModFix/>
          </a:blip>
          <a:srcRect/>
          <a:stretch/>
        </p:blipFill>
        <p:spPr>
          <a:xfrm>
            <a:off x="1237812" y="2942300"/>
            <a:ext cx="526842" cy="526842"/>
          </a:xfrm>
          <a:prstGeom prst="rect">
            <a:avLst/>
          </a:prstGeom>
          <a:noFill/>
          <a:ln>
            <a:noFill/>
          </a:ln>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018"/>
        <p:cNvGrpSpPr/>
        <p:nvPr/>
      </p:nvGrpSpPr>
      <p:grpSpPr>
        <a:xfrm>
          <a:off x="0" y="0"/>
          <a:ext cx="0" cy="0"/>
          <a:chOff x="0" y="0"/>
          <a:chExt cx="0" cy="0"/>
        </a:xfrm>
      </p:grpSpPr>
      <p:pic>
        <p:nvPicPr>
          <p:cNvPr id="1019" name="Google Shape;1019;p75" descr="Captura de pantalla de un celular&#10;&#10;Descripción generada automáticamente"/>
          <p:cNvPicPr preferRelativeResize="0"/>
          <p:nvPr/>
        </p:nvPicPr>
        <p:blipFill rotWithShape="1">
          <a:blip r:embed="rId3">
            <a:alphaModFix/>
          </a:blip>
          <a:srcRect/>
          <a:stretch/>
        </p:blipFill>
        <p:spPr>
          <a:xfrm>
            <a:off x="572814" y="216946"/>
            <a:ext cx="11059510" cy="6437248"/>
          </a:xfrm>
          <a:prstGeom prst="rect">
            <a:avLst/>
          </a:prstGeom>
          <a:noFill/>
          <a:ln>
            <a:noFill/>
          </a:ln>
          <a:effectLst>
            <a:outerShdw blurRad="101600" dist="50800" sx="101000" sy="101000" algn="ctr" rotWithShape="0">
              <a:srgbClr val="7F7F7F">
                <a:alpha val="20000"/>
              </a:srgbClr>
            </a:outerShdw>
          </a:effectLst>
        </p:spPr>
      </p:pic>
      <p:sp>
        <p:nvSpPr>
          <p:cNvPr id="1020" name="Google Shape;1020;p75"/>
          <p:cNvSpPr/>
          <p:nvPr/>
        </p:nvSpPr>
        <p:spPr>
          <a:xfrm>
            <a:off x="2378760" y="3982158"/>
            <a:ext cx="774344" cy="333456"/>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021" name="Google Shape;1021;p75">
            <a:hlinkClick r:id="rId4"/>
          </p:cNvPr>
          <p:cNvPicPr preferRelativeResize="0"/>
          <p:nvPr/>
        </p:nvPicPr>
        <p:blipFill rotWithShape="1">
          <a:blip r:embed="rId5">
            <a:alphaModFix/>
          </a:blip>
          <a:srcRect/>
          <a:stretch/>
        </p:blipFill>
        <p:spPr>
          <a:xfrm>
            <a:off x="2889679" y="4148886"/>
            <a:ext cx="526842" cy="526842"/>
          </a:xfrm>
          <a:prstGeom prst="rect">
            <a:avLst/>
          </a:prstGeom>
          <a:noFill/>
          <a:ln>
            <a:noFill/>
          </a:ln>
        </p:spPr>
      </p:pic>
      <p:sp>
        <p:nvSpPr>
          <p:cNvPr id="1022" name="Google Shape;1022;p75"/>
          <p:cNvSpPr/>
          <p:nvPr/>
        </p:nvSpPr>
        <p:spPr>
          <a:xfrm>
            <a:off x="7904525" y="1190672"/>
            <a:ext cx="3883643" cy="5196477"/>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5. Una vez creado nuestro archivo tenemos que guardarlo con el nombre de </a:t>
            </a:r>
            <a:r>
              <a:rPr lang="es-ES" sz="1800" b="1" i="0" u="none" strike="noStrike" cap="none" dirty="0">
                <a:solidFill>
                  <a:schemeClr val="lt1"/>
                </a:solidFill>
                <a:latin typeface="Gotham Rounded Medium" panose="02000000000000000000" pitchFamily="50" charset="0"/>
                <a:ea typeface="Tahoma"/>
                <a:cs typeface="Tahoma"/>
                <a:sym typeface="Tahoma"/>
              </a:rPr>
              <a:t>“index.html”. </a:t>
            </a:r>
            <a:r>
              <a:rPr lang="es-ES" sz="1800" b="0" i="0" u="none" strike="noStrike" cap="none" dirty="0">
                <a:solidFill>
                  <a:schemeClr val="lt1"/>
                </a:solidFill>
                <a:latin typeface="Gotham Rounded Medium" panose="02000000000000000000" pitchFamily="50" charset="0"/>
                <a:ea typeface="Tahoma"/>
                <a:cs typeface="Tahoma"/>
                <a:sym typeface="Tahoma"/>
              </a:rPr>
              <a:t>Esto es muy importante porque los navegadores webs están configurados para siempre primero intentar buscar e interpretar el archivo index.html</a:t>
            </a:r>
            <a:endParaRPr sz="1800" b="0" i="0" u="none" strike="noStrike" cap="none" dirty="0">
              <a:solidFill>
                <a:srgbClr val="4A7B8B"/>
              </a:solidFill>
              <a:latin typeface="Gotham Rounded Medium" panose="02000000000000000000" pitchFamily="50" charset="0"/>
              <a:ea typeface="Tahoma"/>
              <a:cs typeface="Tahoma"/>
              <a:sym typeface="Tahoma"/>
            </a:endParaRPr>
          </a:p>
        </p:txBody>
      </p:sp>
      <p:sp>
        <p:nvSpPr>
          <p:cNvPr id="1023" name="Google Shape;1023;p75"/>
          <p:cNvSpPr/>
          <p:nvPr/>
        </p:nvSpPr>
        <p:spPr>
          <a:xfrm>
            <a:off x="5229691" y="4573365"/>
            <a:ext cx="905723" cy="346593"/>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024" name="Google Shape;1024;p75">
            <a:hlinkClick r:id="rId4"/>
          </p:cNvPr>
          <p:cNvPicPr preferRelativeResize="0"/>
          <p:nvPr/>
        </p:nvPicPr>
        <p:blipFill rotWithShape="1">
          <a:blip r:embed="rId5">
            <a:alphaModFix/>
          </a:blip>
          <a:srcRect/>
          <a:stretch/>
        </p:blipFill>
        <p:spPr>
          <a:xfrm>
            <a:off x="5740610" y="4740093"/>
            <a:ext cx="526842" cy="526842"/>
          </a:xfrm>
          <a:prstGeom prst="rect">
            <a:avLst/>
          </a:prstGeom>
          <a:noFill/>
          <a:ln>
            <a:noFill/>
          </a:ln>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029"/>
        <p:cNvGrpSpPr/>
        <p:nvPr/>
      </p:nvGrpSpPr>
      <p:grpSpPr>
        <a:xfrm>
          <a:off x="0" y="0"/>
          <a:ext cx="0" cy="0"/>
          <a:chOff x="0" y="0"/>
          <a:chExt cx="0" cy="0"/>
        </a:xfrm>
      </p:grpSpPr>
      <p:pic>
        <p:nvPicPr>
          <p:cNvPr id="1030" name="Google Shape;1030;p76"/>
          <p:cNvPicPr preferRelativeResize="0"/>
          <p:nvPr/>
        </p:nvPicPr>
        <p:blipFill rotWithShape="1">
          <a:blip r:embed="rId3">
            <a:alphaModFix/>
          </a:blip>
          <a:srcRect/>
          <a:stretch/>
        </p:blipFill>
        <p:spPr>
          <a:xfrm>
            <a:off x="0" y="269433"/>
            <a:ext cx="12192000" cy="6319133"/>
          </a:xfrm>
          <a:prstGeom prst="rect">
            <a:avLst/>
          </a:prstGeom>
          <a:noFill/>
          <a:ln>
            <a:noFill/>
          </a:ln>
        </p:spPr>
      </p:pic>
      <p:sp>
        <p:nvSpPr>
          <p:cNvPr id="1031" name="Google Shape;1031;p76"/>
          <p:cNvSpPr/>
          <p:nvPr/>
        </p:nvSpPr>
        <p:spPr>
          <a:xfrm>
            <a:off x="3655232" y="1019091"/>
            <a:ext cx="916768" cy="219159"/>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032" name="Google Shape;1032;p76"/>
          <p:cNvGrpSpPr/>
          <p:nvPr/>
        </p:nvGrpSpPr>
        <p:grpSpPr>
          <a:xfrm>
            <a:off x="9437915" y="1175657"/>
            <a:ext cx="2471057" cy="4506686"/>
            <a:chOff x="9459687" y="1338943"/>
            <a:chExt cx="2471057" cy="4506686"/>
          </a:xfrm>
          <a:solidFill>
            <a:srgbClr val="872789"/>
          </a:solidFill>
        </p:grpSpPr>
        <p:sp>
          <p:nvSpPr>
            <p:cNvPr id="1033" name="Google Shape;1033;p76"/>
            <p:cNvSpPr/>
            <p:nvPr/>
          </p:nvSpPr>
          <p:spPr>
            <a:xfrm>
              <a:off x="9459687" y="1338943"/>
              <a:ext cx="2471057" cy="4506686"/>
            </a:xfrm>
            <a:prstGeom prst="roundRect">
              <a:avLst>
                <a:gd name="adj" fmla="val 4559"/>
              </a:avLst>
            </a:prstGeom>
            <a:grpFill/>
            <a:ln>
              <a:noFill/>
            </a:ln>
          </p:spPr>
          <p:txBody>
            <a:bodyPr spcFirstLastPara="1" wrap="square" lIns="360000" tIns="108000" rIns="360000" bIns="108000" anchor="t"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6. Ahora vamos a escribir dentro del archivo “html:5” y a presionar la tecla TAB del teclado.</a:t>
              </a:r>
              <a:endParaRPr sz="1400" b="0" i="0" u="none" strike="noStrike" cap="none" dirty="0">
                <a:solidFill>
                  <a:srgbClr val="000000"/>
                </a:solidFill>
                <a:latin typeface="Gotham Rounded Medium" panose="02000000000000000000" pitchFamily="50" charset="0"/>
                <a:sym typeface="Arial"/>
              </a:endParaRPr>
            </a:p>
          </p:txBody>
        </p:sp>
        <p:pic>
          <p:nvPicPr>
            <p:cNvPr id="1034" name="Google Shape;1034;p76"/>
            <p:cNvPicPr preferRelativeResize="0"/>
            <p:nvPr/>
          </p:nvPicPr>
          <p:blipFill rotWithShape="1">
            <a:blip r:embed="rId4">
              <a:alphaModFix/>
            </a:blip>
            <a:srcRect/>
            <a:stretch/>
          </p:blipFill>
          <p:spPr>
            <a:xfrm>
              <a:off x="9745175" y="4575411"/>
              <a:ext cx="1289956" cy="854727"/>
            </a:xfrm>
            <a:prstGeom prst="rect">
              <a:avLst/>
            </a:prstGeom>
            <a:grpFill/>
            <a:ln>
              <a:noFill/>
            </a:ln>
          </p:spPr>
        </p:pic>
      </p:grpSp>
    </p:spTree>
  </p:cSld>
  <p:clrMapOvr>
    <a:masterClrMapping/>
  </p:clrMapOvr>
  <p:transition spd="slow">
    <p:push/>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pic>
        <p:nvPicPr>
          <p:cNvPr id="1040" name="Google Shape;1040;p77"/>
          <p:cNvPicPr preferRelativeResize="0"/>
          <p:nvPr/>
        </p:nvPicPr>
        <p:blipFill rotWithShape="1">
          <a:blip r:embed="rId3">
            <a:alphaModFix/>
          </a:blip>
          <a:srcRect/>
          <a:stretch/>
        </p:blipFill>
        <p:spPr>
          <a:xfrm>
            <a:off x="0" y="278358"/>
            <a:ext cx="12192000" cy="6301283"/>
          </a:xfrm>
          <a:prstGeom prst="rect">
            <a:avLst/>
          </a:prstGeom>
          <a:noFill/>
          <a:ln>
            <a:noFill/>
          </a:ln>
        </p:spPr>
      </p:pic>
      <p:grpSp>
        <p:nvGrpSpPr>
          <p:cNvPr id="1041" name="Google Shape;1041;p77"/>
          <p:cNvGrpSpPr/>
          <p:nvPr/>
        </p:nvGrpSpPr>
        <p:grpSpPr>
          <a:xfrm>
            <a:off x="9437915" y="1175657"/>
            <a:ext cx="2471057" cy="4506686"/>
            <a:chOff x="9459687" y="1338943"/>
            <a:chExt cx="2471057" cy="4506686"/>
          </a:xfrm>
          <a:solidFill>
            <a:srgbClr val="872789"/>
          </a:solidFill>
        </p:grpSpPr>
        <p:sp>
          <p:nvSpPr>
            <p:cNvPr id="1042" name="Google Shape;1042;p77"/>
            <p:cNvSpPr/>
            <p:nvPr/>
          </p:nvSpPr>
          <p:spPr>
            <a:xfrm>
              <a:off x="9459687" y="1338943"/>
              <a:ext cx="2471057" cy="4506686"/>
            </a:xfrm>
            <a:prstGeom prst="roundRect">
              <a:avLst>
                <a:gd name="adj" fmla="val 4559"/>
              </a:avLst>
            </a:prstGeom>
            <a:grpFill/>
            <a:ln>
              <a:noFill/>
            </a:ln>
          </p:spPr>
          <p:txBody>
            <a:bodyPr spcFirstLastPara="1" wrap="square" lIns="360000" tIns="108000" rIns="360000" bIns="108000" anchor="t"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6. Ahora vamos a escribir dentro del archivo “html:5” y a presionar la tecla TAB del teclado.</a:t>
              </a:r>
              <a:endParaRPr sz="1400" b="0" i="0" u="none" strike="noStrike" cap="none" dirty="0">
                <a:solidFill>
                  <a:srgbClr val="000000"/>
                </a:solidFill>
                <a:latin typeface="Gotham Rounded Medium" panose="02000000000000000000" pitchFamily="50" charset="0"/>
                <a:sym typeface="Arial"/>
              </a:endParaRPr>
            </a:p>
          </p:txBody>
        </p:sp>
        <p:pic>
          <p:nvPicPr>
            <p:cNvPr id="1043" name="Google Shape;1043;p77"/>
            <p:cNvPicPr preferRelativeResize="0"/>
            <p:nvPr/>
          </p:nvPicPr>
          <p:blipFill rotWithShape="1">
            <a:blip r:embed="rId4">
              <a:alphaModFix/>
            </a:blip>
            <a:srcRect/>
            <a:stretch/>
          </p:blipFill>
          <p:spPr>
            <a:xfrm>
              <a:off x="9745175" y="4575411"/>
              <a:ext cx="1289956" cy="854727"/>
            </a:xfrm>
            <a:prstGeom prst="rect">
              <a:avLst/>
            </a:prstGeom>
            <a:grpFill/>
            <a:ln>
              <a:noFill/>
            </a:ln>
          </p:spPr>
        </p:pic>
      </p:grpSp>
    </p:spTree>
  </p:cSld>
  <p:clrMapOvr>
    <a:masterClrMapping/>
  </p:clrMapOvr>
  <p:transition spd="slow">
    <p:push/>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048"/>
        <p:cNvGrpSpPr/>
        <p:nvPr/>
      </p:nvGrpSpPr>
      <p:grpSpPr>
        <a:xfrm>
          <a:off x="0" y="0"/>
          <a:ext cx="0" cy="0"/>
          <a:chOff x="0" y="0"/>
          <a:chExt cx="0" cy="0"/>
        </a:xfrm>
      </p:grpSpPr>
      <p:pic>
        <p:nvPicPr>
          <p:cNvPr id="1049" name="Google Shape;1049;p78" descr="HTML:5 - Emmet"/>
          <p:cNvPicPr preferRelativeResize="0"/>
          <p:nvPr/>
        </p:nvPicPr>
        <p:blipFill rotWithShape="1">
          <a:blip r:embed="rId3">
            <a:alphaModFix/>
          </a:blip>
          <a:srcRect/>
          <a:stretch/>
        </p:blipFill>
        <p:spPr>
          <a:xfrm>
            <a:off x="95289" y="0"/>
            <a:ext cx="9150646" cy="6858000"/>
          </a:xfrm>
          <a:prstGeom prst="rect">
            <a:avLst/>
          </a:prstGeom>
          <a:noFill/>
          <a:ln>
            <a:noFill/>
          </a:ln>
        </p:spPr>
      </p:pic>
      <p:grpSp>
        <p:nvGrpSpPr>
          <p:cNvPr id="1050" name="Google Shape;1050;p78"/>
          <p:cNvGrpSpPr/>
          <p:nvPr/>
        </p:nvGrpSpPr>
        <p:grpSpPr>
          <a:xfrm>
            <a:off x="9409780" y="1175657"/>
            <a:ext cx="2471057" cy="4506686"/>
            <a:chOff x="9459687" y="1338943"/>
            <a:chExt cx="2471057" cy="4506686"/>
          </a:xfrm>
          <a:solidFill>
            <a:srgbClr val="872789"/>
          </a:solidFill>
        </p:grpSpPr>
        <p:sp>
          <p:nvSpPr>
            <p:cNvPr id="1051" name="Google Shape;1051;p78"/>
            <p:cNvSpPr/>
            <p:nvPr/>
          </p:nvSpPr>
          <p:spPr>
            <a:xfrm>
              <a:off x="9459687" y="1338943"/>
              <a:ext cx="2471057" cy="4506686"/>
            </a:xfrm>
            <a:prstGeom prst="roundRect">
              <a:avLst>
                <a:gd name="adj" fmla="val 4559"/>
              </a:avLst>
            </a:prstGeom>
            <a:grpFill/>
            <a:ln>
              <a:noFill/>
            </a:ln>
          </p:spPr>
          <p:txBody>
            <a:bodyPr spcFirstLastPara="1" wrap="square" lIns="360000" tIns="108000" rIns="360000" bIns="108000" anchor="t"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6. Ahora vamos a escribir dentro del archivo “html:5” y a presionar la tecla TAB del teclado</a:t>
              </a:r>
              <a:r>
                <a:rPr lang="es-ES" sz="1800" b="0" i="0" u="none" strike="noStrike" cap="none" dirty="0">
                  <a:solidFill>
                    <a:schemeClr val="lt1"/>
                  </a:solidFill>
                  <a:latin typeface="Tahoma"/>
                  <a:ea typeface="Tahoma"/>
                  <a:cs typeface="Tahoma"/>
                  <a:sym typeface="Tahoma"/>
                </a:rPr>
                <a:t>.</a:t>
              </a:r>
              <a:endParaRPr sz="1400" b="0" i="0" u="none" strike="noStrike" cap="none" dirty="0">
                <a:solidFill>
                  <a:srgbClr val="000000"/>
                </a:solidFill>
                <a:latin typeface="Arial"/>
                <a:ea typeface="Arial"/>
                <a:cs typeface="Arial"/>
                <a:sym typeface="Arial"/>
              </a:endParaRPr>
            </a:p>
          </p:txBody>
        </p:sp>
        <p:pic>
          <p:nvPicPr>
            <p:cNvPr id="1052" name="Google Shape;1052;p78"/>
            <p:cNvPicPr preferRelativeResize="0"/>
            <p:nvPr/>
          </p:nvPicPr>
          <p:blipFill rotWithShape="1">
            <a:blip r:embed="rId4">
              <a:alphaModFix/>
            </a:blip>
            <a:srcRect/>
            <a:stretch/>
          </p:blipFill>
          <p:spPr>
            <a:xfrm>
              <a:off x="9787378" y="4772359"/>
              <a:ext cx="1289956" cy="854727"/>
            </a:xfrm>
            <a:prstGeom prst="rect">
              <a:avLst/>
            </a:prstGeom>
            <a:grpFill/>
            <a:ln>
              <a:noFill/>
            </a:ln>
          </p:spPr>
        </p:pic>
      </p:gr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49"/>
                                        </p:tgtEl>
                                        <p:attrNameLst>
                                          <p:attrName>style.visibility</p:attrName>
                                        </p:attrNameLst>
                                      </p:cBhvr>
                                      <p:to>
                                        <p:strVal val="visible"/>
                                      </p:to>
                                    </p:set>
                                    <p:animEffect transition="in" filter="fade">
                                      <p:cBhvr>
                                        <p:cTn id="7" dur="1"/>
                                        <p:tgtEl>
                                          <p:spTgt spid="10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057"/>
        <p:cNvGrpSpPr/>
        <p:nvPr/>
      </p:nvGrpSpPr>
      <p:grpSpPr>
        <a:xfrm>
          <a:off x="0" y="0"/>
          <a:ext cx="0" cy="0"/>
          <a:chOff x="0" y="0"/>
          <a:chExt cx="0" cy="0"/>
        </a:xfrm>
      </p:grpSpPr>
      <p:sp>
        <p:nvSpPr>
          <p:cNvPr id="1058" name="Google Shape;1058;p79"/>
          <p:cNvSpPr txBox="1"/>
          <p:nvPr/>
        </p:nvSpPr>
        <p:spPr>
          <a:xfrm>
            <a:off x="772885" y="1305341"/>
            <a:ext cx="10781101" cy="397031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DOCTYPE</a:t>
            </a:r>
            <a:r>
              <a:rPr lang="es-ES" sz="1800" b="0" i="0" u="none" strike="noStrike" cap="none">
                <a:solidFill>
                  <a:schemeClr val="dk1"/>
                </a:solidFill>
                <a:latin typeface="Tahoma"/>
                <a:ea typeface="Tahoma"/>
                <a:cs typeface="Tahoma"/>
                <a:sym typeface="Tahoma"/>
              </a:rPr>
              <a:t>  </a:t>
            </a:r>
            <a:r>
              <a:rPr lang="es-ES" sz="1800" b="0" i="0" u="none" strike="noStrike" cap="none">
                <a:solidFill>
                  <a:srgbClr val="F2CD84"/>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800" b="0" i="0" u="none" strike="noStrike" cap="none">
              <a:solidFill>
                <a:srgbClr val="4A7B8B"/>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 </a:t>
            </a:r>
            <a:r>
              <a:rPr lang="es-ES" sz="1800" b="0" i="0" u="none" strike="noStrike" cap="none">
                <a:solidFill>
                  <a:srgbClr val="F2CD84"/>
                </a:solidFill>
                <a:latin typeface="Tahoma"/>
                <a:ea typeface="Tahoma"/>
                <a:cs typeface="Tahoma"/>
                <a:sym typeface="Tahoma"/>
              </a:rPr>
              <a:t>lang</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“en”</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charset</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“UTF-8”</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name</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“viewport” content=“width=device-width, initial-scale=1.0”</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Document</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p:txBody>
      </p:sp>
      <p:sp>
        <p:nvSpPr>
          <p:cNvPr id="1059" name="Google Shape;1059;p79"/>
          <p:cNvSpPr/>
          <p:nvPr/>
        </p:nvSpPr>
        <p:spPr>
          <a:xfrm>
            <a:off x="575485" y="1061391"/>
            <a:ext cx="11041030" cy="4735216"/>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060" name="Google Shape;1060;p79"/>
          <p:cNvGrpSpPr/>
          <p:nvPr/>
        </p:nvGrpSpPr>
        <p:grpSpPr>
          <a:xfrm>
            <a:off x="0" y="0"/>
            <a:ext cx="12192000" cy="413657"/>
            <a:chOff x="0" y="0"/>
            <a:chExt cx="12192000" cy="413657"/>
          </a:xfrm>
        </p:grpSpPr>
        <p:sp>
          <p:nvSpPr>
            <p:cNvPr id="1061" name="Google Shape;1061;p79"/>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062" name="Google Shape;1062;p79"/>
            <p:cNvGrpSpPr/>
            <p:nvPr/>
          </p:nvGrpSpPr>
          <p:grpSpPr>
            <a:xfrm>
              <a:off x="575484" y="52939"/>
              <a:ext cx="1447716" cy="350261"/>
              <a:chOff x="575484" y="52939"/>
              <a:chExt cx="1447716" cy="350261"/>
            </a:xfrm>
          </p:grpSpPr>
          <p:sp>
            <p:nvSpPr>
              <p:cNvPr id="1063" name="Google Shape;1063;p79"/>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cxnSp>
            <p:nvCxnSpPr>
              <p:cNvPr id="1064" name="Google Shape;1064;p79"/>
              <p:cNvCxnSpPr/>
              <p:nvPr/>
            </p:nvCxnSpPr>
            <p:spPr>
              <a:xfrm>
                <a:off x="575485"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065" name="Google Shape;1065;p79"/>
          <p:cNvSpPr/>
          <p:nvPr/>
        </p:nvSpPr>
        <p:spPr>
          <a:xfrm>
            <a:off x="4285397" y="4659086"/>
            <a:ext cx="7502771" cy="1728063"/>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7. A partir de aquí, iremos modificando y añadiendo código. </a:t>
            </a:r>
            <a:endParaRPr sz="1800" b="0" i="0" u="none" strike="noStrike" cap="none" dirty="0">
              <a:solidFill>
                <a:schemeClr val="lt1"/>
              </a:solidFill>
              <a:latin typeface="Gotham Rounded Medium" panose="02000000000000000000" pitchFamily="50" charset="0"/>
              <a:ea typeface="Tahoma"/>
              <a:cs typeface="Tahoma"/>
              <a:sym typeface="Tahoma"/>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Ésta es la base de un archivo HTML. ¡Vamos muy bien! :)</a:t>
            </a:r>
            <a:endParaRPr sz="1800" b="0" i="0" u="none" strike="noStrike" cap="none" dirty="0">
              <a:solidFill>
                <a:schemeClr val="lt1"/>
              </a:solidFill>
              <a:latin typeface="Gotham Rounded Medium" panose="02000000000000000000" pitchFamily="50" charset="0"/>
              <a:ea typeface="Tahoma"/>
              <a:cs typeface="Tahoma"/>
              <a:sym typeface="Tahoma"/>
            </a:endParaRPr>
          </a:p>
        </p:txBody>
      </p:sp>
    </p:spTree>
  </p:cSld>
  <p:clrMapOvr>
    <a:masterClrMapping/>
  </p:clrMapOvr>
  <p:transition spd="slow">
    <p:push/>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p80"/>
          <p:cNvSpPr txBox="1"/>
          <p:nvPr/>
        </p:nvSpPr>
        <p:spPr>
          <a:xfrm>
            <a:off x="772885" y="1305341"/>
            <a:ext cx="10781101" cy="397031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DOCTYPE</a:t>
            </a:r>
            <a:r>
              <a:rPr lang="es-ES" sz="1800" b="0" i="0" u="none" strike="noStrike" cap="none">
                <a:solidFill>
                  <a:schemeClr val="dk1"/>
                </a:solidFill>
                <a:latin typeface="Tahoma"/>
                <a:ea typeface="Tahoma"/>
                <a:cs typeface="Tahoma"/>
                <a:sym typeface="Tahoma"/>
              </a:rPr>
              <a:t>  </a:t>
            </a:r>
            <a:r>
              <a:rPr lang="es-ES" sz="1800" b="0" i="0" u="none" strike="noStrike" cap="none">
                <a:solidFill>
                  <a:srgbClr val="F2CD84"/>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800" b="0" i="0" u="none" strike="noStrike" cap="none">
              <a:solidFill>
                <a:srgbClr val="4A7B8B"/>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 </a:t>
            </a:r>
            <a:r>
              <a:rPr lang="es-ES" sz="1800" b="0" i="0" u="none" strike="noStrike" cap="none">
                <a:solidFill>
                  <a:srgbClr val="F2CD84"/>
                </a:solidFill>
                <a:latin typeface="Tahoma"/>
                <a:ea typeface="Tahoma"/>
                <a:cs typeface="Tahoma"/>
                <a:sym typeface="Tahoma"/>
              </a:rPr>
              <a:t>lang</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“es”</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charset</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“UTF-8”</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name</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“viewport” content=“width=device-width, initial-scale=1.0”</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Document</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p:txBody>
      </p:sp>
      <p:sp>
        <p:nvSpPr>
          <p:cNvPr id="1072" name="Google Shape;1072;p80"/>
          <p:cNvSpPr/>
          <p:nvPr/>
        </p:nvSpPr>
        <p:spPr>
          <a:xfrm>
            <a:off x="1410594" y="1563291"/>
            <a:ext cx="1375634" cy="417909"/>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073" name="Google Shape;1073;p80"/>
          <p:cNvGrpSpPr/>
          <p:nvPr/>
        </p:nvGrpSpPr>
        <p:grpSpPr>
          <a:xfrm>
            <a:off x="0" y="0"/>
            <a:ext cx="12192000" cy="413657"/>
            <a:chOff x="0" y="0"/>
            <a:chExt cx="12192000" cy="413657"/>
          </a:xfrm>
        </p:grpSpPr>
        <p:sp>
          <p:nvSpPr>
            <p:cNvPr id="1074" name="Google Shape;1074;p80"/>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075" name="Google Shape;1075;p80"/>
            <p:cNvGrpSpPr/>
            <p:nvPr/>
          </p:nvGrpSpPr>
          <p:grpSpPr>
            <a:xfrm>
              <a:off x="575484" y="52939"/>
              <a:ext cx="1447716" cy="350261"/>
              <a:chOff x="575484" y="52939"/>
              <a:chExt cx="1447716" cy="350261"/>
            </a:xfrm>
          </p:grpSpPr>
          <p:sp>
            <p:nvSpPr>
              <p:cNvPr id="1076" name="Google Shape;1076;p80"/>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cxnSp>
            <p:nvCxnSpPr>
              <p:cNvPr id="1077" name="Google Shape;1077;p80"/>
              <p:cNvCxnSpPr/>
              <p:nvPr/>
            </p:nvCxnSpPr>
            <p:spPr>
              <a:xfrm>
                <a:off x="575485"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078" name="Google Shape;1078;p80"/>
          <p:cNvSpPr/>
          <p:nvPr/>
        </p:nvSpPr>
        <p:spPr>
          <a:xfrm>
            <a:off x="3152633" y="4659086"/>
            <a:ext cx="8635535" cy="1728063"/>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8. Actualizamos el “</a:t>
            </a:r>
            <a:r>
              <a:rPr lang="es-ES" sz="1800" b="0" i="0" u="none" strike="noStrike" cap="none" dirty="0" err="1">
                <a:solidFill>
                  <a:schemeClr val="lt1"/>
                </a:solidFill>
                <a:latin typeface="Gotham Rounded Medium" panose="02000000000000000000" pitchFamily="50" charset="0"/>
                <a:ea typeface="Tahoma"/>
                <a:cs typeface="Tahoma"/>
                <a:sym typeface="Tahoma"/>
              </a:rPr>
              <a:t>lang</a:t>
            </a:r>
            <a:r>
              <a:rPr lang="es-ES" sz="1800" b="0" i="0" u="none" strike="noStrike" cap="none" dirty="0">
                <a:solidFill>
                  <a:schemeClr val="lt1"/>
                </a:solidFill>
                <a:latin typeface="Gotham Rounded Medium" panose="02000000000000000000" pitchFamily="50" charset="0"/>
                <a:ea typeface="Tahoma"/>
                <a:cs typeface="Tahoma"/>
                <a:sym typeface="Tahoma"/>
              </a:rPr>
              <a:t>” a “es”. Esto indica que nuestro sitio web va a contener textos en español. Esta etiqueta será </a:t>
            </a:r>
            <a:r>
              <a:rPr lang="es-ES" sz="1800" b="0" i="0" u="none" strike="noStrike" cap="none" dirty="0" err="1">
                <a:solidFill>
                  <a:schemeClr val="lt1"/>
                </a:solidFill>
                <a:latin typeface="Gotham Rounded Medium" panose="02000000000000000000" pitchFamily="50" charset="0"/>
                <a:ea typeface="Tahoma"/>
                <a:cs typeface="Tahoma"/>
                <a:sym typeface="Tahoma"/>
              </a:rPr>
              <a:t>leida</a:t>
            </a:r>
            <a:r>
              <a:rPr lang="es-ES" sz="1800" b="0" i="0" u="none" strike="noStrike" cap="none" dirty="0">
                <a:solidFill>
                  <a:schemeClr val="lt1"/>
                </a:solidFill>
                <a:latin typeface="Gotham Rounded Medium" panose="02000000000000000000" pitchFamily="50" charset="0"/>
                <a:ea typeface="Tahoma"/>
                <a:cs typeface="Tahoma"/>
                <a:sym typeface="Tahoma"/>
              </a:rPr>
              <a:t> por los motores de búsqueda, como Bing o Google, para anticipar y filtrar el idioma del sitio.</a:t>
            </a:r>
            <a:endParaRPr sz="1800" b="0" i="0" u="none" strike="noStrike" cap="none" dirty="0">
              <a:solidFill>
                <a:schemeClr val="lt1"/>
              </a:solidFill>
              <a:latin typeface="Gotham Rounded Medium" panose="02000000000000000000" pitchFamily="50" charset="0"/>
              <a:ea typeface="Tahoma"/>
              <a:cs typeface="Tahoma"/>
              <a:sym typeface="Tahoma"/>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9" name="Google Shape;949;p67"/>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600"/>
              <a:buFont typeface="Arial"/>
              <a:buNone/>
            </a:pPr>
            <a:r>
              <a:rPr lang="es-ES" sz="8000" b="1" i="0" u="none" strike="noStrike" cap="none" dirty="0" smtClean="0">
                <a:solidFill>
                  <a:srgbClr val="872789"/>
                </a:solidFill>
                <a:latin typeface="Gotham Rounded Medium" panose="02000000000000000000" pitchFamily="50" charset="0"/>
                <a:sym typeface="Arial"/>
              </a:rPr>
              <a:t>2do </a:t>
            </a:r>
            <a:r>
              <a:rPr lang="es-ES" sz="8000" b="1" i="0" u="none" strike="noStrike" cap="none" dirty="0">
                <a:solidFill>
                  <a:srgbClr val="872789"/>
                </a:solidFill>
                <a:latin typeface="Gotham Rounded Medium" panose="02000000000000000000" pitchFamily="50" charset="0"/>
                <a:sym typeface="Arial"/>
              </a:rPr>
              <a:t>paso</a:t>
            </a:r>
            <a:endParaRPr sz="1100" b="0" i="0" u="none" strike="noStrike" cap="none" dirty="0">
              <a:solidFill>
                <a:srgbClr val="872789"/>
              </a:solidFill>
              <a:latin typeface="Gotham Rounded Medium" panose="02000000000000000000" pitchFamily="50" charset="0"/>
              <a:sym typeface="Arial"/>
            </a:endParaRPr>
          </a:p>
        </p:txBody>
      </p:sp>
      <p:pic>
        <p:nvPicPr>
          <p:cNvPr id="4" name="Google Shape;718;p2"/>
          <p:cNvPicPr preferRelativeResize="0"/>
          <p:nvPr/>
        </p:nvPicPr>
        <p:blipFill rotWithShape="1">
          <a:blip r:embed="rId3">
            <a:alphaModFix/>
          </a:blip>
          <a:srcRect b="73701"/>
          <a:stretch/>
        </p:blipFill>
        <p:spPr>
          <a:xfrm>
            <a:off x="0" y="0"/>
            <a:ext cx="12084148" cy="1955409"/>
          </a:xfrm>
          <a:prstGeom prst="rect">
            <a:avLst/>
          </a:prstGeom>
          <a:noFill/>
          <a:ln>
            <a:noFill/>
          </a:ln>
        </p:spPr>
      </p:pic>
      <p:pic>
        <p:nvPicPr>
          <p:cNvPr id="5" name="Google Shape;718;p2"/>
          <p:cNvPicPr preferRelativeResize="0"/>
          <p:nvPr/>
        </p:nvPicPr>
        <p:blipFill rotWithShape="1">
          <a:blip r:embed="rId3">
            <a:alphaModFix/>
          </a:blip>
          <a:srcRect l="4015" t="81134" r="1303" b="3519"/>
          <a:stretch/>
        </p:blipFill>
        <p:spPr>
          <a:xfrm>
            <a:off x="211015" y="5613009"/>
            <a:ext cx="11957540" cy="1252025"/>
          </a:xfrm>
          <a:prstGeom prst="rect">
            <a:avLst/>
          </a:prstGeom>
          <a:noFill/>
          <a:ln>
            <a:noFill/>
          </a:ln>
        </p:spPr>
      </p:pic>
    </p:spTree>
    <p:extLst>
      <p:ext uri="{BB962C8B-B14F-4D97-AF65-F5344CB8AC3E}">
        <p14:creationId xmlns:p14="http://schemas.microsoft.com/office/powerpoint/2010/main" val="3893300562"/>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pic>
        <p:nvPicPr>
          <p:cNvPr id="5" name="Google Shape;718;p2"/>
          <p:cNvPicPr preferRelativeResize="0"/>
          <p:nvPr/>
        </p:nvPicPr>
        <p:blipFill rotWithShape="1">
          <a:blip r:embed="rId3">
            <a:alphaModFix/>
          </a:blip>
          <a:srcRect l="4015" t="81134" r="1303" b="3519"/>
          <a:stretch/>
        </p:blipFill>
        <p:spPr>
          <a:xfrm>
            <a:off x="175777" y="5788534"/>
            <a:ext cx="11957540" cy="998806"/>
          </a:xfrm>
          <a:prstGeom prst="rect">
            <a:avLst/>
          </a:prstGeom>
          <a:noFill/>
          <a:ln>
            <a:noFill/>
          </a:ln>
        </p:spPr>
      </p:pic>
      <p:pic>
        <p:nvPicPr>
          <p:cNvPr id="4" name="Google Shape;718;p2"/>
          <p:cNvPicPr preferRelativeResize="0"/>
          <p:nvPr/>
        </p:nvPicPr>
        <p:blipFill rotWithShape="1">
          <a:blip r:embed="rId3">
            <a:alphaModFix/>
          </a:blip>
          <a:srcRect l="34925" r="35855" b="73701"/>
          <a:stretch/>
        </p:blipFill>
        <p:spPr>
          <a:xfrm>
            <a:off x="5402445" y="5942260"/>
            <a:ext cx="2180492" cy="922774"/>
          </a:xfrm>
          <a:prstGeom prst="rect">
            <a:avLst/>
          </a:prstGeom>
          <a:noFill/>
          <a:ln>
            <a:noFill/>
          </a:ln>
        </p:spPr>
      </p:pic>
      <p:sp>
        <p:nvSpPr>
          <p:cNvPr id="6" name="Google Shape;956;p68"/>
          <p:cNvSpPr/>
          <p:nvPr/>
        </p:nvSpPr>
        <p:spPr>
          <a:xfrm>
            <a:off x="604391" y="626347"/>
            <a:ext cx="11170787" cy="5008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smtClean="0">
                <a:solidFill>
                  <a:schemeClr val="lt1"/>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p:txBody>
      </p:sp>
      <p:sp>
        <p:nvSpPr>
          <p:cNvPr id="2" name="Rectángulo 1"/>
          <p:cNvSpPr/>
          <p:nvPr/>
        </p:nvSpPr>
        <p:spPr>
          <a:xfrm>
            <a:off x="1603717" y="626346"/>
            <a:ext cx="8848578" cy="4585871"/>
          </a:xfrm>
          <a:prstGeom prst="rect">
            <a:avLst/>
          </a:prstGeom>
        </p:spPr>
        <p:txBody>
          <a:bodyPr wrap="square">
            <a:spAutoFit/>
          </a:bodyPr>
          <a:lstStyle/>
          <a:p>
            <a:pPr lvl="0" algn="ctr">
              <a:buSzPts val="2400"/>
            </a:pPr>
            <a:r>
              <a:rPr lang="es-MX" sz="2000" dirty="0">
                <a:solidFill>
                  <a:schemeClr val="tx1"/>
                </a:solidFill>
                <a:latin typeface="Gotham Rounded" pitchFamily="50" charset="0"/>
              </a:rPr>
              <a:t>2do paso</a:t>
            </a:r>
            <a:endParaRPr lang="es-MX" sz="1200" dirty="0">
              <a:solidFill>
                <a:schemeClr val="tx1"/>
              </a:solidFill>
              <a:latin typeface="Gotham Rounded" pitchFamily="50" charset="0"/>
            </a:endParaRPr>
          </a:p>
          <a:p>
            <a:pPr lvl="0" algn="ctr">
              <a:buSzPts val="2400"/>
            </a:pPr>
            <a:endParaRPr lang="es-MX" sz="2000" dirty="0">
              <a:solidFill>
                <a:schemeClr val="tx1"/>
              </a:solidFill>
              <a:latin typeface="Gotham Rounded" pitchFamily="50" charset="0"/>
            </a:endParaRPr>
          </a:p>
          <a:p>
            <a:pPr lvl="0" algn="ctr">
              <a:buSzPts val="7200"/>
            </a:pPr>
            <a:r>
              <a:rPr lang="es-MX" sz="6600" dirty="0">
                <a:solidFill>
                  <a:srgbClr val="7030A0"/>
                </a:solidFill>
                <a:latin typeface="Gotham Rounded" pitchFamily="50" charset="0"/>
              </a:rPr>
              <a:t>Modificar metadatos</a:t>
            </a:r>
            <a:endParaRPr lang="es-MX" sz="1200" dirty="0">
              <a:solidFill>
                <a:srgbClr val="7030A0"/>
              </a:solidFill>
              <a:latin typeface="Gotham Rounded" pitchFamily="50" charset="0"/>
            </a:endParaRPr>
          </a:p>
          <a:p>
            <a:pPr lvl="0" algn="ctr">
              <a:buSzPts val="7200"/>
            </a:pPr>
            <a:r>
              <a:rPr lang="es-MX" sz="6600" dirty="0">
                <a:solidFill>
                  <a:srgbClr val="7030A0"/>
                </a:solidFill>
                <a:latin typeface="Gotham Rounded" pitchFamily="50" charset="0"/>
              </a:rPr>
              <a:t>en el &lt;head&gt;</a:t>
            </a:r>
            <a:endParaRPr lang="es-MX" sz="1200" dirty="0">
              <a:solidFill>
                <a:srgbClr val="7030A0"/>
              </a:solidFill>
              <a:latin typeface="Gotham Rounded" pitchFamily="50" charset="0"/>
            </a:endParaRPr>
          </a:p>
          <a:p>
            <a:pPr lvl="0" algn="ctr">
              <a:buSzPts val="2400"/>
            </a:pPr>
            <a:endParaRPr lang="es-MX" sz="2000" dirty="0">
              <a:solidFill>
                <a:srgbClr val="7030A0"/>
              </a:solidFill>
              <a:latin typeface="Gotham Rounded" pitchFamily="50" charset="0"/>
            </a:endParaRPr>
          </a:p>
          <a:p>
            <a:pPr lvl="0" algn="ctr">
              <a:buSzPts val="2400"/>
            </a:pPr>
            <a:endParaRPr lang="es-MX" sz="2000" dirty="0">
              <a:solidFill>
                <a:srgbClr val="7030A0"/>
              </a:solidFill>
              <a:latin typeface="Gotham Rounded" pitchFamily="50" charset="0"/>
            </a:endParaRPr>
          </a:p>
          <a:p>
            <a:pPr lvl="0" algn="ctr">
              <a:buSzPts val="2400"/>
            </a:pPr>
            <a:r>
              <a:rPr lang="es-MX" sz="2000" b="1" dirty="0">
                <a:solidFill>
                  <a:srgbClr val="7030A0"/>
                </a:solidFill>
                <a:latin typeface="Gotham Rounded" pitchFamily="50" charset="0"/>
              </a:rPr>
              <a:t>¡Importante! No copiar y pegar el código desde este PowerPoint.</a:t>
            </a:r>
            <a:endParaRPr lang="es-MX" sz="2000" dirty="0">
              <a:solidFill>
                <a:srgbClr val="7030A0"/>
              </a:solidFill>
              <a:latin typeface="Gotham Rounded" pitchFamily="50" charset="0"/>
              <a:ea typeface="Calibri"/>
              <a:cs typeface="Calibri"/>
              <a:sym typeface="Calibri"/>
            </a:endParaRPr>
          </a:p>
          <a:p>
            <a:pPr lvl="0" algn="ctr">
              <a:buSzPts val="2400"/>
            </a:pPr>
            <a:r>
              <a:rPr lang="es-MX" sz="2000" dirty="0">
                <a:solidFill>
                  <a:schemeClr val="tx1"/>
                </a:solidFill>
                <a:latin typeface="Gotham Rounded" pitchFamily="50" charset="0"/>
              </a:rPr>
              <a:t>Hay que ir escribiendo todo directamente en el Visual Studio </a:t>
            </a:r>
            <a:r>
              <a:rPr lang="es-MX" sz="2000" dirty="0" err="1">
                <a:solidFill>
                  <a:schemeClr val="tx1"/>
                </a:solidFill>
                <a:latin typeface="Gotham Rounded" pitchFamily="50" charset="0"/>
              </a:rPr>
              <a:t>Code</a:t>
            </a:r>
            <a:r>
              <a:rPr lang="es-MX" sz="2000" dirty="0">
                <a:solidFill>
                  <a:schemeClr val="tx1"/>
                </a:solidFill>
                <a:latin typeface="Gotham Rounded" pitchFamily="50" charset="0"/>
              </a:rPr>
              <a:t>, porque </a:t>
            </a:r>
            <a:r>
              <a:rPr lang="es-MX" sz="2000" dirty="0">
                <a:solidFill>
                  <a:schemeClr val="tx1"/>
                </a:solidFill>
              </a:rPr>
              <a:t>algunos caracteres (como las comillas dobles y simples) fallan</a:t>
            </a:r>
          </a:p>
        </p:txBody>
      </p:sp>
    </p:spTree>
    <p:extLst>
      <p:ext uri="{BB962C8B-B14F-4D97-AF65-F5344CB8AC3E}">
        <p14:creationId xmlns:p14="http://schemas.microsoft.com/office/powerpoint/2010/main" val="321450965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097"/>
        <p:cNvGrpSpPr/>
        <p:nvPr/>
      </p:nvGrpSpPr>
      <p:grpSpPr>
        <a:xfrm>
          <a:off x="0" y="0"/>
          <a:ext cx="0" cy="0"/>
          <a:chOff x="0" y="0"/>
          <a:chExt cx="0" cy="0"/>
        </a:xfrm>
      </p:grpSpPr>
      <p:sp>
        <p:nvSpPr>
          <p:cNvPr id="1098" name="Google Shape;1098;p83"/>
          <p:cNvSpPr txBox="1"/>
          <p:nvPr/>
        </p:nvSpPr>
        <p:spPr>
          <a:xfrm>
            <a:off x="772885" y="1305341"/>
            <a:ext cx="10781101" cy="397031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dirty="0">
                <a:solidFill>
                  <a:srgbClr val="4A7B8B"/>
                </a:solidFill>
                <a:latin typeface="Tahoma"/>
                <a:ea typeface="Tahoma"/>
                <a:cs typeface="Tahoma"/>
                <a:sym typeface="Tahoma"/>
              </a:rPr>
              <a:t>&lt;!</a:t>
            </a:r>
            <a:r>
              <a:rPr lang="es-ES" sz="1800" b="0" i="0" u="none" strike="noStrike" cap="none" dirty="0">
                <a:solidFill>
                  <a:srgbClr val="79D2EA"/>
                </a:solidFill>
                <a:latin typeface="Tahoma"/>
                <a:ea typeface="Tahoma"/>
                <a:cs typeface="Tahoma"/>
                <a:sym typeface="Tahoma"/>
              </a:rPr>
              <a:t>DOCTYPE</a:t>
            </a:r>
            <a:r>
              <a:rPr lang="es-ES" sz="1800" b="0" i="0" u="none" strike="noStrike" cap="none" dirty="0">
                <a:solidFill>
                  <a:schemeClr val="dk1"/>
                </a:solidFill>
                <a:latin typeface="Tahoma"/>
                <a:ea typeface="Tahoma"/>
                <a:cs typeface="Tahoma"/>
                <a:sym typeface="Tahoma"/>
              </a:rPr>
              <a:t>  </a:t>
            </a:r>
            <a:r>
              <a:rPr lang="es-ES" sz="1800" b="0" i="0" u="none" strike="noStrike" cap="none" dirty="0" err="1">
                <a:solidFill>
                  <a:srgbClr val="F2CD84"/>
                </a:solidFill>
                <a:latin typeface="Tahoma"/>
                <a:ea typeface="Tahoma"/>
                <a:cs typeface="Tahoma"/>
                <a:sym typeface="Tahoma"/>
              </a:rPr>
              <a:t>html</a:t>
            </a:r>
            <a:r>
              <a:rPr lang="es-ES" sz="1800" b="0" i="0" u="none" strike="noStrike" cap="none" dirty="0">
                <a:solidFill>
                  <a:srgbClr val="4A7B8B"/>
                </a:solidFill>
                <a:latin typeface="Tahoma"/>
                <a:ea typeface="Tahoma"/>
                <a:cs typeface="Tahoma"/>
                <a:sym typeface="Tahoma"/>
              </a:rPr>
              <a:t>&gt;</a:t>
            </a:r>
            <a:endParaRPr sz="1800" b="0" i="0" u="none" strike="noStrike" cap="none" dirty="0">
              <a:solidFill>
                <a:srgbClr val="4A7B8B"/>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dirty="0">
                <a:solidFill>
                  <a:srgbClr val="4A7B8B"/>
                </a:solidFill>
                <a:latin typeface="Tahoma"/>
                <a:ea typeface="Tahoma"/>
                <a:cs typeface="Tahoma"/>
                <a:sym typeface="Tahoma"/>
              </a:rPr>
              <a:t>&lt;</a:t>
            </a:r>
            <a:r>
              <a:rPr lang="es-ES" sz="1800" b="0" i="0" u="none" strike="noStrike" cap="none" dirty="0" err="1">
                <a:solidFill>
                  <a:srgbClr val="79D2EA"/>
                </a:solidFill>
                <a:latin typeface="Tahoma"/>
                <a:ea typeface="Tahoma"/>
                <a:cs typeface="Tahoma"/>
                <a:sym typeface="Tahoma"/>
              </a:rPr>
              <a:t>html</a:t>
            </a:r>
            <a:r>
              <a:rPr lang="es-ES" sz="1800" b="0" i="0" u="none" strike="noStrike" cap="none" dirty="0">
                <a:solidFill>
                  <a:srgbClr val="79D2EA"/>
                </a:solidFill>
                <a:latin typeface="Tahoma"/>
                <a:ea typeface="Tahoma"/>
                <a:cs typeface="Tahoma"/>
                <a:sym typeface="Tahoma"/>
              </a:rPr>
              <a:t> </a:t>
            </a:r>
            <a:r>
              <a:rPr lang="es-ES" sz="1800" b="0" i="0" u="none" strike="noStrike" cap="none" dirty="0" err="1">
                <a:solidFill>
                  <a:srgbClr val="F2CD84"/>
                </a:solidFill>
                <a:latin typeface="Tahoma"/>
                <a:ea typeface="Tahoma"/>
                <a:cs typeface="Tahoma"/>
                <a:sym typeface="Tahoma"/>
              </a:rPr>
              <a:t>lang</a:t>
            </a:r>
            <a:r>
              <a:rPr lang="es-ES" sz="1800" b="0" i="0" u="none" strike="noStrike" cap="none" dirty="0">
                <a:solidFill>
                  <a:srgbClr val="4A7B8B"/>
                </a:solidFill>
                <a:latin typeface="Tahoma"/>
                <a:ea typeface="Tahoma"/>
                <a:cs typeface="Tahoma"/>
                <a:sym typeface="Tahoma"/>
              </a:rPr>
              <a:t>=</a:t>
            </a:r>
            <a:r>
              <a:rPr lang="es-ES" sz="1800" b="0" i="0" u="none" strike="noStrike" cap="none" dirty="0">
                <a:solidFill>
                  <a:srgbClr val="F2CD84"/>
                </a:solidFill>
                <a:latin typeface="Tahoma"/>
                <a:ea typeface="Tahoma"/>
                <a:cs typeface="Tahoma"/>
                <a:sym typeface="Tahoma"/>
              </a:rPr>
              <a:t>“es”</a:t>
            </a:r>
            <a:r>
              <a:rPr lang="es-ES" sz="1800" b="0" i="0" u="none" strike="noStrike" cap="none" dirty="0">
                <a:solidFill>
                  <a:srgbClr val="4A7B8B"/>
                </a:solidFill>
                <a:latin typeface="Tahoma"/>
                <a:ea typeface="Tahoma"/>
                <a:cs typeface="Tahoma"/>
                <a:sym typeface="Tahoma"/>
              </a:rPr>
              <a:t>&gt;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dirty="0">
                <a:solidFill>
                  <a:srgbClr val="4A7B8B"/>
                </a:solidFill>
                <a:latin typeface="Tahoma"/>
                <a:ea typeface="Tahoma"/>
                <a:cs typeface="Tahoma"/>
                <a:sym typeface="Tahoma"/>
              </a:rPr>
              <a:t>&lt;</a:t>
            </a:r>
            <a:r>
              <a:rPr lang="es-ES" sz="1800" b="0" i="0" u="none" strike="noStrike" cap="none" dirty="0">
                <a:solidFill>
                  <a:srgbClr val="79D2EA"/>
                </a:solidFill>
                <a:latin typeface="Tahoma"/>
                <a:ea typeface="Tahoma"/>
                <a:cs typeface="Tahoma"/>
                <a:sym typeface="Tahoma"/>
              </a:rPr>
              <a:t>head</a:t>
            </a:r>
            <a:r>
              <a:rPr lang="es-ES" sz="1800" b="0" i="0" u="none" strike="noStrike" cap="none" dirty="0">
                <a:solidFill>
                  <a:srgbClr val="4A7B8B"/>
                </a:solidFill>
                <a:latin typeface="Tahoma"/>
                <a:ea typeface="Tahoma"/>
                <a:cs typeface="Tahoma"/>
                <a:sym typeface="Tahoma"/>
              </a:rPr>
              <a:t>&gt;</a:t>
            </a:r>
            <a:endParaRPr sz="1400" b="0" i="0" u="none" strike="noStrike" cap="none" dirty="0">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dirty="0">
                <a:solidFill>
                  <a:srgbClr val="4A7B8B"/>
                </a:solidFill>
                <a:latin typeface="Tahoma"/>
                <a:ea typeface="Tahoma"/>
                <a:cs typeface="Tahoma"/>
                <a:sym typeface="Tahoma"/>
              </a:rPr>
              <a:t>&lt;</a:t>
            </a:r>
            <a:r>
              <a:rPr lang="es-ES" sz="1800" b="0" i="0" u="none" strike="noStrike" cap="none" dirty="0">
                <a:solidFill>
                  <a:srgbClr val="79D2EA"/>
                </a:solidFill>
                <a:latin typeface="Tahoma"/>
                <a:ea typeface="Tahoma"/>
                <a:cs typeface="Tahoma"/>
                <a:sym typeface="Tahoma"/>
              </a:rPr>
              <a:t>meta </a:t>
            </a:r>
            <a:r>
              <a:rPr lang="es-ES" sz="1800" b="0" i="0" u="none" strike="noStrike" cap="none" dirty="0" err="1">
                <a:solidFill>
                  <a:srgbClr val="F2CD84"/>
                </a:solidFill>
                <a:latin typeface="Tahoma"/>
                <a:ea typeface="Tahoma"/>
                <a:cs typeface="Tahoma"/>
                <a:sym typeface="Tahoma"/>
              </a:rPr>
              <a:t>charset</a:t>
            </a:r>
            <a:r>
              <a:rPr lang="es-ES" sz="1800" b="0" i="0" u="none" strike="noStrike" cap="none" dirty="0">
                <a:solidFill>
                  <a:srgbClr val="4A7B8B"/>
                </a:solidFill>
                <a:latin typeface="Tahoma"/>
                <a:ea typeface="Tahoma"/>
                <a:cs typeface="Tahoma"/>
                <a:sym typeface="Tahoma"/>
              </a:rPr>
              <a:t>=</a:t>
            </a:r>
            <a:r>
              <a:rPr lang="es-ES" sz="1800" b="0" i="0" u="none" strike="noStrike" cap="none" dirty="0">
                <a:solidFill>
                  <a:srgbClr val="F2CD84"/>
                </a:solidFill>
                <a:latin typeface="Tahoma"/>
                <a:ea typeface="Tahoma"/>
                <a:cs typeface="Tahoma"/>
                <a:sym typeface="Tahoma"/>
              </a:rPr>
              <a:t>“UTF-8”</a:t>
            </a:r>
            <a:r>
              <a:rPr lang="es-ES" sz="1800" b="0" i="0" u="none" strike="noStrike" cap="none" dirty="0">
                <a:solidFill>
                  <a:srgbClr val="4A7B8B"/>
                </a:solidFill>
                <a:latin typeface="Tahoma"/>
                <a:ea typeface="Tahoma"/>
                <a:cs typeface="Tahoma"/>
                <a:sym typeface="Tahoma"/>
              </a:rPr>
              <a:t>&gt;</a:t>
            </a:r>
            <a:endParaRPr sz="1400" b="0" i="0" u="none" strike="noStrike" cap="none" dirty="0">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dirty="0">
                <a:solidFill>
                  <a:srgbClr val="4A7B8B"/>
                </a:solidFill>
                <a:latin typeface="Tahoma"/>
                <a:ea typeface="Tahoma"/>
                <a:cs typeface="Tahoma"/>
                <a:sym typeface="Tahoma"/>
              </a:rPr>
              <a:t>&lt;</a:t>
            </a:r>
            <a:r>
              <a:rPr lang="es-ES" sz="1800" b="0" i="0" u="none" strike="noStrike" cap="none" dirty="0">
                <a:solidFill>
                  <a:srgbClr val="79D2EA"/>
                </a:solidFill>
                <a:latin typeface="Tahoma"/>
                <a:ea typeface="Tahoma"/>
                <a:cs typeface="Tahoma"/>
                <a:sym typeface="Tahoma"/>
              </a:rPr>
              <a:t>meta </a:t>
            </a:r>
            <a:r>
              <a:rPr lang="es-ES" sz="1800" b="0" i="0" u="none" strike="noStrike" cap="none" dirty="0" err="1">
                <a:solidFill>
                  <a:srgbClr val="F2CD84"/>
                </a:solidFill>
                <a:latin typeface="Tahoma"/>
                <a:ea typeface="Tahoma"/>
                <a:cs typeface="Tahoma"/>
                <a:sym typeface="Tahoma"/>
              </a:rPr>
              <a:t>name</a:t>
            </a:r>
            <a:r>
              <a:rPr lang="es-ES" sz="1800" b="0" i="0" u="none" strike="noStrike" cap="none" dirty="0">
                <a:solidFill>
                  <a:srgbClr val="4A7B8B"/>
                </a:solidFill>
                <a:latin typeface="Tahoma"/>
                <a:ea typeface="Tahoma"/>
                <a:cs typeface="Tahoma"/>
                <a:sym typeface="Tahoma"/>
              </a:rPr>
              <a:t>=</a:t>
            </a:r>
            <a:r>
              <a:rPr lang="es-ES" sz="1800" b="0" i="0" u="none" strike="noStrike" cap="none" dirty="0">
                <a:solidFill>
                  <a:srgbClr val="F2CD84"/>
                </a:solidFill>
                <a:latin typeface="Tahoma"/>
                <a:ea typeface="Tahoma"/>
                <a:cs typeface="Tahoma"/>
                <a:sym typeface="Tahoma"/>
              </a:rPr>
              <a:t>“</a:t>
            </a:r>
            <a:r>
              <a:rPr lang="es-ES" sz="1800" b="0" i="0" u="none" strike="noStrike" cap="none" dirty="0" err="1">
                <a:solidFill>
                  <a:srgbClr val="F2CD84"/>
                </a:solidFill>
                <a:latin typeface="Tahoma"/>
                <a:ea typeface="Tahoma"/>
                <a:cs typeface="Tahoma"/>
                <a:sym typeface="Tahoma"/>
              </a:rPr>
              <a:t>viewport</a:t>
            </a:r>
            <a:r>
              <a:rPr lang="es-ES" sz="1800" b="0" i="0" u="none" strike="noStrike" cap="none" dirty="0">
                <a:solidFill>
                  <a:srgbClr val="F2CD84"/>
                </a:solidFill>
                <a:latin typeface="Tahoma"/>
                <a:ea typeface="Tahoma"/>
                <a:cs typeface="Tahoma"/>
                <a:sym typeface="Tahoma"/>
              </a:rPr>
              <a:t>” </a:t>
            </a:r>
            <a:r>
              <a:rPr lang="es-ES" sz="1800" b="0" i="0" u="none" strike="noStrike" cap="none" dirty="0" err="1">
                <a:solidFill>
                  <a:srgbClr val="F2CD84"/>
                </a:solidFill>
                <a:latin typeface="Tahoma"/>
                <a:ea typeface="Tahoma"/>
                <a:cs typeface="Tahoma"/>
                <a:sym typeface="Tahoma"/>
              </a:rPr>
              <a:t>content</a:t>
            </a:r>
            <a:r>
              <a:rPr lang="es-ES" sz="1800" b="0" i="0" u="none" strike="noStrike" cap="none" dirty="0">
                <a:solidFill>
                  <a:srgbClr val="F2CD84"/>
                </a:solidFill>
                <a:latin typeface="Tahoma"/>
                <a:ea typeface="Tahoma"/>
                <a:cs typeface="Tahoma"/>
                <a:sym typeface="Tahoma"/>
              </a:rPr>
              <a:t>=“</a:t>
            </a:r>
            <a:r>
              <a:rPr lang="es-ES" sz="1800" b="0" i="0" u="none" strike="noStrike" cap="none" dirty="0" err="1">
                <a:solidFill>
                  <a:srgbClr val="F2CD84"/>
                </a:solidFill>
                <a:latin typeface="Tahoma"/>
                <a:ea typeface="Tahoma"/>
                <a:cs typeface="Tahoma"/>
                <a:sym typeface="Tahoma"/>
              </a:rPr>
              <a:t>width</a:t>
            </a:r>
            <a:r>
              <a:rPr lang="es-ES" sz="1800" b="0" i="0" u="none" strike="noStrike" cap="none" dirty="0">
                <a:solidFill>
                  <a:srgbClr val="F2CD84"/>
                </a:solidFill>
                <a:latin typeface="Tahoma"/>
                <a:ea typeface="Tahoma"/>
                <a:cs typeface="Tahoma"/>
                <a:sym typeface="Tahoma"/>
              </a:rPr>
              <a:t>=</a:t>
            </a:r>
            <a:r>
              <a:rPr lang="es-ES" sz="1800" b="0" i="0" u="none" strike="noStrike" cap="none" dirty="0" err="1">
                <a:solidFill>
                  <a:srgbClr val="F2CD84"/>
                </a:solidFill>
                <a:latin typeface="Tahoma"/>
                <a:ea typeface="Tahoma"/>
                <a:cs typeface="Tahoma"/>
                <a:sym typeface="Tahoma"/>
              </a:rPr>
              <a:t>device-width</a:t>
            </a:r>
            <a:r>
              <a:rPr lang="es-ES" sz="1800" b="0" i="0" u="none" strike="noStrike" cap="none" dirty="0">
                <a:solidFill>
                  <a:srgbClr val="F2CD84"/>
                </a:solidFill>
                <a:latin typeface="Tahoma"/>
                <a:ea typeface="Tahoma"/>
                <a:cs typeface="Tahoma"/>
                <a:sym typeface="Tahoma"/>
              </a:rPr>
              <a:t>, </a:t>
            </a:r>
            <a:r>
              <a:rPr lang="es-ES" sz="1800" b="0" i="0" u="none" strike="noStrike" cap="none" dirty="0" err="1">
                <a:solidFill>
                  <a:srgbClr val="F2CD84"/>
                </a:solidFill>
                <a:latin typeface="Tahoma"/>
                <a:ea typeface="Tahoma"/>
                <a:cs typeface="Tahoma"/>
                <a:sym typeface="Tahoma"/>
              </a:rPr>
              <a:t>initial-scale</a:t>
            </a:r>
            <a:r>
              <a:rPr lang="es-ES" sz="1800" b="0" i="0" u="none" strike="noStrike" cap="none" dirty="0">
                <a:solidFill>
                  <a:srgbClr val="F2CD84"/>
                </a:solidFill>
                <a:latin typeface="Tahoma"/>
                <a:ea typeface="Tahoma"/>
                <a:cs typeface="Tahoma"/>
                <a:sym typeface="Tahoma"/>
              </a:rPr>
              <a:t>=1.0”</a:t>
            </a:r>
            <a:r>
              <a:rPr lang="es-ES" sz="1800" b="0" i="0" u="none" strike="noStrike" cap="none" dirty="0">
                <a:solidFill>
                  <a:srgbClr val="4A7B8B"/>
                </a:solidFill>
                <a:latin typeface="Tahoma"/>
                <a:ea typeface="Tahoma"/>
                <a:cs typeface="Tahoma"/>
                <a:sym typeface="Tahoma"/>
              </a:rPr>
              <a:t>&gt;</a:t>
            </a:r>
            <a:endParaRPr sz="1400" b="0" i="0" u="none" strike="noStrike" cap="none" dirty="0">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dirty="0">
                <a:solidFill>
                  <a:srgbClr val="4A7B8B"/>
                </a:solidFill>
                <a:latin typeface="Tahoma"/>
                <a:ea typeface="Tahoma"/>
                <a:cs typeface="Tahoma"/>
                <a:sym typeface="Tahoma"/>
              </a:rPr>
              <a:t>&lt;</a:t>
            </a:r>
            <a:r>
              <a:rPr lang="es-ES" sz="1800" b="0" i="0" u="none" strike="noStrike" cap="none" dirty="0" err="1">
                <a:solidFill>
                  <a:srgbClr val="79D2EA"/>
                </a:solidFill>
                <a:latin typeface="Tahoma"/>
                <a:ea typeface="Tahoma"/>
                <a:cs typeface="Tahoma"/>
                <a:sym typeface="Tahoma"/>
              </a:rPr>
              <a:t>title</a:t>
            </a:r>
            <a:r>
              <a:rPr lang="es-ES" sz="1800" b="0" i="0" u="none" strike="noStrike" cap="none" dirty="0">
                <a:solidFill>
                  <a:srgbClr val="4A7B8B"/>
                </a:solidFill>
                <a:latin typeface="Tahoma"/>
                <a:ea typeface="Tahoma"/>
                <a:cs typeface="Tahoma"/>
                <a:sym typeface="Tahoma"/>
              </a:rPr>
              <a:t>&gt;</a:t>
            </a:r>
            <a:r>
              <a:rPr lang="es-ES" sz="1800" b="0" i="0" u="none" strike="noStrike" cap="none" dirty="0">
                <a:solidFill>
                  <a:schemeClr val="lt1"/>
                </a:solidFill>
                <a:latin typeface="Tahoma"/>
                <a:ea typeface="Tahoma"/>
                <a:cs typeface="Tahoma"/>
                <a:sym typeface="Tahoma"/>
              </a:rPr>
              <a:t>Completar con Nombre y Apellido</a:t>
            </a:r>
            <a:r>
              <a:rPr lang="es-ES" sz="1800" b="0" i="0" u="none" strike="noStrike" cap="none" dirty="0">
                <a:solidFill>
                  <a:srgbClr val="4A7B8B"/>
                </a:solidFill>
                <a:latin typeface="Tahoma"/>
                <a:ea typeface="Tahoma"/>
                <a:cs typeface="Tahoma"/>
                <a:sym typeface="Tahoma"/>
              </a:rPr>
              <a:t>&lt;/</a:t>
            </a:r>
            <a:r>
              <a:rPr lang="es-ES" sz="1800" b="0" i="0" u="none" strike="noStrike" cap="none" dirty="0" err="1">
                <a:solidFill>
                  <a:srgbClr val="79D2EA"/>
                </a:solidFill>
                <a:latin typeface="Tahoma"/>
                <a:ea typeface="Tahoma"/>
                <a:cs typeface="Tahoma"/>
                <a:sym typeface="Tahoma"/>
              </a:rPr>
              <a:t>title</a:t>
            </a:r>
            <a:r>
              <a:rPr lang="es-ES" sz="1800" b="0" i="0" u="none" strike="noStrike" cap="none" dirty="0">
                <a:solidFill>
                  <a:srgbClr val="4A7B8B"/>
                </a:solidFill>
                <a:latin typeface="Tahoma"/>
                <a:ea typeface="Tahoma"/>
                <a:cs typeface="Tahoma"/>
                <a:sym typeface="Tahoma"/>
              </a:rPr>
              <a:t>&gt;</a:t>
            </a:r>
            <a:endParaRPr sz="1800" b="0" i="0" u="none" strike="noStrike" cap="none" dirty="0">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dirty="0">
                <a:solidFill>
                  <a:srgbClr val="4A7B8B"/>
                </a:solidFill>
                <a:latin typeface="Tahoma"/>
                <a:ea typeface="Tahoma"/>
                <a:cs typeface="Tahoma"/>
                <a:sym typeface="Tahoma"/>
              </a:rPr>
              <a:t>&lt;/</a:t>
            </a:r>
            <a:r>
              <a:rPr lang="es-ES" sz="1800" b="0" i="0" u="none" strike="noStrike" cap="none" dirty="0">
                <a:solidFill>
                  <a:srgbClr val="79D2EA"/>
                </a:solidFill>
                <a:latin typeface="Tahoma"/>
                <a:ea typeface="Tahoma"/>
                <a:cs typeface="Tahoma"/>
                <a:sym typeface="Tahoma"/>
              </a:rPr>
              <a:t>head</a:t>
            </a:r>
            <a:r>
              <a:rPr lang="es-ES" sz="1800" b="0" i="0" u="none" strike="noStrike" cap="none" dirty="0">
                <a:solidFill>
                  <a:srgbClr val="4A7B8B"/>
                </a:solidFill>
                <a:latin typeface="Tahoma"/>
                <a:ea typeface="Tahoma"/>
                <a:cs typeface="Tahoma"/>
                <a:sym typeface="Tahoma"/>
              </a:rPr>
              <a:t>&gt;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dirty="0">
                <a:solidFill>
                  <a:srgbClr val="4A7B8B"/>
                </a:solidFill>
                <a:latin typeface="Tahoma"/>
                <a:ea typeface="Tahoma"/>
                <a:cs typeface="Tahoma"/>
                <a:sym typeface="Tahoma"/>
              </a:rPr>
              <a:t>&lt;</a:t>
            </a:r>
            <a:r>
              <a:rPr lang="es-ES" sz="1800" b="0" i="0" u="none" strike="noStrike" cap="none" dirty="0" err="1">
                <a:solidFill>
                  <a:srgbClr val="79D2EA"/>
                </a:solidFill>
                <a:latin typeface="Tahoma"/>
                <a:ea typeface="Tahoma"/>
                <a:cs typeface="Tahoma"/>
                <a:sym typeface="Tahoma"/>
              </a:rPr>
              <a:t>body</a:t>
            </a:r>
            <a:r>
              <a:rPr lang="es-ES" sz="1800" b="0" i="0" u="none" strike="noStrike" cap="none" dirty="0">
                <a:solidFill>
                  <a:srgbClr val="4A7B8B"/>
                </a:solidFill>
                <a:latin typeface="Tahoma"/>
                <a:ea typeface="Tahoma"/>
                <a:cs typeface="Tahoma"/>
                <a:sym typeface="Tahoma"/>
              </a:rPr>
              <a:t>&gt;</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dirty="0">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dirty="0">
                <a:solidFill>
                  <a:srgbClr val="4A7B8B"/>
                </a:solidFill>
                <a:latin typeface="Tahoma"/>
                <a:ea typeface="Tahoma"/>
                <a:cs typeface="Tahoma"/>
                <a:sym typeface="Tahoma"/>
              </a:rPr>
              <a:t>&lt;/</a:t>
            </a:r>
            <a:r>
              <a:rPr lang="es-ES" sz="1800" b="0" i="0" u="none" strike="noStrike" cap="none" dirty="0" err="1">
                <a:solidFill>
                  <a:srgbClr val="79D2EA"/>
                </a:solidFill>
                <a:latin typeface="Tahoma"/>
                <a:ea typeface="Tahoma"/>
                <a:cs typeface="Tahoma"/>
                <a:sym typeface="Tahoma"/>
              </a:rPr>
              <a:t>body</a:t>
            </a:r>
            <a:r>
              <a:rPr lang="es-ES" sz="1800" b="0" i="0" u="none" strike="noStrike" cap="none" dirty="0">
                <a:solidFill>
                  <a:srgbClr val="4A7B8B"/>
                </a:solidFill>
                <a:latin typeface="Tahoma"/>
                <a:ea typeface="Tahoma"/>
                <a:cs typeface="Tahoma"/>
                <a:sym typeface="Tahoma"/>
              </a:rPr>
              <a:t>&gt;</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dirty="0">
                <a:solidFill>
                  <a:srgbClr val="4A7B8B"/>
                </a:solidFill>
                <a:latin typeface="Tahoma"/>
                <a:ea typeface="Tahoma"/>
                <a:cs typeface="Tahoma"/>
                <a:sym typeface="Tahoma"/>
              </a:rPr>
              <a:t>&lt;/</a:t>
            </a:r>
            <a:r>
              <a:rPr lang="es-ES" sz="1800" b="0" i="0" u="none" strike="noStrike" cap="none" dirty="0" err="1">
                <a:solidFill>
                  <a:srgbClr val="79D2EA"/>
                </a:solidFill>
                <a:latin typeface="Tahoma"/>
                <a:ea typeface="Tahoma"/>
                <a:cs typeface="Tahoma"/>
                <a:sym typeface="Tahoma"/>
              </a:rPr>
              <a:t>html</a:t>
            </a:r>
            <a:r>
              <a:rPr lang="es-ES" sz="1800" b="0" i="0" u="none" strike="noStrike" cap="none" dirty="0">
                <a:solidFill>
                  <a:srgbClr val="4A7B8B"/>
                </a:solidFill>
                <a:latin typeface="Tahoma"/>
                <a:ea typeface="Tahoma"/>
                <a:cs typeface="Tahoma"/>
                <a:sym typeface="Tahoma"/>
              </a:rPr>
              <a:t>&gt;</a:t>
            </a:r>
            <a:endParaRPr sz="1400" b="0" i="0" u="none" strike="noStrike" cap="none" dirty="0">
              <a:solidFill>
                <a:srgbClr val="000000"/>
              </a:solidFill>
              <a:latin typeface="Arial"/>
              <a:ea typeface="Arial"/>
              <a:cs typeface="Arial"/>
              <a:sym typeface="Arial"/>
            </a:endParaRPr>
          </a:p>
        </p:txBody>
      </p:sp>
      <p:sp>
        <p:nvSpPr>
          <p:cNvPr id="1099" name="Google Shape;1099;p83"/>
          <p:cNvSpPr/>
          <p:nvPr/>
        </p:nvSpPr>
        <p:spPr>
          <a:xfrm>
            <a:off x="1733271" y="2800704"/>
            <a:ext cx="5219700" cy="556409"/>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100" name="Google Shape;1100;p83"/>
          <p:cNvGrpSpPr/>
          <p:nvPr/>
        </p:nvGrpSpPr>
        <p:grpSpPr>
          <a:xfrm>
            <a:off x="0" y="0"/>
            <a:ext cx="12192000" cy="413657"/>
            <a:chOff x="0" y="0"/>
            <a:chExt cx="12192000" cy="413657"/>
          </a:xfrm>
        </p:grpSpPr>
        <p:sp>
          <p:nvSpPr>
            <p:cNvPr id="1101" name="Google Shape;1101;p83"/>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102" name="Google Shape;1102;p83"/>
            <p:cNvGrpSpPr/>
            <p:nvPr/>
          </p:nvGrpSpPr>
          <p:grpSpPr>
            <a:xfrm>
              <a:off x="575484" y="52939"/>
              <a:ext cx="1447716" cy="350261"/>
              <a:chOff x="575484" y="52939"/>
              <a:chExt cx="1447716" cy="350261"/>
            </a:xfrm>
          </p:grpSpPr>
          <p:sp>
            <p:nvSpPr>
              <p:cNvPr id="1103" name="Google Shape;1103;p83"/>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cxnSp>
            <p:nvCxnSpPr>
              <p:cNvPr id="1104" name="Google Shape;1104;p83"/>
              <p:cNvCxnSpPr/>
              <p:nvPr/>
            </p:nvCxnSpPr>
            <p:spPr>
              <a:xfrm>
                <a:off x="575485"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105" name="Google Shape;1105;p83"/>
          <p:cNvSpPr/>
          <p:nvPr/>
        </p:nvSpPr>
        <p:spPr>
          <a:xfrm>
            <a:off x="3237876" y="3927422"/>
            <a:ext cx="8550292" cy="2459727"/>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9. Actualizamos el contenido de la etiqueta &lt;</a:t>
            </a:r>
            <a:r>
              <a:rPr lang="es-ES" sz="1800" b="0" i="0" u="none" strike="noStrike" cap="none" dirty="0" err="1">
                <a:solidFill>
                  <a:schemeClr val="lt1"/>
                </a:solidFill>
                <a:latin typeface="Gotham Rounded" pitchFamily="50" charset="0"/>
                <a:ea typeface="Tahoma"/>
                <a:cs typeface="Tahoma"/>
                <a:sym typeface="Tahoma"/>
              </a:rPr>
              <a:t>title</a:t>
            </a:r>
            <a:r>
              <a:rPr lang="es-ES" sz="1800" b="0" i="0" u="none" strike="noStrike" cap="none" dirty="0">
                <a:solidFill>
                  <a:schemeClr val="lt1"/>
                </a:solidFill>
                <a:latin typeface="Gotham Rounded" pitchFamily="50" charset="0"/>
                <a:ea typeface="Tahoma"/>
                <a:cs typeface="Tahoma"/>
                <a:sym typeface="Tahoma"/>
              </a:rPr>
              <a:t>&gt; escribiendo nuestro </a:t>
            </a:r>
            <a:r>
              <a:rPr lang="es-ES" sz="1800" b="1" i="0" u="none" strike="noStrike" cap="none" dirty="0">
                <a:solidFill>
                  <a:schemeClr val="lt1"/>
                </a:solidFill>
                <a:latin typeface="Gotham Rounded" pitchFamily="50" charset="0"/>
                <a:ea typeface="Tahoma"/>
                <a:cs typeface="Tahoma"/>
                <a:sym typeface="Tahoma"/>
              </a:rPr>
              <a:t>Nombre y Apellido</a:t>
            </a:r>
            <a:r>
              <a:rPr lang="es-ES" sz="1800" b="0" i="0" u="none" strike="noStrike" cap="none" dirty="0">
                <a:solidFill>
                  <a:schemeClr val="lt1"/>
                </a:solidFill>
                <a:latin typeface="Gotham Rounded" pitchFamily="50" charset="0"/>
                <a:ea typeface="Tahoma"/>
                <a:cs typeface="Tahoma"/>
                <a:sym typeface="Tahoma"/>
              </a:rPr>
              <a:t>. La etiqueta &lt;</a:t>
            </a:r>
            <a:r>
              <a:rPr lang="es-ES" sz="1800" b="0" i="0" u="none" strike="noStrike" cap="none" dirty="0" err="1">
                <a:solidFill>
                  <a:schemeClr val="lt1"/>
                </a:solidFill>
                <a:latin typeface="Gotham Rounded" pitchFamily="50" charset="0"/>
                <a:ea typeface="Tahoma"/>
                <a:cs typeface="Tahoma"/>
                <a:sym typeface="Tahoma"/>
              </a:rPr>
              <a:t>title</a:t>
            </a:r>
            <a:r>
              <a:rPr lang="es-ES" sz="1800" b="0" i="0" u="none" strike="noStrike" cap="none" dirty="0">
                <a:solidFill>
                  <a:schemeClr val="lt1"/>
                </a:solidFill>
                <a:latin typeface="Gotham Rounded" pitchFamily="50" charset="0"/>
                <a:ea typeface="Tahoma"/>
                <a:cs typeface="Tahoma"/>
                <a:sym typeface="Tahoma"/>
              </a:rPr>
              <a:t>&gt; se utiliza dentro del &lt;head&gt; y nos permite indicarle al navegador web qué nombre queremos que muestre en la pestaña cuando se abra este archivo </a:t>
            </a:r>
            <a:r>
              <a:rPr lang="es-ES" sz="1800" b="0" i="0" u="none" strike="noStrike" cap="none" dirty="0" err="1">
                <a:solidFill>
                  <a:schemeClr val="lt1"/>
                </a:solidFill>
                <a:latin typeface="Gotham Rounded" pitchFamily="50" charset="0"/>
                <a:ea typeface="Tahoma"/>
                <a:cs typeface="Tahoma"/>
                <a:sym typeface="Tahoma"/>
              </a:rPr>
              <a:t>html</a:t>
            </a:r>
            <a:r>
              <a:rPr lang="es-ES" sz="1800" b="0" i="0" u="none" strike="noStrike" cap="none" dirty="0">
                <a:solidFill>
                  <a:schemeClr val="lt1"/>
                </a:solidFill>
                <a:latin typeface="Gotham Rounded" pitchFamily="50" charset="0"/>
                <a:ea typeface="Tahoma"/>
                <a:cs typeface="Tahoma"/>
                <a:sym typeface="Tahoma"/>
              </a:rPr>
              <a:t>.</a:t>
            </a:r>
            <a:endParaRPr sz="1800" b="0" i="0" u="none" strike="noStrike" cap="none" dirty="0">
              <a:solidFill>
                <a:schemeClr val="lt1"/>
              </a:solidFill>
              <a:latin typeface="Gotham Rounded" pitchFamily="50" charset="0"/>
              <a:ea typeface="Tahoma"/>
              <a:cs typeface="Tahoma"/>
              <a:sym typeface="Tahoma"/>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9" name="Google Shape;949;p67"/>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600"/>
              <a:buFont typeface="Arial"/>
              <a:buNone/>
            </a:pPr>
            <a:r>
              <a:rPr lang="es-ES" sz="8000" b="1" i="0" u="none" strike="noStrike" cap="none" dirty="0" smtClean="0">
                <a:solidFill>
                  <a:srgbClr val="872789"/>
                </a:solidFill>
                <a:latin typeface="Gotham Rounded Medium" panose="02000000000000000000" pitchFamily="50" charset="0"/>
                <a:sym typeface="Arial"/>
              </a:rPr>
              <a:t>3er </a:t>
            </a:r>
            <a:r>
              <a:rPr lang="es-ES" sz="8000" b="1" i="0" u="none" strike="noStrike" cap="none" dirty="0">
                <a:solidFill>
                  <a:srgbClr val="872789"/>
                </a:solidFill>
                <a:latin typeface="Gotham Rounded Medium" panose="02000000000000000000" pitchFamily="50" charset="0"/>
                <a:sym typeface="Arial"/>
              </a:rPr>
              <a:t>paso</a:t>
            </a:r>
            <a:endParaRPr sz="1100" b="0" i="0" u="none" strike="noStrike" cap="none" dirty="0">
              <a:solidFill>
                <a:srgbClr val="872789"/>
              </a:solidFill>
              <a:latin typeface="Gotham Rounded Medium" panose="02000000000000000000" pitchFamily="50" charset="0"/>
              <a:sym typeface="Arial"/>
            </a:endParaRPr>
          </a:p>
        </p:txBody>
      </p:sp>
      <p:pic>
        <p:nvPicPr>
          <p:cNvPr id="4" name="Google Shape;718;p2"/>
          <p:cNvPicPr preferRelativeResize="0"/>
          <p:nvPr/>
        </p:nvPicPr>
        <p:blipFill rotWithShape="1">
          <a:blip r:embed="rId3">
            <a:alphaModFix/>
          </a:blip>
          <a:srcRect b="73701"/>
          <a:stretch/>
        </p:blipFill>
        <p:spPr>
          <a:xfrm>
            <a:off x="0" y="0"/>
            <a:ext cx="12084148" cy="1955409"/>
          </a:xfrm>
          <a:prstGeom prst="rect">
            <a:avLst/>
          </a:prstGeom>
          <a:noFill/>
          <a:ln>
            <a:noFill/>
          </a:ln>
        </p:spPr>
      </p:pic>
      <p:pic>
        <p:nvPicPr>
          <p:cNvPr id="5" name="Google Shape;718;p2"/>
          <p:cNvPicPr preferRelativeResize="0"/>
          <p:nvPr/>
        </p:nvPicPr>
        <p:blipFill rotWithShape="1">
          <a:blip r:embed="rId3">
            <a:alphaModFix/>
          </a:blip>
          <a:srcRect l="4015" t="81134" r="1303" b="3519"/>
          <a:stretch/>
        </p:blipFill>
        <p:spPr>
          <a:xfrm>
            <a:off x="211015" y="5613009"/>
            <a:ext cx="11957540" cy="1252025"/>
          </a:xfrm>
          <a:prstGeom prst="rect">
            <a:avLst/>
          </a:prstGeom>
          <a:noFill/>
          <a:ln>
            <a:noFill/>
          </a:ln>
        </p:spPr>
      </p:pic>
    </p:spTree>
    <p:extLst>
      <p:ext uri="{BB962C8B-B14F-4D97-AF65-F5344CB8AC3E}">
        <p14:creationId xmlns:p14="http://schemas.microsoft.com/office/powerpoint/2010/main" val="313894489"/>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pic>
        <p:nvPicPr>
          <p:cNvPr id="5" name="Google Shape;718;p2"/>
          <p:cNvPicPr preferRelativeResize="0"/>
          <p:nvPr/>
        </p:nvPicPr>
        <p:blipFill rotWithShape="1">
          <a:blip r:embed="rId3">
            <a:alphaModFix/>
          </a:blip>
          <a:srcRect l="4015" t="81134" r="1303" b="3519"/>
          <a:stretch/>
        </p:blipFill>
        <p:spPr>
          <a:xfrm>
            <a:off x="175777" y="5788534"/>
            <a:ext cx="11957540" cy="998806"/>
          </a:xfrm>
          <a:prstGeom prst="rect">
            <a:avLst/>
          </a:prstGeom>
          <a:noFill/>
          <a:ln>
            <a:noFill/>
          </a:ln>
        </p:spPr>
      </p:pic>
      <p:pic>
        <p:nvPicPr>
          <p:cNvPr id="4" name="Google Shape;718;p2"/>
          <p:cNvPicPr preferRelativeResize="0"/>
          <p:nvPr/>
        </p:nvPicPr>
        <p:blipFill rotWithShape="1">
          <a:blip r:embed="rId3">
            <a:alphaModFix/>
          </a:blip>
          <a:srcRect l="34925" r="35855" b="73701"/>
          <a:stretch/>
        </p:blipFill>
        <p:spPr>
          <a:xfrm>
            <a:off x="5402445" y="5942260"/>
            <a:ext cx="2180492" cy="922774"/>
          </a:xfrm>
          <a:prstGeom prst="rect">
            <a:avLst/>
          </a:prstGeom>
          <a:noFill/>
          <a:ln>
            <a:noFill/>
          </a:ln>
        </p:spPr>
      </p:pic>
      <p:sp>
        <p:nvSpPr>
          <p:cNvPr id="6" name="Google Shape;956;p68"/>
          <p:cNvSpPr/>
          <p:nvPr/>
        </p:nvSpPr>
        <p:spPr>
          <a:xfrm>
            <a:off x="604391" y="626347"/>
            <a:ext cx="11170787" cy="5008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smtClean="0">
                <a:solidFill>
                  <a:schemeClr val="lt1"/>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p:txBody>
      </p:sp>
      <p:sp>
        <p:nvSpPr>
          <p:cNvPr id="3" name="Rectángulo 2"/>
          <p:cNvSpPr/>
          <p:nvPr/>
        </p:nvSpPr>
        <p:spPr>
          <a:xfrm>
            <a:off x="1690433" y="837461"/>
            <a:ext cx="8998702" cy="4585871"/>
          </a:xfrm>
          <a:prstGeom prst="rect">
            <a:avLst/>
          </a:prstGeom>
        </p:spPr>
        <p:txBody>
          <a:bodyPr wrap="square">
            <a:spAutoFit/>
          </a:bodyPr>
          <a:lstStyle/>
          <a:p>
            <a:pPr lvl="0" algn="ctr">
              <a:buSzPts val="2400"/>
            </a:pPr>
            <a:r>
              <a:rPr lang="es-MX" sz="2000" dirty="0">
                <a:solidFill>
                  <a:schemeClr val="tx1"/>
                </a:solidFill>
                <a:latin typeface="Gotham Rounded" pitchFamily="50" charset="0"/>
              </a:rPr>
              <a:t>3er paso</a:t>
            </a:r>
            <a:endParaRPr lang="es-MX" sz="1200" dirty="0">
              <a:solidFill>
                <a:schemeClr val="tx1"/>
              </a:solidFill>
              <a:latin typeface="Gotham Rounded" pitchFamily="50" charset="0"/>
            </a:endParaRPr>
          </a:p>
          <a:p>
            <a:pPr lvl="0" algn="ctr">
              <a:buSzPts val="2400"/>
            </a:pPr>
            <a:endParaRPr lang="es-MX" sz="2000" dirty="0">
              <a:solidFill>
                <a:schemeClr val="tx1"/>
              </a:solidFill>
              <a:latin typeface="Gotham Rounded" pitchFamily="50" charset="0"/>
            </a:endParaRPr>
          </a:p>
          <a:p>
            <a:pPr lvl="0" algn="ctr">
              <a:buSzPts val="7200"/>
            </a:pPr>
            <a:r>
              <a:rPr lang="es-MX" sz="6600" dirty="0">
                <a:solidFill>
                  <a:srgbClr val="7030A0"/>
                </a:solidFill>
                <a:latin typeface="Gotham Rounded" pitchFamily="50" charset="0"/>
              </a:rPr>
              <a:t>Añadir un título y un párrafo en el &lt;</a:t>
            </a:r>
            <a:r>
              <a:rPr lang="es-MX" sz="6600" dirty="0" err="1">
                <a:solidFill>
                  <a:srgbClr val="7030A0"/>
                </a:solidFill>
                <a:latin typeface="Gotham Rounded" pitchFamily="50" charset="0"/>
              </a:rPr>
              <a:t>body</a:t>
            </a:r>
            <a:r>
              <a:rPr lang="es-MX" sz="6600" dirty="0">
                <a:solidFill>
                  <a:srgbClr val="7030A0"/>
                </a:solidFill>
                <a:latin typeface="Gotham Rounded" pitchFamily="50" charset="0"/>
              </a:rPr>
              <a:t>&gt;</a:t>
            </a:r>
            <a:endParaRPr lang="es-MX" sz="1200" dirty="0">
              <a:solidFill>
                <a:srgbClr val="7030A0"/>
              </a:solidFill>
              <a:latin typeface="Gotham Rounded" pitchFamily="50" charset="0"/>
            </a:endParaRPr>
          </a:p>
          <a:p>
            <a:pPr lvl="0" algn="ctr">
              <a:buSzPts val="2400"/>
            </a:pPr>
            <a:endParaRPr lang="es-MX" sz="2000" dirty="0">
              <a:solidFill>
                <a:srgbClr val="7030A0"/>
              </a:solidFill>
              <a:latin typeface="Gotham Rounded" pitchFamily="50" charset="0"/>
            </a:endParaRPr>
          </a:p>
          <a:p>
            <a:pPr lvl="0" algn="ctr">
              <a:buSzPts val="2400"/>
            </a:pPr>
            <a:endParaRPr lang="es-MX" sz="2000" dirty="0">
              <a:solidFill>
                <a:srgbClr val="7030A0"/>
              </a:solidFill>
              <a:latin typeface="Gotham Rounded" pitchFamily="50" charset="0"/>
            </a:endParaRPr>
          </a:p>
          <a:p>
            <a:pPr lvl="0" algn="ctr">
              <a:buSzPts val="2400"/>
            </a:pPr>
            <a:r>
              <a:rPr lang="es-MX" sz="2000" b="1" dirty="0">
                <a:solidFill>
                  <a:srgbClr val="7030A0"/>
                </a:solidFill>
                <a:latin typeface="Gotham Rounded" pitchFamily="50" charset="0"/>
              </a:rPr>
              <a:t>¡Importante! No copiar y pegar el código desde este PowerPoint</a:t>
            </a:r>
            <a:r>
              <a:rPr lang="es-MX" sz="2000" b="1" dirty="0">
                <a:solidFill>
                  <a:schemeClr val="tx1"/>
                </a:solidFill>
                <a:latin typeface="Gotham Rounded" pitchFamily="50" charset="0"/>
              </a:rPr>
              <a:t>.</a:t>
            </a:r>
            <a:endParaRPr lang="es-MX" sz="2000" dirty="0">
              <a:solidFill>
                <a:schemeClr val="tx1"/>
              </a:solidFill>
              <a:latin typeface="Gotham Rounded" pitchFamily="50" charset="0"/>
              <a:ea typeface="Calibri"/>
              <a:cs typeface="Calibri"/>
              <a:sym typeface="Calibri"/>
            </a:endParaRPr>
          </a:p>
          <a:p>
            <a:pPr lvl="0" algn="ctr">
              <a:buSzPts val="2400"/>
            </a:pPr>
            <a:r>
              <a:rPr lang="es-MX" sz="2000" dirty="0">
                <a:solidFill>
                  <a:schemeClr val="tx1"/>
                </a:solidFill>
                <a:latin typeface="Gotham Rounded" pitchFamily="50" charset="0"/>
              </a:rPr>
              <a:t>Hay que ir escribiendo todo directamente en el Visual Studio </a:t>
            </a:r>
            <a:r>
              <a:rPr lang="es-MX" sz="2000" dirty="0" err="1">
                <a:solidFill>
                  <a:schemeClr val="tx1"/>
                </a:solidFill>
                <a:latin typeface="Gotham Rounded" pitchFamily="50" charset="0"/>
              </a:rPr>
              <a:t>Code</a:t>
            </a:r>
            <a:r>
              <a:rPr lang="es-MX" sz="2000" dirty="0">
                <a:solidFill>
                  <a:schemeClr val="tx1"/>
                </a:solidFill>
                <a:latin typeface="Gotham Rounded" pitchFamily="50" charset="0"/>
              </a:rPr>
              <a:t>, porque algunos caracteres (como las comillas dobles y simples) fallan</a:t>
            </a:r>
          </a:p>
        </p:txBody>
      </p:sp>
    </p:spTree>
    <p:extLst>
      <p:ext uri="{BB962C8B-B14F-4D97-AF65-F5344CB8AC3E}">
        <p14:creationId xmlns:p14="http://schemas.microsoft.com/office/powerpoint/2010/main" val="710354678"/>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124"/>
        <p:cNvGrpSpPr/>
        <p:nvPr/>
      </p:nvGrpSpPr>
      <p:grpSpPr>
        <a:xfrm>
          <a:off x="0" y="0"/>
          <a:ext cx="0" cy="0"/>
          <a:chOff x="0" y="0"/>
          <a:chExt cx="0" cy="0"/>
        </a:xfrm>
      </p:grpSpPr>
      <p:sp>
        <p:nvSpPr>
          <p:cNvPr id="1125" name="Google Shape;1125;p86"/>
          <p:cNvSpPr txBox="1"/>
          <p:nvPr/>
        </p:nvSpPr>
        <p:spPr>
          <a:xfrm>
            <a:off x="772885" y="0"/>
            <a:ext cx="10781101" cy="48013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DOCTYPE</a:t>
            </a:r>
            <a:r>
              <a:rPr lang="es-ES" sz="1800" b="0" i="0" u="none" strike="noStrike" cap="none">
                <a:solidFill>
                  <a:schemeClr val="dk1"/>
                </a:solidFill>
                <a:latin typeface="Tahoma"/>
                <a:ea typeface="Tahoma"/>
                <a:cs typeface="Tahoma"/>
                <a:sym typeface="Tahoma"/>
              </a:rPr>
              <a:t>  </a:t>
            </a:r>
            <a:r>
              <a:rPr lang="es-ES" sz="1800" b="0" i="0" u="none" strike="noStrike" cap="none">
                <a:solidFill>
                  <a:srgbClr val="F2CD84"/>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800" b="0" i="0" u="none" strike="noStrike" cap="none">
              <a:solidFill>
                <a:srgbClr val="4A7B8B"/>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 </a:t>
            </a:r>
            <a:r>
              <a:rPr lang="es-ES" sz="1800" b="0" i="0" u="none" strike="noStrike" cap="none">
                <a:solidFill>
                  <a:srgbClr val="F2CD84"/>
                </a:solidFill>
                <a:latin typeface="Tahoma"/>
                <a:ea typeface="Tahoma"/>
                <a:cs typeface="Tahoma"/>
                <a:sym typeface="Tahoma"/>
              </a:rPr>
              <a:t>lang</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“es”</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charset</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“UTF-8”</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name</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“viewport” content=“width=device-width, initial-scale=1.0”</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Completar con Nombre y Apellido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título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párrafo con información</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p:txBody>
      </p:sp>
      <p:sp>
        <p:nvSpPr>
          <p:cNvPr id="1126" name="Google Shape;1126;p86"/>
          <p:cNvSpPr/>
          <p:nvPr/>
        </p:nvSpPr>
        <p:spPr>
          <a:xfrm>
            <a:off x="1480166" y="2783299"/>
            <a:ext cx="6813396" cy="885991"/>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127" name="Google Shape;1127;p86"/>
          <p:cNvGrpSpPr/>
          <p:nvPr/>
        </p:nvGrpSpPr>
        <p:grpSpPr>
          <a:xfrm>
            <a:off x="0" y="0"/>
            <a:ext cx="12192000" cy="413657"/>
            <a:chOff x="0" y="0"/>
            <a:chExt cx="12192000" cy="413657"/>
          </a:xfrm>
        </p:grpSpPr>
        <p:sp>
          <p:nvSpPr>
            <p:cNvPr id="1128" name="Google Shape;1128;p86"/>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129" name="Google Shape;1129;p86"/>
            <p:cNvGrpSpPr/>
            <p:nvPr/>
          </p:nvGrpSpPr>
          <p:grpSpPr>
            <a:xfrm>
              <a:off x="575484" y="52939"/>
              <a:ext cx="1447716" cy="350261"/>
              <a:chOff x="575484" y="52939"/>
              <a:chExt cx="1447716" cy="350261"/>
            </a:xfrm>
          </p:grpSpPr>
          <p:sp>
            <p:nvSpPr>
              <p:cNvPr id="1130" name="Google Shape;1130;p86"/>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cxnSp>
            <p:nvCxnSpPr>
              <p:cNvPr id="1131" name="Google Shape;1131;p86"/>
              <p:cNvCxnSpPr/>
              <p:nvPr/>
            </p:nvCxnSpPr>
            <p:spPr>
              <a:xfrm>
                <a:off x="575485"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132" name="Google Shape;1132;p86"/>
          <p:cNvSpPr/>
          <p:nvPr/>
        </p:nvSpPr>
        <p:spPr>
          <a:xfrm>
            <a:off x="2023199" y="4258102"/>
            <a:ext cx="9986831" cy="2415654"/>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10. La etiqueta &lt;h1&gt; se usa para indicar títulos dentro del sitio y la etiqueta &lt;p&gt;, para indicar párrafos. Estas etiquetas deben ir siempre dentro del &lt;</a:t>
            </a:r>
            <a:r>
              <a:rPr lang="es-ES" sz="1800" b="0" i="0" u="none" strike="noStrike" cap="none" dirty="0" err="1">
                <a:solidFill>
                  <a:schemeClr val="lt1"/>
                </a:solidFill>
                <a:latin typeface="Gotham Rounded" pitchFamily="50" charset="0"/>
                <a:ea typeface="Tahoma"/>
                <a:cs typeface="Tahoma"/>
                <a:sym typeface="Tahoma"/>
              </a:rPr>
              <a:t>body</a:t>
            </a:r>
            <a:r>
              <a:rPr lang="es-ES" sz="1800" b="0" i="0" u="none" strike="noStrike" cap="none" dirty="0">
                <a:solidFill>
                  <a:schemeClr val="lt1"/>
                </a:solidFill>
                <a:latin typeface="Gotham Rounded" pitchFamily="50" charset="0"/>
                <a:ea typeface="Tahoma"/>
                <a:cs typeface="Tahoma"/>
                <a:sym typeface="Tahoma"/>
              </a:rPr>
              <a:t>&gt;. A su vez, las etiquetas &lt;h1&gt; existen en varios tamaños &lt;h1&gt;, &lt;h2&gt;, &lt;h3&gt; (hasta el &lt;h6&gt;). Esto está pensado para poder diferenciar títulos de subtítulos, siendo &lt;h1&gt; el nivel más alto y &lt;h6&gt; el nivel más bajo.</a:t>
            </a:r>
            <a:endParaRPr sz="1800" b="0" i="0" u="none" strike="noStrike" cap="none" dirty="0">
              <a:solidFill>
                <a:schemeClr val="lt1"/>
              </a:solidFill>
              <a:latin typeface="Gotham Rounded" pitchFamily="50" charset="0"/>
              <a:ea typeface="Tahoma"/>
              <a:cs typeface="Tahoma"/>
              <a:sym typeface="Tahoma"/>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sp>
        <p:nvSpPr>
          <p:cNvPr id="1138" name="Google Shape;1138;p87"/>
          <p:cNvSpPr/>
          <p:nvPr/>
        </p:nvSpPr>
        <p:spPr>
          <a:xfrm>
            <a:off x="6934199" y="562207"/>
            <a:ext cx="4467151" cy="560908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err="1">
                <a:solidFill>
                  <a:schemeClr val="tx1"/>
                </a:solidFill>
                <a:latin typeface="Gotham Rounded" pitchFamily="50" charset="0"/>
                <a:sym typeface="Arial"/>
              </a:rPr>
              <a:t>Ctrl+S</a:t>
            </a:r>
            <a:r>
              <a:rPr lang="es-ES" sz="2400" b="1" i="0" u="none" strike="noStrike" cap="none" dirty="0">
                <a:solidFill>
                  <a:schemeClr val="tx1"/>
                </a:solidFill>
                <a:latin typeface="Gotham Rounded" pitchFamily="50" charset="0"/>
                <a:sym typeface="Arial"/>
              </a:rPr>
              <a:t> para guardar</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600"/>
              <a:buFont typeface="Arial"/>
              <a:buNone/>
            </a:pPr>
            <a:r>
              <a:rPr lang="es-ES" sz="3600" b="0" i="0" u="none" strike="noStrike" cap="none" dirty="0">
                <a:solidFill>
                  <a:schemeClr val="tx1"/>
                </a:solidFill>
                <a:latin typeface="Gotham Rounded" pitchFamily="50" charset="0"/>
                <a:sym typeface="Arial"/>
              </a:rPr>
              <a:t>Recuerden siempre guardar los cambios que hicieron en el código para que se vean reflejados en el sitio web.</a:t>
            </a:r>
            <a:endParaRPr sz="1400" b="0" i="0" u="none" strike="noStrike" cap="none" dirty="0">
              <a:solidFill>
                <a:schemeClr val="tx1"/>
              </a:solidFill>
              <a:latin typeface="Gotham Rounded" pitchFamily="50" charset="0"/>
              <a:sym typeface="Arial"/>
            </a:endParaRPr>
          </a:p>
        </p:txBody>
      </p:sp>
      <p:pic>
        <p:nvPicPr>
          <p:cNvPr id="1139" name="Google Shape;1139;p87"/>
          <p:cNvPicPr preferRelativeResize="0"/>
          <p:nvPr/>
        </p:nvPicPr>
        <p:blipFill rotWithShape="1">
          <a:blip r:embed="rId3">
            <a:alphaModFix/>
          </a:blip>
          <a:srcRect/>
          <a:stretch/>
        </p:blipFill>
        <p:spPr>
          <a:xfrm>
            <a:off x="-1" y="0"/>
            <a:ext cx="5908431" cy="6858000"/>
          </a:xfrm>
          <a:prstGeom prst="rect">
            <a:avLst/>
          </a:prstGeom>
          <a:noFill/>
          <a:ln>
            <a:noFill/>
          </a:ln>
        </p:spPr>
      </p:pic>
      <p:pic>
        <p:nvPicPr>
          <p:cNvPr id="4" name="Google Shape;1102;p6"/>
          <p:cNvPicPr preferRelativeResize="0"/>
          <p:nvPr/>
        </p:nvPicPr>
        <p:blipFill rotWithShape="1">
          <a:blip r:embed="rId4">
            <a:alphaModFix/>
          </a:blip>
          <a:srcRect/>
          <a:stretch/>
        </p:blipFill>
        <p:spPr>
          <a:xfrm>
            <a:off x="5908430" y="-62251"/>
            <a:ext cx="6283570" cy="6858000"/>
          </a:xfrm>
          <a:prstGeom prst="rect">
            <a:avLst/>
          </a:prstGeom>
          <a:noFill/>
          <a:ln>
            <a:noFill/>
          </a:ln>
        </p:spPr>
      </p:pic>
    </p:spTree>
  </p:cSld>
  <p:clrMapOvr>
    <a:masterClrMapping/>
  </p:clrMapOvr>
  <p:transition spd="slow">
    <p:push/>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144"/>
        <p:cNvGrpSpPr/>
        <p:nvPr/>
      </p:nvGrpSpPr>
      <p:grpSpPr>
        <a:xfrm>
          <a:off x="0" y="0"/>
          <a:ext cx="0" cy="0"/>
          <a:chOff x="0" y="0"/>
          <a:chExt cx="0" cy="0"/>
        </a:xfrm>
      </p:grpSpPr>
      <p:pic>
        <p:nvPicPr>
          <p:cNvPr id="1145" name="Google Shape;1145;p88" descr="Texto&#10;&#10;Descripción generada automáticamente"/>
          <p:cNvPicPr preferRelativeResize="0"/>
          <p:nvPr/>
        </p:nvPicPr>
        <p:blipFill rotWithShape="1">
          <a:blip r:embed="rId3">
            <a:alphaModFix/>
          </a:blip>
          <a:srcRect/>
          <a:stretch/>
        </p:blipFill>
        <p:spPr>
          <a:xfrm>
            <a:off x="599090" y="216946"/>
            <a:ext cx="11006958" cy="6437247"/>
          </a:xfrm>
          <a:prstGeom prst="rect">
            <a:avLst/>
          </a:prstGeom>
          <a:noFill/>
          <a:ln>
            <a:noFill/>
          </a:ln>
          <a:effectLst>
            <a:outerShdw blurRad="101600" dist="50800" sx="101000" sy="101000" algn="ctr" rotWithShape="0">
              <a:srgbClr val="7F7F7F">
                <a:alpha val="20000"/>
              </a:srgbClr>
            </a:outerShdw>
          </a:effectLst>
        </p:spPr>
      </p:pic>
      <p:sp>
        <p:nvSpPr>
          <p:cNvPr id="1146" name="Google Shape;1146;p88"/>
          <p:cNvSpPr/>
          <p:nvPr/>
        </p:nvSpPr>
        <p:spPr>
          <a:xfrm>
            <a:off x="1934010" y="1085273"/>
            <a:ext cx="1008145" cy="444416"/>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47" name="Google Shape;1147;p88"/>
          <p:cNvSpPr/>
          <p:nvPr/>
        </p:nvSpPr>
        <p:spPr>
          <a:xfrm>
            <a:off x="3958813" y="4808668"/>
            <a:ext cx="7829353" cy="1635163"/>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A continuación abriremos nuestro archivo “index.html” haciendo doble clic. También puedes hacer </a:t>
            </a:r>
            <a:r>
              <a:rPr lang="es-ES" sz="1800" b="1" i="0" u="none" strike="noStrike" cap="none" dirty="0">
                <a:solidFill>
                  <a:schemeClr val="lt1"/>
                </a:solidFill>
                <a:latin typeface="Gotham Rounded" pitchFamily="50" charset="0"/>
                <a:ea typeface="Tahoma"/>
                <a:cs typeface="Tahoma"/>
                <a:sym typeface="Tahoma"/>
              </a:rPr>
              <a:t>clic derecho &gt; Abrir</a:t>
            </a:r>
            <a:r>
              <a:rPr lang="es-ES" sz="1800" b="0" i="0" u="none" strike="noStrike" cap="none" dirty="0">
                <a:solidFill>
                  <a:schemeClr val="lt1"/>
                </a:solidFill>
                <a:latin typeface="Gotham Rounded" pitchFamily="50" charset="0"/>
                <a:ea typeface="Tahoma"/>
                <a:cs typeface="Tahoma"/>
                <a:sym typeface="Tahoma"/>
              </a:rPr>
              <a:t> o usar la opción de </a:t>
            </a:r>
            <a:r>
              <a:rPr lang="es-ES" sz="1800" b="1" i="0" u="none" strike="noStrike" cap="none" dirty="0">
                <a:solidFill>
                  <a:schemeClr val="lt1"/>
                </a:solidFill>
                <a:latin typeface="Gotham Rounded" pitchFamily="50" charset="0"/>
                <a:ea typeface="Tahoma"/>
                <a:cs typeface="Tahoma"/>
                <a:sym typeface="Tahoma"/>
              </a:rPr>
              <a:t>Abrir con &gt; Microsoft </a:t>
            </a:r>
            <a:r>
              <a:rPr lang="es-ES" sz="1800" b="1" i="0" u="none" strike="noStrike" cap="none" dirty="0" err="1">
                <a:solidFill>
                  <a:schemeClr val="lt1"/>
                </a:solidFill>
                <a:latin typeface="Gotham Rounded" pitchFamily="50" charset="0"/>
                <a:ea typeface="Tahoma"/>
                <a:cs typeface="Tahoma"/>
                <a:sym typeface="Tahoma"/>
              </a:rPr>
              <a:t>Edge</a:t>
            </a:r>
            <a:r>
              <a:rPr lang="es-ES" sz="1800" b="1" i="0" u="none" strike="noStrike" cap="none" dirty="0">
                <a:solidFill>
                  <a:schemeClr val="lt1"/>
                </a:solidFill>
                <a:latin typeface="Gotham Rounded" pitchFamily="50" charset="0"/>
                <a:ea typeface="Tahoma"/>
                <a:cs typeface="Tahoma"/>
                <a:sym typeface="Tahoma"/>
              </a:rPr>
              <a:t>.</a:t>
            </a:r>
            <a:endParaRPr sz="1800" b="1" i="0" u="none" strike="noStrike" cap="none" dirty="0">
              <a:solidFill>
                <a:schemeClr val="lt1"/>
              </a:solidFill>
              <a:latin typeface="Gotham Rounded" pitchFamily="50" charset="0"/>
              <a:ea typeface="Tahoma"/>
              <a:cs typeface="Tahoma"/>
              <a:sym typeface="Tahoma"/>
            </a:endParaRPr>
          </a:p>
        </p:txBody>
      </p:sp>
      <p:sp>
        <p:nvSpPr>
          <p:cNvPr id="1148" name="Google Shape;1148;p88"/>
          <p:cNvSpPr/>
          <p:nvPr/>
        </p:nvSpPr>
        <p:spPr>
          <a:xfrm>
            <a:off x="2446389" y="2333376"/>
            <a:ext cx="1008145" cy="444416"/>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49" name="Google Shape;1149;p88"/>
          <p:cNvSpPr/>
          <p:nvPr/>
        </p:nvSpPr>
        <p:spPr>
          <a:xfrm>
            <a:off x="5008285" y="2950858"/>
            <a:ext cx="1402282" cy="378727"/>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ransition spd="slow">
    <p:push/>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154"/>
        <p:cNvGrpSpPr/>
        <p:nvPr/>
      </p:nvGrpSpPr>
      <p:grpSpPr>
        <a:xfrm>
          <a:off x="0" y="0"/>
          <a:ext cx="0" cy="0"/>
          <a:chOff x="0" y="0"/>
          <a:chExt cx="0" cy="0"/>
        </a:xfrm>
      </p:grpSpPr>
      <p:pic>
        <p:nvPicPr>
          <p:cNvPr id="1155" name="Google Shape;1155;p89"/>
          <p:cNvPicPr preferRelativeResize="0"/>
          <p:nvPr/>
        </p:nvPicPr>
        <p:blipFill rotWithShape="1">
          <a:blip r:embed="rId3">
            <a:alphaModFix/>
          </a:blip>
          <a:srcRect/>
          <a:stretch/>
        </p:blipFill>
        <p:spPr>
          <a:xfrm>
            <a:off x="948113" y="211568"/>
            <a:ext cx="10295765" cy="6434853"/>
          </a:xfrm>
          <a:prstGeom prst="rect">
            <a:avLst/>
          </a:prstGeom>
          <a:noFill/>
          <a:ln>
            <a:noFill/>
          </a:ln>
          <a:effectLst>
            <a:outerShdw blurRad="101600" dist="50800" sx="101000" sy="101000" algn="ctr" rotWithShape="0">
              <a:srgbClr val="7F7F7F">
                <a:alpha val="20000"/>
              </a:srgbClr>
            </a:outerShdw>
          </a:effectLst>
        </p:spPr>
      </p:pic>
    </p:spTree>
  </p:cSld>
  <p:clrMapOvr>
    <a:masterClrMapping/>
  </p:clrMapOvr>
  <p:transition spd="slow">
    <p:push/>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160"/>
        <p:cNvGrpSpPr/>
        <p:nvPr/>
      </p:nvGrpSpPr>
      <p:grpSpPr>
        <a:xfrm>
          <a:off x="0" y="0"/>
          <a:ext cx="0" cy="0"/>
          <a:chOff x="0" y="0"/>
          <a:chExt cx="0" cy="0"/>
        </a:xfrm>
      </p:grpSpPr>
      <p:sp>
        <p:nvSpPr>
          <p:cNvPr id="1161" name="Google Shape;1161;p90"/>
          <p:cNvSpPr txBox="1"/>
          <p:nvPr/>
        </p:nvSpPr>
        <p:spPr>
          <a:xfrm>
            <a:off x="772885" y="-2227303"/>
            <a:ext cx="10781101" cy="618630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DOCTYPE</a:t>
            </a:r>
            <a:r>
              <a:rPr lang="es-ES" sz="1800" b="0" i="0" u="none" strike="noStrike" cap="none">
                <a:solidFill>
                  <a:schemeClr val="dk1"/>
                </a:solidFill>
                <a:latin typeface="Tahoma"/>
                <a:ea typeface="Tahoma"/>
                <a:cs typeface="Tahoma"/>
                <a:sym typeface="Tahoma"/>
              </a:rPr>
              <a:t> </a:t>
            </a:r>
            <a:r>
              <a:rPr lang="es-ES" sz="1800" b="0" i="0" u="none" strike="noStrike" cap="none">
                <a:solidFill>
                  <a:srgbClr val="F2CD84"/>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800" b="0" i="0" u="none" strike="noStrike" cap="none">
              <a:solidFill>
                <a:srgbClr val="4A7B8B"/>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 </a:t>
            </a:r>
            <a:r>
              <a:rPr lang="es-ES" sz="1800" b="0" i="0" u="none" strike="noStrike" cap="none">
                <a:solidFill>
                  <a:srgbClr val="F2CD84"/>
                </a:solidFill>
                <a:latin typeface="Tahoma"/>
                <a:ea typeface="Tahoma"/>
                <a:cs typeface="Tahoma"/>
                <a:sym typeface="Tahoma"/>
              </a:rPr>
              <a:t>lang</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“es”</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charset</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“UTF-8”</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name</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“viewport” content=“width=device-width, initial-scale=1.0”</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Completar con Nombre y Apellido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título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párrafo con información</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Mi segundo párrafo. Pueden hacer </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 </a:t>
            </a:r>
            <a:r>
              <a:rPr lang="es-ES" sz="1800" b="0" i="0" u="none" strike="noStrike" cap="none">
                <a:solidFill>
                  <a:srgbClr val="F2CD84"/>
                </a:solidFill>
                <a:latin typeface="Tahoma"/>
                <a:ea typeface="Tahoma"/>
                <a:cs typeface="Tahoma"/>
                <a:sym typeface="Tahoma"/>
              </a:rPr>
              <a:t>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"https://www.microsoft.com"</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click aquí</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a:t>
            </a:r>
            <a:r>
              <a:rPr lang="es-ES" sz="1800" b="0" i="0" u="none" strike="noStrike" cap="none">
                <a:solidFill>
                  <a:srgbClr val="4A7B8B"/>
                </a:solidFill>
                <a:latin typeface="Tahoma"/>
                <a:ea typeface="Tahoma"/>
                <a:cs typeface="Tahoma"/>
                <a:sym typeface="Tahoma"/>
              </a:rPr>
              <a:t>&gt; </a:t>
            </a:r>
            <a:r>
              <a:rPr lang="es-ES" sz="1800" b="0" i="0" u="none" strike="noStrike" cap="none">
                <a:solidFill>
                  <a:schemeClr val="lt1"/>
                </a:solidFill>
                <a:latin typeface="Tahoma"/>
                <a:ea typeface="Tahoma"/>
                <a:cs typeface="Tahoma"/>
                <a:sym typeface="Tahoma"/>
              </a:rPr>
              <a:t>para visitar el sitio web de Microsoft.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p:txBody>
      </p:sp>
      <p:sp>
        <p:nvSpPr>
          <p:cNvPr id="1162" name="Google Shape;1162;p90"/>
          <p:cNvSpPr/>
          <p:nvPr/>
        </p:nvSpPr>
        <p:spPr>
          <a:xfrm>
            <a:off x="1437033" y="1442827"/>
            <a:ext cx="10160085" cy="1300054"/>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163" name="Google Shape;1163;p90"/>
          <p:cNvGrpSpPr/>
          <p:nvPr/>
        </p:nvGrpSpPr>
        <p:grpSpPr>
          <a:xfrm>
            <a:off x="0" y="0"/>
            <a:ext cx="12192000" cy="413657"/>
            <a:chOff x="0" y="0"/>
            <a:chExt cx="12192000" cy="413657"/>
          </a:xfrm>
        </p:grpSpPr>
        <p:sp>
          <p:nvSpPr>
            <p:cNvPr id="1164" name="Google Shape;1164;p90"/>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165" name="Google Shape;1165;p90"/>
            <p:cNvGrpSpPr/>
            <p:nvPr/>
          </p:nvGrpSpPr>
          <p:grpSpPr>
            <a:xfrm>
              <a:off x="575484" y="52939"/>
              <a:ext cx="1447716" cy="350261"/>
              <a:chOff x="575484" y="52939"/>
              <a:chExt cx="1447716" cy="350261"/>
            </a:xfrm>
          </p:grpSpPr>
          <p:sp>
            <p:nvSpPr>
              <p:cNvPr id="1166" name="Google Shape;1166;p90"/>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cxnSp>
            <p:nvCxnSpPr>
              <p:cNvPr id="1167" name="Google Shape;1167;p90"/>
              <p:cNvCxnSpPr/>
              <p:nvPr/>
            </p:nvCxnSpPr>
            <p:spPr>
              <a:xfrm>
                <a:off x="575485"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168" name="Google Shape;1168;p90"/>
          <p:cNvSpPr/>
          <p:nvPr/>
        </p:nvSpPr>
        <p:spPr>
          <a:xfrm>
            <a:off x="482469" y="4011945"/>
            <a:ext cx="11227061" cy="2479583"/>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11. Creamos un segundo párrafo y añadimos una etiqueta &lt;a&gt;, que nos permitirá crear un hipervínculo. Esta etiqueta tiene un atributo y es “</a:t>
            </a:r>
            <a:r>
              <a:rPr lang="es-ES" sz="1800" b="0" i="0" u="none" strike="noStrike" cap="none" dirty="0" err="1">
                <a:solidFill>
                  <a:schemeClr val="lt1"/>
                </a:solidFill>
                <a:latin typeface="Gotham Rounded" pitchFamily="50" charset="0"/>
                <a:ea typeface="Tahoma"/>
                <a:cs typeface="Tahoma"/>
                <a:sym typeface="Tahoma"/>
              </a:rPr>
              <a:t>href</a:t>
            </a:r>
            <a:r>
              <a:rPr lang="es-ES" sz="1800" b="0" i="0" u="none" strike="noStrike" cap="none" dirty="0">
                <a:solidFill>
                  <a:schemeClr val="lt1"/>
                </a:solidFill>
                <a:latin typeface="Gotham Rounded" pitchFamily="50" charset="0"/>
                <a:ea typeface="Tahoma"/>
                <a:cs typeface="Tahoma"/>
                <a:sym typeface="Tahoma"/>
              </a:rPr>
              <a:t>=”. En él, </a:t>
            </a:r>
            <a:r>
              <a:rPr lang="es-ES" sz="1800" b="0" i="0" u="none" strike="noStrike" cap="none" dirty="0" err="1">
                <a:solidFill>
                  <a:schemeClr val="lt1"/>
                </a:solidFill>
                <a:latin typeface="Gotham Rounded" pitchFamily="50" charset="0"/>
                <a:ea typeface="Tahoma"/>
                <a:cs typeface="Tahoma"/>
                <a:sym typeface="Tahoma"/>
              </a:rPr>
              <a:t>ndicaremos</a:t>
            </a:r>
            <a:r>
              <a:rPr lang="es-ES" sz="1800" b="0" i="0" u="none" strike="noStrike" cap="none" dirty="0">
                <a:solidFill>
                  <a:schemeClr val="lt1"/>
                </a:solidFill>
                <a:latin typeface="Gotham Rounded" pitchFamily="50" charset="0"/>
                <a:ea typeface="Tahoma"/>
                <a:cs typeface="Tahoma"/>
                <a:sym typeface="Tahoma"/>
              </a:rPr>
              <a:t> cuál es la dirección que queremos que se abra. </a:t>
            </a:r>
            <a:endParaRPr sz="1800" b="0" i="0" u="none" strike="noStrike" cap="none" dirty="0">
              <a:solidFill>
                <a:schemeClr val="lt1"/>
              </a:solidFill>
              <a:latin typeface="Gotham Rounded" pitchFamily="50" charset="0"/>
              <a:ea typeface="Tahoma"/>
              <a:cs typeface="Tahoma"/>
              <a:sym typeface="Tahoma"/>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Los “atributos” se escriben en la etiqueta de &lt;apertura&gt; y son valores adicionales que algunas etiquetas soportan. La etiqueta &lt;a&gt; soporta muchos más, aquí usamos “</a:t>
            </a:r>
            <a:r>
              <a:rPr lang="es-ES" sz="1800" b="0" i="0" u="none" strike="noStrike" cap="none" dirty="0" err="1">
                <a:solidFill>
                  <a:schemeClr val="lt1"/>
                </a:solidFill>
                <a:latin typeface="Gotham Rounded" pitchFamily="50" charset="0"/>
                <a:ea typeface="Tahoma"/>
                <a:cs typeface="Tahoma"/>
                <a:sym typeface="Tahoma"/>
              </a:rPr>
              <a:t>href</a:t>
            </a:r>
            <a:r>
              <a:rPr lang="es-ES" sz="1800" b="0" i="0" u="none" strike="noStrike" cap="none" dirty="0">
                <a:solidFill>
                  <a:schemeClr val="lt1"/>
                </a:solidFill>
                <a:latin typeface="Gotham Rounded" pitchFamily="50" charset="0"/>
                <a:ea typeface="Tahoma"/>
                <a:cs typeface="Tahoma"/>
                <a:sym typeface="Tahoma"/>
              </a:rPr>
              <a:t>” para indicar la URL del sitio web al cual queremos </a:t>
            </a:r>
            <a:r>
              <a:rPr lang="es-ES" sz="1800" b="0" i="0" u="none" strike="noStrike" cap="none" dirty="0" err="1">
                <a:solidFill>
                  <a:schemeClr val="lt1"/>
                </a:solidFill>
                <a:latin typeface="Gotham Rounded" pitchFamily="50" charset="0"/>
                <a:ea typeface="Tahoma"/>
                <a:cs typeface="Tahoma"/>
                <a:sym typeface="Tahoma"/>
              </a:rPr>
              <a:t>redireccionar</a:t>
            </a:r>
            <a:r>
              <a:rPr lang="es-ES" sz="1800" b="0" i="0" u="none" strike="noStrike" cap="none" dirty="0">
                <a:solidFill>
                  <a:schemeClr val="lt1"/>
                </a:solidFill>
                <a:latin typeface="Gotham Rounded" pitchFamily="50" charset="0"/>
                <a:ea typeface="Tahoma"/>
                <a:cs typeface="Tahoma"/>
                <a:sym typeface="Tahoma"/>
              </a:rPr>
              <a:t>.</a:t>
            </a:r>
            <a:endParaRPr sz="1800" b="0" i="0" u="none" strike="noStrike" cap="none" dirty="0">
              <a:solidFill>
                <a:schemeClr val="lt1"/>
              </a:solidFill>
              <a:latin typeface="Gotham Rounded" pitchFamily="50" charset="0"/>
              <a:ea typeface="Tahoma"/>
              <a:cs typeface="Tahoma"/>
              <a:sym typeface="Tahoma"/>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173"/>
        <p:cNvGrpSpPr/>
        <p:nvPr/>
      </p:nvGrpSpPr>
      <p:grpSpPr>
        <a:xfrm>
          <a:off x="0" y="0"/>
          <a:ext cx="0" cy="0"/>
          <a:chOff x="0" y="0"/>
          <a:chExt cx="0" cy="0"/>
        </a:xfrm>
      </p:grpSpPr>
      <p:sp>
        <p:nvSpPr>
          <p:cNvPr id="1174" name="Google Shape;1174;p91"/>
          <p:cNvSpPr txBox="1"/>
          <p:nvPr/>
        </p:nvSpPr>
        <p:spPr>
          <a:xfrm>
            <a:off x="772885" y="-1450555"/>
            <a:ext cx="10781101" cy="67403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DOCTYPE</a:t>
            </a:r>
            <a:r>
              <a:rPr lang="es-ES" sz="1800" b="0" i="0" u="none" strike="noStrike" cap="none">
                <a:solidFill>
                  <a:schemeClr val="dk1"/>
                </a:solidFill>
                <a:latin typeface="Tahoma"/>
                <a:ea typeface="Tahoma"/>
                <a:cs typeface="Tahoma"/>
                <a:sym typeface="Tahoma"/>
              </a:rPr>
              <a:t> </a:t>
            </a:r>
            <a:r>
              <a:rPr lang="es-ES" sz="1800" b="0" i="0" u="none" strike="noStrike" cap="none">
                <a:solidFill>
                  <a:srgbClr val="F2CD84"/>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800" b="0" i="0" u="none" strike="noStrike" cap="none">
              <a:solidFill>
                <a:srgbClr val="4A7B8B"/>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 </a:t>
            </a:r>
            <a:r>
              <a:rPr lang="es-ES" sz="1800" b="0" i="0" u="none" strike="noStrike" cap="none">
                <a:solidFill>
                  <a:srgbClr val="F2CD84"/>
                </a:solidFill>
                <a:latin typeface="Tahoma"/>
                <a:ea typeface="Tahoma"/>
                <a:cs typeface="Tahoma"/>
                <a:sym typeface="Tahoma"/>
              </a:rPr>
              <a:t>lang</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“es”</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charset</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“UTF-8”</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name</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“viewport” content=“width=device-width, initial-scale=1.0”</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Completar con Nombre y Apellido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título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párrafo con información</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Mi segundo párrafo. Puedes hacer </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 </a:t>
            </a:r>
            <a:r>
              <a:rPr lang="es-ES" sz="1800" b="0" i="0" u="none" strike="noStrike" cap="none">
                <a:solidFill>
                  <a:srgbClr val="F2CD84"/>
                </a:solidFill>
                <a:latin typeface="Tahoma"/>
                <a:ea typeface="Tahoma"/>
                <a:cs typeface="Tahoma"/>
                <a:sym typeface="Tahoma"/>
              </a:rPr>
              <a:t>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"https://www.microsoft.com"</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click aquí</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a:t>
            </a:r>
            <a:r>
              <a:rPr lang="es-ES" sz="1800" b="0" i="0" u="none" strike="noStrike" cap="none">
                <a:solidFill>
                  <a:srgbClr val="4A7B8B"/>
                </a:solidFill>
                <a:latin typeface="Tahoma"/>
                <a:ea typeface="Tahoma"/>
                <a:cs typeface="Tahoma"/>
                <a:sym typeface="Tahoma"/>
              </a:rPr>
              <a:t>&gt; </a:t>
            </a:r>
            <a:r>
              <a:rPr lang="es-ES" sz="1800" b="0" i="0" u="none" strike="noStrike" cap="none">
                <a:solidFill>
                  <a:schemeClr val="lt1"/>
                </a:solidFill>
                <a:latin typeface="Tahoma"/>
                <a:ea typeface="Tahoma"/>
                <a:cs typeface="Tahoma"/>
                <a:sym typeface="Tahoma"/>
              </a:rPr>
              <a:t>para visitar el sitio web de Microsoft.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hr</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p:txBody>
      </p:sp>
      <p:sp>
        <p:nvSpPr>
          <p:cNvPr id="1175" name="Google Shape;1175;p91"/>
          <p:cNvSpPr/>
          <p:nvPr/>
        </p:nvSpPr>
        <p:spPr>
          <a:xfrm>
            <a:off x="1408278" y="3473699"/>
            <a:ext cx="1338413" cy="552084"/>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176" name="Google Shape;1176;p91"/>
          <p:cNvGrpSpPr/>
          <p:nvPr/>
        </p:nvGrpSpPr>
        <p:grpSpPr>
          <a:xfrm>
            <a:off x="0" y="0"/>
            <a:ext cx="12192000" cy="413657"/>
            <a:chOff x="0" y="0"/>
            <a:chExt cx="12192000" cy="413657"/>
          </a:xfrm>
        </p:grpSpPr>
        <p:sp>
          <p:nvSpPr>
            <p:cNvPr id="1177" name="Google Shape;1177;p91"/>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178" name="Google Shape;1178;p91"/>
            <p:cNvGrpSpPr/>
            <p:nvPr/>
          </p:nvGrpSpPr>
          <p:grpSpPr>
            <a:xfrm>
              <a:off x="575484" y="52939"/>
              <a:ext cx="1447716" cy="350261"/>
              <a:chOff x="575484" y="52939"/>
              <a:chExt cx="1447716" cy="350261"/>
            </a:xfrm>
          </p:grpSpPr>
          <p:sp>
            <p:nvSpPr>
              <p:cNvPr id="1179" name="Google Shape;1179;p91"/>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cxnSp>
            <p:nvCxnSpPr>
              <p:cNvPr id="1180" name="Google Shape;1180;p91"/>
              <p:cNvCxnSpPr/>
              <p:nvPr/>
            </p:nvCxnSpPr>
            <p:spPr>
              <a:xfrm>
                <a:off x="575485"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181" name="Google Shape;1181;p91"/>
          <p:cNvSpPr/>
          <p:nvPr/>
        </p:nvSpPr>
        <p:spPr>
          <a:xfrm>
            <a:off x="3070746" y="4152609"/>
            <a:ext cx="8717421" cy="2383460"/>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Las etiquetas &lt;</a:t>
            </a:r>
            <a:r>
              <a:rPr lang="es-ES" sz="1800" b="0" i="0" u="none" strike="noStrike" cap="none" dirty="0" err="1">
                <a:solidFill>
                  <a:schemeClr val="lt1"/>
                </a:solidFill>
                <a:latin typeface="Gotham Rounded" pitchFamily="50" charset="0"/>
                <a:ea typeface="Tahoma"/>
                <a:cs typeface="Tahoma"/>
                <a:sym typeface="Tahoma"/>
              </a:rPr>
              <a:t>hr</a:t>
            </a:r>
            <a:r>
              <a:rPr lang="es-ES" sz="1800" b="0" i="0" u="none" strike="noStrike" cap="none" dirty="0">
                <a:solidFill>
                  <a:schemeClr val="lt1"/>
                </a:solidFill>
                <a:latin typeface="Gotham Rounded" pitchFamily="50" charset="0"/>
                <a:ea typeface="Tahoma"/>
                <a:cs typeface="Tahoma"/>
                <a:sym typeface="Tahoma"/>
              </a:rPr>
              <a:t>&gt; se usan para insertar una línea horizontal divisora de texto. No es necesario indicar el cierre de estas etiquetas &lt;/</a:t>
            </a:r>
            <a:r>
              <a:rPr lang="es-ES" sz="1800" b="0" i="0" u="none" strike="noStrike" cap="none" dirty="0" err="1">
                <a:solidFill>
                  <a:schemeClr val="lt1"/>
                </a:solidFill>
                <a:latin typeface="Gotham Rounded" pitchFamily="50" charset="0"/>
                <a:ea typeface="Tahoma"/>
                <a:cs typeface="Tahoma"/>
                <a:sym typeface="Tahoma"/>
              </a:rPr>
              <a:t>hr</a:t>
            </a:r>
            <a:r>
              <a:rPr lang="es-ES" sz="1800" b="0" i="0" u="none" strike="noStrike" cap="none" dirty="0">
                <a:solidFill>
                  <a:schemeClr val="lt1"/>
                </a:solidFill>
                <a:latin typeface="Gotham Rounded" pitchFamily="50" charset="0"/>
                <a:ea typeface="Tahoma"/>
                <a:cs typeface="Tahoma"/>
                <a:sym typeface="Tahoma"/>
              </a:rPr>
              <a:t>&gt; porque generalmente no se usan para contener ningún otro elemento... (sí, son una excepción a la regla... Qué rebeldes, ¿no? Hay algunas más, pero no se preocupen que son muy pocas las rebeldes)</a:t>
            </a:r>
            <a:endParaRPr sz="1400" b="0" i="0" u="none" strike="noStrike" cap="none" dirty="0">
              <a:solidFill>
                <a:srgbClr val="000000"/>
              </a:solidFill>
              <a:latin typeface="Gotham Rounded" pitchFamily="50" charset="0"/>
              <a:sym typeface="Arial"/>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186"/>
        <p:cNvGrpSpPr/>
        <p:nvPr/>
      </p:nvGrpSpPr>
      <p:grpSpPr>
        <a:xfrm>
          <a:off x="0" y="0"/>
          <a:ext cx="0" cy="0"/>
          <a:chOff x="0" y="0"/>
          <a:chExt cx="0" cy="0"/>
        </a:xfrm>
      </p:grpSpPr>
      <p:sp>
        <p:nvSpPr>
          <p:cNvPr id="1187" name="Google Shape;1187;p92"/>
          <p:cNvSpPr txBox="1"/>
          <p:nvPr/>
        </p:nvSpPr>
        <p:spPr>
          <a:xfrm>
            <a:off x="772885" y="-4111726"/>
            <a:ext cx="10781101" cy="89562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DOCTYPE</a:t>
            </a:r>
            <a:r>
              <a:rPr lang="es-ES" sz="1800" b="0" i="0" u="none" strike="noStrike" cap="none">
                <a:solidFill>
                  <a:schemeClr val="dk1"/>
                </a:solidFill>
                <a:latin typeface="Tahoma"/>
                <a:ea typeface="Tahoma"/>
                <a:cs typeface="Tahoma"/>
                <a:sym typeface="Tahoma"/>
              </a:rPr>
              <a:t> </a:t>
            </a:r>
            <a:r>
              <a:rPr lang="es-ES" sz="1800" b="0" i="0" u="none" strike="noStrike" cap="none">
                <a:solidFill>
                  <a:srgbClr val="F2CD84"/>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800" b="0" i="0" u="none" strike="noStrike" cap="none">
              <a:solidFill>
                <a:srgbClr val="4A7B8B"/>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 </a:t>
            </a:r>
            <a:r>
              <a:rPr lang="es-ES" sz="1800" b="0" i="0" u="none" strike="noStrike" cap="none">
                <a:solidFill>
                  <a:srgbClr val="F2CD84"/>
                </a:solidFill>
                <a:latin typeface="Tahoma"/>
                <a:ea typeface="Tahoma"/>
                <a:cs typeface="Tahoma"/>
                <a:sym typeface="Tahoma"/>
              </a:rPr>
              <a:t>lang</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“es”</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charset</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“UTF-8”</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name</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“viewport” content=“width=device-width, initial-scale=1.0”</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Completar con Nombre y Apellido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título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párrafo con información</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Mi segundo párrafo. Puedes hacer </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 </a:t>
            </a:r>
            <a:r>
              <a:rPr lang="es-ES" sz="1800" b="0" i="0" u="none" strike="noStrike" cap="none">
                <a:solidFill>
                  <a:srgbClr val="F2CD84"/>
                </a:solidFill>
                <a:latin typeface="Tahoma"/>
                <a:ea typeface="Tahoma"/>
                <a:cs typeface="Tahoma"/>
                <a:sym typeface="Tahoma"/>
              </a:rPr>
              <a:t>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"https://www.microsoft.com"</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click aquí</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a:t>
            </a:r>
            <a:r>
              <a:rPr lang="es-ES" sz="1800" b="0" i="0" u="none" strike="noStrike" cap="none">
                <a:solidFill>
                  <a:srgbClr val="4A7B8B"/>
                </a:solidFill>
                <a:latin typeface="Tahoma"/>
                <a:ea typeface="Tahoma"/>
                <a:cs typeface="Tahoma"/>
                <a:sym typeface="Tahoma"/>
              </a:rPr>
              <a:t>&gt; </a:t>
            </a:r>
            <a:r>
              <a:rPr lang="es-ES" sz="1800" b="0" i="0" u="none" strike="noStrike" cap="none">
                <a:solidFill>
                  <a:schemeClr val="lt1"/>
                </a:solidFill>
                <a:latin typeface="Tahoma"/>
                <a:ea typeface="Tahoma"/>
                <a:cs typeface="Tahoma"/>
                <a:sym typeface="Tahoma"/>
              </a:rPr>
              <a:t>para visitor el sitio web de Microsoft.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hr</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h2</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segundo título pero algo más pequeño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h2</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Vamos a utilizar un sitio web que nos va a generar texto y nos va a permitir ver cómo se comporta. El sitio web es </a:t>
            </a: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 </a:t>
            </a:r>
            <a:r>
              <a:rPr lang="es-ES" sz="1800" b="0" i="0" u="none" strike="noStrike" cap="none">
                <a:solidFill>
                  <a:srgbClr val="F2CD84"/>
                </a:solidFill>
                <a:latin typeface="Tahoma"/>
                <a:ea typeface="Tahoma"/>
                <a:cs typeface="Tahoma"/>
                <a:sym typeface="Tahoma"/>
              </a:rPr>
              <a:t>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a:t>
            </a:r>
            <a:r>
              <a:rPr lang="es-ES" sz="1800" b="0" i="0" u="sng" strike="noStrike" cap="none">
                <a:solidFill>
                  <a:srgbClr val="F2CD84"/>
                </a:solidFill>
                <a:latin typeface="Tahoma"/>
                <a:ea typeface="Tahoma"/>
                <a:cs typeface="Tahoma"/>
                <a:sym typeface="Tahoma"/>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https://es.lipsum.com/</a:t>
            </a:r>
            <a:r>
              <a:rPr lang="es-ES" sz="1800" b="0" i="0" u="none" strike="noStrike" cap="none">
                <a:solidFill>
                  <a:srgbClr val="F2CD84"/>
                </a:solidFill>
                <a:latin typeface="Tahoma"/>
                <a:ea typeface="Tahoma"/>
                <a:cs typeface="Tahoma"/>
                <a:sym typeface="Tahoma"/>
              </a:rPr>
              <a:t>"</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Lorem Ipsum</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a:t>
            </a:r>
            <a:endParaRPr sz="1800" b="0" i="0" u="none" strike="noStrike" cap="none">
              <a:solidFill>
                <a:schemeClr val="lt1"/>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p:txBody>
      </p:sp>
      <p:sp>
        <p:nvSpPr>
          <p:cNvPr id="1188" name="Google Shape;1188;p92"/>
          <p:cNvSpPr/>
          <p:nvPr/>
        </p:nvSpPr>
        <p:spPr>
          <a:xfrm>
            <a:off x="1393900" y="1270176"/>
            <a:ext cx="10160085" cy="2002222"/>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189" name="Google Shape;1189;p92"/>
          <p:cNvGrpSpPr/>
          <p:nvPr/>
        </p:nvGrpSpPr>
        <p:grpSpPr>
          <a:xfrm>
            <a:off x="0" y="0"/>
            <a:ext cx="12192000" cy="413657"/>
            <a:chOff x="0" y="0"/>
            <a:chExt cx="12192000" cy="413657"/>
          </a:xfrm>
        </p:grpSpPr>
        <p:sp>
          <p:nvSpPr>
            <p:cNvPr id="1190" name="Google Shape;1190;p92"/>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191" name="Google Shape;1191;p92"/>
            <p:cNvGrpSpPr/>
            <p:nvPr/>
          </p:nvGrpSpPr>
          <p:grpSpPr>
            <a:xfrm>
              <a:off x="575484" y="52939"/>
              <a:ext cx="1447716" cy="350261"/>
              <a:chOff x="575484" y="52939"/>
              <a:chExt cx="1447716" cy="350261"/>
            </a:xfrm>
          </p:grpSpPr>
          <p:sp>
            <p:nvSpPr>
              <p:cNvPr id="1192" name="Google Shape;1192;p92"/>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cxnSp>
            <p:nvCxnSpPr>
              <p:cNvPr id="1193" name="Google Shape;1193;p92"/>
              <p:cNvCxnSpPr/>
              <p:nvPr/>
            </p:nvCxnSpPr>
            <p:spPr>
              <a:xfrm>
                <a:off x="575485"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194" name="Google Shape;1194;p92"/>
          <p:cNvSpPr/>
          <p:nvPr/>
        </p:nvSpPr>
        <p:spPr>
          <a:xfrm>
            <a:off x="2483894" y="4152609"/>
            <a:ext cx="9304274" cy="2383460"/>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Aquí añadimos un título nuevo, pero utilizando la etiqueta &lt;h2&gt; ya que será un subtítulo. Automáticamente el tamaño del texto será un poco más pequeño que el &lt;h1&gt;. Por otro lado, añadimos un párrafo con &lt;p&gt; y una URL a un sitio que vamos a utilizar para crear texto de relleno. Este sitio web es muy útil para simular el aspecto de los textos de nuestros sitios webs.</a:t>
            </a:r>
            <a:endParaRPr sz="1800" b="0" i="0" u="none" strike="noStrike" cap="none" dirty="0">
              <a:solidFill>
                <a:schemeClr val="lt1"/>
              </a:solidFill>
              <a:latin typeface="Gotham Rounded" pitchFamily="50" charset="0"/>
              <a:ea typeface="Tahoma"/>
              <a:cs typeface="Tahoma"/>
              <a:sym typeface="Tahoma"/>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199"/>
        <p:cNvGrpSpPr/>
        <p:nvPr/>
      </p:nvGrpSpPr>
      <p:grpSpPr>
        <a:xfrm>
          <a:off x="0" y="0"/>
          <a:ext cx="0" cy="0"/>
          <a:chOff x="0" y="0"/>
          <a:chExt cx="0" cy="0"/>
        </a:xfrm>
      </p:grpSpPr>
      <p:sp>
        <p:nvSpPr>
          <p:cNvPr id="1200" name="Google Shape;1200;p93"/>
          <p:cNvSpPr txBox="1"/>
          <p:nvPr/>
        </p:nvSpPr>
        <p:spPr>
          <a:xfrm>
            <a:off x="772885" y="-6507277"/>
            <a:ext cx="10781101" cy="117262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DOCTYPE</a:t>
            </a:r>
            <a:r>
              <a:rPr lang="es-ES" sz="1800" b="0" i="0" u="none" strike="noStrike" cap="none">
                <a:solidFill>
                  <a:schemeClr val="dk1"/>
                </a:solidFill>
                <a:latin typeface="Tahoma"/>
                <a:ea typeface="Tahoma"/>
                <a:cs typeface="Tahoma"/>
                <a:sym typeface="Tahoma"/>
              </a:rPr>
              <a:t> </a:t>
            </a:r>
            <a:r>
              <a:rPr lang="es-ES" sz="1800" b="0" i="0" u="none" strike="noStrike" cap="none">
                <a:solidFill>
                  <a:srgbClr val="F2CD84"/>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800" b="0" i="0" u="none" strike="noStrike" cap="none">
              <a:solidFill>
                <a:srgbClr val="4A7B8B"/>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 </a:t>
            </a:r>
            <a:r>
              <a:rPr lang="es-ES" sz="1800" b="0" i="0" u="none" strike="noStrike" cap="none">
                <a:solidFill>
                  <a:srgbClr val="F2CD84"/>
                </a:solidFill>
                <a:latin typeface="Tahoma"/>
                <a:ea typeface="Tahoma"/>
                <a:cs typeface="Tahoma"/>
                <a:sym typeface="Tahoma"/>
              </a:rPr>
              <a:t>lang</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“es”</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charset</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“UTF-8”</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name</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“viewport” content=“width=device-width, initial-scale=1.0”</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Completar con Nombre y Apellido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título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párrafo con información</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Mi segundo párrafo. Puedes hacer </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 </a:t>
            </a:r>
            <a:r>
              <a:rPr lang="es-ES" sz="1800" b="0" i="0" u="none" strike="noStrike" cap="none">
                <a:solidFill>
                  <a:srgbClr val="F2CD84"/>
                </a:solidFill>
                <a:latin typeface="Tahoma"/>
                <a:ea typeface="Tahoma"/>
                <a:cs typeface="Tahoma"/>
                <a:sym typeface="Tahoma"/>
              </a:rPr>
              <a:t>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"https://www.microsoft.com"</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click aquí</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a:t>
            </a:r>
            <a:r>
              <a:rPr lang="es-ES" sz="1800" b="0" i="0" u="none" strike="noStrike" cap="none">
                <a:solidFill>
                  <a:srgbClr val="4A7B8B"/>
                </a:solidFill>
                <a:latin typeface="Tahoma"/>
                <a:ea typeface="Tahoma"/>
                <a:cs typeface="Tahoma"/>
                <a:sym typeface="Tahoma"/>
              </a:rPr>
              <a:t>&gt; </a:t>
            </a:r>
            <a:r>
              <a:rPr lang="es-ES" sz="1800" b="0" i="0" u="none" strike="noStrike" cap="none">
                <a:solidFill>
                  <a:schemeClr val="lt1"/>
                </a:solidFill>
                <a:latin typeface="Tahoma"/>
                <a:ea typeface="Tahoma"/>
                <a:cs typeface="Tahoma"/>
                <a:sym typeface="Tahoma"/>
              </a:rPr>
              <a:t>para visitor el sitio web de Microsoft.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hr</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h2</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segundo título pero algo más pequeño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h2</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Vamos a utilizar un sitio web que nos va a generar mucho texto y nos va a permitir rellenar espacios. Este sitio web es</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 </a:t>
            </a:r>
            <a:r>
              <a:rPr lang="es-ES" sz="1800" b="0" i="0" u="none" strike="noStrike" cap="none">
                <a:solidFill>
                  <a:srgbClr val="F2CD84"/>
                </a:solidFill>
                <a:latin typeface="Tahoma"/>
                <a:ea typeface="Tahoma"/>
                <a:cs typeface="Tahoma"/>
                <a:sym typeface="Tahoma"/>
              </a:rPr>
              <a:t>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a:t>
            </a:r>
            <a:r>
              <a:rPr lang="es-ES" sz="1800" b="0" i="0" u="sng" strike="noStrike" cap="none">
                <a:solidFill>
                  <a:srgbClr val="F2CD84"/>
                </a:solidFill>
                <a:latin typeface="Tahoma"/>
                <a:ea typeface="Tahoma"/>
                <a:cs typeface="Tahoma"/>
                <a:sym typeface="Tahoma"/>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https://es.lipsum.com/</a:t>
            </a:r>
            <a:r>
              <a:rPr lang="es-ES" sz="1800" b="0" i="0" u="none" strike="noStrike" cap="none">
                <a:solidFill>
                  <a:srgbClr val="F2CD84"/>
                </a:solidFill>
                <a:latin typeface="Tahoma"/>
                <a:ea typeface="Tahoma"/>
                <a:cs typeface="Tahoma"/>
                <a:sym typeface="Tahoma"/>
              </a:rPr>
              <a:t>"</a:t>
            </a:r>
            <a:r>
              <a:rPr lang="es-ES" sz="1800" b="0" i="0" u="none" strike="noStrike" cap="none">
                <a:solidFill>
                  <a:srgbClr val="4A7B8B"/>
                </a:solidFill>
                <a:latin typeface="Tahoma"/>
                <a:ea typeface="Tahoma"/>
                <a:cs typeface="Tahoma"/>
                <a:sym typeface="Tahoma"/>
              </a:rPr>
              <a:t>&gt; </a:t>
            </a:r>
            <a:r>
              <a:rPr lang="es-ES" sz="1800" b="0" i="0" u="none" strike="noStrike" cap="none">
                <a:solidFill>
                  <a:schemeClr val="lt1"/>
                </a:solidFill>
                <a:latin typeface="Tahoma"/>
                <a:ea typeface="Tahoma"/>
                <a:cs typeface="Tahoma"/>
                <a:sym typeface="Tahoma"/>
              </a:rPr>
              <a:t>Lorem Ipsum</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a:t>
            </a:r>
            <a:r>
              <a:rPr lang="es-ES" sz="1800" b="0" i="0" u="none" strike="noStrike" cap="none">
                <a:solidFill>
                  <a:srgbClr val="4A7B8B"/>
                </a:solidFill>
                <a:latin typeface="Tahoma"/>
                <a:ea typeface="Tahoma"/>
                <a:cs typeface="Tahoma"/>
                <a:sym typeface="Tahoma"/>
              </a:rPr>
              <a:t>&gt;.</a:t>
            </a:r>
            <a:endParaRPr sz="1800" b="0" i="0" u="none" strike="noStrike" cap="none">
              <a:solidFill>
                <a:schemeClr val="lt1"/>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Lorem ipsum dolor sit amet, consectetur adipiscing elit. Sed viverra auctor quam, ut molestie eros bibendum eu. Aenean posuere aliquam nulla at pretium. Cras erat mauris, accumsan vel laoreet sit amet, scelerisque in ipsum. Vivamus sed nulla id erat sollicitudin tincidunt sit amet eu massa. Proin ultrices leo nec erat interdum rhoncus. Suspendisse et congue sapien. Donec dictum eleifend nisi, sit amet euismod ex pellentesque eget. Sed eget volutpat arcu. Mauris at risus fringilla lectus facilisis aliquet sed sed nisi. Nam tristique egestas lectus eget euismod. Nulla fringilla massa ut blandit venenatis. Fusce eleifend congue euismod. Ut volutpat ornare luctus.</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p:txBody>
      </p:sp>
      <p:sp>
        <p:nvSpPr>
          <p:cNvPr id="1201" name="Google Shape;1201;p93"/>
          <p:cNvSpPr/>
          <p:nvPr/>
        </p:nvSpPr>
        <p:spPr>
          <a:xfrm>
            <a:off x="1437033" y="962375"/>
            <a:ext cx="10394266" cy="3060681"/>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202" name="Google Shape;1202;p93"/>
          <p:cNvGrpSpPr/>
          <p:nvPr/>
        </p:nvGrpSpPr>
        <p:grpSpPr>
          <a:xfrm>
            <a:off x="0" y="0"/>
            <a:ext cx="12192000" cy="413657"/>
            <a:chOff x="0" y="0"/>
            <a:chExt cx="12192000" cy="413657"/>
          </a:xfrm>
        </p:grpSpPr>
        <p:sp>
          <p:nvSpPr>
            <p:cNvPr id="1203" name="Google Shape;1203;p93"/>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204" name="Google Shape;1204;p93"/>
            <p:cNvGrpSpPr/>
            <p:nvPr/>
          </p:nvGrpSpPr>
          <p:grpSpPr>
            <a:xfrm>
              <a:off x="575484" y="52939"/>
              <a:ext cx="1447716" cy="350261"/>
              <a:chOff x="575484" y="52939"/>
              <a:chExt cx="1447716" cy="350261"/>
            </a:xfrm>
          </p:grpSpPr>
          <p:sp>
            <p:nvSpPr>
              <p:cNvPr id="1205" name="Google Shape;1205;p93"/>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cxnSp>
            <p:nvCxnSpPr>
              <p:cNvPr id="1206" name="Google Shape;1206;p93"/>
              <p:cNvCxnSpPr/>
              <p:nvPr/>
            </p:nvCxnSpPr>
            <p:spPr>
              <a:xfrm>
                <a:off x="575485"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207" name="Google Shape;1207;p93"/>
          <p:cNvSpPr/>
          <p:nvPr/>
        </p:nvSpPr>
        <p:spPr>
          <a:xfrm>
            <a:off x="4739423" y="4359348"/>
            <a:ext cx="5592083" cy="2413591"/>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Vamos a sitio web: </a:t>
            </a:r>
            <a:r>
              <a:rPr lang="es-ES" sz="1800" b="0" i="0" u="sng" strike="noStrike" cap="none" dirty="0">
                <a:solidFill>
                  <a:schemeClr val="lt1"/>
                </a:solidFill>
                <a:latin typeface="Gotham Rounded" pitchFamily="50" charset="0"/>
                <a:ea typeface="Tahoma"/>
                <a:cs typeface="Tahoma"/>
                <a:sym typeface="Tahoma"/>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https://es.lipsum.com/</a:t>
            </a:r>
            <a:r>
              <a:rPr lang="es-ES" sz="1800" b="0" i="0" u="none" strike="noStrike" cap="none" dirty="0">
                <a:solidFill>
                  <a:schemeClr val="lt1"/>
                </a:solidFill>
                <a:latin typeface="Gotham Rounded" pitchFamily="50" charset="0"/>
                <a:ea typeface="Tahoma"/>
                <a:cs typeface="Tahoma"/>
                <a:sym typeface="Tahoma"/>
              </a:rPr>
              <a:t> (o cualquier otro) Seleccionamos y copiamos un párrafo (</a:t>
            </a:r>
            <a:r>
              <a:rPr lang="es-ES" sz="1800" b="0" i="0" u="none" strike="noStrike" cap="none" dirty="0" err="1">
                <a:solidFill>
                  <a:schemeClr val="lt1"/>
                </a:solidFill>
                <a:latin typeface="Gotham Rounded" pitchFamily="50" charset="0"/>
                <a:ea typeface="Tahoma"/>
                <a:cs typeface="Tahoma"/>
                <a:sym typeface="Tahoma"/>
              </a:rPr>
              <a:t>ctrol+C</a:t>
            </a:r>
            <a:r>
              <a:rPr lang="es-ES" sz="1800" b="0" i="0" u="none" strike="noStrike" cap="none" dirty="0">
                <a:solidFill>
                  <a:schemeClr val="lt1"/>
                </a:solidFill>
                <a:latin typeface="Gotham Rounded" pitchFamily="50" charset="0"/>
                <a:ea typeface="Tahoma"/>
                <a:cs typeface="Tahoma"/>
                <a:sym typeface="Tahoma"/>
              </a:rPr>
              <a:t>) volvemos a nuestro código y pegamos (</a:t>
            </a:r>
            <a:r>
              <a:rPr lang="es-ES" sz="1800" b="0" i="0" u="none" strike="noStrike" cap="none" dirty="0" err="1">
                <a:solidFill>
                  <a:schemeClr val="lt1"/>
                </a:solidFill>
                <a:latin typeface="Gotham Rounded" pitchFamily="50" charset="0"/>
                <a:ea typeface="Tahoma"/>
                <a:cs typeface="Tahoma"/>
                <a:sym typeface="Tahoma"/>
              </a:rPr>
              <a:t>ctrl+V</a:t>
            </a:r>
            <a:r>
              <a:rPr lang="es-ES" sz="1800" b="0" i="0" u="none" strike="noStrike" cap="none" dirty="0">
                <a:solidFill>
                  <a:schemeClr val="lt1"/>
                </a:solidFill>
                <a:latin typeface="Gotham Rounded" pitchFamily="50" charset="0"/>
                <a:ea typeface="Tahoma"/>
                <a:cs typeface="Tahoma"/>
                <a:sym typeface="Tahoma"/>
              </a:rPr>
              <a:t>). También podemos hacerlo con </a:t>
            </a:r>
            <a:r>
              <a:rPr lang="es-ES" sz="1800" b="0" i="0" u="none" strike="noStrike" cap="none" dirty="0" err="1">
                <a:solidFill>
                  <a:schemeClr val="lt1"/>
                </a:solidFill>
                <a:latin typeface="Gotham Rounded" pitchFamily="50" charset="0"/>
                <a:ea typeface="Tahoma"/>
                <a:cs typeface="Tahoma"/>
                <a:sym typeface="Tahoma"/>
              </a:rPr>
              <a:t>click</a:t>
            </a:r>
            <a:r>
              <a:rPr lang="es-ES" sz="1800" b="0" i="0" u="none" strike="noStrike" cap="none" dirty="0">
                <a:solidFill>
                  <a:schemeClr val="lt1"/>
                </a:solidFill>
                <a:latin typeface="Gotham Rounded" pitchFamily="50" charset="0"/>
                <a:ea typeface="Tahoma"/>
                <a:cs typeface="Tahoma"/>
                <a:sym typeface="Tahoma"/>
              </a:rPr>
              <a:t> derecho y pegar.</a:t>
            </a:r>
            <a:endParaRPr sz="1400" b="0" i="0" u="none" strike="noStrike" cap="none" dirty="0">
              <a:solidFill>
                <a:srgbClr val="000000"/>
              </a:solidFill>
              <a:latin typeface="Gotham Rounded" pitchFamily="50" charset="0"/>
              <a:sym typeface="Arial"/>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212"/>
        <p:cNvGrpSpPr/>
        <p:nvPr/>
      </p:nvGrpSpPr>
      <p:grpSpPr>
        <a:xfrm>
          <a:off x="0" y="0"/>
          <a:ext cx="0" cy="0"/>
          <a:chOff x="0" y="0"/>
          <a:chExt cx="0" cy="0"/>
        </a:xfrm>
      </p:grpSpPr>
      <p:sp>
        <p:nvSpPr>
          <p:cNvPr id="1213" name="Google Shape;1213;p94"/>
          <p:cNvSpPr txBox="1"/>
          <p:nvPr/>
        </p:nvSpPr>
        <p:spPr>
          <a:xfrm>
            <a:off x="772885" y="-6652234"/>
            <a:ext cx="10781101" cy="1255728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DOCTYPE</a:t>
            </a:r>
            <a:r>
              <a:rPr lang="es-ES" sz="1800" b="0" i="0" u="none" strike="noStrike" cap="none">
                <a:solidFill>
                  <a:schemeClr val="dk1"/>
                </a:solidFill>
                <a:latin typeface="Tahoma"/>
                <a:ea typeface="Tahoma"/>
                <a:cs typeface="Tahoma"/>
                <a:sym typeface="Tahoma"/>
              </a:rPr>
              <a:t> </a:t>
            </a:r>
            <a:r>
              <a:rPr lang="es-ES" sz="1800" b="0" i="0" u="none" strike="noStrike" cap="none">
                <a:solidFill>
                  <a:srgbClr val="F2CD84"/>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800" b="0" i="0" u="none" strike="noStrike" cap="none">
              <a:solidFill>
                <a:srgbClr val="4A7B8B"/>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 </a:t>
            </a:r>
            <a:r>
              <a:rPr lang="es-ES" sz="1800" b="0" i="0" u="none" strike="noStrike" cap="none">
                <a:solidFill>
                  <a:srgbClr val="F2CD84"/>
                </a:solidFill>
                <a:latin typeface="Tahoma"/>
                <a:ea typeface="Tahoma"/>
                <a:cs typeface="Tahoma"/>
                <a:sym typeface="Tahoma"/>
              </a:rPr>
              <a:t>lang</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“es”</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charset</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“UTF-8”</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name</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“viewport” content=“width=device-width, initial-scale=1.0”</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Completar con Nombre y Apellido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título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párrafo con información</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Mi segundo párrafo. Puedes hacer </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 </a:t>
            </a:r>
            <a:r>
              <a:rPr lang="es-ES" sz="1800" b="0" i="0" u="none" strike="noStrike" cap="none">
                <a:solidFill>
                  <a:srgbClr val="F2CD84"/>
                </a:solidFill>
                <a:latin typeface="Tahoma"/>
                <a:ea typeface="Tahoma"/>
                <a:cs typeface="Tahoma"/>
                <a:sym typeface="Tahoma"/>
              </a:rPr>
              <a:t>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"https://www.microsoft.com"</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click aquí</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a:t>
            </a:r>
            <a:r>
              <a:rPr lang="es-ES" sz="1800" b="0" i="0" u="none" strike="noStrike" cap="none">
                <a:solidFill>
                  <a:srgbClr val="4A7B8B"/>
                </a:solidFill>
                <a:latin typeface="Tahoma"/>
                <a:ea typeface="Tahoma"/>
                <a:cs typeface="Tahoma"/>
                <a:sym typeface="Tahoma"/>
              </a:rPr>
              <a:t>&gt; </a:t>
            </a:r>
            <a:r>
              <a:rPr lang="es-ES" sz="1800" b="0" i="0" u="none" strike="noStrike" cap="none">
                <a:solidFill>
                  <a:schemeClr val="lt1"/>
                </a:solidFill>
                <a:latin typeface="Tahoma"/>
                <a:ea typeface="Tahoma"/>
                <a:cs typeface="Tahoma"/>
                <a:sym typeface="Tahoma"/>
              </a:rPr>
              <a:t>para visitor el sitio web de Microsoft.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hr</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h2</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segundo título pero algo más pequeño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h2</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Vamos a utilizar un sitio web que nos va a generar mucho texto y nos va a permitir rellenar espacios. Este sitio web es</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 </a:t>
            </a:r>
            <a:r>
              <a:rPr lang="es-ES" sz="1800" b="0" i="0" u="none" strike="noStrike" cap="none">
                <a:solidFill>
                  <a:srgbClr val="F2CD84"/>
                </a:solidFill>
                <a:latin typeface="Tahoma"/>
                <a:ea typeface="Tahoma"/>
                <a:cs typeface="Tahoma"/>
                <a:sym typeface="Tahoma"/>
              </a:rPr>
              <a:t>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a:t>
            </a:r>
            <a:r>
              <a:rPr lang="es-ES" sz="1800" b="0" i="0" u="sng" strike="noStrike" cap="none">
                <a:solidFill>
                  <a:srgbClr val="F2CD84"/>
                </a:solidFill>
                <a:latin typeface="Tahoma"/>
                <a:ea typeface="Tahoma"/>
                <a:cs typeface="Tahoma"/>
                <a:sym typeface="Tahoma"/>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https://es.lipsum.com/</a:t>
            </a:r>
            <a:r>
              <a:rPr lang="es-ES" sz="1800" b="0" i="0" u="none" strike="noStrike" cap="none">
                <a:solidFill>
                  <a:srgbClr val="F2CD84"/>
                </a:solidFill>
                <a:latin typeface="Tahoma"/>
                <a:ea typeface="Tahoma"/>
                <a:cs typeface="Tahoma"/>
                <a:sym typeface="Tahoma"/>
              </a:rPr>
              <a:t>"</a:t>
            </a:r>
            <a:r>
              <a:rPr lang="es-ES" sz="1800" b="0" i="0" u="none" strike="noStrike" cap="none">
                <a:solidFill>
                  <a:srgbClr val="4A7B8B"/>
                </a:solidFill>
                <a:latin typeface="Tahoma"/>
                <a:ea typeface="Tahoma"/>
                <a:cs typeface="Tahoma"/>
                <a:sym typeface="Tahoma"/>
              </a:rPr>
              <a:t>&gt; </a:t>
            </a:r>
            <a:r>
              <a:rPr lang="es-ES" sz="1800" b="0" i="0" u="none" strike="noStrike" cap="none">
                <a:solidFill>
                  <a:schemeClr val="lt1"/>
                </a:solidFill>
                <a:latin typeface="Tahoma"/>
                <a:ea typeface="Tahoma"/>
                <a:cs typeface="Tahoma"/>
                <a:sym typeface="Tahoma"/>
              </a:rPr>
              <a:t>Lorem Ipsum</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a:t>
            </a:r>
            <a:r>
              <a:rPr lang="es-ES" sz="1800" b="0" i="0" u="none" strike="noStrike" cap="none">
                <a:solidFill>
                  <a:srgbClr val="4A7B8B"/>
                </a:solidFill>
                <a:latin typeface="Tahoma"/>
                <a:ea typeface="Tahoma"/>
                <a:cs typeface="Tahoma"/>
                <a:sym typeface="Tahoma"/>
              </a:rPr>
              <a:t>&gt;.</a:t>
            </a:r>
            <a:endParaRPr sz="1800" b="0" i="0" u="none" strike="noStrike" cap="none">
              <a:solidFill>
                <a:schemeClr val="lt1"/>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Lorem ipsum dolor sit amet, consectetur adipiscing elit. Sed viverra auctor quam, ut molestie eros bibendum eu. Aenean posuere aliquam nulla at pretium. Cras erat mauris, accumsan vel laoreet sit amet, scelerisque in ipsum. Vivamus sed nulla id erat sollicitudin tincidunt sit amet eu massa. Proin ultrices leo nec erat interdum rhoncus.</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br</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Suspendisse et congue sapien. Donec dictum eleifend nisi, sit amet euismod ex pellentesque eget. Sed eget volutpat arcu. Mauris at risus fringilla lectus facilisis aliquet sed sed nisi. Nam tristique egestas lectus eget euismod. Nulla fringilla massa ut blandit venenatis. Fusce eleifend congue euismod. Ut volutpat ornare luctus.</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p:txBody>
      </p:sp>
      <p:sp>
        <p:nvSpPr>
          <p:cNvPr id="1214" name="Google Shape;1214;p94"/>
          <p:cNvSpPr/>
          <p:nvPr/>
        </p:nvSpPr>
        <p:spPr>
          <a:xfrm>
            <a:off x="1947894" y="2225803"/>
            <a:ext cx="1318715" cy="566057"/>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215" name="Google Shape;1215;p94"/>
          <p:cNvGrpSpPr/>
          <p:nvPr/>
        </p:nvGrpSpPr>
        <p:grpSpPr>
          <a:xfrm>
            <a:off x="0" y="0"/>
            <a:ext cx="12192000" cy="413657"/>
            <a:chOff x="0" y="0"/>
            <a:chExt cx="12192000" cy="413657"/>
          </a:xfrm>
        </p:grpSpPr>
        <p:sp>
          <p:nvSpPr>
            <p:cNvPr id="1216" name="Google Shape;1216;p94"/>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217" name="Google Shape;1217;p94"/>
            <p:cNvGrpSpPr/>
            <p:nvPr/>
          </p:nvGrpSpPr>
          <p:grpSpPr>
            <a:xfrm>
              <a:off x="575484" y="52939"/>
              <a:ext cx="1447716" cy="350261"/>
              <a:chOff x="575484" y="52939"/>
              <a:chExt cx="1447716" cy="350261"/>
            </a:xfrm>
          </p:grpSpPr>
          <p:sp>
            <p:nvSpPr>
              <p:cNvPr id="1218" name="Google Shape;1218;p94"/>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cxnSp>
            <p:nvCxnSpPr>
              <p:cNvPr id="1219" name="Google Shape;1219;p94"/>
              <p:cNvCxnSpPr/>
              <p:nvPr/>
            </p:nvCxnSpPr>
            <p:spPr>
              <a:xfrm>
                <a:off x="575485"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220" name="Google Shape;1220;p94"/>
          <p:cNvSpPr/>
          <p:nvPr/>
        </p:nvSpPr>
        <p:spPr>
          <a:xfrm>
            <a:off x="2606722" y="4894729"/>
            <a:ext cx="9181446" cy="1751695"/>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Las etiquetas &lt;/</a:t>
            </a:r>
            <a:r>
              <a:rPr lang="es-ES" sz="1800" b="0" i="0" u="none" strike="noStrike" cap="none" dirty="0" err="1">
                <a:solidFill>
                  <a:schemeClr val="lt1"/>
                </a:solidFill>
                <a:latin typeface="Gotham Rounded" pitchFamily="50" charset="0"/>
                <a:ea typeface="Tahoma"/>
                <a:cs typeface="Tahoma"/>
                <a:sym typeface="Tahoma"/>
              </a:rPr>
              <a:t>br</a:t>
            </a:r>
            <a:r>
              <a:rPr lang="es-ES" sz="1800" b="0" i="0" u="none" strike="noStrike" cap="none" dirty="0">
                <a:solidFill>
                  <a:schemeClr val="lt1"/>
                </a:solidFill>
                <a:latin typeface="Gotham Rounded" pitchFamily="50" charset="0"/>
                <a:ea typeface="Tahoma"/>
                <a:cs typeface="Tahoma"/>
                <a:sym typeface="Tahoma"/>
              </a:rPr>
              <a:t>&gt; se usan para insertar un salto de línea y no hace falta indicar su apertura (sí, son del grupo de las rebeldes estas también) porque no se van a usar nunca para contener otros elementos.</a:t>
            </a:r>
            <a:endParaRPr sz="1400" b="0" i="0" u="none" strike="noStrike" cap="none" dirty="0">
              <a:solidFill>
                <a:srgbClr val="000000"/>
              </a:solidFill>
              <a:latin typeface="Gotham Rounded" pitchFamily="50" charset="0"/>
              <a:sym typeface="Arial"/>
            </a:endParaRP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225"/>
        <p:cNvGrpSpPr/>
        <p:nvPr/>
      </p:nvGrpSpPr>
      <p:grpSpPr>
        <a:xfrm>
          <a:off x="0" y="0"/>
          <a:ext cx="0" cy="0"/>
          <a:chOff x="0" y="0"/>
          <a:chExt cx="0" cy="0"/>
        </a:xfrm>
      </p:grpSpPr>
      <p:sp>
        <p:nvSpPr>
          <p:cNvPr id="1226" name="Google Shape;1226;p95"/>
          <p:cNvSpPr txBox="1"/>
          <p:nvPr/>
        </p:nvSpPr>
        <p:spPr>
          <a:xfrm>
            <a:off x="772885" y="0"/>
            <a:ext cx="10781101" cy="1283428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DOCTYPE</a:t>
            </a:r>
            <a:r>
              <a:rPr lang="es-ES" sz="1800" b="0" i="0" u="none" strike="noStrike" cap="none">
                <a:solidFill>
                  <a:schemeClr val="dk1"/>
                </a:solidFill>
                <a:latin typeface="Tahoma"/>
                <a:ea typeface="Tahoma"/>
                <a:cs typeface="Tahoma"/>
                <a:sym typeface="Tahoma"/>
              </a:rPr>
              <a:t> </a:t>
            </a:r>
            <a:r>
              <a:rPr lang="es-ES" sz="1800" b="0" i="0" u="none" strike="noStrike" cap="none">
                <a:solidFill>
                  <a:srgbClr val="F2CD84"/>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800" b="0" i="0" u="none" strike="noStrike" cap="none">
              <a:solidFill>
                <a:srgbClr val="4A7B8B"/>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 </a:t>
            </a:r>
            <a:r>
              <a:rPr lang="es-ES" sz="1800" b="0" i="0" u="none" strike="noStrike" cap="none">
                <a:solidFill>
                  <a:srgbClr val="F2CD84"/>
                </a:solidFill>
                <a:latin typeface="Tahoma"/>
                <a:ea typeface="Tahoma"/>
                <a:cs typeface="Tahoma"/>
                <a:sym typeface="Tahoma"/>
              </a:rPr>
              <a:t>lang</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“es”</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charset</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“UTF-8”</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name</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“viewport” content=“width=device-width, initial-scale=1.0”</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Completar con Nombre y Apellido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1" u="none" strike="noStrike" cap="none">
                <a:solidFill>
                  <a:srgbClr val="4A7B8B"/>
                </a:solidFill>
                <a:latin typeface="Tahoma"/>
                <a:ea typeface="Tahoma"/>
                <a:cs typeface="Tahoma"/>
                <a:sym typeface="Tahoma"/>
              </a:rPr>
              <a:t>&lt;!-- Esto es un comentario interno. No se muestra en pantalla --&gt;</a:t>
            </a:r>
            <a:endParaRPr sz="1800" b="0" i="1"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título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párrafo con información</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Mi segundo párrafo. Puedes hacer </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 </a:t>
            </a:r>
            <a:r>
              <a:rPr lang="es-ES" sz="1800" b="0" i="0" u="none" strike="noStrike" cap="none">
                <a:solidFill>
                  <a:srgbClr val="F2CD84"/>
                </a:solidFill>
                <a:latin typeface="Tahoma"/>
                <a:ea typeface="Tahoma"/>
                <a:cs typeface="Tahoma"/>
                <a:sym typeface="Tahoma"/>
              </a:rPr>
              <a:t>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"https://www.microsoft.com"</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click aquí</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a:t>
            </a:r>
            <a:r>
              <a:rPr lang="es-ES" sz="1800" b="0" i="0" u="none" strike="noStrike" cap="none">
                <a:solidFill>
                  <a:srgbClr val="4A7B8B"/>
                </a:solidFill>
                <a:latin typeface="Tahoma"/>
                <a:ea typeface="Tahoma"/>
                <a:cs typeface="Tahoma"/>
                <a:sym typeface="Tahoma"/>
              </a:rPr>
              <a:t>&gt; </a:t>
            </a:r>
            <a:r>
              <a:rPr lang="es-ES" sz="1800" b="0" i="0" u="none" strike="noStrike" cap="none">
                <a:solidFill>
                  <a:schemeClr val="lt1"/>
                </a:solidFill>
                <a:latin typeface="Tahoma"/>
                <a:ea typeface="Tahoma"/>
                <a:cs typeface="Tahoma"/>
                <a:sym typeface="Tahoma"/>
              </a:rPr>
              <a:t>para visitar el sitio web de Microsoft.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hr</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h2</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segundo título pero algo más pequeño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h2</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Vamos a utilizar un sitio web que nos va a generar mucho texto y nos va a permitir rellenar espacios. Este sitio web es</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 </a:t>
            </a:r>
            <a:r>
              <a:rPr lang="es-ES" sz="1800" b="0" i="0" u="none" strike="noStrike" cap="none">
                <a:solidFill>
                  <a:srgbClr val="F2CD84"/>
                </a:solidFill>
                <a:latin typeface="Tahoma"/>
                <a:ea typeface="Tahoma"/>
                <a:cs typeface="Tahoma"/>
                <a:sym typeface="Tahoma"/>
              </a:rPr>
              <a:t>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a:t>
            </a:r>
            <a:r>
              <a:rPr lang="es-ES" sz="1800" b="0" i="0" u="sng" strike="noStrike" cap="none">
                <a:solidFill>
                  <a:srgbClr val="F2CD84"/>
                </a:solidFill>
                <a:latin typeface="Tahoma"/>
                <a:ea typeface="Tahoma"/>
                <a:cs typeface="Tahoma"/>
                <a:sym typeface="Tahoma"/>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https://es.lipsum.com/</a:t>
            </a:r>
            <a:r>
              <a:rPr lang="es-ES" sz="1800" b="0" i="0" u="none" strike="noStrike" cap="none">
                <a:solidFill>
                  <a:srgbClr val="F2CD84"/>
                </a:solidFill>
                <a:latin typeface="Tahoma"/>
                <a:ea typeface="Tahoma"/>
                <a:cs typeface="Tahoma"/>
                <a:sym typeface="Tahoma"/>
              </a:rPr>
              <a:t>"</a:t>
            </a:r>
            <a:r>
              <a:rPr lang="es-ES" sz="1800" b="0" i="0" u="none" strike="noStrike" cap="none">
                <a:solidFill>
                  <a:srgbClr val="4A7B8B"/>
                </a:solidFill>
                <a:latin typeface="Tahoma"/>
                <a:ea typeface="Tahoma"/>
                <a:cs typeface="Tahoma"/>
                <a:sym typeface="Tahoma"/>
              </a:rPr>
              <a:t>&gt; </a:t>
            </a:r>
            <a:r>
              <a:rPr lang="es-ES" sz="1800" b="0" i="0" u="none" strike="noStrike" cap="none">
                <a:solidFill>
                  <a:schemeClr val="lt1"/>
                </a:solidFill>
                <a:latin typeface="Tahoma"/>
                <a:ea typeface="Tahoma"/>
                <a:cs typeface="Tahoma"/>
                <a:sym typeface="Tahoma"/>
              </a:rPr>
              <a:t>Lorem Ipsum</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a:t>
            </a:r>
            <a:r>
              <a:rPr lang="es-ES" sz="1800" b="0" i="0" u="none" strike="noStrike" cap="none">
                <a:solidFill>
                  <a:srgbClr val="4A7B8B"/>
                </a:solidFill>
                <a:latin typeface="Tahoma"/>
                <a:ea typeface="Tahoma"/>
                <a:cs typeface="Tahoma"/>
                <a:sym typeface="Tahoma"/>
              </a:rPr>
              <a:t>&gt;.</a:t>
            </a:r>
            <a:endParaRPr sz="1800" b="0" i="0" u="none" strike="noStrike" cap="none">
              <a:solidFill>
                <a:schemeClr val="lt1"/>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Lorem ipsum dolor sit amet, consectetur adipiscing elit. Sed viverra auctor quam, ut molestie eros bibendum eu. Aenean posuere aliquam nulla at pretium. Cras erat mauris, accumsan vel laoreet sit amet, scelerisque in ipsum. Vivamus sed nulla id erat sollicitudin tincidunt sit amet eu massa. Proin ultrices leo nec erat interdum rhoncus.</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br</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Suspendisse et congue sapien. Donec dictum eleifend nisi, sit amet euismod ex pellentesque eget. Sed eget volutpat arcu. Mauris at risus fringilla lectus facilisis aliquet sed sed nisi. Nam tristique egestas lectus eget euismod. Nulla fringilla massa ut blandit venenatis. Fusce eleifend congue euismod. Ut volutpat ornare luctus.</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p:txBody>
      </p:sp>
      <p:sp>
        <p:nvSpPr>
          <p:cNvPr id="1227" name="Google Shape;1227;p95"/>
          <p:cNvSpPr/>
          <p:nvPr/>
        </p:nvSpPr>
        <p:spPr>
          <a:xfrm>
            <a:off x="1273630" y="3004073"/>
            <a:ext cx="9840684" cy="413657"/>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228" name="Google Shape;1228;p95"/>
          <p:cNvGrpSpPr/>
          <p:nvPr/>
        </p:nvGrpSpPr>
        <p:grpSpPr>
          <a:xfrm>
            <a:off x="0" y="0"/>
            <a:ext cx="12192000" cy="413657"/>
            <a:chOff x="0" y="0"/>
            <a:chExt cx="12192000" cy="413657"/>
          </a:xfrm>
        </p:grpSpPr>
        <p:sp>
          <p:nvSpPr>
            <p:cNvPr id="1229" name="Google Shape;1229;p95"/>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230" name="Google Shape;1230;p95"/>
            <p:cNvGrpSpPr/>
            <p:nvPr/>
          </p:nvGrpSpPr>
          <p:grpSpPr>
            <a:xfrm>
              <a:off x="575484" y="52939"/>
              <a:ext cx="1447716" cy="350261"/>
              <a:chOff x="575484" y="52939"/>
              <a:chExt cx="1447716" cy="350261"/>
            </a:xfrm>
          </p:grpSpPr>
          <p:sp>
            <p:nvSpPr>
              <p:cNvPr id="1231" name="Google Shape;1231;p95"/>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cxnSp>
            <p:nvCxnSpPr>
              <p:cNvPr id="1232" name="Google Shape;1232;p95"/>
              <p:cNvCxnSpPr/>
              <p:nvPr/>
            </p:nvCxnSpPr>
            <p:spPr>
              <a:xfrm>
                <a:off x="575485"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233" name="Google Shape;1233;p95"/>
          <p:cNvSpPr/>
          <p:nvPr/>
        </p:nvSpPr>
        <p:spPr>
          <a:xfrm>
            <a:off x="365689" y="4490113"/>
            <a:ext cx="11460622" cy="2156311"/>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Por último, aquí añadimos a nuestro código un comentario interno. Como verán, se escribe de un modo distinto, utilizando &lt;!-- como apertura y --&gt; como cierre. Los comentarios se utilizan internamente, para hacer anotaciones entre quienes trabajan con el código. No salen nunca impresos en pantalla al cargar el sitio web. En códigos muy largos sirven para entender mejor el código HTML.</a:t>
            </a:r>
            <a:endParaRPr sz="1800" b="0" i="0" u="none" strike="noStrike" cap="none" dirty="0">
              <a:solidFill>
                <a:schemeClr val="lt1"/>
              </a:solidFill>
              <a:latin typeface="Gotham Rounded" pitchFamily="50" charset="0"/>
              <a:ea typeface="Tahoma"/>
              <a:cs typeface="Tahoma"/>
              <a:sym typeface="Tahoma"/>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237"/>
        <p:cNvGrpSpPr/>
        <p:nvPr/>
      </p:nvGrpSpPr>
      <p:grpSpPr>
        <a:xfrm>
          <a:off x="0" y="0"/>
          <a:ext cx="0" cy="0"/>
          <a:chOff x="0" y="0"/>
          <a:chExt cx="0" cy="0"/>
        </a:xfrm>
      </p:grpSpPr>
      <p:pic>
        <p:nvPicPr>
          <p:cNvPr id="1238" name="Google Shape;1238;p103"/>
          <p:cNvPicPr preferRelativeResize="0"/>
          <p:nvPr/>
        </p:nvPicPr>
        <p:blipFill rotWithShape="1">
          <a:blip r:embed="rId3">
            <a:alphaModFix/>
          </a:blip>
          <a:srcRect/>
          <a:stretch/>
        </p:blipFill>
        <p:spPr>
          <a:xfrm>
            <a:off x="795338" y="0"/>
            <a:ext cx="10601325" cy="6700838"/>
          </a:xfrm>
          <a:prstGeom prst="rect">
            <a:avLst/>
          </a:prstGeom>
          <a:noFill/>
          <a:ln>
            <a:noFill/>
          </a:ln>
        </p:spPr>
      </p:pic>
      <p:sp>
        <p:nvSpPr>
          <p:cNvPr id="1239" name="Google Shape;1239;p103"/>
          <p:cNvSpPr/>
          <p:nvPr/>
        </p:nvSpPr>
        <p:spPr>
          <a:xfrm>
            <a:off x="4328160" y="3708400"/>
            <a:ext cx="508000" cy="294640"/>
          </a:xfrm>
          <a:prstGeom prst="rect">
            <a:avLst/>
          </a:prstGeom>
          <a:noFill/>
          <a:ln w="25400" cap="flat" cmpd="sng">
            <a:solidFill>
              <a:srgbClr val="FF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240" name="Google Shape;1240;p103"/>
          <p:cNvSpPr txBox="1"/>
          <p:nvPr/>
        </p:nvSpPr>
        <p:spPr>
          <a:xfrm>
            <a:off x="1950720" y="4318000"/>
            <a:ext cx="8575040" cy="1569620"/>
          </a:xfrm>
          <a:prstGeom prst="rect">
            <a:avLst/>
          </a:prstGeom>
          <a:solidFill>
            <a:srgbClr val="872789"/>
          </a:solid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s-ES" sz="1600" b="0" i="0" u="none" strike="noStrike" cap="none" dirty="0">
                <a:solidFill>
                  <a:schemeClr val="lt1"/>
                </a:solidFill>
                <a:latin typeface="Gotham Rounded" pitchFamily="50" charset="0"/>
                <a:ea typeface="Tahoma"/>
                <a:cs typeface="Tahoma"/>
                <a:sym typeface="Tahoma"/>
              </a:rPr>
              <a:t>Ahora vamos a añadir ”clases”. Las clases se usan para asignar un mismo estilo a muchas etiquetas. Es una forma de reutilizar y reducir código a la hora de escribir. Las ”clases” en CSS se indican con un “.” (punto) al principio y luego se les añade un nombre a criterio personal.</a:t>
            </a:r>
            <a:endParaRPr sz="1600" dirty="0">
              <a:latin typeface="Gotham Rounded" pitchFamily="50" charset="0"/>
            </a:endParaRP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244"/>
        <p:cNvGrpSpPr/>
        <p:nvPr/>
      </p:nvGrpSpPr>
      <p:grpSpPr>
        <a:xfrm>
          <a:off x="0" y="0"/>
          <a:ext cx="0" cy="0"/>
          <a:chOff x="0" y="0"/>
          <a:chExt cx="0" cy="0"/>
        </a:xfrm>
      </p:grpSpPr>
      <p:pic>
        <p:nvPicPr>
          <p:cNvPr id="1245" name="Google Shape;1245;p104"/>
          <p:cNvPicPr preferRelativeResize="0"/>
          <p:nvPr/>
        </p:nvPicPr>
        <p:blipFill rotWithShape="1">
          <a:blip r:embed="rId3">
            <a:alphaModFix/>
          </a:blip>
          <a:srcRect/>
          <a:stretch/>
        </p:blipFill>
        <p:spPr>
          <a:xfrm>
            <a:off x="795337" y="0"/>
            <a:ext cx="10431461" cy="6593471"/>
          </a:xfrm>
          <a:prstGeom prst="rect">
            <a:avLst/>
          </a:prstGeom>
          <a:noFill/>
          <a:ln>
            <a:noFill/>
          </a:ln>
        </p:spPr>
      </p:pic>
      <p:sp>
        <p:nvSpPr>
          <p:cNvPr id="1246" name="Google Shape;1246;p104"/>
          <p:cNvSpPr txBox="1"/>
          <p:nvPr/>
        </p:nvSpPr>
        <p:spPr>
          <a:xfrm>
            <a:off x="1969477" y="4500880"/>
            <a:ext cx="7997483" cy="1323399"/>
          </a:xfrm>
          <a:prstGeom prst="rect">
            <a:avLst/>
          </a:prstGeom>
          <a:solidFill>
            <a:srgbClr val="872789"/>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2000" b="0" i="0" u="none" strike="noStrike" cap="none" dirty="0">
                <a:solidFill>
                  <a:schemeClr val="lt1"/>
                </a:solidFill>
                <a:latin typeface="Gotham Rounded" pitchFamily="50" charset="0"/>
                <a:sym typeface="Arial"/>
              </a:rPr>
              <a:t>Para usar la Clase, vamos a una etiqueta dentro del &lt;</a:t>
            </a:r>
            <a:r>
              <a:rPr lang="es-ES" sz="2000" b="0" i="0" u="none" strike="noStrike" cap="none" dirty="0" err="1">
                <a:solidFill>
                  <a:schemeClr val="lt1"/>
                </a:solidFill>
                <a:latin typeface="Gotham Rounded" pitchFamily="50" charset="0"/>
                <a:sym typeface="Arial"/>
              </a:rPr>
              <a:t>body</a:t>
            </a:r>
            <a:r>
              <a:rPr lang="es-ES" sz="2000" b="0" i="0" u="none" strike="noStrike" cap="none" dirty="0">
                <a:solidFill>
                  <a:schemeClr val="lt1"/>
                </a:solidFill>
                <a:latin typeface="Gotham Rounded" pitchFamily="50" charset="0"/>
                <a:sym typeface="Arial"/>
              </a:rPr>
              <a:t>&gt; y añadimos el atributo “</a:t>
            </a:r>
            <a:r>
              <a:rPr lang="es-ES" sz="2000" b="0" i="0" u="none" strike="noStrike" cap="none" dirty="0" err="1">
                <a:solidFill>
                  <a:schemeClr val="lt1"/>
                </a:solidFill>
                <a:latin typeface="Gotham Rounded" pitchFamily="50" charset="0"/>
                <a:sym typeface="Arial"/>
              </a:rPr>
              <a:t>class</a:t>
            </a:r>
            <a:r>
              <a:rPr lang="es-ES" sz="2000" b="0" i="0" u="none" strike="noStrike" cap="none" dirty="0">
                <a:solidFill>
                  <a:schemeClr val="lt1"/>
                </a:solidFill>
                <a:latin typeface="Gotham Rounded" pitchFamily="50" charset="0"/>
                <a:sym typeface="Arial"/>
              </a:rPr>
              <a:t>=“ más el nombre de la clase que elijamos. Presten atención que en HTML la clase no se escribe con un punto al principio como en CSS.</a:t>
            </a:r>
            <a:endParaRPr dirty="0">
              <a:latin typeface="Gotham Rounded" pitchFamily="50" charset="0"/>
            </a:endParaRPr>
          </a:p>
        </p:txBody>
      </p:sp>
      <p:sp>
        <p:nvSpPr>
          <p:cNvPr id="1247" name="Google Shape;1247;p104"/>
          <p:cNvSpPr/>
          <p:nvPr/>
        </p:nvSpPr>
        <p:spPr>
          <a:xfrm>
            <a:off x="4206240" y="3606800"/>
            <a:ext cx="568960" cy="365760"/>
          </a:xfrm>
          <a:prstGeom prst="rect">
            <a:avLst/>
          </a:prstGeom>
          <a:noFill/>
          <a:ln w="25400" cap="flat" cmpd="sng">
            <a:solidFill>
              <a:srgbClr val="FF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1251"/>
        <p:cNvGrpSpPr/>
        <p:nvPr/>
      </p:nvGrpSpPr>
      <p:grpSpPr>
        <a:xfrm>
          <a:off x="0" y="0"/>
          <a:ext cx="0" cy="0"/>
          <a:chOff x="0" y="0"/>
          <a:chExt cx="0" cy="0"/>
        </a:xfrm>
      </p:grpSpPr>
      <p:pic>
        <p:nvPicPr>
          <p:cNvPr id="1252" name="Google Shape;1252;p105"/>
          <p:cNvPicPr preferRelativeResize="0"/>
          <p:nvPr/>
        </p:nvPicPr>
        <p:blipFill rotWithShape="1">
          <a:blip r:embed="rId3">
            <a:alphaModFix/>
          </a:blip>
          <a:srcRect/>
          <a:stretch/>
        </p:blipFill>
        <p:spPr>
          <a:xfrm>
            <a:off x="876300" y="261938"/>
            <a:ext cx="10360659" cy="6547306"/>
          </a:xfrm>
          <a:prstGeom prst="rect">
            <a:avLst/>
          </a:prstGeom>
          <a:noFill/>
          <a:ln>
            <a:noFill/>
          </a:ln>
        </p:spPr>
      </p:pic>
      <p:sp>
        <p:nvSpPr>
          <p:cNvPr id="1253" name="Google Shape;1253;p105"/>
          <p:cNvSpPr txBox="1"/>
          <p:nvPr/>
        </p:nvSpPr>
        <p:spPr>
          <a:xfrm>
            <a:off x="2338068" y="4572000"/>
            <a:ext cx="8620663" cy="1477328"/>
          </a:xfrm>
          <a:prstGeom prst="rect">
            <a:avLst/>
          </a:prstGeom>
          <a:solidFill>
            <a:srgbClr val="872789"/>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1800" b="0" i="0" u="none" strike="noStrike" cap="none" dirty="0">
                <a:solidFill>
                  <a:schemeClr val="lt1"/>
                </a:solidFill>
                <a:latin typeface="Gotham Rounded" pitchFamily="50" charset="0"/>
                <a:sym typeface="Arial"/>
              </a:rPr>
              <a:t>A una misma etiqueta se le pueden asignar infinitas clases. Para hacerlo, simplemente hay que separarlas con un “ “ (espacio). Es importante respetar minúsculas y mayúsculas, debe ser idéntico a como está escrita la clase en CSS para que HTML pueda encontrarla y cargar las propiedades.</a:t>
            </a:r>
            <a:endParaRPr dirty="0">
              <a:latin typeface="Gotham Rounded" pitchFamily="50" charset="0"/>
            </a:endParaRPr>
          </a:p>
        </p:txBody>
      </p:sp>
      <p:sp>
        <p:nvSpPr>
          <p:cNvPr id="1254" name="Google Shape;1254;p105"/>
          <p:cNvSpPr/>
          <p:nvPr/>
        </p:nvSpPr>
        <p:spPr>
          <a:xfrm>
            <a:off x="4287520" y="3860800"/>
            <a:ext cx="579120" cy="325120"/>
          </a:xfrm>
          <a:prstGeom prst="rect">
            <a:avLst/>
          </a:prstGeom>
          <a:noFill/>
          <a:ln w="25400" cap="flat" cmpd="sng">
            <a:solidFill>
              <a:srgbClr val="FF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sp>
        <p:nvSpPr>
          <p:cNvPr id="1138" name="Google Shape;1138;p87"/>
          <p:cNvSpPr/>
          <p:nvPr/>
        </p:nvSpPr>
        <p:spPr>
          <a:xfrm>
            <a:off x="6934199" y="562207"/>
            <a:ext cx="4467151" cy="560908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err="1">
                <a:solidFill>
                  <a:schemeClr val="tx1"/>
                </a:solidFill>
                <a:latin typeface="Gotham Rounded" pitchFamily="50" charset="0"/>
                <a:sym typeface="Arial"/>
              </a:rPr>
              <a:t>Ctrl+S</a:t>
            </a:r>
            <a:r>
              <a:rPr lang="es-ES" sz="2400" b="1" i="0" u="none" strike="noStrike" cap="none" dirty="0">
                <a:solidFill>
                  <a:schemeClr val="tx1"/>
                </a:solidFill>
                <a:latin typeface="Gotham Rounded" pitchFamily="50" charset="0"/>
                <a:sym typeface="Arial"/>
              </a:rPr>
              <a:t> para guardar</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600"/>
              <a:buFont typeface="Arial"/>
              <a:buNone/>
            </a:pPr>
            <a:r>
              <a:rPr lang="es-ES" sz="3600" b="0" i="0" u="none" strike="noStrike" cap="none" dirty="0">
                <a:solidFill>
                  <a:schemeClr val="tx1"/>
                </a:solidFill>
                <a:latin typeface="Gotham Rounded" pitchFamily="50" charset="0"/>
                <a:sym typeface="Arial"/>
              </a:rPr>
              <a:t>Recuerden siempre guardar los cambios que hicieron en el código para que se vean reflejados en el sitio web.</a:t>
            </a:r>
            <a:endParaRPr sz="1400" b="0" i="0" u="none" strike="noStrike" cap="none" dirty="0">
              <a:solidFill>
                <a:schemeClr val="tx1"/>
              </a:solidFill>
              <a:latin typeface="Gotham Rounded" pitchFamily="50" charset="0"/>
              <a:sym typeface="Arial"/>
            </a:endParaRPr>
          </a:p>
        </p:txBody>
      </p:sp>
      <p:pic>
        <p:nvPicPr>
          <p:cNvPr id="1139" name="Google Shape;1139;p87"/>
          <p:cNvPicPr preferRelativeResize="0"/>
          <p:nvPr/>
        </p:nvPicPr>
        <p:blipFill rotWithShape="1">
          <a:blip r:embed="rId3">
            <a:alphaModFix/>
          </a:blip>
          <a:srcRect/>
          <a:stretch/>
        </p:blipFill>
        <p:spPr>
          <a:xfrm>
            <a:off x="-1" y="0"/>
            <a:ext cx="5908431" cy="6858000"/>
          </a:xfrm>
          <a:prstGeom prst="rect">
            <a:avLst/>
          </a:prstGeom>
          <a:noFill/>
          <a:ln>
            <a:noFill/>
          </a:ln>
        </p:spPr>
      </p:pic>
      <p:pic>
        <p:nvPicPr>
          <p:cNvPr id="4" name="Google Shape;1102;p6"/>
          <p:cNvPicPr preferRelativeResize="0"/>
          <p:nvPr/>
        </p:nvPicPr>
        <p:blipFill rotWithShape="1">
          <a:blip r:embed="rId4">
            <a:alphaModFix/>
          </a:blip>
          <a:srcRect/>
          <a:stretch/>
        </p:blipFill>
        <p:spPr>
          <a:xfrm>
            <a:off x="5908430" y="-62251"/>
            <a:ext cx="6283570" cy="6858000"/>
          </a:xfrm>
          <a:prstGeom prst="rect">
            <a:avLst/>
          </a:prstGeom>
          <a:noFill/>
          <a:ln>
            <a:noFill/>
          </a:ln>
        </p:spPr>
      </p:pic>
    </p:spTree>
    <p:extLst>
      <p:ext uri="{BB962C8B-B14F-4D97-AF65-F5344CB8AC3E}">
        <p14:creationId xmlns:p14="http://schemas.microsoft.com/office/powerpoint/2010/main" val="2911574021"/>
      </p:ext>
    </p:extLst>
  </p:cSld>
  <p:clrMapOvr>
    <a:masterClrMapping/>
  </p:clrMapOvr>
  <p:transition spd="slow">
    <p:push/>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1266"/>
        <p:cNvGrpSpPr/>
        <p:nvPr/>
      </p:nvGrpSpPr>
      <p:grpSpPr>
        <a:xfrm>
          <a:off x="0" y="0"/>
          <a:ext cx="0" cy="0"/>
          <a:chOff x="0" y="0"/>
          <a:chExt cx="0" cy="0"/>
        </a:xfrm>
      </p:grpSpPr>
      <p:pic>
        <p:nvPicPr>
          <p:cNvPr id="1267" name="Google Shape;1267;p97"/>
          <p:cNvPicPr preferRelativeResize="0"/>
          <p:nvPr/>
        </p:nvPicPr>
        <p:blipFill rotWithShape="1">
          <a:blip r:embed="rId3">
            <a:alphaModFix/>
          </a:blip>
          <a:srcRect/>
          <a:stretch/>
        </p:blipFill>
        <p:spPr>
          <a:xfrm>
            <a:off x="948116" y="211574"/>
            <a:ext cx="10295765" cy="6434853"/>
          </a:xfrm>
          <a:prstGeom prst="rect">
            <a:avLst/>
          </a:prstGeom>
          <a:noFill/>
          <a:ln>
            <a:noFill/>
          </a:ln>
          <a:effectLst>
            <a:outerShdw blurRad="101600" dist="50800" sx="101000" sy="101000" algn="ctr" rotWithShape="0">
              <a:srgbClr val="7F7F7F">
                <a:alpha val="20000"/>
              </a:srgbClr>
            </a:outerShdw>
          </a:effectLst>
        </p:spPr>
      </p:pic>
    </p:spTree>
  </p:cSld>
  <p:clrMapOvr>
    <a:masterClrMapping/>
  </p:clrMapOvr>
  <p:transition spd="slow">
    <p:push/>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1272"/>
        <p:cNvGrpSpPr/>
        <p:nvPr/>
      </p:nvGrpSpPr>
      <p:grpSpPr>
        <a:xfrm>
          <a:off x="0" y="0"/>
          <a:ext cx="0" cy="0"/>
          <a:chOff x="0" y="0"/>
          <a:chExt cx="0" cy="0"/>
        </a:xfrm>
      </p:grpSpPr>
      <p:sp>
        <p:nvSpPr>
          <p:cNvPr id="1273" name="Google Shape;1273;p98"/>
          <p:cNvSpPr/>
          <p:nvPr/>
        </p:nvSpPr>
        <p:spPr>
          <a:xfrm>
            <a:off x="639493" y="533237"/>
            <a:ext cx="6184420"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S" sz="2400" b="1" i="0" u="none" strike="noStrike" cap="none" dirty="0">
                <a:solidFill>
                  <a:schemeClr val="lt1"/>
                </a:solidFill>
                <a:latin typeface="Gotham Rounded" pitchFamily="50" charset="0"/>
                <a:sym typeface="Arial"/>
              </a:rPr>
              <a:t>Álbum de etiquetas desbloqueadas</a:t>
            </a:r>
            <a:endParaRPr sz="1400" b="0" i="0" u="none" strike="noStrike" cap="none" dirty="0">
              <a:solidFill>
                <a:srgbClr val="000000"/>
              </a:solidFill>
              <a:latin typeface="Gotham Rounded" pitchFamily="50" charset="0"/>
              <a:sym typeface="Arial"/>
            </a:endParaRPr>
          </a:p>
        </p:txBody>
      </p:sp>
      <p:graphicFrame>
        <p:nvGraphicFramePr>
          <p:cNvPr id="1274" name="Google Shape;1274;p98"/>
          <p:cNvGraphicFramePr/>
          <p:nvPr>
            <p:extLst>
              <p:ext uri="{D42A27DB-BD31-4B8C-83A1-F6EECF244321}">
                <p14:modId xmlns:p14="http://schemas.microsoft.com/office/powerpoint/2010/main" val="3668019743"/>
              </p:ext>
            </p:extLst>
          </p:nvPr>
        </p:nvGraphicFramePr>
        <p:xfrm>
          <a:off x="780144" y="1491345"/>
          <a:ext cx="1964400" cy="1065050"/>
        </p:xfrm>
        <a:graphic>
          <a:graphicData uri="http://schemas.openxmlformats.org/drawingml/2006/table">
            <a:tbl>
              <a:tblPr firstRow="1" bandRow="1">
                <a:noFill/>
                <a:tableStyleId>{41272BF2-6FC2-4F72-8B00-76E79A4D9CF1}</a:tableStyleId>
              </a:tblPr>
              <a:tblGrid>
                <a:gridCol w="1964400">
                  <a:extLst>
                    <a:ext uri="{9D8B030D-6E8A-4147-A177-3AD203B41FA5}">
                      <a16:colId xmlns:a16="http://schemas.microsoft.com/office/drawing/2014/main" val="20000"/>
                    </a:ext>
                  </a:extLst>
                </a:gridCol>
              </a:tblGrid>
              <a:tr h="608600">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pitchFamily="50" charset="0"/>
                          <a:ea typeface="Arial"/>
                          <a:cs typeface="Arial"/>
                          <a:sym typeface="Arial"/>
                        </a:rPr>
                        <a:t>Raíz</a:t>
                      </a:r>
                      <a:endParaRPr sz="1800" b="1" u="none" strike="noStrike" cap="none" dirty="0">
                        <a:solidFill>
                          <a:schemeClr val="lt1"/>
                        </a:solidFill>
                        <a:latin typeface="Gotham Rounded"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html</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1275" name="Google Shape;1275;p98"/>
          <p:cNvGraphicFramePr/>
          <p:nvPr>
            <p:extLst>
              <p:ext uri="{D42A27DB-BD31-4B8C-83A1-F6EECF244321}">
                <p14:modId xmlns:p14="http://schemas.microsoft.com/office/powerpoint/2010/main" val="838674106"/>
              </p:ext>
            </p:extLst>
          </p:nvPr>
        </p:nvGraphicFramePr>
        <p:xfrm>
          <a:off x="2993612" y="1491345"/>
          <a:ext cx="2561775" cy="2881025"/>
        </p:xfrm>
        <a:graphic>
          <a:graphicData uri="http://schemas.openxmlformats.org/drawingml/2006/table">
            <a:tbl>
              <a:tblPr firstRow="1" bandRow="1">
                <a:noFill/>
                <a:tableStyleId>{41272BF2-6FC2-4F72-8B00-76E79A4D9CF1}</a:tableStyleId>
              </a:tblPr>
              <a:tblGrid>
                <a:gridCol w="2561775">
                  <a:extLst>
                    <a:ext uri="{9D8B030D-6E8A-4147-A177-3AD203B41FA5}">
                      <a16:colId xmlns:a16="http://schemas.microsoft.com/office/drawing/2014/main" val="20000"/>
                    </a:ext>
                  </a:extLst>
                </a:gridCol>
              </a:tblGrid>
              <a:tr h="606525">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pitchFamily="50" charset="0"/>
                          <a:ea typeface="Arial"/>
                          <a:cs typeface="Arial"/>
                          <a:sym typeface="Arial"/>
                        </a:rPr>
                        <a:t>Texto</a:t>
                      </a:r>
                      <a:endParaRPr sz="1800" b="1" u="none" strike="noStrike" cap="none" dirty="0">
                        <a:solidFill>
                          <a:schemeClr val="lt1"/>
                        </a:solidFill>
                        <a:latin typeface="Gotham Rounded"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&lt;h1&gt;, &lt;h2&gt;,...&lt;h6&gt;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hr</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&lt;p&gt;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br</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1276" name="Google Shape;1276;p98"/>
          <p:cNvGraphicFramePr/>
          <p:nvPr>
            <p:extLst>
              <p:ext uri="{D42A27DB-BD31-4B8C-83A1-F6EECF244321}">
                <p14:modId xmlns:p14="http://schemas.microsoft.com/office/powerpoint/2010/main" val="149898346"/>
              </p:ext>
            </p:extLst>
          </p:nvPr>
        </p:nvGraphicFramePr>
        <p:xfrm>
          <a:off x="5804440" y="1491345"/>
          <a:ext cx="2561775" cy="4700625"/>
        </p:xfrm>
        <a:graphic>
          <a:graphicData uri="http://schemas.openxmlformats.org/drawingml/2006/table">
            <a:tbl>
              <a:tblPr firstRow="1" bandRow="1">
                <a:noFill/>
                <a:tableStyleId>{41272BF2-6FC2-4F72-8B00-76E79A4D9CF1}</a:tableStyleId>
              </a:tblPr>
              <a:tblGrid>
                <a:gridCol w="2561775">
                  <a:extLst>
                    <a:ext uri="{9D8B030D-6E8A-4147-A177-3AD203B41FA5}">
                      <a16:colId xmlns:a16="http://schemas.microsoft.com/office/drawing/2014/main" val="20000"/>
                    </a:ext>
                  </a:extLst>
                </a:gridCol>
              </a:tblGrid>
              <a:tr h="606525">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pitchFamily="50" charset="0"/>
                          <a:ea typeface="Arial"/>
                          <a:cs typeface="Arial"/>
                          <a:sym typeface="Arial"/>
                        </a:rPr>
                        <a:t>Secciones</a:t>
                      </a:r>
                      <a:endParaRPr sz="1800" b="1" u="none" strike="noStrike" cap="none" dirty="0">
                        <a:solidFill>
                          <a:schemeClr val="lt1"/>
                        </a:solidFill>
                        <a:latin typeface="Gotham Rounded"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body</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a typeface="Tahoma"/>
                        <a:cs typeface="Tahoma"/>
                        <a:sym typeface="Tahom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header</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nav</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aside</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main</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section</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article</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footer</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8"/>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&lt;div&gt;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graphicFrame>
        <p:nvGraphicFramePr>
          <p:cNvPr id="1277" name="Google Shape;1277;p98"/>
          <p:cNvGraphicFramePr/>
          <p:nvPr>
            <p:extLst>
              <p:ext uri="{D42A27DB-BD31-4B8C-83A1-F6EECF244321}">
                <p14:modId xmlns:p14="http://schemas.microsoft.com/office/powerpoint/2010/main" val="1641905077"/>
              </p:ext>
            </p:extLst>
          </p:nvPr>
        </p:nvGraphicFramePr>
        <p:xfrm>
          <a:off x="8615268" y="1491345"/>
          <a:ext cx="2561775" cy="1516325"/>
        </p:xfrm>
        <a:graphic>
          <a:graphicData uri="http://schemas.openxmlformats.org/drawingml/2006/table">
            <a:tbl>
              <a:tblPr firstRow="1" bandRow="1">
                <a:noFill/>
                <a:tableStyleId>{41272BF2-6FC2-4F72-8B00-76E79A4D9CF1}</a:tableStyleId>
              </a:tblPr>
              <a:tblGrid>
                <a:gridCol w="2561775">
                  <a:extLst>
                    <a:ext uri="{9D8B030D-6E8A-4147-A177-3AD203B41FA5}">
                      <a16:colId xmlns:a16="http://schemas.microsoft.com/office/drawing/2014/main" val="20000"/>
                    </a:ext>
                  </a:extLst>
                </a:gridCol>
              </a:tblGrid>
              <a:tr h="606525">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pitchFamily="50" charset="0"/>
                          <a:ea typeface="Arial"/>
                          <a:cs typeface="Arial"/>
                          <a:sym typeface="Arial"/>
                        </a:rPr>
                        <a:t>Extras</a:t>
                      </a:r>
                      <a:endParaRPr sz="1400" u="none" strike="noStrike" cap="none" dirty="0">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&lt;!DOCTYPE </a:t>
                      </a:r>
                      <a:r>
                        <a:rPr lang="es-ES" sz="1400" u="none" strike="noStrike" cap="none" dirty="0" err="1">
                          <a:solidFill>
                            <a:schemeClr val="tx1"/>
                          </a:solidFill>
                          <a:latin typeface="Gotham Rounded" pitchFamily="50" charset="0"/>
                          <a:ea typeface="Tahoma"/>
                          <a:cs typeface="Tahoma"/>
                          <a:sym typeface="Tahoma"/>
                        </a:rPr>
                        <a:t>html</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a typeface="Tahoma"/>
                        <a:cs typeface="Tahoma"/>
                        <a:sym typeface="Tahom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&lt;!--Comentario--&gt;</a:t>
                      </a:r>
                      <a:endParaRPr sz="1400" u="none" strike="noStrike" cap="none" dirty="0">
                        <a:solidFill>
                          <a:schemeClr val="tx1"/>
                        </a:solidFill>
                        <a:latin typeface="Gotham Rounded" pitchFamily="50" charset="0"/>
                        <a:ea typeface="Tahoma"/>
                        <a:cs typeface="Tahoma"/>
                        <a:sym typeface="Tahom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1278" name="Google Shape;1278;p98"/>
          <p:cNvPicPr preferRelativeResize="0"/>
          <p:nvPr/>
        </p:nvPicPr>
        <p:blipFill rotWithShape="1">
          <a:blip r:embed="rId3">
            <a:alphaModFix/>
          </a:blip>
          <a:srcRect/>
          <a:stretch/>
        </p:blipFill>
        <p:spPr>
          <a:xfrm>
            <a:off x="6823913" y="2640686"/>
            <a:ext cx="531524" cy="279050"/>
          </a:xfrm>
          <a:prstGeom prst="rect">
            <a:avLst/>
          </a:prstGeom>
          <a:noFill/>
          <a:ln>
            <a:noFill/>
          </a:ln>
        </p:spPr>
      </p:pic>
      <p:pic>
        <p:nvPicPr>
          <p:cNvPr id="1279" name="Google Shape;1279;p98"/>
          <p:cNvPicPr preferRelativeResize="0"/>
          <p:nvPr/>
        </p:nvPicPr>
        <p:blipFill rotWithShape="1">
          <a:blip r:embed="rId3">
            <a:alphaModFix/>
          </a:blip>
          <a:srcRect/>
          <a:stretch/>
        </p:blipFill>
        <p:spPr>
          <a:xfrm>
            <a:off x="6823913" y="3097886"/>
            <a:ext cx="531524" cy="279050"/>
          </a:xfrm>
          <a:prstGeom prst="rect">
            <a:avLst/>
          </a:prstGeom>
          <a:noFill/>
          <a:ln>
            <a:noFill/>
          </a:ln>
        </p:spPr>
      </p:pic>
      <p:pic>
        <p:nvPicPr>
          <p:cNvPr id="1280" name="Google Shape;1280;p98"/>
          <p:cNvPicPr preferRelativeResize="0"/>
          <p:nvPr/>
        </p:nvPicPr>
        <p:blipFill rotWithShape="1">
          <a:blip r:embed="rId3">
            <a:alphaModFix/>
          </a:blip>
          <a:srcRect/>
          <a:stretch/>
        </p:blipFill>
        <p:spPr>
          <a:xfrm>
            <a:off x="6823913" y="3555086"/>
            <a:ext cx="531524" cy="279050"/>
          </a:xfrm>
          <a:prstGeom prst="rect">
            <a:avLst/>
          </a:prstGeom>
          <a:noFill/>
          <a:ln>
            <a:noFill/>
          </a:ln>
        </p:spPr>
      </p:pic>
      <p:pic>
        <p:nvPicPr>
          <p:cNvPr id="1281" name="Google Shape;1281;p98"/>
          <p:cNvPicPr preferRelativeResize="0"/>
          <p:nvPr/>
        </p:nvPicPr>
        <p:blipFill rotWithShape="1">
          <a:blip r:embed="rId3">
            <a:alphaModFix/>
          </a:blip>
          <a:srcRect/>
          <a:stretch/>
        </p:blipFill>
        <p:spPr>
          <a:xfrm>
            <a:off x="6823913" y="4012286"/>
            <a:ext cx="531524" cy="279050"/>
          </a:xfrm>
          <a:prstGeom prst="rect">
            <a:avLst/>
          </a:prstGeom>
          <a:noFill/>
          <a:ln>
            <a:noFill/>
          </a:ln>
        </p:spPr>
      </p:pic>
      <p:pic>
        <p:nvPicPr>
          <p:cNvPr id="1282" name="Google Shape;1282;p98"/>
          <p:cNvPicPr preferRelativeResize="0"/>
          <p:nvPr/>
        </p:nvPicPr>
        <p:blipFill rotWithShape="1">
          <a:blip r:embed="rId3">
            <a:alphaModFix/>
          </a:blip>
          <a:srcRect/>
          <a:stretch/>
        </p:blipFill>
        <p:spPr>
          <a:xfrm>
            <a:off x="6823913" y="4457763"/>
            <a:ext cx="531524" cy="279050"/>
          </a:xfrm>
          <a:prstGeom prst="rect">
            <a:avLst/>
          </a:prstGeom>
          <a:noFill/>
          <a:ln>
            <a:noFill/>
          </a:ln>
        </p:spPr>
      </p:pic>
      <p:pic>
        <p:nvPicPr>
          <p:cNvPr id="1283" name="Google Shape;1283;p98"/>
          <p:cNvPicPr preferRelativeResize="0"/>
          <p:nvPr/>
        </p:nvPicPr>
        <p:blipFill rotWithShape="1">
          <a:blip r:embed="rId3">
            <a:alphaModFix/>
          </a:blip>
          <a:srcRect/>
          <a:stretch/>
        </p:blipFill>
        <p:spPr>
          <a:xfrm>
            <a:off x="6823913" y="4914963"/>
            <a:ext cx="531524" cy="279050"/>
          </a:xfrm>
          <a:prstGeom prst="rect">
            <a:avLst/>
          </a:prstGeom>
          <a:noFill/>
          <a:ln>
            <a:noFill/>
          </a:ln>
        </p:spPr>
      </p:pic>
      <p:pic>
        <p:nvPicPr>
          <p:cNvPr id="1284" name="Google Shape;1284;p98"/>
          <p:cNvPicPr preferRelativeResize="0"/>
          <p:nvPr/>
        </p:nvPicPr>
        <p:blipFill rotWithShape="1">
          <a:blip r:embed="rId3">
            <a:alphaModFix/>
          </a:blip>
          <a:srcRect/>
          <a:stretch/>
        </p:blipFill>
        <p:spPr>
          <a:xfrm>
            <a:off x="6823913" y="5372163"/>
            <a:ext cx="531524" cy="279050"/>
          </a:xfrm>
          <a:prstGeom prst="rect">
            <a:avLst/>
          </a:prstGeom>
          <a:noFill/>
          <a:ln>
            <a:noFill/>
          </a:ln>
        </p:spPr>
      </p:pic>
      <p:pic>
        <p:nvPicPr>
          <p:cNvPr id="1285" name="Google Shape;1285;p98"/>
          <p:cNvPicPr preferRelativeResize="0"/>
          <p:nvPr/>
        </p:nvPicPr>
        <p:blipFill rotWithShape="1">
          <a:blip r:embed="rId3">
            <a:alphaModFix/>
          </a:blip>
          <a:srcRect/>
          <a:stretch/>
        </p:blipFill>
        <p:spPr>
          <a:xfrm>
            <a:off x="6823913" y="5829363"/>
            <a:ext cx="531524" cy="279050"/>
          </a:xfrm>
          <a:prstGeom prst="rect">
            <a:avLst/>
          </a:prstGeom>
          <a:noFill/>
          <a:ln>
            <a:noFill/>
          </a:ln>
        </p:spPr>
      </p:pic>
      <p:graphicFrame>
        <p:nvGraphicFramePr>
          <p:cNvPr id="1286" name="Google Shape;1286;p98"/>
          <p:cNvGraphicFramePr/>
          <p:nvPr>
            <p:extLst>
              <p:ext uri="{D42A27DB-BD31-4B8C-83A1-F6EECF244321}">
                <p14:modId xmlns:p14="http://schemas.microsoft.com/office/powerpoint/2010/main" val="2231378925"/>
              </p:ext>
            </p:extLst>
          </p:nvPr>
        </p:nvGraphicFramePr>
        <p:xfrm>
          <a:off x="796915" y="2843537"/>
          <a:ext cx="1964400" cy="2890850"/>
        </p:xfrm>
        <a:graphic>
          <a:graphicData uri="http://schemas.openxmlformats.org/drawingml/2006/table">
            <a:tbl>
              <a:tblPr firstRow="1" bandRow="1">
                <a:noFill/>
                <a:tableStyleId>{41272BF2-6FC2-4F72-8B00-76E79A4D9CF1}</a:tableStyleId>
              </a:tblPr>
              <a:tblGrid>
                <a:gridCol w="1964400">
                  <a:extLst>
                    <a:ext uri="{9D8B030D-6E8A-4147-A177-3AD203B41FA5}">
                      <a16:colId xmlns:a16="http://schemas.microsoft.com/office/drawing/2014/main" val="20000"/>
                    </a:ext>
                  </a:extLst>
                </a:gridCol>
              </a:tblGrid>
              <a:tr h="608600">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pitchFamily="50" charset="0"/>
                          <a:ea typeface="Arial"/>
                          <a:cs typeface="Arial"/>
                          <a:sym typeface="Arial"/>
                        </a:rPr>
                        <a:t>Metadatos</a:t>
                      </a:r>
                      <a:endParaRPr sz="1800" b="1" u="none" strike="noStrike" cap="none" dirty="0">
                        <a:solidFill>
                          <a:schemeClr val="lt1"/>
                        </a:solidFill>
                        <a:latin typeface="Gotham Rounded"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&lt;head&gt;</a:t>
                      </a:r>
                      <a:endParaRPr sz="1400" u="none" strike="noStrike" cap="none" dirty="0">
                        <a:solidFill>
                          <a:schemeClr val="tx1"/>
                        </a:solidFill>
                        <a:latin typeface="Gotham Rounded" pitchFamily="50" charset="0"/>
                        <a:ea typeface="Tahoma"/>
                        <a:cs typeface="Tahoma"/>
                        <a:sym typeface="Tahom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&lt;meta&gt;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title</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style</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&lt;link&gt;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pic>
        <p:nvPicPr>
          <p:cNvPr id="1287" name="Google Shape;1287;p98"/>
          <p:cNvPicPr preferRelativeResize="0"/>
          <p:nvPr/>
        </p:nvPicPr>
        <p:blipFill rotWithShape="1">
          <a:blip r:embed="rId3">
            <a:alphaModFix/>
          </a:blip>
          <a:srcRect/>
          <a:stretch/>
        </p:blipFill>
        <p:spPr>
          <a:xfrm>
            <a:off x="1496587" y="4872792"/>
            <a:ext cx="531524" cy="279050"/>
          </a:xfrm>
          <a:prstGeom prst="rect">
            <a:avLst/>
          </a:prstGeom>
          <a:noFill/>
          <a:ln>
            <a:noFill/>
          </a:ln>
        </p:spPr>
      </p:pic>
      <p:pic>
        <p:nvPicPr>
          <p:cNvPr id="1288" name="Google Shape;1288;p98"/>
          <p:cNvPicPr preferRelativeResize="0"/>
          <p:nvPr/>
        </p:nvPicPr>
        <p:blipFill rotWithShape="1">
          <a:blip r:embed="rId3">
            <a:alphaModFix/>
          </a:blip>
          <a:srcRect/>
          <a:stretch/>
        </p:blipFill>
        <p:spPr>
          <a:xfrm>
            <a:off x="1496587" y="5329992"/>
            <a:ext cx="531524" cy="279050"/>
          </a:xfrm>
          <a:prstGeom prst="rect">
            <a:avLst/>
          </a:prstGeom>
          <a:noFill/>
          <a:ln>
            <a:noFill/>
          </a:ln>
        </p:spPr>
      </p:pic>
      <p:graphicFrame>
        <p:nvGraphicFramePr>
          <p:cNvPr id="1289" name="Google Shape;1289;p98"/>
          <p:cNvGraphicFramePr/>
          <p:nvPr>
            <p:extLst>
              <p:ext uri="{D42A27DB-BD31-4B8C-83A1-F6EECF244321}">
                <p14:modId xmlns:p14="http://schemas.microsoft.com/office/powerpoint/2010/main" val="1652122704"/>
              </p:ext>
            </p:extLst>
          </p:nvPr>
        </p:nvGraphicFramePr>
        <p:xfrm>
          <a:off x="2993612" y="4667915"/>
          <a:ext cx="2561775" cy="1061425"/>
        </p:xfrm>
        <a:graphic>
          <a:graphicData uri="http://schemas.openxmlformats.org/drawingml/2006/table">
            <a:tbl>
              <a:tblPr firstRow="1" bandRow="1">
                <a:noFill/>
                <a:tableStyleId>{41272BF2-6FC2-4F72-8B00-76E79A4D9CF1}</a:tableStyleId>
              </a:tblPr>
              <a:tblGrid>
                <a:gridCol w="2561775">
                  <a:extLst>
                    <a:ext uri="{9D8B030D-6E8A-4147-A177-3AD203B41FA5}">
                      <a16:colId xmlns:a16="http://schemas.microsoft.com/office/drawing/2014/main" val="20000"/>
                    </a:ext>
                  </a:extLst>
                </a:gridCol>
              </a:tblGrid>
              <a:tr h="606525">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pitchFamily="50" charset="0"/>
                          <a:ea typeface="Arial"/>
                          <a:cs typeface="Arial"/>
                          <a:sym typeface="Arial"/>
                        </a:rPr>
                        <a:t>Imágenes</a:t>
                      </a:r>
                      <a:endParaRPr sz="1800" b="1" u="none" strike="noStrike" cap="none" dirty="0">
                        <a:solidFill>
                          <a:schemeClr val="lt1"/>
                        </a:solidFill>
                        <a:latin typeface="Gotham Rounded"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img</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1290" name="Google Shape;1290;p98"/>
          <p:cNvPicPr preferRelativeResize="0"/>
          <p:nvPr/>
        </p:nvPicPr>
        <p:blipFill rotWithShape="1">
          <a:blip r:embed="rId3">
            <a:alphaModFix/>
          </a:blip>
          <a:srcRect/>
          <a:stretch/>
        </p:blipFill>
        <p:spPr>
          <a:xfrm>
            <a:off x="4005325" y="5329992"/>
            <a:ext cx="531524" cy="279050"/>
          </a:xfrm>
          <a:prstGeom prst="rect">
            <a:avLst/>
          </a:prstGeom>
          <a:noFill/>
          <a:ln>
            <a:noFill/>
          </a:ln>
        </p:spPr>
      </p:pic>
      <p:sp>
        <p:nvSpPr>
          <p:cNvPr id="1291" name="Google Shape;1291;p98"/>
          <p:cNvSpPr/>
          <p:nvPr/>
        </p:nvSpPr>
        <p:spPr>
          <a:xfrm>
            <a:off x="8782592" y="5432886"/>
            <a:ext cx="2950984" cy="1020494"/>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600"/>
              <a:buFont typeface="Arial"/>
              <a:buNone/>
            </a:pPr>
            <a:r>
              <a:rPr lang="es-ES" sz="1600" b="0" i="0" u="none" strike="noStrike" cap="none" dirty="0">
                <a:solidFill>
                  <a:schemeClr val="lt1"/>
                </a:solidFill>
                <a:latin typeface="Gotham Rounded" pitchFamily="50" charset="0"/>
                <a:ea typeface="Tahoma"/>
                <a:cs typeface="Tahoma"/>
                <a:sym typeface="Tahoma"/>
              </a:rPr>
              <a:t>Conozcan más etiquetas en </a:t>
            </a:r>
            <a:r>
              <a:rPr lang="es-ES" sz="1600" b="0" i="0" u="sng" strike="noStrike" cap="none" dirty="0">
                <a:solidFill>
                  <a:schemeClr val="lt1"/>
                </a:solidFill>
                <a:latin typeface="Gotham Rounded" pitchFamily="50" charset="0"/>
                <a:ea typeface="Tahoma"/>
                <a:cs typeface="Tahoma"/>
                <a:sym typeface="Tahoma"/>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w3school</a:t>
            </a:r>
            <a:r>
              <a:rPr lang="es-ES" sz="1600" b="0" i="0" u="none" strike="noStrike" cap="none" dirty="0">
                <a:solidFill>
                  <a:schemeClr val="lt1"/>
                </a:solidFill>
                <a:latin typeface="Gotham Rounded" pitchFamily="50" charset="0"/>
                <a:ea typeface="Tahoma"/>
                <a:cs typeface="Tahoma"/>
                <a:sym typeface="Tahoma"/>
              </a:rPr>
              <a:t> o </a:t>
            </a:r>
            <a:r>
              <a:rPr lang="es-ES" sz="1600" b="0" i="0" u="sng" strike="noStrike" cap="none" dirty="0">
                <a:solidFill>
                  <a:schemeClr val="lt1"/>
                </a:solidFill>
                <a:latin typeface="Gotham Rounded" pitchFamily="50" charset="0"/>
                <a:ea typeface="Tahoma"/>
                <a:cs typeface="Tahoma"/>
                <a:sym typeface="Tahoma"/>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Mozilla</a:t>
            </a:r>
            <a:r>
              <a:rPr lang="es-ES" sz="1600" b="0" i="0" u="none" strike="noStrike" cap="none" dirty="0">
                <a:solidFill>
                  <a:schemeClr val="lt1"/>
                </a:solidFill>
                <a:latin typeface="Gotham Rounded" pitchFamily="50" charset="0"/>
                <a:ea typeface="Tahoma"/>
                <a:cs typeface="Tahoma"/>
                <a:sym typeface="Tahoma"/>
              </a:rPr>
              <a:t>.</a:t>
            </a:r>
            <a:endParaRPr sz="1600" b="0" i="1" u="none" strike="noStrike" cap="none" dirty="0">
              <a:solidFill>
                <a:schemeClr val="lt1"/>
              </a:solidFill>
              <a:latin typeface="Gotham Rounded" pitchFamily="50" charset="0"/>
              <a:ea typeface="Tahoma"/>
              <a:cs typeface="Tahoma"/>
              <a:sym typeface="Tahoma"/>
            </a:endParaRPr>
          </a:p>
        </p:txBody>
      </p:sp>
      <p:sp>
        <p:nvSpPr>
          <p:cNvPr id="1292" name="Google Shape;1292;p98"/>
          <p:cNvSpPr/>
          <p:nvPr/>
        </p:nvSpPr>
        <p:spPr>
          <a:xfrm>
            <a:off x="9009217" y="2574237"/>
            <a:ext cx="1808838" cy="457167"/>
          </a:xfrm>
          <a:prstGeom prst="rect">
            <a:avLst/>
          </a:prstGeom>
          <a:noFill/>
          <a:ln w="38100" cap="flat" cmpd="sng">
            <a:solidFill>
              <a:srgbClr val="E8A47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93" name="Google Shape;1293;p98"/>
          <p:cNvSpPr/>
          <p:nvPr/>
        </p:nvSpPr>
        <p:spPr>
          <a:xfrm>
            <a:off x="3163630" y="2099218"/>
            <a:ext cx="2281826" cy="2358545"/>
          </a:xfrm>
          <a:prstGeom prst="rect">
            <a:avLst/>
          </a:prstGeom>
          <a:noFill/>
          <a:ln w="38100" cap="flat" cmpd="sng">
            <a:solidFill>
              <a:srgbClr val="E8A47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94" name="Google Shape;1294;p98"/>
          <p:cNvSpPr/>
          <p:nvPr/>
        </p:nvSpPr>
        <p:spPr>
          <a:xfrm>
            <a:off x="1069145" y="3834136"/>
            <a:ext cx="1451479" cy="949581"/>
          </a:xfrm>
          <a:prstGeom prst="rect">
            <a:avLst/>
          </a:prstGeom>
          <a:noFill/>
          <a:ln w="38100" cap="flat" cmpd="sng">
            <a:solidFill>
              <a:srgbClr val="E8A47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3"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78" name="Google Shape;278;g15007f1fff0_0_0"/>
          <p:cNvSpPr txBox="1"/>
          <p:nvPr/>
        </p:nvSpPr>
        <p:spPr>
          <a:xfrm>
            <a:off x="2439181" y="1992536"/>
            <a:ext cx="7313638" cy="310850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4800" dirty="0" smtClean="0">
                <a:solidFill>
                  <a:srgbClr val="1E1E1E"/>
                </a:solidFill>
                <a:latin typeface="Gotham Rounded" pitchFamily="50" charset="0"/>
                <a:ea typeface="Quattrocento Sans"/>
                <a:cs typeface="Quattrocento Sans"/>
                <a:sym typeface="Quattrocento Sans"/>
              </a:rPr>
              <a:t>Es momento de tomar asistencia.</a:t>
            </a:r>
            <a:endParaRPr sz="1200" dirty="0">
              <a:latin typeface="Gotham Rounded" pitchFamily="50" charset="0"/>
            </a:endParaRPr>
          </a:p>
          <a:p>
            <a:pPr marL="0" marR="0" lvl="0" indent="0" algn="l" rtl="0">
              <a:spcBef>
                <a:spcPts val="0"/>
              </a:spcBef>
              <a:spcAft>
                <a:spcPts val="0"/>
              </a:spcAft>
              <a:buNone/>
            </a:pPr>
            <a:endParaRPr sz="3600" b="1" dirty="0">
              <a:solidFill>
                <a:srgbClr val="1E1E1E"/>
              </a:solidFill>
              <a:latin typeface="Gotham Rounded" pitchFamily="50" charset="0"/>
              <a:ea typeface="Quattrocento Sans"/>
              <a:cs typeface="Quattrocento Sans"/>
              <a:sym typeface="Quattrocento Sans"/>
            </a:endParaRPr>
          </a:p>
          <a:p>
            <a:pPr marL="0" marR="0" lvl="0" indent="0" algn="ctr" rtl="0">
              <a:spcBef>
                <a:spcPts val="0"/>
              </a:spcBef>
              <a:spcAft>
                <a:spcPts val="0"/>
              </a:spcAft>
              <a:buNone/>
            </a:pPr>
            <a:r>
              <a:rPr lang="es-ES" sz="3200" b="1" i="0" dirty="0">
                <a:solidFill>
                  <a:srgbClr val="1E1E1E"/>
                </a:solidFill>
                <a:latin typeface="Gotham Rounded" pitchFamily="50" charset="0"/>
                <a:ea typeface="Quattrocento Sans"/>
                <a:cs typeface="Quattrocento Sans"/>
                <a:sym typeface="Quattrocento Sans"/>
              </a:rPr>
              <a:t>Recuerda que debes tener el 70% </a:t>
            </a:r>
            <a:r>
              <a:rPr lang="es-ES" sz="3200" b="1" i="0" dirty="0" smtClean="0">
                <a:solidFill>
                  <a:srgbClr val="1E1E1E"/>
                </a:solidFill>
                <a:latin typeface="Gotham Rounded" pitchFamily="50" charset="0"/>
                <a:ea typeface="Quattrocento Sans"/>
                <a:cs typeface="Quattrocento Sans"/>
                <a:sym typeface="Quattrocento Sans"/>
              </a:rPr>
              <a:t>para </a:t>
            </a:r>
            <a:r>
              <a:rPr lang="es-ES" sz="3200" b="1" i="0" dirty="0">
                <a:solidFill>
                  <a:srgbClr val="1E1E1E"/>
                </a:solidFill>
                <a:latin typeface="Gotham Rounded" pitchFamily="50" charset="0"/>
                <a:ea typeface="Quattrocento Sans"/>
                <a:cs typeface="Quattrocento Sans"/>
                <a:sym typeface="Quattrocento Sans"/>
              </a:rPr>
              <a:t>aprobar el </a:t>
            </a:r>
            <a:r>
              <a:rPr lang="es-ES" sz="3200" b="1" i="0" dirty="0" smtClean="0">
                <a:solidFill>
                  <a:srgbClr val="1E1E1E"/>
                </a:solidFill>
                <a:latin typeface="Gotham Rounded" pitchFamily="50" charset="0"/>
                <a:ea typeface="Quattrocento Sans"/>
                <a:cs typeface="Quattrocento Sans"/>
                <a:sym typeface="Quattrocento Sans"/>
              </a:rPr>
              <a:t>curso.</a:t>
            </a:r>
            <a:endParaRPr sz="1200" dirty="0">
              <a:latin typeface="Gotham Rounded" pitchFamily="50" charset="0"/>
            </a:endParaRPr>
          </a:p>
        </p:txBody>
      </p:sp>
    </p:spTree>
    <p:extLst>
      <p:ext uri="{BB962C8B-B14F-4D97-AF65-F5344CB8AC3E}">
        <p14:creationId xmlns:p14="http://schemas.microsoft.com/office/powerpoint/2010/main" val="1296733597"/>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1305"/>
        <p:cNvGrpSpPr/>
        <p:nvPr/>
      </p:nvGrpSpPr>
      <p:grpSpPr>
        <a:xfrm>
          <a:off x="0" y="0"/>
          <a:ext cx="0" cy="0"/>
          <a:chOff x="0" y="0"/>
          <a:chExt cx="0" cy="0"/>
        </a:xfrm>
      </p:grpSpPr>
      <p:sp>
        <p:nvSpPr>
          <p:cNvPr id="1306" name="Google Shape;1306;p100"/>
          <p:cNvSpPr/>
          <p:nvPr/>
        </p:nvSpPr>
        <p:spPr>
          <a:xfrm>
            <a:off x="4684541" y="826629"/>
            <a:ext cx="6749467" cy="5196113"/>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a:solidFill>
                  <a:schemeClr val="tx1"/>
                </a:solidFill>
                <a:latin typeface="Gotham Rounded" pitchFamily="50" charset="0"/>
                <a:sym typeface="Arial"/>
              </a:rPr>
              <a:t>CSS</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600"/>
              <a:buFont typeface="Arial"/>
              <a:buNone/>
            </a:pPr>
            <a:r>
              <a:rPr lang="es-ES" sz="3600" b="0" i="0" u="none" strike="noStrike" cap="none" dirty="0">
                <a:solidFill>
                  <a:schemeClr val="tx1"/>
                </a:solidFill>
                <a:latin typeface="Gotham Rounded" pitchFamily="50" charset="0"/>
                <a:sym typeface="Arial"/>
              </a:rPr>
              <a:t>Es un </a:t>
            </a:r>
            <a:r>
              <a:rPr lang="es-ES" sz="3600" b="1" i="0" u="none" strike="noStrike" cap="none" dirty="0">
                <a:solidFill>
                  <a:schemeClr val="tx1"/>
                </a:solidFill>
                <a:latin typeface="Gotham Rounded" pitchFamily="50" charset="0"/>
                <a:sym typeface="Arial"/>
              </a:rPr>
              <a:t>lenguaje de hojas de estilo </a:t>
            </a:r>
            <a:r>
              <a:rPr lang="es-ES" sz="3600" b="0" i="0" u="none" strike="noStrike" cap="none" dirty="0">
                <a:solidFill>
                  <a:schemeClr val="tx1"/>
                </a:solidFill>
                <a:latin typeface="Gotham Rounded" pitchFamily="50" charset="0"/>
                <a:sym typeface="Arial"/>
              </a:rPr>
              <a:t>que permite modificar la apariencia de los sitios webs. Es complementario a HTML, le añade mejoras visuales.</a:t>
            </a:r>
            <a:endParaRPr sz="1400" b="0" i="0" u="none" strike="noStrike" cap="none" dirty="0">
              <a:solidFill>
                <a:schemeClr val="tx1"/>
              </a:solidFill>
              <a:latin typeface="Gotham Rounded" pitchFamily="50" charset="0"/>
              <a:sym typeface="Arial"/>
            </a:endParaRPr>
          </a:p>
        </p:txBody>
      </p:sp>
      <p:pic>
        <p:nvPicPr>
          <p:cNvPr id="1307" name="Google Shape;1307;p100" descr="Ver las imágenes de origen"/>
          <p:cNvPicPr preferRelativeResize="0"/>
          <p:nvPr/>
        </p:nvPicPr>
        <p:blipFill rotWithShape="1">
          <a:blip r:embed="rId3">
            <a:alphaModFix/>
          </a:blip>
          <a:srcRect/>
          <a:stretch/>
        </p:blipFill>
        <p:spPr>
          <a:xfrm>
            <a:off x="812872" y="2151575"/>
            <a:ext cx="2546219" cy="2546219"/>
          </a:xfrm>
          <a:prstGeom prst="rect">
            <a:avLst/>
          </a:prstGeom>
          <a:noFill/>
          <a:ln>
            <a:noFill/>
          </a:ln>
        </p:spPr>
      </p:pic>
      <p:pic>
        <p:nvPicPr>
          <p:cNvPr id="4" name="Google Shape;1102;p6"/>
          <p:cNvPicPr preferRelativeResize="0"/>
          <p:nvPr/>
        </p:nvPicPr>
        <p:blipFill rotWithShape="1">
          <a:blip r:embed="rId4">
            <a:alphaModFix/>
          </a:blip>
          <a:srcRect/>
          <a:stretch/>
        </p:blipFill>
        <p:spPr>
          <a:xfrm>
            <a:off x="4684541" y="-62252"/>
            <a:ext cx="7507459" cy="6920251"/>
          </a:xfrm>
          <a:prstGeom prst="rect">
            <a:avLst/>
          </a:prstGeom>
          <a:noFill/>
          <a:ln>
            <a:noFill/>
          </a:ln>
        </p:spPr>
      </p:pic>
    </p:spTree>
  </p:cSld>
  <p:clrMapOvr>
    <a:masterClrMapping/>
  </p:clrMapOvr>
  <p:transition spd="slow">
    <p:push/>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9" name="Google Shape;949;p67"/>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600"/>
              <a:buFont typeface="Arial"/>
              <a:buNone/>
            </a:pPr>
            <a:r>
              <a:rPr lang="es-ES" sz="8000" b="1" i="0" u="none" strike="noStrike" cap="none" dirty="0" smtClean="0">
                <a:solidFill>
                  <a:srgbClr val="872789"/>
                </a:solidFill>
                <a:latin typeface="Gotham Rounded Medium" panose="02000000000000000000" pitchFamily="50" charset="0"/>
                <a:sym typeface="Arial"/>
              </a:rPr>
              <a:t>4to </a:t>
            </a:r>
            <a:r>
              <a:rPr lang="es-ES" sz="8000" b="1" i="0" u="none" strike="noStrike" cap="none" dirty="0">
                <a:solidFill>
                  <a:srgbClr val="872789"/>
                </a:solidFill>
                <a:latin typeface="Gotham Rounded Medium" panose="02000000000000000000" pitchFamily="50" charset="0"/>
                <a:sym typeface="Arial"/>
              </a:rPr>
              <a:t>paso</a:t>
            </a:r>
            <a:endParaRPr sz="1100" b="0" i="0" u="none" strike="noStrike" cap="none" dirty="0">
              <a:solidFill>
                <a:srgbClr val="872789"/>
              </a:solidFill>
              <a:latin typeface="Gotham Rounded Medium" panose="02000000000000000000" pitchFamily="50" charset="0"/>
              <a:sym typeface="Arial"/>
            </a:endParaRPr>
          </a:p>
        </p:txBody>
      </p:sp>
      <p:pic>
        <p:nvPicPr>
          <p:cNvPr id="4" name="Google Shape;718;p2"/>
          <p:cNvPicPr preferRelativeResize="0"/>
          <p:nvPr/>
        </p:nvPicPr>
        <p:blipFill rotWithShape="1">
          <a:blip r:embed="rId3">
            <a:alphaModFix/>
          </a:blip>
          <a:srcRect b="73701"/>
          <a:stretch/>
        </p:blipFill>
        <p:spPr>
          <a:xfrm>
            <a:off x="0" y="0"/>
            <a:ext cx="12084148" cy="1955409"/>
          </a:xfrm>
          <a:prstGeom prst="rect">
            <a:avLst/>
          </a:prstGeom>
          <a:noFill/>
          <a:ln>
            <a:noFill/>
          </a:ln>
        </p:spPr>
      </p:pic>
      <p:pic>
        <p:nvPicPr>
          <p:cNvPr id="5" name="Google Shape;718;p2"/>
          <p:cNvPicPr preferRelativeResize="0"/>
          <p:nvPr/>
        </p:nvPicPr>
        <p:blipFill rotWithShape="1">
          <a:blip r:embed="rId3">
            <a:alphaModFix/>
          </a:blip>
          <a:srcRect l="4015" t="81134" r="1303" b="3519"/>
          <a:stretch/>
        </p:blipFill>
        <p:spPr>
          <a:xfrm>
            <a:off x="211015" y="5613009"/>
            <a:ext cx="11957540" cy="1252025"/>
          </a:xfrm>
          <a:prstGeom prst="rect">
            <a:avLst/>
          </a:prstGeom>
          <a:noFill/>
          <a:ln>
            <a:noFill/>
          </a:ln>
        </p:spPr>
      </p:pic>
    </p:spTree>
    <p:extLst>
      <p:ext uri="{BB962C8B-B14F-4D97-AF65-F5344CB8AC3E}">
        <p14:creationId xmlns:p14="http://schemas.microsoft.com/office/powerpoint/2010/main" val="295526744"/>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pic>
        <p:nvPicPr>
          <p:cNvPr id="5" name="Google Shape;718;p2"/>
          <p:cNvPicPr preferRelativeResize="0"/>
          <p:nvPr/>
        </p:nvPicPr>
        <p:blipFill rotWithShape="1">
          <a:blip r:embed="rId3">
            <a:alphaModFix/>
          </a:blip>
          <a:srcRect l="4015" t="81134" r="1303" b="3519"/>
          <a:stretch/>
        </p:blipFill>
        <p:spPr>
          <a:xfrm>
            <a:off x="175777" y="5788534"/>
            <a:ext cx="11957540" cy="998806"/>
          </a:xfrm>
          <a:prstGeom prst="rect">
            <a:avLst/>
          </a:prstGeom>
          <a:noFill/>
          <a:ln>
            <a:noFill/>
          </a:ln>
        </p:spPr>
      </p:pic>
      <p:pic>
        <p:nvPicPr>
          <p:cNvPr id="4" name="Google Shape;718;p2"/>
          <p:cNvPicPr preferRelativeResize="0"/>
          <p:nvPr/>
        </p:nvPicPr>
        <p:blipFill rotWithShape="1">
          <a:blip r:embed="rId3">
            <a:alphaModFix/>
          </a:blip>
          <a:srcRect l="34925" r="35855" b="73701"/>
          <a:stretch/>
        </p:blipFill>
        <p:spPr>
          <a:xfrm>
            <a:off x="5402445" y="5942260"/>
            <a:ext cx="2180492" cy="922774"/>
          </a:xfrm>
          <a:prstGeom prst="rect">
            <a:avLst/>
          </a:prstGeom>
          <a:noFill/>
          <a:ln>
            <a:noFill/>
          </a:ln>
        </p:spPr>
      </p:pic>
      <p:sp>
        <p:nvSpPr>
          <p:cNvPr id="6" name="Google Shape;956;p68"/>
          <p:cNvSpPr/>
          <p:nvPr/>
        </p:nvSpPr>
        <p:spPr>
          <a:xfrm>
            <a:off x="604391" y="626347"/>
            <a:ext cx="11170787" cy="5008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smtClean="0">
                <a:solidFill>
                  <a:schemeClr val="lt1"/>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p:txBody>
      </p:sp>
      <p:sp>
        <p:nvSpPr>
          <p:cNvPr id="2" name="Rectángulo 1"/>
          <p:cNvSpPr/>
          <p:nvPr/>
        </p:nvSpPr>
        <p:spPr>
          <a:xfrm>
            <a:off x="1981131" y="899017"/>
            <a:ext cx="8346831" cy="4770537"/>
          </a:xfrm>
          <a:prstGeom prst="rect">
            <a:avLst/>
          </a:prstGeom>
        </p:spPr>
        <p:txBody>
          <a:bodyPr wrap="square">
            <a:spAutoFit/>
          </a:bodyPr>
          <a:lstStyle/>
          <a:p>
            <a:pPr lvl="0" algn="ctr">
              <a:buSzPts val="1400"/>
            </a:pPr>
            <a:endParaRPr lang="es-MX" sz="1200" dirty="0">
              <a:solidFill>
                <a:schemeClr val="tx1"/>
              </a:solidFill>
              <a:latin typeface="Gotham Rounded" pitchFamily="50" charset="0"/>
            </a:endParaRPr>
          </a:p>
          <a:p>
            <a:pPr lvl="0" algn="ctr">
              <a:buSzPts val="2400"/>
            </a:pPr>
            <a:endParaRPr lang="es-MX" sz="2000" dirty="0">
              <a:solidFill>
                <a:schemeClr val="tx1"/>
              </a:solidFill>
              <a:latin typeface="Gotham Rounded" pitchFamily="50" charset="0"/>
            </a:endParaRPr>
          </a:p>
          <a:p>
            <a:pPr lvl="0" algn="ctr">
              <a:buSzPts val="7200"/>
            </a:pPr>
            <a:r>
              <a:rPr lang="es-MX" sz="6600" dirty="0">
                <a:solidFill>
                  <a:srgbClr val="7030A0"/>
                </a:solidFill>
                <a:latin typeface="Gotham Rounded" pitchFamily="50" charset="0"/>
              </a:rPr>
              <a:t>Dar estilo con CSS de forma </a:t>
            </a:r>
            <a:r>
              <a:rPr lang="es-MX" sz="6600" u="sng" dirty="0">
                <a:solidFill>
                  <a:srgbClr val="7030A0"/>
                </a:solidFill>
                <a:latin typeface="Gotham Rounded" pitchFamily="50" charset="0"/>
              </a:rPr>
              <a:t>externa</a:t>
            </a:r>
            <a:endParaRPr lang="es-MX" sz="1200" dirty="0">
              <a:solidFill>
                <a:srgbClr val="7030A0"/>
              </a:solidFill>
              <a:latin typeface="Gotham Rounded" pitchFamily="50" charset="0"/>
            </a:endParaRPr>
          </a:p>
          <a:p>
            <a:pPr lvl="0" algn="ctr">
              <a:buSzPts val="2400"/>
            </a:pPr>
            <a:endParaRPr lang="es-MX" sz="2000" dirty="0">
              <a:solidFill>
                <a:srgbClr val="7030A0"/>
              </a:solidFill>
              <a:latin typeface="Gotham Rounded" pitchFamily="50" charset="0"/>
            </a:endParaRPr>
          </a:p>
          <a:p>
            <a:pPr lvl="0" algn="ctr">
              <a:buSzPts val="2400"/>
            </a:pPr>
            <a:r>
              <a:rPr lang="es-MX" sz="2000" b="1" dirty="0">
                <a:solidFill>
                  <a:srgbClr val="7030A0"/>
                </a:solidFill>
                <a:latin typeface="Gotham Rounded" pitchFamily="50" charset="0"/>
              </a:rPr>
              <a:t>¡Importante! No copiar y pegar el código desde este PowerPoint</a:t>
            </a:r>
            <a:r>
              <a:rPr lang="es-MX" sz="2000" b="1" dirty="0" smtClean="0">
                <a:solidFill>
                  <a:srgbClr val="7030A0"/>
                </a:solidFill>
                <a:latin typeface="Gotham Rounded" pitchFamily="50" charset="0"/>
              </a:rPr>
              <a:t>.</a:t>
            </a:r>
          </a:p>
          <a:p>
            <a:pPr lvl="0" algn="ctr">
              <a:buSzPts val="2400"/>
            </a:pPr>
            <a:endParaRPr lang="es-MX" sz="2000" dirty="0">
              <a:solidFill>
                <a:srgbClr val="7030A0"/>
              </a:solidFill>
              <a:latin typeface="Gotham Rounded" pitchFamily="50" charset="0"/>
              <a:ea typeface="Calibri"/>
              <a:cs typeface="Calibri"/>
              <a:sym typeface="Calibri"/>
            </a:endParaRPr>
          </a:p>
          <a:p>
            <a:pPr lvl="0" algn="ctr">
              <a:buSzPts val="2400"/>
            </a:pPr>
            <a:r>
              <a:rPr lang="es-MX" sz="2000" dirty="0">
                <a:solidFill>
                  <a:schemeClr val="tx1"/>
                </a:solidFill>
                <a:latin typeface="Gotham Rounded" pitchFamily="50" charset="0"/>
              </a:rPr>
              <a:t>Hay que ir escribiendo todo directamente en el Visual Studio </a:t>
            </a:r>
            <a:r>
              <a:rPr lang="es-MX" sz="2000" dirty="0" err="1">
                <a:solidFill>
                  <a:schemeClr val="tx1"/>
                </a:solidFill>
                <a:latin typeface="Gotham Rounded" pitchFamily="50" charset="0"/>
              </a:rPr>
              <a:t>Code</a:t>
            </a:r>
            <a:r>
              <a:rPr lang="es-MX" sz="2000" dirty="0">
                <a:solidFill>
                  <a:schemeClr val="tx1"/>
                </a:solidFill>
                <a:latin typeface="Gotham Rounded" pitchFamily="50" charset="0"/>
              </a:rPr>
              <a:t>, porque algunos caracteres (como las comillas dobles y simples) fallan.</a:t>
            </a:r>
            <a:endParaRPr lang="es-MX" sz="2000" dirty="0">
              <a:solidFill>
                <a:schemeClr val="tx1"/>
              </a:solidFill>
              <a:latin typeface="Gotham Rounded" pitchFamily="50" charset="0"/>
              <a:ea typeface="Calibri"/>
              <a:cs typeface="Calibri"/>
              <a:sym typeface="Calibri"/>
            </a:endParaRPr>
          </a:p>
        </p:txBody>
      </p:sp>
    </p:spTree>
    <p:extLst>
      <p:ext uri="{BB962C8B-B14F-4D97-AF65-F5344CB8AC3E}">
        <p14:creationId xmlns:p14="http://schemas.microsoft.com/office/powerpoint/2010/main" val="2082701106"/>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1333"/>
        <p:cNvGrpSpPr/>
        <p:nvPr/>
      </p:nvGrpSpPr>
      <p:grpSpPr>
        <a:xfrm>
          <a:off x="0" y="0"/>
          <a:ext cx="0" cy="0"/>
          <a:chOff x="0" y="0"/>
          <a:chExt cx="0" cy="0"/>
        </a:xfrm>
      </p:grpSpPr>
      <p:pic>
        <p:nvPicPr>
          <p:cNvPr id="1334" name="Google Shape;1334;p110"/>
          <p:cNvPicPr preferRelativeResize="0"/>
          <p:nvPr/>
        </p:nvPicPr>
        <p:blipFill rotWithShape="1">
          <a:blip r:embed="rId3">
            <a:alphaModFix/>
          </a:blip>
          <a:srcRect/>
          <a:stretch/>
        </p:blipFill>
        <p:spPr>
          <a:xfrm>
            <a:off x="948115" y="211571"/>
            <a:ext cx="10295765" cy="6434853"/>
          </a:xfrm>
          <a:prstGeom prst="rect">
            <a:avLst/>
          </a:prstGeom>
          <a:noFill/>
          <a:ln>
            <a:noFill/>
          </a:ln>
          <a:effectLst>
            <a:outerShdw blurRad="101600" dist="50800" sx="101000" sy="101000" algn="ctr" rotWithShape="0">
              <a:srgbClr val="7F7F7F">
                <a:alpha val="20000"/>
              </a:srgbClr>
            </a:outerShdw>
          </a:effectLst>
        </p:spPr>
      </p:pic>
      <p:sp>
        <p:nvSpPr>
          <p:cNvPr id="1335" name="Google Shape;1335;p110"/>
          <p:cNvSpPr/>
          <p:nvPr/>
        </p:nvSpPr>
        <p:spPr>
          <a:xfrm>
            <a:off x="2287045" y="985529"/>
            <a:ext cx="354842" cy="300250"/>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36" name="Google Shape;1336;p110"/>
          <p:cNvSpPr/>
          <p:nvPr/>
        </p:nvSpPr>
        <p:spPr>
          <a:xfrm>
            <a:off x="6196084" y="4765637"/>
            <a:ext cx="5592083" cy="1621513"/>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1. Hacemos </a:t>
            </a:r>
            <a:r>
              <a:rPr lang="es-ES" sz="1800" b="0" i="0" u="none" strike="noStrike" cap="none" dirty="0" err="1">
                <a:solidFill>
                  <a:schemeClr val="lt1"/>
                </a:solidFill>
                <a:latin typeface="Gotham Rounded" pitchFamily="50" charset="0"/>
                <a:ea typeface="Tahoma"/>
                <a:cs typeface="Tahoma"/>
                <a:sym typeface="Tahoma"/>
              </a:rPr>
              <a:t>click</a:t>
            </a:r>
            <a:r>
              <a:rPr lang="es-ES" sz="1800" b="0" i="0" u="none" strike="noStrike" cap="none" dirty="0">
                <a:solidFill>
                  <a:schemeClr val="lt1"/>
                </a:solidFill>
                <a:latin typeface="Gotham Rounded" pitchFamily="50" charset="0"/>
                <a:ea typeface="Tahoma"/>
                <a:cs typeface="Tahoma"/>
                <a:sym typeface="Tahoma"/>
              </a:rPr>
              <a:t> en el ícono para crear una carpeta nueva.</a:t>
            </a:r>
            <a:endParaRPr sz="1400" b="0" i="0" u="none" strike="noStrike" cap="none" dirty="0">
              <a:solidFill>
                <a:srgbClr val="000000"/>
              </a:solidFill>
              <a:latin typeface="Gotham Rounded" pitchFamily="50" charset="0"/>
              <a:sym typeface="Arial"/>
            </a:endParaRPr>
          </a:p>
        </p:txBody>
      </p:sp>
      <p:pic>
        <p:nvPicPr>
          <p:cNvPr id="1337" name="Google Shape;1337;p110">
            <a:hlinkClick r:id="rId4"/>
          </p:cNvPr>
          <p:cNvPicPr preferRelativeResize="0"/>
          <p:nvPr/>
        </p:nvPicPr>
        <p:blipFill rotWithShape="1">
          <a:blip r:embed="rId5">
            <a:alphaModFix/>
          </a:blip>
          <a:srcRect/>
          <a:stretch/>
        </p:blipFill>
        <p:spPr>
          <a:xfrm>
            <a:off x="2378466" y="1135654"/>
            <a:ext cx="526842" cy="526842"/>
          </a:xfrm>
          <a:prstGeom prst="rect">
            <a:avLst/>
          </a:prstGeom>
          <a:noFill/>
          <a:ln>
            <a:noFill/>
          </a:ln>
        </p:spPr>
      </p:pic>
    </p:spTree>
  </p:cSld>
  <p:clrMapOvr>
    <a:masterClrMapping/>
  </p:clrMapOvr>
  <p:transition spd="slow">
    <p:push/>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1342"/>
        <p:cNvGrpSpPr/>
        <p:nvPr/>
      </p:nvGrpSpPr>
      <p:grpSpPr>
        <a:xfrm>
          <a:off x="0" y="0"/>
          <a:ext cx="0" cy="0"/>
          <a:chOff x="0" y="0"/>
          <a:chExt cx="0" cy="0"/>
        </a:xfrm>
      </p:grpSpPr>
      <p:pic>
        <p:nvPicPr>
          <p:cNvPr id="1343" name="Google Shape;1343;p111"/>
          <p:cNvPicPr preferRelativeResize="0"/>
          <p:nvPr/>
        </p:nvPicPr>
        <p:blipFill rotWithShape="1">
          <a:blip r:embed="rId3">
            <a:alphaModFix/>
          </a:blip>
          <a:srcRect r="46889" b="46889"/>
          <a:stretch/>
        </p:blipFill>
        <p:spPr>
          <a:xfrm>
            <a:off x="948115" y="211571"/>
            <a:ext cx="10295765" cy="6434853"/>
          </a:xfrm>
          <a:prstGeom prst="rect">
            <a:avLst/>
          </a:prstGeom>
          <a:noFill/>
          <a:ln>
            <a:noFill/>
          </a:ln>
          <a:effectLst>
            <a:outerShdw blurRad="101600" dist="50800" sx="101000" sy="101000" algn="ctr" rotWithShape="0">
              <a:srgbClr val="7F7F7F">
                <a:alpha val="20000"/>
              </a:srgbClr>
            </a:outerShdw>
          </a:effectLst>
        </p:spPr>
      </p:pic>
      <p:sp>
        <p:nvSpPr>
          <p:cNvPr id="1344" name="Google Shape;1344;p111"/>
          <p:cNvSpPr/>
          <p:nvPr/>
        </p:nvSpPr>
        <p:spPr>
          <a:xfrm>
            <a:off x="2261965" y="2023872"/>
            <a:ext cx="3133191" cy="704383"/>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45" name="Google Shape;1345;p111"/>
          <p:cNvSpPr/>
          <p:nvPr/>
        </p:nvSpPr>
        <p:spPr>
          <a:xfrm>
            <a:off x="6196084" y="4701091"/>
            <a:ext cx="5592083" cy="1686059"/>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2. Le ponemos de nombre “</a:t>
            </a:r>
            <a:r>
              <a:rPr lang="es-ES" sz="1800" b="0" i="0" u="none" strike="noStrike" cap="none" dirty="0" err="1">
                <a:solidFill>
                  <a:schemeClr val="lt1"/>
                </a:solidFill>
                <a:latin typeface="Gotham Rounded" pitchFamily="50" charset="0"/>
                <a:ea typeface="Tahoma"/>
                <a:cs typeface="Tahoma"/>
                <a:sym typeface="Tahoma"/>
              </a:rPr>
              <a:t>assets</a:t>
            </a:r>
            <a:r>
              <a:rPr lang="es-ES" sz="1800" b="0" i="0" u="none" strike="noStrike" cap="none" dirty="0">
                <a:solidFill>
                  <a:schemeClr val="lt1"/>
                </a:solidFill>
                <a:latin typeface="Gotham Rounded" pitchFamily="50" charset="0"/>
                <a:ea typeface="Tahoma"/>
                <a:cs typeface="Tahoma"/>
                <a:sym typeface="Tahoma"/>
              </a:rPr>
              <a:t>” y la creamos apretando ENTER.</a:t>
            </a:r>
            <a:endParaRPr sz="1400" b="0" i="0" u="none" strike="noStrike" cap="none" dirty="0">
              <a:solidFill>
                <a:srgbClr val="000000"/>
              </a:solidFill>
              <a:latin typeface="Gotham Rounded" pitchFamily="50" charset="0"/>
              <a:sym typeface="Arial"/>
            </a:endParaRPr>
          </a:p>
        </p:txBody>
      </p:sp>
      <p:pic>
        <p:nvPicPr>
          <p:cNvPr id="1346" name="Google Shape;1346;p111">
            <a:hlinkClick r:id="rId4"/>
          </p:cNvPr>
          <p:cNvPicPr preferRelativeResize="0"/>
          <p:nvPr/>
        </p:nvPicPr>
        <p:blipFill rotWithShape="1">
          <a:blip r:embed="rId5">
            <a:alphaModFix/>
          </a:blip>
          <a:srcRect/>
          <a:stretch/>
        </p:blipFill>
        <p:spPr>
          <a:xfrm>
            <a:off x="3301718" y="2286722"/>
            <a:ext cx="526842" cy="526842"/>
          </a:xfrm>
          <a:prstGeom prst="rect">
            <a:avLst/>
          </a:prstGeom>
          <a:noFill/>
          <a:ln>
            <a:noFill/>
          </a:ln>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1351"/>
        <p:cNvGrpSpPr/>
        <p:nvPr/>
      </p:nvGrpSpPr>
      <p:grpSpPr>
        <a:xfrm>
          <a:off x="0" y="0"/>
          <a:ext cx="0" cy="0"/>
          <a:chOff x="0" y="0"/>
          <a:chExt cx="0" cy="0"/>
        </a:xfrm>
      </p:grpSpPr>
      <p:pic>
        <p:nvPicPr>
          <p:cNvPr id="1352" name="Google Shape;1352;p112"/>
          <p:cNvPicPr preferRelativeResize="0"/>
          <p:nvPr/>
        </p:nvPicPr>
        <p:blipFill rotWithShape="1">
          <a:blip r:embed="rId3">
            <a:alphaModFix/>
          </a:blip>
          <a:srcRect r="52849" b="52849"/>
          <a:stretch/>
        </p:blipFill>
        <p:spPr>
          <a:xfrm>
            <a:off x="948115" y="211571"/>
            <a:ext cx="10295765" cy="6434853"/>
          </a:xfrm>
          <a:prstGeom prst="rect">
            <a:avLst/>
          </a:prstGeom>
          <a:noFill/>
          <a:ln>
            <a:noFill/>
          </a:ln>
          <a:effectLst>
            <a:outerShdw blurRad="101600" dist="50800" sx="101000" sy="101000" algn="ctr" rotWithShape="0">
              <a:srgbClr val="7F7F7F">
                <a:alpha val="20000"/>
              </a:srgbClr>
            </a:outerShdw>
          </a:effectLst>
        </p:spPr>
      </p:pic>
      <p:sp>
        <p:nvSpPr>
          <p:cNvPr id="1353" name="Google Shape;1353;p112"/>
          <p:cNvSpPr/>
          <p:nvPr/>
        </p:nvSpPr>
        <p:spPr>
          <a:xfrm>
            <a:off x="2065329" y="2398816"/>
            <a:ext cx="3717953" cy="498763"/>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54" name="Google Shape;1354;p112"/>
          <p:cNvSpPr/>
          <p:nvPr/>
        </p:nvSpPr>
        <p:spPr>
          <a:xfrm>
            <a:off x="6196084" y="4733365"/>
            <a:ext cx="5592083" cy="1653786"/>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3. Vamos a dar </a:t>
            </a:r>
            <a:r>
              <a:rPr lang="es-ES" sz="1800" b="0" i="0" u="none" strike="noStrike" cap="none" dirty="0" err="1">
                <a:solidFill>
                  <a:schemeClr val="lt1"/>
                </a:solidFill>
                <a:latin typeface="Gotham Rounded" pitchFamily="50" charset="0"/>
                <a:ea typeface="Tahoma"/>
                <a:cs typeface="Tahoma"/>
                <a:sym typeface="Tahoma"/>
              </a:rPr>
              <a:t>click</a:t>
            </a:r>
            <a:r>
              <a:rPr lang="es-ES" sz="1800" b="0" i="0" u="none" strike="noStrike" cap="none" dirty="0">
                <a:solidFill>
                  <a:schemeClr val="lt1"/>
                </a:solidFill>
                <a:latin typeface="Gotham Rounded" pitchFamily="50" charset="0"/>
                <a:ea typeface="Tahoma"/>
                <a:cs typeface="Tahoma"/>
                <a:sym typeface="Tahoma"/>
              </a:rPr>
              <a:t> sobre la carpeta creada para ubicarnos en su directorio.</a:t>
            </a:r>
            <a:endParaRPr sz="1400" b="0" i="0" u="none" strike="noStrike" cap="none" dirty="0">
              <a:solidFill>
                <a:srgbClr val="000000"/>
              </a:solidFill>
              <a:latin typeface="Gotham Rounded" pitchFamily="50" charset="0"/>
              <a:sym typeface="Arial"/>
            </a:endParaRPr>
          </a:p>
        </p:txBody>
      </p:sp>
      <p:pic>
        <p:nvPicPr>
          <p:cNvPr id="1355" name="Google Shape;1355;p112">
            <a:hlinkClick r:id="rId4"/>
          </p:cNvPr>
          <p:cNvPicPr preferRelativeResize="0"/>
          <p:nvPr/>
        </p:nvPicPr>
        <p:blipFill rotWithShape="1">
          <a:blip r:embed="rId5">
            <a:alphaModFix/>
          </a:blip>
          <a:srcRect/>
          <a:stretch/>
        </p:blipFill>
        <p:spPr>
          <a:xfrm>
            <a:off x="3282108" y="2634158"/>
            <a:ext cx="526842" cy="526842"/>
          </a:xfrm>
          <a:prstGeom prst="rect">
            <a:avLst/>
          </a:prstGeom>
          <a:noFill/>
          <a:ln>
            <a:noFill/>
          </a:ln>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1360"/>
        <p:cNvGrpSpPr/>
        <p:nvPr/>
      </p:nvGrpSpPr>
      <p:grpSpPr>
        <a:xfrm>
          <a:off x="0" y="0"/>
          <a:ext cx="0" cy="0"/>
          <a:chOff x="0" y="0"/>
          <a:chExt cx="0" cy="0"/>
        </a:xfrm>
      </p:grpSpPr>
      <p:pic>
        <p:nvPicPr>
          <p:cNvPr id="1361" name="Google Shape;1361;p113"/>
          <p:cNvPicPr preferRelativeResize="0"/>
          <p:nvPr/>
        </p:nvPicPr>
        <p:blipFill rotWithShape="1">
          <a:blip r:embed="rId3">
            <a:alphaModFix/>
          </a:blip>
          <a:srcRect r="52849" b="52849"/>
          <a:stretch/>
        </p:blipFill>
        <p:spPr>
          <a:xfrm>
            <a:off x="948115" y="211571"/>
            <a:ext cx="10295765" cy="6434853"/>
          </a:xfrm>
          <a:prstGeom prst="rect">
            <a:avLst/>
          </a:prstGeom>
          <a:noFill/>
          <a:ln>
            <a:noFill/>
          </a:ln>
          <a:effectLst>
            <a:outerShdw blurRad="101600" dist="50800" sx="101000" sy="101000" algn="ctr" rotWithShape="0">
              <a:srgbClr val="7F7F7F">
                <a:alpha val="20000"/>
              </a:srgbClr>
            </a:outerShdw>
          </a:effectLst>
        </p:spPr>
      </p:pic>
      <p:sp>
        <p:nvSpPr>
          <p:cNvPr id="1362" name="Google Shape;1362;p113"/>
          <p:cNvSpPr/>
          <p:nvPr/>
        </p:nvSpPr>
        <p:spPr>
          <a:xfrm>
            <a:off x="3842712" y="1899928"/>
            <a:ext cx="617665" cy="522638"/>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63" name="Google Shape;1363;p113"/>
          <p:cNvSpPr/>
          <p:nvPr/>
        </p:nvSpPr>
        <p:spPr>
          <a:xfrm>
            <a:off x="6196084" y="4873213"/>
            <a:ext cx="5592083" cy="1513937"/>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bg1"/>
                </a:solidFill>
                <a:latin typeface="Gotham Rounded" pitchFamily="50" charset="0"/>
                <a:ea typeface="Tahoma"/>
                <a:cs typeface="Tahoma"/>
                <a:sym typeface="Tahoma"/>
              </a:rPr>
              <a:t>4. Volvemos a tocar el ícono para crear una nueva carpeta.</a:t>
            </a:r>
            <a:endParaRPr sz="1400" b="0" i="0" u="none" strike="noStrike" cap="none" dirty="0">
              <a:solidFill>
                <a:schemeClr val="bg1"/>
              </a:solidFill>
              <a:latin typeface="Gotham Rounded" pitchFamily="50" charset="0"/>
              <a:sym typeface="Arial"/>
            </a:endParaRPr>
          </a:p>
        </p:txBody>
      </p:sp>
      <p:pic>
        <p:nvPicPr>
          <p:cNvPr id="1364" name="Google Shape;1364;p113">
            <a:hlinkClick r:id="rId4"/>
          </p:cNvPr>
          <p:cNvPicPr preferRelativeResize="0"/>
          <p:nvPr/>
        </p:nvPicPr>
        <p:blipFill rotWithShape="1">
          <a:blip r:embed="rId5">
            <a:alphaModFix/>
          </a:blip>
          <a:srcRect/>
          <a:stretch/>
        </p:blipFill>
        <p:spPr>
          <a:xfrm>
            <a:off x="4035144" y="2159145"/>
            <a:ext cx="526842" cy="526842"/>
          </a:xfrm>
          <a:prstGeom prst="rect">
            <a:avLst/>
          </a:prstGeom>
          <a:noFill/>
          <a:ln>
            <a:noFill/>
          </a:ln>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1369"/>
        <p:cNvGrpSpPr/>
        <p:nvPr/>
      </p:nvGrpSpPr>
      <p:grpSpPr>
        <a:xfrm>
          <a:off x="0" y="0"/>
          <a:ext cx="0" cy="0"/>
          <a:chOff x="0" y="0"/>
          <a:chExt cx="0" cy="0"/>
        </a:xfrm>
      </p:grpSpPr>
      <p:pic>
        <p:nvPicPr>
          <p:cNvPr id="1370" name="Google Shape;1370;p114"/>
          <p:cNvPicPr preferRelativeResize="0"/>
          <p:nvPr/>
        </p:nvPicPr>
        <p:blipFill rotWithShape="1">
          <a:blip r:embed="rId3">
            <a:alphaModFix/>
          </a:blip>
          <a:srcRect l="1" r="52747" b="52749"/>
          <a:stretch/>
        </p:blipFill>
        <p:spPr>
          <a:xfrm>
            <a:off x="948114" y="211570"/>
            <a:ext cx="10295765" cy="6434853"/>
          </a:xfrm>
          <a:prstGeom prst="rect">
            <a:avLst/>
          </a:prstGeom>
          <a:noFill/>
          <a:ln>
            <a:noFill/>
          </a:ln>
          <a:effectLst>
            <a:outerShdw blurRad="101600" dist="50800" sx="101000" sy="101000" algn="ctr" rotWithShape="0">
              <a:srgbClr val="7F7F7F">
                <a:alpha val="20000"/>
              </a:srgbClr>
            </a:outerShdw>
          </a:effectLst>
        </p:spPr>
      </p:pic>
      <p:sp>
        <p:nvSpPr>
          <p:cNvPr id="1371" name="Google Shape;1371;p114"/>
          <p:cNvSpPr/>
          <p:nvPr/>
        </p:nvSpPr>
        <p:spPr>
          <a:xfrm>
            <a:off x="6196084" y="4883971"/>
            <a:ext cx="5592083" cy="1503179"/>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5. La nombramos “</a:t>
            </a:r>
            <a:r>
              <a:rPr lang="es-ES" sz="1800" b="0" i="0" u="none" strike="noStrike" cap="none" dirty="0" err="1">
                <a:solidFill>
                  <a:schemeClr val="lt1"/>
                </a:solidFill>
                <a:latin typeface="Gotham Rounded" pitchFamily="50" charset="0"/>
                <a:ea typeface="Tahoma"/>
                <a:cs typeface="Tahoma"/>
                <a:sym typeface="Tahoma"/>
              </a:rPr>
              <a:t>css</a:t>
            </a:r>
            <a:r>
              <a:rPr lang="es-ES" sz="1800" b="0" i="0" u="none" strike="noStrike" cap="none" dirty="0">
                <a:solidFill>
                  <a:schemeClr val="lt1"/>
                </a:solidFill>
                <a:latin typeface="Gotham Rounded" pitchFamily="50" charset="0"/>
                <a:ea typeface="Tahoma"/>
                <a:cs typeface="Tahoma"/>
                <a:sym typeface="Tahoma"/>
              </a:rPr>
              <a:t>” y damos ENTER para crearla.</a:t>
            </a:r>
            <a:endParaRPr sz="1400" b="0" i="0" u="none" strike="noStrike" cap="none" dirty="0">
              <a:solidFill>
                <a:srgbClr val="000000"/>
              </a:solidFill>
              <a:latin typeface="Gotham Rounded" pitchFamily="50" charset="0"/>
              <a:sym typeface="Arial"/>
            </a:endParaRPr>
          </a:p>
        </p:txBody>
      </p:sp>
      <p:sp>
        <p:nvSpPr>
          <p:cNvPr id="1372" name="Google Shape;1372;p114"/>
          <p:cNvSpPr/>
          <p:nvPr/>
        </p:nvSpPr>
        <p:spPr>
          <a:xfrm>
            <a:off x="2748081" y="2740192"/>
            <a:ext cx="3104079" cy="795488"/>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373" name="Google Shape;1373;p114">
            <a:hlinkClick r:id="rId4"/>
          </p:cNvPr>
          <p:cNvPicPr preferRelativeResize="0"/>
          <p:nvPr/>
        </p:nvPicPr>
        <p:blipFill rotWithShape="1">
          <a:blip r:embed="rId5">
            <a:alphaModFix/>
          </a:blip>
          <a:srcRect/>
          <a:stretch/>
        </p:blipFill>
        <p:spPr>
          <a:xfrm>
            <a:off x="3658626" y="3008838"/>
            <a:ext cx="526842" cy="526842"/>
          </a:xfrm>
          <a:prstGeom prst="rect">
            <a:avLst/>
          </a:prstGeom>
          <a:noFill/>
          <a:ln>
            <a:noFill/>
          </a:ln>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1378"/>
        <p:cNvGrpSpPr/>
        <p:nvPr/>
      </p:nvGrpSpPr>
      <p:grpSpPr>
        <a:xfrm>
          <a:off x="0" y="0"/>
          <a:ext cx="0" cy="0"/>
          <a:chOff x="0" y="0"/>
          <a:chExt cx="0" cy="0"/>
        </a:xfrm>
      </p:grpSpPr>
      <p:pic>
        <p:nvPicPr>
          <p:cNvPr id="1379" name="Google Shape;1379;p115"/>
          <p:cNvPicPr preferRelativeResize="0"/>
          <p:nvPr/>
        </p:nvPicPr>
        <p:blipFill rotWithShape="1">
          <a:blip r:embed="rId3">
            <a:alphaModFix/>
          </a:blip>
          <a:srcRect r="50795" b="50795"/>
          <a:stretch/>
        </p:blipFill>
        <p:spPr>
          <a:xfrm>
            <a:off x="948114" y="211569"/>
            <a:ext cx="10295765" cy="6434853"/>
          </a:xfrm>
          <a:prstGeom prst="rect">
            <a:avLst/>
          </a:prstGeom>
          <a:noFill/>
          <a:ln>
            <a:noFill/>
          </a:ln>
          <a:effectLst>
            <a:outerShdw blurRad="101600" dist="50800" sx="101000" sy="101000" algn="ctr" rotWithShape="0">
              <a:srgbClr val="7F7F7F">
                <a:alpha val="20000"/>
              </a:srgbClr>
            </a:outerShdw>
          </a:effectLst>
        </p:spPr>
      </p:pic>
      <p:sp>
        <p:nvSpPr>
          <p:cNvPr id="1380" name="Google Shape;1380;p115"/>
          <p:cNvSpPr/>
          <p:nvPr/>
        </p:nvSpPr>
        <p:spPr>
          <a:xfrm>
            <a:off x="3383280" y="2326640"/>
            <a:ext cx="904239" cy="457200"/>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81" name="Google Shape;1381;p115"/>
          <p:cNvSpPr/>
          <p:nvPr/>
        </p:nvSpPr>
        <p:spPr>
          <a:xfrm>
            <a:off x="6196084" y="4701091"/>
            <a:ext cx="5592083" cy="1686059"/>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6. Vamos a dar </a:t>
            </a:r>
            <a:r>
              <a:rPr lang="es-ES" sz="1800" b="0" i="0" u="none" strike="noStrike" cap="none" dirty="0" err="1">
                <a:solidFill>
                  <a:schemeClr val="lt1"/>
                </a:solidFill>
                <a:latin typeface="Gotham Rounded" pitchFamily="50" charset="0"/>
                <a:ea typeface="Tahoma"/>
                <a:cs typeface="Tahoma"/>
                <a:sym typeface="Tahoma"/>
              </a:rPr>
              <a:t>click</a:t>
            </a:r>
            <a:r>
              <a:rPr lang="es-ES" sz="1800" b="0" i="0" u="none" strike="noStrike" cap="none" dirty="0">
                <a:solidFill>
                  <a:schemeClr val="lt1"/>
                </a:solidFill>
                <a:latin typeface="Gotham Rounded" pitchFamily="50" charset="0"/>
                <a:ea typeface="Tahoma"/>
                <a:cs typeface="Tahoma"/>
                <a:sym typeface="Tahoma"/>
              </a:rPr>
              <a:t> en la carpeta “</a:t>
            </a:r>
            <a:r>
              <a:rPr lang="es-ES" sz="1800" b="0" i="0" u="none" strike="noStrike" cap="none" dirty="0" err="1">
                <a:solidFill>
                  <a:schemeClr val="lt1"/>
                </a:solidFill>
                <a:latin typeface="Gotham Rounded" pitchFamily="50" charset="0"/>
                <a:ea typeface="Tahoma"/>
                <a:cs typeface="Tahoma"/>
                <a:sym typeface="Tahoma"/>
              </a:rPr>
              <a:t>css</a:t>
            </a:r>
            <a:r>
              <a:rPr lang="es-ES" sz="1800" b="0" i="0" u="none" strike="noStrike" cap="none" dirty="0">
                <a:solidFill>
                  <a:schemeClr val="lt1"/>
                </a:solidFill>
                <a:latin typeface="Gotham Rounded" pitchFamily="50" charset="0"/>
                <a:ea typeface="Tahoma"/>
                <a:cs typeface="Tahoma"/>
                <a:sym typeface="Tahoma"/>
              </a:rPr>
              <a:t>” para ubicarnos dentro de ella.</a:t>
            </a:r>
            <a:endParaRPr sz="1400" b="0" i="0" u="none" strike="noStrike" cap="none" dirty="0">
              <a:solidFill>
                <a:srgbClr val="000000"/>
              </a:solidFill>
              <a:latin typeface="Gotham Rounded" pitchFamily="50" charset="0"/>
              <a:sym typeface="Arial"/>
            </a:endParaRPr>
          </a:p>
        </p:txBody>
      </p:sp>
      <p:pic>
        <p:nvPicPr>
          <p:cNvPr id="1382" name="Google Shape;1382;p115">
            <a:hlinkClick r:id="rId4"/>
          </p:cNvPr>
          <p:cNvPicPr preferRelativeResize="0"/>
          <p:nvPr/>
        </p:nvPicPr>
        <p:blipFill rotWithShape="1">
          <a:blip r:embed="rId5">
            <a:alphaModFix/>
          </a:blip>
          <a:srcRect/>
          <a:stretch/>
        </p:blipFill>
        <p:spPr>
          <a:xfrm>
            <a:off x="3769400" y="2520419"/>
            <a:ext cx="526842" cy="526842"/>
          </a:xfrm>
          <a:prstGeom prst="rect">
            <a:avLst/>
          </a:prstGeom>
          <a:noFill/>
          <a:ln>
            <a:noFill/>
          </a:ln>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1387"/>
        <p:cNvGrpSpPr/>
        <p:nvPr/>
      </p:nvGrpSpPr>
      <p:grpSpPr>
        <a:xfrm>
          <a:off x="0" y="0"/>
          <a:ext cx="0" cy="0"/>
          <a:chOff x="0" y="0"/>
          <a:chExt cx="0" cy="0"/>
        </a:xfrm>
      </p:grpSpPr>
      <p:pic>
        <p:nvPicPr>
          <p:cNvPr id="1388" name="Google Shape;1388;p116"/>
          <p:cNvPicPr preferRelativeResize="0"/>
          <p:nvPr/>
        </p:nvPicPr>
        <p:blipFill rotWithShape="1">
          <a:blip r:embed="rId3">
            <a:alphaModFix/>
          </a:blip>
          <a:srcRect/>
          <a:stretch/>
        </p:blipFill>
        <p:spPr>
          <a:xfrm>
            <a:off x="948114" y="211569"/>
            <a:ext cx="10295765" cy="6434853"/>
          </a:xfrm>
          <a:prstGeom prst="rect">
            <a:avLst/>
          </a:prstGeom>
          <a:noFill/>
          <a:ln>
            <a:noFill/>
          </a:ln>
          <a:effectLst>
            <a:outerShdw blurRad="101600" dist="50800" sx="101000" sy="101000" algn="ctr" rotWithShape="0">
              <a:srgbClr val="7F7F7F">
                <a:alpha val="20000"/>
              </a:srgbClr>
            </a:outerShdw>
          </a:effectLst>
        </p:spPr>
      </p:pic>
      <p:sp>
        <p:nvSpPr>
          <p:cNvPr id="1389" name="Google Shape;1389;p116"/>
          <p:cNvSpPr/>
          <p:nvPr/>
        </p:nvSpPr>
        <p:spPr>
          <a:xfrm>
            <a:off x="1996589" y="985529"/>
            <a:ext cx="354842" cy="300250"/>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90" name="Google Shape;1390;p116"/>
          <p:cNvSpPr/>
          <p:nvPr/>
        </p:nvSpPr>
        <p:spPr>
          <a:xfrm>
            <a:off x="6196084" y="4722607"/>
            <a:ext cx="5275782" cy="1664544"/>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7. Hacemos </a:t>
            </a:r>
            <a:r>
              <a:rPr lang="es-ES" sz="1800" b="0" i="0" u="none" strike="noStrike" cap="none" dirty="0" err="1">
                <a:solidFill>
                  <a:schemeClr val="lt1"/>
                </a:solidFill>
                <a:latin typeface="Gotham Rounded" pitchFamily="50" charset="0"/>
                <a:ea typeface="Tahoma"/>
                <a:cs typeface="Tahoma"/>
                <a:sym typeface="Tahoma"/>
              </a:rPr>
              <a:t>click</a:t>
            </a:r>
            <a:r>
              <a:rPr lang="es-ES" sz="1800" b="0" i="0" u="none" strike="noStrike" cap="none" dirty="0">
                <a:solidFill>
                  <a:schemeClr val="lt1"/>
                </a:solidFill>
                <a:latin typeface="Gotham Rounded" pitchFamily="50" charset="0"/>
                <a:ea typeface="Tahoma"/>
                <a:cs typeface="Tahoma"/>
                <a:sym typeface="Tahoma"/>
              </a:rPr>
              <a:t> en el ícono para crear un archivo nuevo.</a:t>
            </a:r>
            <a:endParaRPr sz="1400" b="0" i="0" u="none" strike="noStrike" cap="none" dirty="0">
              <a:solidFill>
                <a:srgbClr val="000000"/>
              </a:solidFill>
              <a:latin typeface="Gotham Rounded" pitchFamily="50" charset="0"/>
              <a:sym typeface="Arial"/>
            </a:endParaRPr>
          </a:p>
        </p:txBody>
      </p:sp>
      <p:pic>
        <p:nvPicPr>
          <p:cNvPr id="1391" name="Google Shape;1391;p116">
            <a:hlinkClick r:id="rId4"/>
          </p:cNvPr>
          <p:cNvPicPr preferRelativeResize="0"/>
          <p:nvPr/>
        </p:nvPicPr>
        <p:blipFill rotWithShape="1">
          <a:blip r:embed="rId5">
            <a:alphaModFix/>
          </a:blip>
          <a:srcRect/>
          <a:stretch/>
        </p:blipFill>
        <p:spPr>
          <a:xfrm>
            <a:off x="2088010" y="1135654"/>
            <a:ext cx="526842" cy="526842"/>
          </a:xfrm>
          <a:prstGeom prst="rect">
            <a:avLst/>
          </a:prstGeom>
          <a:noFill/>
          <a:ln>
            <a:noFill/>
          </a:ln>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1396"/>
        <p:cNvGrpSpPr/>
        <p:nvPr/>
      </p:nvGrpSpPr>
      <p:grpSpPr>
        <a:xfrm>
          <a:off x="0" y="0"/>
          <a:ext cx="0" cy="0"/>
          <a:chOff x="0" y="0"/>
          <a:chExt cx="0" cy="0"/>
        </a:xfrm>
      </p:grpSpPr>
      <p:pic>
        <p:nvPicPr>
          <p:cNvPr id="1397" name="Google Shape;1397;p117"/>
          <p:cNvPicPr preferRelativeResize="0"/>
          <p:nvPr/>
        </p:nvPicPr>
        <p:blipFill rotWithShape="1">
          <a:blip r:embed="rId3">
            <a:alphaModFix/>
          </a:blip>
          <a:srcRect/>
          <a:stretch/>
        </p:blipFill>
        <p:spPr>
          <a:xfrm>
            <a:off x="948114" y="211569"/>
            <a:ext cx="10295765" cy="6434853"/>
          </a:xfrm>
          <a:prstGeom prst="rect">
            <a:avLst/>
          </a:prstGeom>
          <a:noFill/>
          <a:ln>
            <a:noFill/>
          </a:ln>
          <a:effectLst>
            <a:outerShdw blurRad="101600" dist="50800" sx="101000" sy="101000" algn="ctr" rotWithShape="0">
              <a:srgbClr val="7F7F7F">
                <a:alpha val="20000"/>
              </a:srgbClr>
            </a:outerShdw>
          </a:effectLst>
        </p:spPr>
      </p:pic>
      <p:sp>
        <p:nvSpPr>
          <p:cNvPr id="1398" name="Google Shape;1398;p117"/>
          <p:cNvSpPr/>
          <p:nvPr/>
        </p:nvSpPr>
        <p:spPr>
          <a:xfrm>
            <a:off x="1609310" y="1405077"/>
            <a:ext cx="1693288" cy="359177"/>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99" name="Google Shape;1399;p117"/>
          <p:cNvSpPr/>
          <p:nvPr/>
        </p:nvSpPr>
        <p:spPr>
          <a:xfrm>
            <a:off x="6196084" y="4776395"/>
            <a:ext cx="5592083" cy="1610756"/>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8. Nombramos al archivo “style.css” y damos ENTER para crearlo.</a:t>
            </a:r>
            <a:endParaRPr sz="1400" b="0" i="0" u="none" strike="noStrike" cap="none" dirty="0">
              <a:solidFill>
                <a:srgbClr val="000000"/>
              </a:solidFill>
              <a:latin typeface="Gotham Rounded" pitchFamily="50" charset="0"/>
              <a:sym typeface="Arial"/>
            </a:endParaRPr>
          </a:p>
        </p:txBody>
      </p:sp>
      <p:pic>
        <p:nvPicPr>
          <p:cNvPr id="1400" name="Google Shape;1400;p117">
            <a:hlinkClick r:id="rId4"/>
          </p:cNvPr>
          <p:cNvPicPr preferRelativeResize="0"/>
          <p:nvPr/>
        </p:nvPicPr>
        <p:blipFill rotWithShape="1">
          <a:blip r:embed="rId5">
            <a:alphaModFix/>
          </a:blip>
          <a:srcRect/>
          <a:stretch/>
        </p:blipFill>
        <p:spPr>
          <a:xfrm>
            <a:off x="2455954" y="1500833"/>
            <a:ext cx="526842" cy="526842"/>
          </a:xfrm>
          <a:prstGeom prst="rect">
            <a:avLst/>
          </a:prstGeom>
          <a:noFill/>
          <a:ln>
            <a:noFill/>
          </a:ln>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1405"/>
        <p:cNvGrpSpPr/>
        <p:nvPr/>
      </p:nvGrpSpPr>
      <p:grpSpPr>
        <a:xfrm>
          <a:off x="0" y="0"/>
          <a:ext cx="0" cy="0"/>
          <a:chOff x="0" y="0"/>
          <a:chExt cx="0" cy="0"/>
        </a:xfrm>
      </p:grpSpPr>
      <p:pic>
        <p:nvPicPr>
          <p:cNvPr id="1406" name="Google Shape;1406;p118"/>
          <p:cNvPicPr preferRelativeResize="0"/>
          <p:nvPr/>
        </p:nvPicPr>
        <p:blipFill rotWithShape="1">
          <a:blip r:embed="rId3">
            <a:alphaModFix/>
          </a:blip>
          <a:srcRect/>
          <a:stretch/>
        </p:blipFill>
        <p:spPr>
          <a:xfrm>
            <a:off x="948114" y="211569"/>
            <a:ext cx="10295765" cy="6434853"/>
          </a:xfrm>
          <a:prstGeom prst="rect">
            <a:avLst/>
          </a:prstGeom>
          <a:noFill/>
          <a:ln>
            <a:noFill/>
          </a:ln>
          <a:effectLst>
            <a:outerShdw blurRad="101600" dist="50800" sx="101000" sy="101000" algn="ctr" rotWithShape="0">
              <a:srgbClr val="7F7F7F">
                <a:alpha val="20000"/>
              </a:srgbClr>
            </a:outerShdw>
          </a:effectLst>
        </p:spPr>
      </p:pic>
      <p:sp>
        <p:nvSpPr>
          <p:cNvPr id="1407" name="Google Shape;1407;p118"/>
          <p:cNvSpPr/>
          <p:nvPr/>
        </p:nvSpPr>
        <p:spPr>
          <a:xfrm>
            <a:off x="3810000" y="800100"/>
            <a:ext cx="7258050" cy="2362200"/>
          </a:xfrm>
          <a:prstGeom prst="rect">
            <a:avLst/>
          </a:prstGeom>
          <a:solidFill>
            <a:srgbClr val="1F23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08" name="Google Shape;1408;p118"/>
          <p:cNvSpPr/>
          <p:nvPr/>
        </p:nvSpPr>
        <p:spPr>
          <a:xfrm>
            <a:off x="1534006" y="1641745"/>
            <a:ext cx="1080102" cy="359177"/>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09" name="Google Shape;1409;p118"/>
          <p:cNvSpPr/>
          <p:nvPr/>
        </p:nvSpPr>
        <p:spPr>
          <a:xfrm>
            <a:off x="6196084" y="4249271"/>
            <a:ext cx="5592083" cy="2137880"/>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9. Si hicimos todo bien, nos tiene que aparecer el archivo creado dentro de la carpeta “</a:t>
            </a:r>
            <a:r>
              <a:rPr lang="es-ES" sz="1800" b="0" i="0" u="none" strike="noStrike" cap="none" dirty="0" err="1">
                <a:solidFill>
                  <a:schemeClr val="lt1"/>
                </a:solidFill>
                <a:latin typeface="Gotham Rounded" pitchFamily="50" charset="0"/>
                <a:ea typeface="Tahoma"/>
                <a:cs typeface="Tahoma"/>
                <a:sym typeface="Tahoma"/>
              </a:rPr>
              <a:t>css</a:t>
            </a:r>
            <a:r>
              <a:rPr lang="es-ES" sz="1800" b="0" i="0" u="none" strike="noStrike" cap="none" dirty="0">
                <a:solidFill>
                  <a:schemeClr val="lt1"/>
                </a:solidFill>
                <a:latin typeface="Gotham Rounded" pitchFamily="50" charset="0"/>
                <a:ea typeface="Tahoma"/>
                <a:cs typeface="Tahoma"/>
                <a:sym typeface="Tahoma"/>
              </a:rPr>
              <a:t>” y tiene que abrirse automáticamente.</a:t>
            </a:r>
            <a:endParaRPr sz="1400" b="0" i="0" u="none" strike="noStrike" cap="none" dirty="0">
              <a:solidFill>
                <a:srgbClr val="000000"/>
              </a:solidFill>
              <a:latin typeface="Gotham Rounded" pitchFamily="50" charset="0"/>
              <a:sym typeface="Arial"/>
            </a:endParaRPr>
          </a:p>
        </p:txBody>
      </p:sp>
      <p:pic>
        <p:nvPicPr>
          <p:cNvPr id="1410" name="Google Shape;1410;p118">
            <a:hlinkClick r:id="rId4"/>
          </p:cNvPr>
          <p:cNvPicPr preferRelativeResize="0"/>
          <p:nvPr/>
        </p:nvPicPr>
        <p:blipFill rotWithShape="1">
          <a:blip r:embed="rId5">
            <a:alphaModFix/>
          </a:blip>
          <a:srcRect/>
          <a:stretch/>
        </p:blipFill>
        <p:spPr>
          <a:xfrm>
            <a:off x="2087266" y="1717779"/>
            <a:ext cx="526842" cy="526842"/>
          </a:xfrm>
          <a:prstGeom prst="rect">
            <a:avLst/>
          </a:prstGeom>
          <a:noFill/>
          <a:ln>
            <a:noFill/>
          </a:ln>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1415"/>
        <p:cNvGrpSpPr/>
        <p:nvPr/>
      </p:nvGrpSpPr>
      <p:grpSpPr>
        <a:xfrm>
          <a:off x="0" y="0"/>
          <a:ext cx="0" cy="0"/>
          <a:chOff x="0" y="0"/>
          <a:chExt cx="0" cy="0"/>
        </a:xfrm>
      </p:grpSpPr>
      <p:pic>
        <p:nvPicPr>
          <p:cNvPr id="1416" name="Google Shape;1416;p119"/>
          <p:cNvPicPr preferRelativeResize="0"/>
          <p:nvPr/>
        </p:nvPicPr>
        <p:blipFill rotWithShape="1">
          <a:blip r:embed="rId3">
            <a:alphaModFix/>
          </a:blip>
          <a:srcRect/>
          <a:stretch/>
        </p:blipFill>
        <p:spPr>
          <a:xfrm>
            <a:off x="948114" y="211569"/>
            <a:ext cx="10295765" cy="6434853"/>
          </a:xfrm>
          <a:prstGeom prst="rect">
            <a:avLst/>
          </a:prstGeom>
          <a:noFill/>
          <a:ln>
            <a:noFill/>
          </a:ln>
          <a:effectLst>
            <a:outerShdw blurRad="101600" dist="50800" sx="101000" sy="101000" algn="ctr" rotWithShape="0">
              <a:srgbClr val="7F7F7F">
                <a:alpha val="20000"/>
              </a:srgbClr>
            </a:outerShdw>
          </a:effectLst>
        </p:spPr>
      </p:pic>
      <p:sp>
        <p:nvSpPr>
          <p:cNvPr id="1417" name="Google Shape;1417;p119"/>
          <p:cNvSpPr/>
          <p:nvPr/>
        </p:nvSpPr>
        <p:spPr>
          <a:xfrm>
            <a:off x="3810000" y="800100"/>
            <a:ext cx="7258050" cy="2362200"/>
          </a:xfrm>
          <a:prstGeom prst="rect">
            <a:avLst/>
          </a:prstGeom>
          <a:solidFill>
            <a:srgbClr val="1F23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18" name="Google Shape;1418;p119"/>
          <p:cNvSpPr/>
          <p:nvPr/>
        </p:nvSpPr>
        <p:spPr>
          <a:xfrm>
            <a:off x="4341751" y="233085"/>
            <a:ext cx="1359801" cy="326312"/>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19" name="Google Shape;1419;p119"/>
          <p:cNvSpPr/>
          <p:nvPr/>
        </p:nvSpPr>
        <p:spPr>
          <a:xfrm>
            <a:off x="6196084" y="4658061"/>
            <a:ext cx="5592083" cy="1729090"/>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10. Esto indica que ya estamos trabajando dentro del archivo “style.css”</a:t>
            </a:r>
            <a:endParaRPr sz="1400" b="0" i="0" u="none" strike="noStrike" cap="none" dirty="0">
              <a:solidFill>
                <a:srgbClr val="000000"/>
              </a:solidFill>
              <a:latin typeface="Gotham Rounded" pitchFamily="50" charset="0"/>
              <a:sym typeface="Arial"/>
            </a:endParaRPr>
          </a:p>
        </p:txBody>
      </p:sp>
      <p:pic>
        <p:nvPicPr>
          <p:cNvPr id="1420" name="Google Shape;1420;p119">
            <a:hlinkClick r:id="rId4"/>
          </p:cNvPr>
          <p:cNvPicPr preferRelativeResize="0"/>
          <p:nvPr/>
        </p:nvPicPr>
        <p:blipFill rotWithShape="1">
          <a:blip r:embed="rId5">
            <a:alphaModFix/>
          </a:blip>
          <a:srcRect/>
          <a:stretch/>
        </p:blipFill>
        <p:spPr>
          <a:xfrm>
            <a:off x="5174710" y="317492"/>
            <a:ext cx="526842" cy="526842"/>
          </a:xfrm>
          <a:prstGeom prst="rect">
            <a:avLst/>
          </a:prstGeom>
          <a:noFill/>
          <a:ln>
            <a:noFill/>
          </a:ln>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1425"/>
        <p:cNvGrpSpPr/>
        <p:nvPr/>
      </p:nvGrpSpPr>
      <p:grpSpPr>
        <a:xfrm>
          <a:off x="0" y="0"/>
          <a:ext cx="0" cy="0"/>
          <a:chOff x="0" y="0"/>
          <a:chExt cx="0" cy="0"/>
        </a:xfrm>
      </p:grpSpPr>
      <p:pic>
        <p:nvPicPr>
          <p:cNvPr id="1426" name="Google Shape;1426;p120"/>
          <p:cNvPicPr preferRelativeResize="0"/>
          <p:nvPr/>
        </p:nvPicPr>
        <p:blipFill rotWithShape="1">
          <a:blip r:embed="rId3">
            <a:alphaModFix/>
          </a:blip>
          <a:srcRect r="27157" b="27157"/>
          <a:stretch/>
        </p:blipFill>
        <p:spPr>
          <a:xfrm>
            <a:off x="948114" y="211569"/>
            <a:ext cx="10295765" cy="6434853"/>
          </a:xfrm>
          <a:prstGeom prst="rect">
            <a:avLst/>
          </a:prstGeom>
          <a:noFill/>
          <a:ln>
            <a:noFill/>
          </a:ln>
          <a:effectLst>
            <a:outerShdw blurRad="101600" dist="50800" sx="101000" sy="101000" algn="ctr" rotWithShape="0">
              <a:srgbClr val="7F7F7F">
                <a:alpha val="20000"/>
              </a:srgbClr>
            </a:outerShdw>
          </a:effectLst>
        </p:spPr>
      </p:pic>
      <p:sp>
        <p:nvSpPr>
          <p:cNvPr id="1427" name="Google Shape;1427;p120"/>
          <p:cNvSpPr/>
          <p:nvPr/>
        </p:nvSpPr>
        <p:spPr>
          <a:xfrm>
            <a:off x="1990166" y="4808668"/>
            <a:ext cx="9798002" cy="1578482"/>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11. Ahora vamos a poner todo el código CSS dentro de él. No es necesario colocar las etiquetas &lt;</a:t>
            </a:r>
            <a:r>
              <a:rPr lang="es-ES" sz="1800" b="0" i="0" u="none" strike="noStrike" cap="none" dirty="0" err="1">
                <a:solidFill>
                  <a:schemeClr val="lt1"/>
                </a:solidFill>
                <a:latin typeface="Gotham Rounded" pitchFamily="50" charset="0"/>
                <a:ea typeface="Tahoma"/>
                <a:cs typeface="Tahoma"/>
                <a:sym typeface="Tahoma"/>
              </a:rPr>
              <a:t>style</a:t>
            </a:r>
            <a:r>
              <a:rPr lang="es-ES" sz="1800" b="0" i="0" u="none" strike="noStrike" cap="none" dirty="0">
                <a:solidFill>
                  <a:schemeClr val="lt1"/>
                </a:solidFill>
                <a:latin typeface="Gotham Rounded" pitchFamily="50" charset="0"/>
                <a:ea typeface="Tahoma"/>
                <a:cs typeface="Tahoma"/>
                <a:sym typeface="Tahoma"/>
              </a:rPr>
              <a:t>&gt;&lt;/</a:t>
            </a:r>
            <a:r>
              <a:rPr lang="es-ES" sz="1800" b="0" i="0" u="none" strike="noStrike" cap="none" dirty="0" err="1">
                <a:solidFill>
                  <a:schemeClr val="lt1"/>
                </a:solidFill>
                <a:latin typeface="Gotham Rounded" pitchFamily="50" charset="0"/>
                <a:ea typeface="Tahoma"/>
                <a:cs typeface="Tahoma"/>
                <a:sym typeface="Tahoma"/>
              </a:rPr>
              <a:t>style</a:t>
            </a:r>
            <a:r>
              <a:rPr lang="es-ES" sz="1800" b="0" i="0" u="none" strike="noStrike" cap="none" dirty="0">
                <a:solidFill>
                  <a:schemeClr val="lt1"/>
                </a:solidFill>
                <a:latin typeface="Gotham Rounded" pitchFamily="50" charset="0"/>
                <a:ea typeface="Tahoma"/>
                <a:cs typeface="Tahoma"/>
                <a:sym typeface="Tahoma"/>
              </a:rPr>
              <a:t>&gt; porque esto ya no es un archivo “.</a:t>
            </a:r>
            <a:r>
              <a:rPr lang="es-ES" sz="1800" b="0" i="0" u="none" strike="noStrike" cap="none" dirty="0" err="1">
                <a:solidFill>
                  <a:schemeClr val="lt1"/>
                </a:solidFill>
                <a:latin typeface="Gotham Rounded" pitchFamily="50" charset="0"/>
                <a:ea typeface="Tahoma"/>
                <a:cs typeface="Tahoma"/>
                <a:sym typeface="Tahoma"/>
              </a:rPr>
              <a:t>html</a:t>
            </a:r>
            <a:r>
              <a:rPr lang="es-ES" sz="1800" b="0" i="0" u="none" strike="noStrike" cap="none" dirty="0">
                <a:solidFill>
                  <a:schemeClr val="lt1"/>
                </a:solidFill>
                <a:latin typeface="Gotham Rounded" pitchFamily="50" charset="0"/>
                <a:ea typeface="Tahoma"/>
                <a:cs typeface="Tahoma"/>
                <a:sym typeface="Tahoma"/>
              </a:rPr>
              <a:t>”, sino que es “.</a:t>
            </a:r>
            <a:r>
              <a:rPr lang="es-ES" sz="1800" b="0" i="0" u="none" strike="noStrike" cap="none" dirty="0" err="1">
                <a:solidFill>
                  <a:schemeClr val="lt1"/>
                </a:solidFill>
                <a:latin typeface="Gotham Rounded" pitchFamily="50" charset="0"/>
                <a:ea typeface="Tahoma"/>
                <a:cs typeface="Tahoma"/>
                <a:sym typeface="Tahoma"/>
              </a:rPr>
              <a:t>css</a:t>
            </a:r>
            <a:r>
              <a:rPr lang="es-ES" sz="1800" b="0" i="0" u="none" strike="noStrike" cap="none" dirty="0">
                <a:solidFill>
                  <a:schemeClr val="lt1"/>
                </a:solidFill>
                <a:latin typeface="Gotham Rounded" pitchFamily="50" charset="0"/>
                <a:ea typeface="Tahoma"/>
                <a:cs typeface="Tahoma"/>
                <a:sym typeface="Tahoma"/>
              </a:rPr>
              <a:t>” ;)</a:t>
            </a:r>
            <a:endParaRPr sz="1800" b="0" i="0" u="none" strike="noStrike" cap="none" dirty="0">
              <a:solidFill>
                <a:schemeClr val="lt1"/>
              </a:solidFill>
              <a:latin typeface="Gotham Rounded" pitchFamily="50" charset="0"/>
              <a:ea typeface="Tahoma"/>
              <a:cs typeface="Tahoma"/>
              <a:sym typeface="Tahoma"/>
            </a:endParaRPr>
          </a:p>
        </p:txBody>
      </p:sp>
      <p:sp>
        <p:nvSpPr>
          <p:cNvPr id="1428" name="Google Shape;1428;p120"/>
          <p:cNvSpPr/>
          <p:nvPr/>
        </p:nvSpPr>
        <p:spPr>
          <a:xfrm>
            <a:off x="4445189" y="980635"/>
            <a:ext cx="4515931" cy="3277773"/>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sp>
        <p:nvSpPr>
          <p:cNvPr id="1138" name="Google Shape;1138;p87"/>
          <p:cNvSpPr/>
          <p:nvPr/>
        </p:nvSpPr>
        <p:spPr>
          <a:xfrm>
            <a:off x="6934199" y="562207"/>
            <a:ext cx="4467151" cy="560908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err="1">
                <a:solidFill>
                  <a:schemeClr val="tx1"/>
                </a:solidFill>
                <a:latin typeface="Gotham Rounded" pitchFamily="50" charset="0"/>
                <a:sym typeface="Arial"/>
              </a:rPr>
              <a:t>Ctrl+S</a:t>
            </a:r>
            <a:r>
              <a:rPr lang="es-ES" sz="2400" b="1" i="0" u="none" strike="noStrike" cap="none" dirty="0">
                <a:solidFill>
                  <a:schemeClr val="tx1"/>
                </a:solidFill>
                <a:latin typeface="Gotham Rounded" pitchFamily="50" charset="0"/>
                <a:sym typeface="Arial"/>
              </a:rPr>
              <a:t> para guardar</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600"/>
              <a:buFont typeface="Arial"/>
              <a:buNone/>
            </a:pPr>
            <a:r>
              <a:rPr lang="es-ES" sz="3600" b="0" i="0" u="none" strike="noStrike" cap="none" dirty="0">
                <a:solidFill>
                  <a:schemeClr val="tx1"/>
                </a:solidFill>
                <a:latin typeface="Gotham Rounded" pitchFamily="50" charset="0"/>
                <a:sym typeface="Arial"/>
              </a:rPr>
              <a:t>Recuerden siempre guardar los cambios que hicieron en el código para que se vean reflejados en el sitio web.</a:t>
            </a:r>
            <a:endParaRPr sz="1400" b="0" i="0" u="none" strike="noStrike" cap="none" dirty="0">
              <a:solidFill>
                <a:schemeClr val="tx1"/>
              </a:solidFill>
              <a:latin typeface="Gotham Rounded" pitchFamily="50" charset="0"/>
              <a:sym typeface="Arial"/>
            </a:endParaRPr>
          </a:p>
        </p:txBody>
      </p:sp>
      <p:pic>
        <p:nvPicPr>
          <p:cNvPr id="1139" name="Google Shape;1139;p87"/>
          <p:cNvPicPr preferRelativeResize="0"/>
          <p:nvPr/>
        </p:nvPicPr>
        <p:blipFill rotWithShape="1">
          <a:blip r:embed="rId3">
            <a:alphaModFix/>
          </a:blip>
          <a:srcRect/>
          <a:stretch/>
        </p:blipFill>
        <p:spPr>
          <a:xfrm>
            <a:off x="-1" y="0"/>
            <a:ext cx="5908431" cy="6858000"/>
          </a:xfrm>
          <a:prstGeom prst="rect">
            <a:avLst/>
          </a:prstGeom>
          <a:noFill/>
          <a:ln>
            <a:noFill/>
          </a:ln>
        </p:spPr>
      </p:pic>
      <p:pic>
        <p:nvPicPr>
          <p:cNvPr id="4" name="Google Shape;1102;p6"/>
          <p:cNvPicPr preferRelativeResize="0"/>
          <p:nvPr/>
        </p:nvPicPr>
        <p:blipFill rotWithShape="1">
          <a:blip r:embed="rId4">
            <a:alphaModFix/>
          </a:blip>
          <a:srcRect/>
          <a:stretch/>
        </p:blipFill>
        <p:spPr>
          <a:xfrm>
            <a:off x="5908430" y="-62251"/>
            <a:ext cx="6283570" cy="6858000"/>
          </a:xfrm>
          <a:prstGeom prst="rect">
            <a:avLst/>
          </a:prstGeom>
          <a:noFill/>
          <a:ln>
            <a:noFill/>
          </a:ln>
        </p:spPr>
      </p:pic>
    </p:spTree>
    <p:extLst>
      <p:ext uri="{BB962C8B-B14F-4D97-AF65-F5344CB8AC3E}">
        <p14:creationId xmlns:p14="http://schemas.microsoft.com/office/powerpoint/2010/main" val="3312112937"/>
      </p:ext>
    </p:extLst>
  </p:cSld>
  <p:clrMapOvr>
    <a:masterClrMapping/>
  </p:clrMapOvr>
  <p:transition spd="slow">
    <p:push/>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1440"/>
        <p:cNvGrpSpPr/>
        <p:nvPr/>
      </p:nvGrpSpPr>
      <p:grpSpPr>
        <a:xfrm>
          <a:off x="0" y="0"/>
          <a:ext cx="0" cy="0"/>
          <a:chOff x="0" y="0"/>
          <a:chExt cx="0" cy="0"/>
        </a:xfrm>
      </p:grpSpPr>
      <p:pic>
        <p:nvPicPr>
          <p:cNvPr id="1441" name="Google Shape;1441;p122"/>
          <p:cNvPicPr preferRelativeResize="0"/>
          <p:nvPr/>
        </p:nvPicPr>
        <p:blipFill rotWithShape="1">
          <a:blip r:embed="rId3">
            <a:alphaModFix/>
          </a:blip>
          <a:srcRect/>
          <a:stretch/>
        </p:blipFill>
        <p:spPr>
          <a:xfrm>
            <a:off x="948116" y="211571"/>
            <a:ext cx="10295765" cy="6434853"/>
          </a:xfrm>
          <a:prstGeom prst="rect">
            <a:avLst/>
          </a:prstGeom>
          <a:noFill/>
          <a:ln>
            <a:noFill/>
          </a:ln>
          <a:effectLst>
            <a:outerShdw blurRad="101600" dist="50800" sx="101000" sy="101000" algn="ctr" rotWithShape="0">
              <a:srgbClr val="7F7F7F">
                <a:alpha val="20000"/>
              </a:srgbClr>
            </a:outerShdw>
          </a:effectLst>
        </p:spPr>
      </p:pic>
      <p:sp>
        <p:nvSpPr>
          <p:cNvPr id="1442" name="Google Shape;1442;p122"/>
          <p:cNvSpPr/>
          <p:nvPr/>
        </p:nvSpPr>
        <p:spPr>
          <a:xfrm>
            <a:off x="4733366" y="4281544"/>
            <a:ext cx="7054802" cy="2105606"/>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13. El sitio debe seguir viéndose igual, pero ahora el estilo está siendo cargado desde el archivo “</a:t>
            </a:r>
            <a:r>
              <a:rPr lang="es-ES" sz="1800" b="0" i="1" u="none" strike="noStrike" cap="none" dirty="0">
                <a:solidFill>
                  <a:schemeClr val="lt1"/>
                </a:solidFill>
                <a:latin typeface="Gotham Rounded" pitchFamily="50" charset="0"/>
                <a:ea typeface="Tahoma"/>
                <a:cs typeface="Tahoma"/>
                <a:sym typeface="Tahoma"/>
              </a:rPr>
              <a:t>style.css”... </a:t>
            </a:r>
            <a:r>
              <a:rPr lang="es-ES" sz="1800" b="0" i="0" u="none" strike="noStrike" cap="none" dirty="0">
                <a:solidFill>
                  <a:schemeClr val="lt1"/>
                </a:solidFill>
                <a:latin typeface="Gotham Rounded" pitchFamily="50" charset="0"/>
                <a:ea typeface="Tahoma"/>
                <a:cs typeface="Tahoma"/>
                <a:sym typeface="Tahoma"/>
              </a:rPr>
              <a:t>Pueden usar el “Inspector” para examinarlo mejor ;)</a:t>
            </a:r>
            <a:endParaRPr sz="1800" b="0" i="1" u="none" strike="noStrike" cap="none" dirty="0">
              <a:solidFill>
                <a:schemeClr val="lt1"/>
              </a:solidFill>
              <a:latin typeface="Gotham Rounded" pitchFamily="50" charset="0"/>
              <a:ea typeface="Tahoma"/>
              <a:cs typeface="Tahoma"/>
              <a:sym typeface="Tahoma"/>
            </a:endParaRPr>
          </a:p>
        </p:txBody>
      </p:sp>
    </p:spTree>
  </p:cSld>
  <p:clrMapOvr>
    <a:masterClrMapping/>
  </p:clrMapOvr>
  <p:transition spd="slow">
    <p:push/>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1447"/>
        <p:cNvGrpSpPr/>
        <p:nvPr/>
      </p:nvGrpSpPr>
      <p:grpSpPr>
        <a:xfrm>
          <a:off x="0" y="0"/>
          <a:ext cx="0" cy="0"/>
          <a:chOff x="0" y="0"/>
          <a:chExt cx="0" cy="0"/>
        </a:xfrm>
      </p:grpSpPr>
      <p:sp>
        <p:nvSpPr>
          <p:cNvPr id="1448" name="Google Shape;1448;p123"/>
          <p:cNvSpPr/>
          <p:nvPr/>
        </p:nvSpPr>
        <p:spPr>
          <a:xfrm>
            <a:off x="639492" y="533237"/>
            <a:ext cx="6042661"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S" sz="2400" b="1" i="0" u="none" strike="noStrike" cap="none" dirty="0">
                <a:solidFill>
                  <a:schemeClr val="lt1"/>
                </a:solidFill>
                <a:latin typeface="Gotham Rounded" pitchFamily="50" charset="0"/>
                <a:sym typeface="Arial"/>
              </a:rPr>
              <a:t>Álbum de etiquetas desbloqueadas</a:t>
            </a:r>
            <a:endParaRPr sz="1400" b="0" i="0" u="none" strike="noStrike" cap="none" dirty="0">
              <a:solidFill>
                <a:srgbClr val="000000"/>
              </a:solidFill>
              <a:latin typeface="Gotham Rounded" pitchFamily="50" charset="0"/>
              <a:sym typeface="Arial"/>
            </a:endParaRPr>
          </a:p>
        </p:txBody>
      </p:sp>
      <p:graphicFrame>
        <p:nvGraphicFramePr>
          <p:cNvPr id="1449" name="Google Shape;1449;p123"/>
          <p:cNvGraphicFramePr/>
          <p:nvPr>
            <p:extLst>
              <p:ext uri="{D42A27DB-BD31-4B8C-83A1-F6EECF244321}">
                <p14:modId xmlns:p14="http://schemas.microsoft.com/office/powerpoint/2010/main" val="2349260100"/>
              </p:ext>
            </p:extLst>
          </p:nvPr>
        </p:nvGraphicFramePr>
        <p:xfrm>
          <a:off x="780144" y="1491345"/>
          <a:ext cx="1964400" cy="1065050"/>
        </p:xfrm>
        <a:graphic>
          <a:graphicData uri="http://schemas.openxmlformats.org/drawingml/2006/table">
            <a:tbl>
              <a:tblPr firstRow="1" bandRow="1">
                <a:noFill/>
                <a:tableStyleId>{41272BF2-6FC2-4F72-8B00-76E79A4D9CF1}</a:tableStyleId>
              </a:tblPr>
              <a:tblGrid>
                <a:gridCol w="1964400">
                  <a:extLst>
                    <a:ext uri="{9D8B030D-6E8A-4147-A177-3AD203B41FA5}">
                      <a16:colId xmlns:a16="http://schemas.microsoft.com/office/drawing/2014/main" val="20000"/>
                    </a:ext>
                  </a:extLst>
                </a:gridCol>
              </a:tblGrid>
              <a:tr h="608600">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pitchFamily="50" charset="0"/>
                          <a:ea typeface="Arial"/>
                          <a:cs typeface="Arial"/>
                          <a:sym typeface="Arial"/>
                        </a:rPr>
                        <a:t>Raíz</a:t>
                      </a:r>
                      <a:endParaRPr sz="1800" b="1" u="none" strike="noStrike" cap="none" dirty="0">
                        <a:solidFill>
                          <a:schemeClr val="lt1"/>
                        </a:solidFill>
                        <a:latin typeface="Gotham Rounded"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html</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1450" name="Google Shape;1450;p123"/>
          <p:cNvGraphicFramePr/>
          <p:nvPr>
            <p:extLst>
              <p:ext uri="{D42A27DB-BD31-4B8C-83A1-F6EECF244321}">
                <p14:modId xmlns:p14="http://schemas.microsoft.com/office/powerpoint/2010/main" val="147639928"/>
              </p:ext>
            </p:extLst>
          </p:nvPr>
        </p:nvGraphicFramePr>
        <p:xfrm>
          <a:off x="2993612" y="1491345"/>
          <a:ext cx="2561775" cy="2881025"/>
        </p:xfrm>
        <a:graphic>
          <a:graphicData uri="http://schemas.openxmlformats.org/drawingml/2006/table">
            <a:tbl>
              <a:tblPr firstRow="1" bandRow="1">
                <a:noFill/>
                <a:tableStyleId>{41272BF2-6FC2-4F72-8B00-76E79A4D9CF1}</a:tableStyleId>
              </a:tblPr>
              <a:tblGrid>
                <a:gridCol w="2561775">
                  <a:extLst>
                    <a:ext uri="{9D8B030D-6E8A-4147-A177-3AD203B41FA5}">
                      <a16:colId xmlns:a16="http://schemas.microsoft.com/office/drawing/2014/main" val="20000"/>
                    </a:ext>
                  </a:extLst>
                </a:gridCol>
              </a:tblGrid>
              <a:tr h="606525">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pitchFamily="50" charset="0"/>
                          <a:ea typeface="Arial"/>
                          <a:cs typeface="Arial"/>
                          <a:sym typeface="Arial"/>
                        </a:rPr>
                        <a:t>Texto</a:t>
                      </a:r>
                      <a:endParaRPr sz="1800" b="1" u="none" strike="noStrike" cap="none" dirty="0">
                        <a:solidFill>
                          <a:schemeClr val="lt1"/>
                        </a:solidFill>
                        <a:latin typeface="Gotham Rounded"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&lt;h1&gt;, &lt;h2&gt;,...&lt;h6&gt;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hr</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&lt;p&gt;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br</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1451" name="Google Shape;1451;p123"/>
          <p:cNvGraphicFramePr/>
          <p:nvPr>
            <p:extLst>
              <p:ext uri="{D42A27DB-BD31-4B8C-83A1-F6EECF244321}">
                <p14:modId xmlns:p14="http://schemas.microsoft.com/office/powerpoint/2010/main" val="3283520072"/>
              </p:ext>
            </p:extLst>
          </p:nvPr>
        </p:nvGraphicFramePr>
        <p:xfrm>
          <a:off x="5804440" y="1491345"/>
          <a:ext cx="2561775" cy="4700625"/>
        </p:xfrm>
        <a:graphic>
          <a:graphicData uri="http://schemas.openxmlformats.org/drawingml/2006/table">
            <a:tbl>
              <a:tblPr firstRow="1" bandRow="1">
                <a:noFill/>
                <a:tableStyleId>{41272BF2-6FC2-4F72-8B00-76E79A4D9CF1}</a:tableStyleId>
              </a:tblPr>
              <a:tblGrid>
                <a:gridCol w="2561775">
                  <a:extLst>
                    <a:ext uri="{9D8B030D-6E8A-4147-A177-3AD203B41FA5}">
                      <a16:colId xmlns:a16="http://schemas.microsoft.com/office/drawing/2014/main" val="20000"/>
                    </a:ext>
                  </a:extLst>
                </a:gridCol>
              </a:tblGrid>
              <a:tr h="606525">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pitchFamily="50" charset="0"/>
                          <a:ea typeface="Arial"/>
                          <a:cs typeface="Arial"/>
                          <a:sym typeface="Arial"/>
                        </a:rPr>
                        <a:t>Secciones</a:t>
                      </a:r>
                      <a:endParaRPr sz="1800" b="1" u="none" strike="noStrike" cap="none" dirty="0">
                        <a:solidFill>
                          <a:schemeClr val="lt1"/>
                        </a:solidFill>
                        <a:latin typeface="Gotham Rounded"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body</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a typeface="Tahoma"/>
                        <a:cs typeface="Tahoma"/>
                        <a:sym typeface="Tahom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header</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nav</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aside</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main</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section</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article</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footer</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8"/>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&lt;div&gt;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graphicFrame>
        <p:nvGraphicFramePr>
          <p:cNvPr id="1452" name="Google Shape;1452;p123"/>
          <p:cNvGraphicFramePr/>
          <p:nvPr>
            <p:extLst>
              <p:ext uri="{D42A27DB-BD31-4B8C-83A1-F6EECF244321}">
                <p14:modId xmlns:p14="http://schemas.microsoft.com/office/powerpoint/2010/main" val="2552480529"/>
              </p:ext>
            </p:extLst>
          </p:nvPr>
        </p:nvGraphicFramePr>
        <p:xfrm>
          <a:off x="8615268" y="1491345"/>
          <a:ext cx="2561775" cy="1516325"/>
        </p:xfrm>
        <a:graphic>
          <a:graphicData uri="http://schemas.openxmlformats.org/drawingml/2006/table">
            <a:tbl>
              <a:tblPr firstRow="1" bandRow="1">
                <a:noFill/>
                <a:tableStyleId>{41272BF2-6FC2-4F72-8B00-76E79A4D9CF1}</a:tableStyleId>
              </a:tblPr>
              <a:tblGrid>
                <a:gridCol w="2561775">
                  <a:extLst>
                    <a:ext uri="{9D8B030D-6E8A-4147-A177-3AD203B41FA5}">
                      <a16:colId xmlns:a16="http://schemas.microsoft.com/office/drawing/2014/main" val="20000"/>
                    </a:ext>
                  </a:extLst>
                </a:gridCol>
              </a:tblGrid>
              <a:tr h="606525">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pitchFamily="50" charset="0"/>
                          <a:ea typeface="Arial"/>
                          <a:cs typeface="Arial"/>
                          <a:sym typeface="Arial"/>
                        </a:rPr>
                        <a:t>Extras</a:t>
                      </a:r>
                      <a:endParaRPr sz="1400" u="none" strike="noStrike" cap="none" dirty="0">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&lt;!DOCTYPE </a:t>
                      </a:r>
                      <a:r>
                        <a:rPr lang="es-ES" sz="1400" u="none" strike="noStrike" cap="none" dirty="0" err="1">
                          <a:solidFill>
                            <a:schemeClr val="tx1"/>
                          </a:solidFill>
                          <a:latin typeface="Gotham Rounded" pitchFamily="50" charset="0"/>
                          <a:ea typeface="Tahoma"/>
                          <a:cs typeface="Tahoma"/>
                          <a:sym typeface="Tahoma"/>
                        </a:rPr>
                        <a:t>html</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a typeface="Tahoma"/>
                        <a:cs typeface="Tahoma"/>
                        <a:sym typeface="Tahom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&lt;!--Comentario--&gt;</a:t>
                      </a:r>
                      <a:endParaRPr sz="1400" u="none" strike="noStrike" cap="none" dirty="0">
                        <a:solidFill>
                          <a:schemeClr val="tx1"/>
                        </a:solidFill>
                        <a:latin typeface="Gotham Rounded" pitchFamily="50" charset="0"/>
                        <a:ea typeface="Tahoma"/>
                        <a:cs typeface="Tahoma"/>
                        <a:sym typeface="Tahom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1453" name="Google Shape;1453;p123"/>
          <p:cNvPicPr preferRelativeResize="0"/>
          <p:nvPr/>
        </p:nvPicPr>
        <p:blipFill rotWithShape="1">
          <a:blip r:embed="rId3">
            <a:alphaModFix/>
          </a:blip>
          <a:srcRect/>
          <a:stretch/>
        </p:blipFill>
        <p:spPr>
          <a:xfrm>
            <a:off x="6823913" y="2640686"/>
            <a:ext cx="531524" cy="279050"/>
          </a:xfrm>
          <a:prstGeom prst="rect">
            <a:avLst/>
          </a:prstGeom>
          <a:noFill/>
          <a:ln>
            <a:noFill/>
          </a:ln>
        </p:spPr>
      </p:pic>
      <p:pic>
        <p:nvPicPr>
          <p:cNvPr id="1454" name="Google Shape;1454;p123"/>
          <p:cNvPicPr preferRelativeResize="0"/>
          <p:nvPr/>
        </p:nvPicPr>
        <p:blipFill rotWithShape="1">
          <a:blip r:embed="rId3">
            <a:alphaModFix/>
          </a:blip>
          <a:srcRect/>
          <a:stretch/>
        </p:blipFill>
        <p:spPr>
          <a:xfrm>
            <a:off x="6823913" y="3097886"/>
            <a:ext cx="531524" cy="279050"/>
          </a:xfrm>
          <a:prstGeom prst="rect">
            <a:avLst/>
          </a:prstGeom>
          <a:noFill/>
          <a:ln>
            <a:noFill/>
          </a:ln>
        </p:spPr>
      </p:pic>
      <p:pic>
        <p:nvPicPr>
          <p:cNvPr id="1455" name="Google Shape;1455;p123"/>
          <p:cNvPicPr preferRelativeResize="0"/>
          <p:nvPr/>
        </p:nvPicPr>
        <p:blipFill rotWithShape="1">
          <a:blip r:embed="rId3">
            <a:alphaModFix/>
          </a:blip>
          <a:srcRect/>
          <a:stretch/>
        </p:blipFill>
        <p:spPr>
          <a:xfrm>
            <a:off x="6823913" y="3555086"/>
            <a:ext cx="531524" cy="279050"/>
          </a:xfrm>
          <a:prstGeom prst="rect">
            <a:avLst/>
          </a:prstGeom>
          <a:noFill/>
          <a:ln>
            <a:noFill/>
          </a:ln>
        </p:spPr>
      </p:pic>
      <p:pic>
        <p:nvPicPr>
          <p:cNvPr id="1456" name="Google Shape;1456;p123"/>
          <p:cNvPicPr preferRelativeResize="0"/>
          <p:nvPr/>
        </p:nvPicPr>
        <p:blipFill rotWithShape="1">
          <a:blip r:embed="rId3">
            <a:alphaModFix/>
          </a:blip>
          <a:srcRect/>
          <a:stretch/>
        </p:blipFill>
        <p:spPr>
          <a:xfrm>
            <a:off x="6823913" y="4012286"/>
            <a:ext cx="531524" cy="279050"/>
          </a:xfrm>
          <a:prstGeom prst="rect">
            <a:avLst/>
          </a:prstGeom>
          <a:noFill/>
          <a:ln>
            <a:noFill/>
          </a:ln>
        </p:spPr>
      </p:pic>
      <p:pic>
        <p:nvPicPr>
          <p:cNvPr id="1457" name="Google Shape;1457;p123"/>
          <p:cNvPicPr preferRelativeResize="0"/>
          <p:nvPr/>
        </p:nvPicPr>
        <p:blipFill rotWithShape="1">
          <a:blip r:embed="rId3">
            <a:alphaModFix/>
          </a:blip>
          <a:srcRect/>
          <a:stretch/>
        </p:blipFill>
        <p:spPr>
          <a:xfrm>
            <a:off x="6823913" y="4457763"/>
            <a:ext cx="531524" cy="279050"/>
          </a:xfrm>
          <a:prstGeom prst="rect">
            <a:avLst/>
          </a:prstGeom>
          <a:noFill/>
          <a:ln>
            <a:noFill/>
          </a:ln>
        </p:spPr>
      </p:pic>
      <p:pic>
        <p:nvPicPr>
          <p:cNvPr id="1458" name="Google Shape;1458;p123"/>
          <p:cNvPicPr preferRelativeResize="0"/>
          <p:nvPr/>
        </p:nvPicPr>
        <p:blipFill rotWithShape="1">
          <a:blip r:embed="rId3">
            <a:alphaModFix/>
          </a:blip>
          <a:srcRect/>
          <a:stretch/>
        </p:blipFill>
        <p:spPr>
          <a:xfrm>
            <a:off x="6823913" y="4914963"/>
            <a:ext cx="531524" cy="279050"/>
          </a:xfrm>
          <a:prstGeom prst="rect">
            <a:avLst/>
          </a:prstGeom>
          <a:noFill/>
          <a:ln>
            <a:noFill/>
          </a:ln>
        </p:spPr>
      </p:pic>
      <p:pic>
        <p:nvPicPr>
          <p:cNvPr id="1459" name="Google Shape;1459;p123"/>
          <p:cNvPicPr preferRelativeResize="0"/>
          <p:nvPr/>
        </p:nvPicPr>
        <p:blipFill rotWithShape="1">
          <a:blip r:embed="rId3">
            <a:alphaModFix/>
          </a:blip>
          <a:srcRect/>
          <a:stretch/>
        </p:blipFill>
        <p:spPr>
          <a:xfrm>
            <a:off x="6823913" y="5372163"/>
            <a:ext cx="531524" cy="279050"/>
          </a:xfrm>
          <a:prstGeom prst="rect">
            <a:avLst/>
          </a:prstGeom>
          <a:noFill/>
          <a:ln>
            <a:noFill/>
          </a:ln>
        </p:spPr>
      </p:pic>
      <p:pic>
        <p:nvPicPr>
          <p:cNvPr id="1460" name="Google Shape;1460;p123"/>
          <p:cNvPicPr preferRelativeResize="0"/>
          <p:nvPr/>
        </p:nvPicPr>
        <p:blipFill rotWithShape="1">
          <a:blip r:embed="rId3">
            <a:alphaModFix/>
          </a:blip>
          <a:srcRect/>
          <a:stretch/>
        </p:blipFill>
        <p:spPr>
          <a:xfrm>
            <a:off x="6823913" y="5829363"/>
            <a:ext cx="531524" cy="279050"/>
          </a:xfrm>
          <a:prstGeom prst="rect">
            <a:avLst/>
          </a:prstGeom>
          <a:noFill/>
          <a:ln>
            <a:noFill/>
          </a:ln>
        </p:spPr>
      </p:pic>
      <p:graphicFrame>
        <p:nvGraphicFramePr>
          <p:cNvPr id="1461" name="Google Shape;1461;p123"/>
          <p:cNvGraphicFramePr/>
          <p:nvPr>
            <p:extLst>
              <p:ext uri="{D42A27DB-BD31-4B8C-83A1-F6EECF244321}">
                <p14:modId xmlns:p14="http://schemas.microsoft.com/office/powerpoint/2010/main" val="309015275"/>
              </p:ext>
            </p:extLst>
          </p:nvPr>
        </p:nvGraphicFramePr>
        <p:xfrm>
          <a:off x="796915" y="2843537"/>
          <a:ext cx="1964400" cy="2890850"/>
        </p:xfrm>
        <a:graphic>
          <a:graphicData uri="http://schemas.openxmlformats.org/drawingml/2006/table">
            <a:tbl>
              <a:tblPr firstRow="1" bandRow="1">
                <a:noFill/>
                <a:tableStyleId>{41272BF2-6FC2-4F72-8B00-76E79A4D9CF1}</a:tableStyleId>
              </a:tblPr>
              <a:tblGrid>
                <a:gridCol w="1964400">
                  <a:extLst>
                    <a:ext uri="{9D8B030D-6E8A-4147-A177-3AD203B41FA5}">
                      <a16:colId xmlns:a16="http://schemas.microsoft.com/office/drawing/2014/main" val="20000"/>
                    </a:ext>
                  </a:extLst>
                </a:gridCol>
              </a:tblGrid>
              <a:tr h="608600">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a:solidFill>
                            <a:schemeClr val="lt1"/>
                          </a:solidFill>
                          <a:latin typeface="Arial"/>
                          <a:ea typeface="Arial"/>
                          <a:cs typeface="Arial"/>
                          <a:sym typeface="Arial"/>
                        </a:rPr>
                        <a:t>Metadatos</a:t>
                      </a:r>
                      <a:endParaRPr sz="1800" b="1" u="none" strike="noStrike" cap="none">
                        <a:solidFill>
                          <a:schemeClr val="lt1"/>
                        </a:solidFill>
                        <a:latin typeface="Arial"/>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&lt;head&gt;</a:t>
                      </a:r>
                      <a:endParaRPr sz="1400" u="none" strike="noStrike" cap="none" dirty="0">
                        <a:solidFill>
                          <a:schemeClr val="tx1"/>
                        </a:solidFill>
                        <a:latin typeface="Gotham Rounded" pitchFamily="50" charset="0"/>
                        <a:ea typeface="Tahoma"/>
                        <a:cs typeface="Tahoma"/>
                        <a:sym typeface="Tahom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&lt;meta&gt;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title</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style</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&lt;link&gt;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1462" name="Google Shape;1462;p123"/>
          <p:cNvGraphicFramePr/>
          <p:nvPr>
            <p:extLst>
              <p:ext uri="{D42A27DB-BD31-4B8C-83A1-F6EECF244321}">
                <p14:modId xmlns:p14="http://schemas.microsoft.com/office/powerpoint/2010/main" val="574458924"/>
              </p:ext>
            </p:extLst>
          </p:nvPr>
        </p:nvGraphicFramePr>
        <p:xfrm>
          <a:off x="2993612" y="4736813"/>
          <a:ext cx="2561775" cy="1061425"/>
        </p:xfrm>
        <a:graphic>
          <a:graphicData uri="http://schemas.openxmlformats.org/drawingml/2006/table">
            <a:tbl>
              <a:tblPr firstRow="1" bandRow="1">
                <a:noFill/>
                <a:tableStyleId>{41272BF2-6FC2-4F72-8B00-76E79A4D9CF1}</a:tableStyleId>
              </a:tblPr>
              <a:tblGrid>
                <a:gridCol w="2561775">
                  <a:extLst>
                    <a:ext uri="{9D8B030D-6E8A-4147-A177-3AD203B41FA5}">
                      <a16:colId xmlns:a16="http://schemas.microsoft.com/office/drawing/2014/main" val="20000"/>
                    </a:ext>
                  </a:extLst>
                </a:gridCol>
              </a:tblGrid>
              <a:tr h="606525">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pitchFamily="50" charset="0"/>
                          <a:ea typeface="Arial"/>
                          <a:cs typeface="Arial"/>
                          <a:sym typeface="Arial"/>
                        </a:rPr>
                        <a:t>Imágenes</a:t>
                      </a:r>
                      <a:endParaRPr sz="1800" b="1" u="none" strike="noStrike" cap="none" dirty="0">
                        <a:solidFill>
                          <a:schemeClr val="lt1"/>
                        </a:solidFill>
                        <a:latin typeface="Gotham Rounded"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img</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1463" name="Google Shape;1463;p123"/>
          <p:cNvPicPr preferRelativeResize="0"/>
          <p:nvPr/>
        </p:nvPicPr>
        <p:blipFill rotWithShape="1">
          <a:blip r:embed="rId3">
            <a:alphaModFix/>
          </a:blip>
          <a:srcRect/>
          <a:stretch/>
        </p:blipFill>
        <p:spPr>
          <a:xfrm>
            <a:off x="4005325" y="5329992"/>
            <a:ext cx="531524" cy="279050"/>
          </a:xfrm>
          <a:prstGeom prst="rect">
            <a:avLst/>
          </a:prstGeom>
          <a:noFill/>
          <a:ln>
            <a:noFill/>
          </a:ln>
        </p:spPr>
      </p:pic>
      <p:sp>
        <p:nvSpPr>
          <p:cNvPr id="1464" name="Google Shape;1464;p123"/>
          <p:cNvSpPr/>
          <p:nvPr/>
        </p:nvSpPr>
        <p:spPr>
          <a:xfrm>
            <a:off x="8753838" y="5432886"/>
            <a:ext cx="3063024" cy="1020494"/>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600"/>
              <a:buFont typeface="Arial"/>
              <a:buNone/>
            </a:pPr>
            <a:r>
              <a:rPr lang="es-ES" sz="1600" b="0" i="0" u="none" strike="noStrike" cap="none" dirty="0">
                <a:solidFill>
                  <a:schemeClr val="lt1"/>
                </a:solidFill>
                <a:latin typeface="Gotham Rounded" pitchFamily="50" charset="0"/>
                <a:ea typeface="Tahoma"/>
                <a:cs typeface="Tahoma"/>
                <a:sym typeface="Tahoma"/>
              </a:rPr>
              <a:t>Conozcan más etiquetas en </a:t>
            </a:r>
            <a:r>
              <a:rPr lang="es-ES" sz="1600" b="0" i="0" u="sng" strike="noStrike" cap="none" dirty="0">
                <a:solidFill>
                  <a:schemeClr val="lt1"/>
                </a:solidFill>
                <a:latin typeface="Gotham Rounded" pitchFamily="50" charset="0"/>
                <a:ea typeface="Tahoma"/>
                <a:cs typeface="Tahoma"/>
                <a:sym typeface="Tahoma"/>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w3school</a:t>
            </a:r>
            <a:r>
              <a:rPr lang="es-ES" sz="1600" b="0" i="0" u="none" strike="noStrike" cap="none" dirty="0">
                <a:solidFill>
                  <a:schemeClr val="lt1"/>
                </a:solidFill>
                <a:latin typeface="Gotham Rounded" pitchFamily="50" charset="0"/>
                <a:ea typeface="Tahoma"/>
                <a:cs typeface="Tahoma"/>
                <a:sym typeface="Tahoma"/>
              </a:rPr>
              <a:t> o </a:t>
            </a:r>
            <a:r>
              <a:rPr lang="es-ES" sz="1600" b="0" i="0" u="sng" strike="noStrike" cap="none" dirty="0">
                <a:solidFill>
                  <a:schemeClr val="lt1"/>
                </a:solidFill>
                <a:latin typeface="Gotham Rounded" pitchFamily="50" charset="0"/>
                <a:ea typeface="Tahoma"/>
                <a:cs typeface="Tahoma"/>
                <a:sym typeface="Tahoma"/>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Mozilla</a:t>
            </a:r>
            <a:r>
              <a:rPr lang="es-ES" sz="1600" b="0" i="0" u="none" strike="noStrike" cap="none" dirty="0">
                <a:solidFill>
                  <a:schemeClr val="lt1"/>
                </a:solidFill>
                <a:latin typeface="Gotham Rounded" pitchFamily="50" charset="0"/>
                <a:ea typeface="Tahoma"/>
                <a:cs typeface="Tahoma"/>
                <a:sym typeface="Tahoma"/>
              </a:rPr>
              <a:t>.</a:t>
            </a:r>
            <a:endParaRPr sz="1600" b="0" i="1" u="none" strike="noStrike" cap="none" dirty="0">
              <a:solidFill>
                <a:schemeClr val="lt1"/>
              </a:solidFill>
              <a:latin typeface="Gotham Rounded" pitchFamily="50" charset="0"/>
              <a:ea typeface="Tahoma"/>
              <a:cs typeface="Tahoma"/>
              <a:sym typeface="Tahoma"/>
            </a:endParaRPr>
          </a:p>
        </p:txBody>
      </p:sp>
      <p:sp>
        <p:nvSpPr>
          <p:cNvPr id="1465" name="Google Shape;1465;p123"/>
          <p:cNvSpPr/>
          <p:nvPr/>
        </p:nvSpPr>
        <p:spPr>
          <a:xfrm>
            <a:off x="1331767" y="4775069"/>
            <a:ext cx="861164" cy="554923"/>
          </a:xfrm>
          <a:prstGeom prst="rect">
            <a:avLst/>
          </a:prstGeom>
          <a:noFill/>
          <a:ln w="38100" cap="flat" cmpd="sng">
            <a:solidFill>
              <a:srgbClr val="E8A47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466" name="Google Shape;1466;p123"/>
          <p:cNvPicPr preferRelativeResize="0"/>
          <p:nvPr/>
        </p:nvPicPr>
        <p:blipFill rotWithShape="1">
          <a:blip r:embed="rId3">
            <a:alphaModFix/>
          </a:blip>
          <a:srcRect/>
          <a:stretch/>
        </p:blipFill>
        <p:spPr>
          <a:xfrm>
            <a:off x="1513358" y="5358128"/>
            <a:ext cx="531524" cy="279050"/>
          </a:xfrm>
          <a:prstGeom prst="rect">
            <a:avLst/>
          </a:prstGeom>
          <a:noFill/>
          <a:ln>
            <a:noFill/>
          </a:ln>
        </p:spPr>
      </p:pic>
    </p:spTree>
  </p:cSld>
  <p:clrMapOvr>
    <a:masterClrMapping/>
  </p:clrMapOvr>
  <p:transition spd="slow">
    <p:push/>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1471"/>
        <p:cNvGrpSpPr/>
        <p:nvPr/>
      </p:nvGrpSpPr>
      <p:grpSpPr>
        <a:xfrm>
          <a:off x="0" y="0"/>
          <a:ext cx="0" cy="0"/>
          <a:chOff x="0" y="0"/>
          <a:chExt cx="0" cy="0"/>
        </a:xfrm>
      </p:grpSpPr>
      <p:pic>
        <p:nvPicPr>
          <p:cNvPr id="5"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7077131"/>
          </a:xfrm>
          <a:prstGeom prst="rect">
            <a:avLst/>
          </a:prstGeom>
          <a:noFill/>
          <a:extLst>
            <a:ext uri="{909E8E84-426E-40DD-AFC4-6F175D3DCCD1}">
              <a14:hiddenFill xmlns:a14="http://schemas.microsoft.com/office/drawing/2010/main">
                <a:solidFill>
                  <a:srgbClr val="FFFFFF"/>
                </a:solidFill>
              </a14:hiddenFill>
            </a:ext>
          </a:extLst>
        </p:spPr>
      </p:pic>
      <p:sp>
        <p:nvSpPr>
          <p:cNvPr id="1473" name="Google Shape;1473;p124"/>
          <p:cNvSpPr/>
          <p:nvPr/>
        </p:nvSpPr>
        <p:spPr>
          <a:xfrm>
            <a:off x="569154" y="1409252"/>
            <a:ext cx="11170787" cy="4952204"/>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¡Muy bien! Ya tenemos una muy buena base de sitio web.</a:t>
            </a:r>
            <a:endParaRPr sz="1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rgbClr val="872789"/>
                </a:solidFill>
                <a:latin typeface="Gotham Rounded" pitchFamily="50" charset="0"/>
                <a:sym typeface="Arial"/>
              </a:rPr>
              <a:t>¡Felicitaciones!</a:t>
            </a:r>
            <a:endParaRPr sz="1400" b="0" i="0" u="none" strike="noStrike" cap="none" dirty="0">
              <a:solidFill>
                <a:srgbClr val="872789"/>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Ahora vamos a continuar añadiendo una </a:t>
            </a:r>
            <a:r>
              <a:rPr lang="es-ES" sz="2400" b="0" i="0" u="none" strike="noStrike" cap="none" dirty="0" smtClean="0">
                <a:solidFill>
                  <a:schemeClr val="tx1"/>
                </a:solidFill>
                <a:latin typeface="Gotham Rounded" pitchFamily="50" charset="0"/>
                <a:sym typeface="Arial"/>
              </a:rPr>
              <a:t>imagen</a:t>
            </a:r>
          </a:p>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smtClean="0">
                <a:solidFill>
                  <a:schemeClr val="tx1"/>
                </a:solidFill>
                <a:latin typeface="Gotham Rounded" pitchFamily="50" charset="0"/>
                <a:sym typeface="Arial"/>
              </a:rPr>
              <a:t> </a:t>
            </a:r>
            <a:r>
              <a:rPr lang="es-ES" sz="2400" b="0" i="0" u="none" strike="noStrike" cap="none" dirty="0">
                <a:solidFill>
                  <a:schemeClr val="tx1"/>
                </a:solidFill>
                <a:latin typeface="Gotham Rounded" pitchFamily="50" charset="0"/>
                <a:sym typeface="Arial"/>
              </a:rPr>
              <a:t>(en la próxima clase</a:t>
            </a:r>
            <a:r>
              <a:rPr lang="es-ES" sz="2400" b="0" i="0" u="none" strike="noStrike" cap="none" dirty="0">
                <a:solidFill>
                  <a:schemeClr val="tx1"/>
                </a:solidFill>
                <a:latin typeface="Arial"/>
                <a:ea typeface="Arial"/>
                <a:cs typeface="Arial"/>
                <a:sym typeface="Arial"/>
              </a:rPr>
              <a:t>)</a:t>
            </a:r>
            <a:endParaRPr sz="2400" b="0" i="0" u="none" strike="noStrike" cap="none" dirty="0">
              <a:solidFill>
                <a:schemeClr val="tx1"/>
              </a:solidFill>
              <a:latin typeface="Arial"/>
              <a:ea typeface="Arial"/>
              <a:cs typeface="Arial"/>
              <a:sym typeface="Arial"/>
            </a:endParaRPr>
          </a:p>
        </p:txBody>
      </p:sp>
    </p:spTree>
  </p:cSld>
  <p:clrMapOvr>
    <a:masterClrMapping/>
  </p:clrMapOvr>
  <p:transition spd="slow">
    <p:push/>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9" name="Google Shape;949;p67"/>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600"/>
              <a:buFont typeface="Arial"/>
              <a:buNone/>
            </a:pPr>
            <a:r>
              <a:rPr lang="es-ES" sz="8000" b="1" i="0" u="none" strike="noStrike" cap="none" dirty="0" smtClean="0">
                <a:solidFill>
                  <a:srgbClr val="872789"/>
                </a:solidFill>
                <a:latin typeface="Gotham Rounded Medium" panose="02000000000000000000" pitchFamily="50" charset="0"/>
                <a:sym typeface="Arial"/>
              </a:rPr>
              <a:t>5to </a:t>
            </a:r>
            <a:r>
              <a:rPr lang="es-ES" sz="8000" b="1" i="0" u="none" strike="noStrike" cap="none" dirty="0">
                <a:solidFill>
                  <a:srgbClr val="872789"/>
                </a:solidFill>
                <a:latin typeface="Gotham Rounded Medium" panose="02000000000000000000" pitchFamily="50" charset="0"/>
                <a:sym typeface="Arial"/>
              </a:rPr>
              <a:t>paso</a:t>
            </a:r>
            <a:endParaRPr sz="1100" b="0" i="0" u="none" strike="noStrike" cap="none" dirty="0">
              <a:solidFill>
                <a:srgbClr val="872789"/>
              </a:solidFill>
              <a:latin typeface="Gotham Rounded Medium" panose="02000000000000000000" pitchFamily="50" charset="0"/>
              <a:sym typeface="Arial"/>
            </a:endParaRPr>
          </a:p>
        </p:txBody>
      </p:sp>
      <p:pic>
        <p:nvPicPr>
          <p:cNvPr id="4" name="Google Shape;718;p2"/>
          <p:cNvPicPr preferRelativeResize="0"/>
          <p:nvPr/>
        </p:nvPicPr>
        <p:blipFill rotWithShape="1">
          <a:blip r:embed="rId3">
            <a:alphaModFix/>
          </a:blip>
          <a:srcRect b="73701"/>
          <a:stretch/>
        </p:blipFill>
        <p:spPr>
          <a:xfrm>
            <a:off x="0" y="0"/>
            <a:ext cx="12084148" cy="1955409"/>
          </a:xfrm>
          <a:prstGeom prst="rect">
            <a:avLst/>
          </a:prstGeom>
          <a:noFill/>
          <a:ln>
            <a:noFill/>
          </a:ln>
        </p:spPr>
      </p:pic>
      <p:pic>
        <p:nvPicPr>
          <p:cNvPr id="5" name="Google Shape;718;p2"/>
          <p:cNvPicPr preferRelativeResize="0"/>
          <p:nvPr/>
        </p:nvPicPr>
        <p:blipFill rotWithShape="1">
          <a:blip r:embed="rId3">
            <a:alphaModFix/>
          </a:blip>
          <a:srcRect l="4015" t="81134" r="1303" b="3519"/>
          <a:stretch/>
        </p:blipFill>
        <p:spPr>
          <a:xfrm>
            <a:off x="211015" y="5613009"/>
            <a:ext cx="11957540" cy="1252025"/>
          </a:xfrm>
          <a:prstGeom prst="rect">
            <a:avLst/>
          </a:prstGeom>
          <a:noFill/>
          <a:ln>
            <a:noFill/>
          </a:ln>
        </p:spPr>
      </p:pic>
    </p:spTree>
    <p:extLst>
      <p:ext uri="{BB962C8B-B14F-4D97-AF65-F5344CB8AC3E}">
        <p14:creationId xmlns:p14="http://schemas.microsoft.com/office/powerpoint/2010/main" val="82459953"/>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pic>
        <p:nvPicPr>
          <p:cNvPr id="5" name="Google Shape;718;p2"/>
          <p:cNvPicPr preferRelativeResize="0"/>
          <p:nvPr/>
        </p:nvPicPr>
        <p:blipFill rotWithShape="1">
          <a:blip r:embed="rId3">
            <a:alphaModFix/>
          </a:blip>
          <a:srcRect l="4015" t="81134" r="1303" b="3519"/>
          <a:stretch/>
        </p:blipFill>
        <p:spPr>
          <a:xfrm>
            <a:off x="175777" y="5788534"/>
            <a:ext cx="11957540" cy="998806"/>
          </a:xfrm>
          <a:prstGeom prst="rect">
            <a:avLst/>
          </a:prstGeom>
          <a:noFill/>
          <a:ln>
            <a:noFill/>
          </a:ln>
        </p:spPr>
      </p:pic>
      <p:pic>
        <p:nvPicPr>
          <p:cNvPr id="4" name="Google Shape;718;p2"/>
          <p:cNvPicPr preferRelativeResize="0"/>
          <p:nvPr/>
        </p:nvPicPr>
        <p:blipFill rotWithShape="1">
          <a:blip r:embed="rId3">
            <a:alphaModFix/>
          </a:blip>
          <a:srcRect l="34925" r="35855" b="73701"/>
          <a:stretch/>
        </p:blipFill>
        <p:spPr>
          <a:xfrm>
            <a:off x="5402445" y="5942260"/>
            <a:ext cx="2180492" cy="922774"/>
          </a:xfrm>
          <a:prstGeom prst="rect">
            <a:avLst/>
          </a:prstGeom>
          <a:noFill/>
          <a:ln>
            <a:noFill/>
          </a:ln>
        </p:spPr>
      </p:pic>
      <p:sp>
        <p:nvSpPr>
          <p:cNvPr id="6" name="Google Shape;956;p68"/>
          <p:cNvSpPr/>
          <p:nvPr/>
        </p:nvSpPr>
        <p:spPr>
          <a:xfrm>
            <a:off x="604391" y="626347"/>
            <a:ext cx="11170787" cy="5008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smtClean="0">
                <a:solidFill>
                  <a:schemeClr val="lt1"/>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p:txBody>
      </p:sp>
      <p:sp>
        <p:nvSpPr>
          <p:cNvPr id="3" name="Rectángulo 2"/>
          <p:cNvSpPr/>
          <p:nvPr/>
        </p:nvSpPr>
        <p:spPr>
          <a:xfrm>
            <a:off x="1992922" y="1006174"/>
            <a:ext cx="8768862" cy="3662541"/>
          </a:xfrm>
          <a:prstGeom prst="rect">
            <a:avLst/>
          </a:prstGeom>
        </p:spPr>
        <p:txBody>
          <a:bodyPr wrap="square">
            <a:spAutoFit/>
          </a:bodyPr>
          <a:lstStyle/>
          <a:p>
            <a:pPr lvl="0" algn="ctr">
              <a:buSzPts val="7200"/>
            </a:pPr>
            <a:r>
              <a:rPr lang="es-MX" sz="6600" dirty="0">
                <a:solidFill>
                  <a:srgbClr val="7030A0"/>
                </a:solidFill>
                <a:latin typeface="Gotham Rounded" pitchFamily="50" charset="0"/>
              </a:rPr>
              <a:t>Insertar una imagen</a:t>
            </a:r>
            <a:endParaRPr lang="es-MX" sz="1200" dirty="0">
              <a:solidFill>
                <a:srgbClr val="7030A0"/>
              </a:solidFill>
              <a:latin typeface="Gotham Rounded" pitchFamily="50" charset="0"/>
            </a:endParaRPr>
          </a:p>
          <a:p>
            <a:pPr lvl="0" algn="ctr">
              <a:buSzPts val="7200"/>
            </a:pPr>
            <a:r>
              <a:rPr lang="es-MX" sz="6600" dirty="0">
                <a:solidFill>
                  <a:srgbClr val="7030A0"/>
                </a:solidFill>
                <a:latin typeface="Gotham Rounded" pitchFamily="50" charset="0"/>
              </a:rPr>
              <a:t>con HTML</a:t>
            </a:r>
            <a:endParaRPr lang="es-MX" sz="1200" dirty="0">
              <a:solidFill>
                <a:srgbClr val="7030A0"/>
              </a:solidFill>
              <a:latin typeface="Gotham Rounded" pitchFamily="50" charset="0"/>
            </a:endParaRPr>
          </a:p>
          <a:p>
            <a:pPr lvl="0" algn="ctr">
              <a:buSzPts val="2400"/>
            </a:pPr>
            <a:endParaRPr lang="es-MX" sz="2000" dirty="0">
              <a:solidFill>
                <a:srgbClr val="7030A0"/>
              </a:solidFill>
              <a:latin typeface="Gotham Rounded" pitchFamily="50" charset="0"/>
            </a:endParaRPr>
          </a:p>
          <a:p>
            <a:pPr lvl="0" algn="ctr">
              <a:buSzPts val="2400"/>
            </a:pPr>
            <a:r>
              <a:rPr lang="es-MX" sz="2000" b="1" dirty="0">
                <a:solidFill>
                  <a:srgbClr val="7030A0"/>
                </a:solidFill>
                <a:latin typeface="Gotham Rounded" pitchFamily="50" charset="0"/>
              </a:rPr>
              <a:t>¡Importante! No copiar y pegar el código desde este PowerPoint.</a:t>
            </a:r>
            <a:endParaRPr lang="es-MX" sz="2000" dirty="0">
              <a:solidFill>
                <a:srgbClr val="7030A0"/>
              </a:solidFill>
              <a:latin typeface="Gotham Rounded" pitchFamily="50" charset="0"/>
              <a:ea typeface="Calibri"/>
              <a:cs typeface="Calibri"/>
              <a:sym typeface="Calibri"/>
            </a:endParaRPr>
          </a:p>
          <a:p>
            <a:pPr lvl="0" algn="ctr">
              <a:buSzPts val="2400"/>
            </a:pPr>
            <a:r>
              <a:rPr lang="es-MX" sz="2000" dirty="0">
                <a:solidFill>
                  <a:schemeClr val="tx1"/>
                </a:solidFill>
                <a:latin typeface="Gotham Rounded" pitchFamily="50" charset="0"/>
              </a:rPr>
              <a:t>Hay que ir escribiendo todo directamente en el Visual Studio </a:t>
            </a:r>
            <a:r>
              <a:rPr lang="es-MX" sz="2000" dirty="0" err="1">
                <a:solidFill>
                  <a:schemeClr val="tx1"/>
                </a:solidFill>
                <a:latin typeface="Gotham Rounded" pitchFamily="50" charset="0"/>
              </a:rPr>
              <a:t>Code</a:t>
            </a:r>
            <a:r>
              <a:rPr lang="es-MX" sz="2000" dirty="0">
                <a:solidFill>
                  <a:schemeClr val="tx1"/>
                </a:solidFill>
                <a:latin typeface="Gotham Rounded" pitchFamily="50" charset="0"/>
              </a:rPr>
              <a:t>, porque algunos caracteres (como las comillas dobles y simples) fallan.</a:t>
            </a:r>
            <a:endParaRPr lang="es-MX" sz="2000" dirty="0">
              <a:solidFill>
                <a:schemeClr val="tx1"/>
              </a:solidFill>
              <a:latin typeface="Gotham Rounded" pitchFamily="50" charset="0"/>
              <a:ea typeface="Calibri"/>
              <a:cs typeface="Calibri"/>
              <a:sym typeface="Calibri"/>
            </a:endParaRPr>
          </a:p>
        </p:txBody>
      </p:sp>
    </p:spTree>
    <p:extLst>
      <p:ext uri="{BB962C8B-B14F-4D97-AF65-F5344CB8AC3E}">
        <p14:creationId xmlns:p14="http://schemas.microsoft.com/office/powerpoint/2010/main" val="291863690"/>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1493"/>
        <p:cNvGrpSpPr/>
        <p:nvPr/>
      </p:nvGrpSpPr>
      <p:grpSpPr>
        <a:xfrm>
          <a:off x="0" y="0"/>
          <a:ext cx="0" cy="0"/>
          <a:chOff x="0" y="0"/>
          <a:chExt cx="0" cy="0"/>
        </a:xfrm>
      </p:grpSpPr>
      <p:pic>
        <p:nvPicPr>
          <p:cNvPr id="1494" name="Google Shape;1494;p127"/>
          <p:cNvPicPr preferRelativeResize="0"/>
          <p:nvPr/>
        </p:nvPicPr>
        <p:blipFill rotWithShape="1">
          <a:blip r:embed="rId3">
            <a:alphaModFix/>
          </a:blip>
          <a:srcRect/>
          <a:stretch/>
        </p:blipFill>
        <p:spPr>
          <a:xfrm>
            <a:off x="948116" y="211570"/>
            <a:ext cx="10295764" cy="6434853"/>
          </a:xfrm>
          <a:prstGeom prst="rect">
            <a:avLst/>
          </a:prstGeom>
          <a:noFill/>
          <a:ln>
            <a:noFill/>
          </a:ln>
          <a:effectLst>
            <a:outerShdw blurRad="101600" dist="50800" sx="101000" sy="101000" algn="ctr" rotWithShape="0">
              <a:srgbClr val="7F7F7F">
                <a:alpha val="20000"/>
              </a:srgbClr>
            </a:outerShdw>
          </a:effectLst>
        </p:spPr>
      </p:pic>
      <p:sp>
        <p:nvSpPr>
          <p:cNvPr id="1495" name="Google Shape;1495;p127"/>
          <p:cNvSpPr/>
          <p:nvPr/>
        </p:nvSpPr>
        <p:spPr>
          <a:xfrm>
            <a:off x="6314739" y="4120178"/>
            <a:ext cx="5473428" cy="2266971"/>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Ingresamos al sitio "</a:t>
            </a:r>
            <a:r>
              <a:rPr lang="es-ES" sz="1800" b="0" i="1" u="none" strike="noStrike" cap="none" dirty="0">
                <a:solidFill>
                  <a:schemeClr val="lt1"/>
                </a:solidFill>
                <a:latin typeface="Gotham Rounded" pitchFamily="50" charset="0"/>
                <a:ea typeface="Tahoma"/>
                <a:cs typeface="Tahoma"/>
                <a:sym typeface="Tahoma"/>
              </a:rPr>
              <a:t>www.unsplash.com”  </a:t>
            </a:r>
            <a:r>
              <a:rPr lang="es-ES" sz="1800" b="0" i="0" u="none" strike="noStrike" cap="none" dirty="0">
                <a:solidFill>
                  <a:schemeClr val="lt1"/>
                </a:solidFill>
                <a:latin typeface="Gotham Rounded" pitchFamily="50" charset="0"/>
                <a:ea typeface="Tahoma"/>
                <a:cs typeface="Tahoma"/>
                <a:sym typeface="Tahoma"/>
              </a:rPr>
              <a:t>para descargar una imagen que tenga buena calidad.</a:t>
            </a:r>
            <a:endParaRPr sz="1400" b="0" i="0" u="none" strike="noStrike" cap="none" dirty="0">
              <a:solidFill>
                <a:srgbClr val="000000"/>
              </a:solidFill>
              <a:latin typeface="Gotham Rounded" pitchFamily="50" charset="0"/>
              <a:sym typeface="Arial"/>
            </a:endParaRPr>
          </a:p>
        </p:txBody>
      </p:sp>
    </p:spTree>
  </p:cSld>
  <p:clrMapOvr>
    <a:masterClrMapping/>
  </p:clrMapOvr>
  <p:transition spd="slow">
    <p:push/>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1500"/>
        <p:cNvGrpSpPr/>
        <p:nvPr/>
      </p:nvGrpSpPr>
      <p:grpSpPr>
        <a:xfrm>
          <a:off x="0" y="0"/>
          <a:ext cx="0" cy="0"/>
          <a:chOff x="0" y="0"/>
          <a:chExt cx="0" cy="0"/>
        </a:xfrm>
      </p:grpSpPr>
      <p:pic>
        <p:nvPicPr>
          <p:cNvPr id="1501" name="Google Shape;1501;p128"/>
          <p:cNvPicPr preferRelativeResize="0"/>
          <p:nvPr/>
        </p:nvPicPr>
        <p:blipFill rotWithShape="1">
          <a:blip r:embed="rId3">
            <a:alphaModFix/>
          </a:blip>
          <a:srcRect l="12660" t="29009" r="38298" b="21951"/>
          <a:stretch/>
        </p:blipFill>
        <p:spPr>
          <a:xfrm>
            <a:off x="948116" y="211570"/>
            <a:ext cx="10295764" cy="6434853"/>
          </a:xfrm>
          <a:prstGeom prst="rect">
            <a:avLst/>
          </a:prstGeom>
          <a:noFill/>
          <a:ln>
            <a:noFill/>
          </a:ln>
          <a:effectLst>
            <a:outerShdw blurRad="101600" dist="50800" sx="101000" sy="101000" algn="ctr" rotWithShape="0">
              <a:srgbClr val="7F7F7F">
                <a:alpha val="20000"/>
              </a:srgbClr>
            </a:outerShdw>
          </a:effectLst>
        </p:spPr>
      </p:pic>
      <p:sp>
        <p:nvSpPr>
          <p:cNvPr id="1502" name="Google Shape;1502;p128"/>
          <p:cNvSpPr/>
          <p:nvPr/>
        </p:nvSpPr>
        <p:spPr>
          <a:xfrm>
            <a:off x="6831106" y="4322476"/>
            <a:ext cx="4957061" cy="2064673"/>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Buscamos paisajes escribiendo en inglés “</a:t>
            </a:r>
            <a:r>
              <a:rPr lang="es-ES" sz="1800" b="0" i="0" u="none" strike="noStrike" cap="none" dirty="0" err="1">
                <a:solidFill>
                  <a:schemeClr val="lt1"/>
                </a:solidFill>
                <a:latin typeface="Gotham Rounded" pitchFamily="50" charset="0"/>
                <a:ea typeface="Tahoma"/>
                <a:cs typeface="Tahoma"/>
                <a:sym typeface="Tahoma"/>
              </a:rPr>
              <a:t>landscape</a:t>
            </a:r>
            <a:r>
              <a:rPr lang="es-ES" sz="1800" b="0" i="0" u="none" strike="noStrike" cap="none" dirty="0">
                <a:solidFill>
                  <a:schemeClr val="lt1"/>
                </a:solidFill>
                <a:latin typeface="Gotham Rounded" pitchFamily="50" charset="0"/>
                <a:ea typeface="Tahoma"/>
                <a:cs typeface="Tahoma"/>
                <a:sym typeface="Tahoma"/>
              </a:rPr>
              <a:t>” en el buscador (pueden elegir la imagen que más les guste)</a:t>
            </a:r>
            <a:endParaRPr sz="1400" b="0" i="0" u="none" strike="noStrike" cap="none" dirty="0">
              <a:solidFill>
                <a:srgbClr val="000000"/>
              </a:solidFill>
              <a:latin typeface="Gotham Rounded" pitchFamily="50" charset="0"/>
              <a:sym typeface="Arial"/>
            </a:endParaRPr>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1507"/>
        <p:cNvGrpSpPr/>
        <p:nvPr/>
      </p:nvGrpSpPr>
      <p:grpSpPr>
        <a:xfrm>
          <a:off x="0" y="0"/>
          <a:ext cx="0" cy="0"/>
          <a:chOff x="0" y="0"/>
          <a:chExt cx="0" cy="0"/>
        </a:xfrm>
      </p:grpSpPr>
      <p:pic>
        <p:nvPicPr>
          <p:cNvPr id="1508" name="Google Shape;1508;p129"/>
          <p:cNvPicPr preferRelativeResize="0"/>
          <p:nvPr/>
        </p:nvPicPr>
        <p:blipFill rotWithShape="1">
          <a:blip r:embed="rId3">
            <a:alphaModFix/>
          </a:blip>
          <a:srcRect/>
          <a:stretch/>
        </p:blipFill>
        <p:spPr>
          <a:xfrm>
            <a:off x="948116" y="211570"/>
            <a:ext cx="10295764" cy="6434853"/>
          </a:xfrm>
          <a:prstGeom prst="rect">
            <a:avLst/>
          </a:prstGeom>
          <a:noFill/>
          <a:ln>
            <a:noFill/>
          </a:ln>
          <a:effectLst>
            <a:outerShdw blurRad="101600" dist="50800" sx="101000" sy="101000" algn="ctr" rotWithShape="0">
              <a:srgbClr val="7F7F7F">
                <a:alpha val="20000"/>
              </a:srgbClr>
            </a:outerShdw>
          </a:effectLst>
        </p:spPr>
      </p:pic>
    </p:spTree>
  </p:cSld>
  <p:clrMapOvr>
    <a:masterClrMapping/>
  </p:clrMapOvr>
  <p:transition spd="slow">
    <p:push/>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1513"/>
        <p:cNvGrpSpPr/>
        <p:nvPr/>
      </p:nvGrpSpPr>
      <p:grpSpPr>
        <a:xfrm>
          <a:off x="0" y="0"/>
          <a:ext cx="0" cy="0"/>
          <a:chOff x="0" y="0"/>
          <a:chExt cx="0" cy="0"/>
        </a:xfrm>
      </p:grpSpPr>
      <p:pic>
        <p:nvPicPr>
          <p:cNvPr id="1514" name="Google Shape;1514;p130"/>
          <p:cNvPicPr preferRelativeResize="0"/>
          <p:nvPr/>
        </p:nvPicPr>
        <p:blipFill rotWithShape="1">
          <a:blip r:embed="rId3">
            <a:alphaModFix/>
          </a:blip>
          <a:srcRect l="25020" t="37270" r="25022" b="12774"/>
          <a:stretch/>
        </p:blipFill>
        <p:spPr>
          <a:xfrm>
            <a:off x="948116" y="211570"/>
            <a:ext cx="10295764" cy="6434853"/>
          </a:xfrm>
          <a:prstGeom prst="rect">
            <a:avLst/>
          </a:prstGeom>
          <a:noFill/>
          <a:ln>
            <a:noFill/>
          </a:ln>
          <a:effectLst>
            <a:outerShdw blurRad="101600" dist="50800" sx="101000" sy="101000" algn="ctr" rotWithShape="0">
              <a:srgbClr val="7F7F7F">
                <a:alpha val="20000"/>
              </a:srgbClr>
            </a:outerShdw>
          </a:effectLst>
        </p:spPr>
      </p:pic>
      <p:sp>
        <p:nvSpPr>
          <p:cNvPr id="1515" name="Google Shape;1515;p130"/>
          <p:cNvSpPr/>
          <p:nvPr/>
        </p:nvSpPr>
        <p:spPr>
          <a:xfrm>
            <a:off x="7977065" y="5185954"/>
            <a:ext cx="3811102" cy="1201195"/>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Hacemos </a:t>
            </a:r>
            <a:r>
              <a:rPr lang="es-ES" sz="1800" b="0" i="0" u="none" strike="noStrike" cap="none" dirty="0" err="1">
                <a:solidFill>
                  <a:schemeClr val="lt1"/>
                </a:solidFill>
                <a:latin typeface="Gotham Rounded" pitchFamily="50" charset="0"/>
                <a:ea typeface="Tahoma"/>
                <a:cs typeface="Tahoma"/>
                <a:sym typeface="Tahoma"/>
              </a:rPr>
              <a:t>click</a:t>
            </a:r>
            <a:r>
              <a:rPr lang="es-ES" sz="1800" b="0" i="0" u="none" strike="noStrike" cap="none" dirty="0">
                <a:solidFill>
                  <a:schemeClr val="lt1"/>
                </a:solidFill>
                <a:latin typeface="Gotham Rounded" pitchFamily="50" charset="0"/>
                <a:ea typeface="Tahoma"/>
                <a:cs typeface="Tahoma"/>
                <a:sym typeface="Tahoma"/>
              </a:rPr>
              <a:t> en una imagen</a:t>
            </a:r>
            <a:endParaRPr sz="1400" b="0" i="0" u="none" strike="noStrike" cap="none" dirty="0">
              <a:solidFill>
                <a:srgbClr val="000000"/>
              </a:solidFill>
              <a:latin typeface="Gotham Rounded" pitchFamily="50" charset="0"/>
              <a:sym typeface="Arial"/>
            </a:endParaRPr>
          </a:p>
        </p:txBody>
      </p:sp>
      <p:pic>
        <p:nvPicPr>
          <p:cNvPr id="1516" name="Google Shape;1516;p130">
            <a:hlinkClick r:id="rId4"/>
          </p:cNvPr>
          <p:cNvPicPr preferRelativeResize="0"/>
          <p:nvPr/>
        </p:nvPicPr>
        <p:blipFill rotWithShape="1">
          <a:blip r:embed="rId5">
            <a:alphaModFix/>
          </a:blip>
          <a:srcRect/>
          <a:stretch/>
        </p:blipFill>
        <p:spPr>
          <a:xfrm>
            <a:off x="5832577" y="3557478"/>
            <a:ext cx="526842" cy="526842"/>
          </a:xfrm>
          <a:prstGeom prst="rect">
            <a:avLst/>
          </a:prstGeom>
          <a:noFill/>
          <a:ln>
            <a:noFill/>
          </a:ln>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1521"/>
        <p:cNvGrpSpPr/>
        <p:nvPr/>
      </p:nvGrpSpPr>
      <p:grpSpPr>
        <a:xfrm>
          <a:off x="0" y="0"/>
          <a:ext cx="0" cy="0"/>
          <a:chOff x="0" y="0"/>
          <a:chExt cx="0" cy="0"/>
        </a:xfrm>
      </p:grpSpPr>
      <p:pic>
        <p:nvPicPr>
          <p:cNvPr id="1522" name="Google Shape;1522;p131"/>
          <p:cNvPicPr preferRelativeResize="0"/>
          <p:nvPr/>
        </p:nvPicPr>
        <p:blipFill rotWithShape="1">
          <a:blip r:embed="rId3">
            <a:alphaModFix/>
          </a:blip>
          <a:srcRect/>
          <a:stretch/>
        </p:blipFill>
        <p:spPr>
          <a:xfrm>
            <a:off x="948116" y="211570"/>
            <a:ext cx="10295764" cy="6434853"/>
          </a:xfrm>
          <a:prstGeom prst="rect">
            <a:avLst/>
          </a:prstGeom>
          <a:noFill/>
          <a:ln>
            <a:noFill/>
          </a:ln>
          <a:effectLst>
            <a:outerShdw blurRad="101600" dist="50800" sx="101000" sy="101000" algn="ctr" rotWithShape="0">
              <a:srgbClr val="7F7F7F">
                <a:alpha val="20000"/>
              </a:srgbClr>
            </a:outerShdw>
          </a:effectLst>
        </p:spPr>
      </p:pic>
      <p:sp>
        <p:nvSpPr>
          <p:cNvPr id="1523" name="Google Shape;1523;p131"/>
          <p:cNvSpPr/>
          <p:nvPr/>
        </p:nvSpPr>
        <p:spPr>
          <a:xfrm>
            <a:off x="6756801" y="4890655"/>
            <a:ext cx="4154348" cy="1496494"/>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Hacemos </a:t>
            </a:r>
            <a:r>
              <a:rPr lang="es-ES" sz="1800" b="0" i="0" u="none" strike="noStrike" cap="none" dirty="0" err="1">
                <a:solidFill>
                  <a:schemeClr val="lt1"/>
                </a:solidFill>
                <a:latin typeface="Gotham Rounded" pitchFamily="50" charset="0"/>
                <a:ea typeface="Tahoma"/>
                <a:cs typeface="Tahoma"/>
                <a:sym typeface="Tahoma"/>
              </a:rPr>
              <a:t>click</a:t>
            </a:r>
            <a:r>
              <a:rPr lang="es-ES" sz="1800" b="0" i="0" u="none" strike="noStrike" cap="none" dirty="0">
                <a:solidFill>
                  <a:schemeClr val="lt1"/>
                </a:solidFill>
                <a:latin typeface="Gotham Rounded" pitchFamily="50" charset="0"/>
                <a:ea typeface="Tahoma"/>
                <a:cs typeface="Tahoma"/>
                <a:sym typeface="Tahoma"/>
              </a:rPr>
              <a:t> en la flechita para descargar la imagen.</a:t>
            </a:r>
            <a:endParaRPr sz="1800" b="0" i="0" u="none" strike="noStrike" cap="none" dirty="0">
              <a:solidFill>
                <a:srgbClr val="4A7B8B"/>
              </a:solidFill>
              <a:latin typeface="Gotham Rounded" pitchFamily="50" charset="0"/>
              <a:ea typeface="Tahoma"/>
              <a:cs typeface="Tahoma"/>
              <a:sym typeface="Tahoma"/>
            </a:endParaRPr>
          </a:p>
        </p:txBody>
      </p:sp>
      <p:sp>
        <p:nvSpPr>
          <p:cNvPr id="1524" name="Google Shape;1524;p131"/>
          <p:cNvSpPr/>
          <p:nvPr/>
        </p:nvSpPr>
        <p:spPr>
          <a:xfrm>
            <a:off x="9747289" y="929888"/>
            <a:ext cx="856821" cy="621823"/>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525" name="Google Shape;1525;p131">
            <a:hlinkClick r:id="rId4"/>
          </p:cNvPr>
          <p:cNvPicPr preferRelativeResize="0"/>
          <p:nvPr/>
        </p:nvPicPr>
        <p:blipFill rotWithShape="1">
          <a:blip r:embed="rId5">
            <a:alphaModFix/>
          </a:blip>
          <a:srcRect/>
          <a:stretch/>
        </p:blipFill>
        <p:spPr>
          <a:xfrm>
            <a:off x="10077268" y="1154506"/>
            <a:ext cx="526842" cy="526842"/>
          </a:xfrm>
          <a:prstGeom prst="rect">
            <a:avLst/>
          </a:prstGeom>
          <a:noFill/>
          <a:ln>
            <a:noFill/>
          </a:ln>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1530"/>
        <p:cNvGrpSpPr/>
        <p:nvPr/>
      </p:nvGrpSpPr>
      <p:grpSpPr>
        <a:xfrm>
          <a:off x="0" y="0"/>
          <a:ext cx="0" cy="0"/>
          <a:chOff x="0" y="0"/>
          <a:chExt cx="0" cy="0"/>
        </a:xfrm>
      </p:grpSpPr>
      <p:pic>
        <p:nvPicPr>
          <p:cNvPr id="1531" name="Google Shape;1531;p132"/>
          <p:cNvPicPr preferRelativeResize="0"/>
          <p:nvPr/>
        </p:nvPicPr>
        <p:blipFill rotWithShape="1">
          <a:blip r:embed="rId3">
            <a:alphaModFix/>
          </a:blip>
          <a:srcRect l="46187" t="1680" r="2701" b="47209"/>
          <a:stretch/>
        </p:blipFill>
        <p:spPr>
          <a:xfrm>
            <a:off x="948116" y="211570"/>
            <a:ext cx="10295764" cy="6434853"/>
          </a:xfrm>
          <a:prstGeom prst="rect">
            <a:avLst/>
          </a:prstGeom>
          <a:noFill/>
          <a:ln>
            <a:noFill/>
          </a:ln>
          <a:effectLst>
            <a:outerShdw blurRad="101600" dist="50800" sx="101000" sy="101000" algn="ctr" rotWithShape="0">
              <a:srgbClr val="7F7F7F">
                <a:alpha val="20000"/>
              </a:srgbClr>
            </a:outerShdw>
          </a:effectLst>
        </p:spPr>
      </p:pic>
      <p:sp>
        <p:nvSpPr>
          <p:cNvPr id="1532" name="Google Shape;1532;p132"/>
          <p:cNvSpPr/>
          <p:nvPr/>
        </p:nvSpPr>
        <p:spPr>
          <a:xfrm>
            <a:off x="6196084" y="5070764"/>
            <a:ext cx="5592083" cy="1316385"/>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Elegimos descargar en tamaño “Medium (1920x1200)”.</a:t>
            </a:r>
            <a:endParaRPr sz="1800" b="0" i="0" u="none" strike="noStrike" cap="none" dirty="0">
              <a:solidFill>
                <a:srgbClr val="4A7B8B"/>
              </a:solidFill>
              <a:latin typeface="Gotham Rounded" pitchFamily="50" charset="0"/>
              <a:ea typeface="Tahoma"/>
              <a:cs typeface="Tahoma"/>
              <a:sym typeface="Tahoma"/>
            </a:endParaRPr>
          </a:p>
        </p:txBody>
      </p:sp>
      <p:sp>
        <p:nvSpPr>
          <p:cNvPr id="1533" name="Google Shape;1533;p132"/>
          <p:cNvSpPr/>
          <p:nvPr/>
        </p:nvSpPr>
        <p:spPr>
          <a:xfrm>
            <a:off x="7433582" y="2862593"/>
            <a:ext cx="2583256" cy="621823"/>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534" name="Google Shape;1534;p132">
            <a:hlinkClick r:id="rId4"/>
          </p:cNvPr>
          <p:cNvPicPr preferRelativeResize="0"/>
          <p:nvPr/>
        </p:nvPicPr>
        <p:blipFill rotWithShape="1">
          <a:blip r:embed="rId5">
            <a:alphaModFix/>
          </a:blip>
          <a:srcRect/>
          <a:stretch/>
        </p:blipFill>
        <p:spPr>
          <a:xfrm>
            <a:off x="8865327" y="3087211"/>
            <a:ext cx="526842" cy="526842"/>
          </a:xfrm>
          <a:prstGeom prst="rect">
            <a:avLst/>
          </a:prstGeom>
          <a:noFill/>
          <a:ln>
            <a:noFill/>
          </a:ln>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1539"/>
        <p:cNvGrpSpPr/>
        <p:nvPr/>
      </p:nvGrpSpPr>
      <p:grpSpPr>
        <a:xfrm>
          <a:off x="0" y="0"/>
          <a:ext cx="0" cy="0"/>
          <a:chOff x="0" y="0"/>
          <a:chExt cx="0" cy="0"/>
        </a:xfrm>
      </p:grpSpPr>
      <p:pic>
        <p:nvPicPr>
          <p:cNvPr id="1540" name="Google Shape;1540;p133"/>
          <p:cNvPicPr preferRelativeResize="0"/>
          <p:nvPr/>
        </p:nvPicPr>
        <p:blipFill rotWithShape="1">
          <a:blip r:embed="rId3">
            <a:alphaModFix/>
          </a:blip>
          <a:srcRect t="5563" r="1030" b="34799"/>
          <a:stretch/>
        </p:blipFill>
        <p:spPr>
          <a:xfrm>
            <a:off x="948115" y="569626"/>
            <a:ext cx="10189577" cy="3837482"/>
          </a:xfrm>
          <a:prstGeom prst="rect">
            <a:avLst/>
          </a:prstGeom>
          <a:noFill/>
          <a:ln>
            <a:noFill/>
          </a:ln>
          <a:effectLst>
            <a:outerShdw blurRad="101600" dist="50800" sx="101000" sy="101000" algn="ctr" rotWithShape="0">
              <a:srgbClr val="7F7F7F">
                <a:alpha val="20000"/>
              </a:srgbClr>
            </a:outerShdw>
          </a:effectLst>
        </p:spPr>
      </p:pic>
      <p:sp>
        <p:nvSpPr>
          <p:cNvPr id="1541" name="Google Shape;1541;p133"/>
          <p:cNvSpPr/>
          <p:nvPr/>
        </p:nvSpPr>
        <p:spPr>
          <a:xfrm>
            <a:off x="674371" y="327212"/>
            <a:ext cx="7679920" cy="804358"/>
          </a:xfrm>
          <a:prstGeom prst="rect">
            <a:avLst/>
          </a:prstGeom>
          <a:noFill/>
          <a:ln w="38100" cap="flat" cmpd="sng">
            <a:solidFill>
              <a:srgbClr val="F2CD8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42" name="Google Shape;1542;p133"/>
          <p:cNvSpPr/>
          <p:nvPr/>
        </p:nvSpPr>
        <p:spPr>
          <a:xfrm>
            <a:off x="674370" y="2349305"/>
            <a:ext cx="6415747" cy="4181483"/>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Creamos la carpeta “</a:t>
            </a:r>
            <a:r>
              <a:rPr lang="es-ES" sz="1800" b="0" i="0" u="none" strike="noStrike" cap="none" dirty="0" err="1">
                <a:solidFill>
                  <a:schemeClr val="lt1"/>
                </a:solidFill>
                <a:latin typeface="Gotham Rounded" pitchFamily="50" charset="0"/>
                <a:ea typeface="Tahoma"/>
                <a:cs typeface="Tahoma"/>
                <a:sym typeface="Tahoma"/>
              </a:rPr>
              <a:t>images</a:t>
            </a:r>
            <a:r>
              <a:rPr lang="es-ES" sz="1800" b="0" i="0" u="none" strike="noStrike" cap="none" dirty="0">
                <a:solidFill>
                  <a:schemeClr val="lt1"/>
                </a:solidFill>
                <a:latin typeface="Gotham Rounded" pitchFamily="50" charset="0"/>
                <a:ea typeface="Tahoma"/>
                <a:cs typeface="Tahoma"/>
                <a:sym typeface="Tahoma"/>
              </a:rPr>
              <a:t>” y ponemos dentro de ella la imagen que descargamos. Por último, cambiamos el nombre de la imagen para que sea “paisaje.jpg”. Esto es muy importante, será el nombre que usemos en HTML para leer la imagen. </a:t>
            </a:r>
            <a:endParaRPr sz="1800" b="0" i="0" u="none" strike="noStrike" cap="none" dirty="0">
              <a:solidFill>
                <a:schemeClr val="lt1"/>
              </a:solidFill>
              <a:latin typeface="Gotham Rounded" pitchFamily="50" charset="0"/>
              <a:ea typeface="Tahoma"/>
              <a:cs typeface="Tahoma"/>
              <a:sym typeface="Tahoma"/>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Recuerden que las minúsculas y mayúsculas importan.</a:t>
            </a:r>
            <a:endParaRPr sz="1800" b="0" i="0" u="none" strike="noStrike" cap="none" dirty="0">
              <a:solidFill>
                <a:schemeClr val="lt1"/>
              </a:solidFill>
              <a:latin typeface="Gotham Rounded" pitchFamily="50" charset="0"/>
              <a:ea typeface="Tahoma"/>
              <a:cs typeface="Tahoma"/>
              <a:sym typeface="Tahoma"/>
            </a:endParaRPr>
          </a:p>
          <a:p>
            <a:pPr marL="0" marR="0" lvl="0" indent="0" algn="l" rtl="0">
              <a:lnSpc>
                <a:spcPct val="150000"/>
              </a:lnSpc>
              <a:spcBef>
                <a:spcPts val="0"/>
              </a:spcBef>
              <a:spcAft>
                <a:spcPts val="0"/>
              </a:spcAft>
              <a:buClr>
                <a:srgbClr val="000000"/>
              </a:buClr>
              <a:buSzPts val="1800"/>
              <a:buFont typeface="Arial"/>
              <a:buNone/>
            </a:pPr>
            <a:endParaRPr sz="1800" b="0" i="1" u="none" strike="noStrike" cap="none" dirty="0">
              <a:solidFill>
                <a:schemeClr val="lt1"/>
              </a:solidFill>
              <a:latin typeface="Gotham Rounded" pitchFamily="50" charset="0"/>
              <a:ea typeface="Tahoma"/>
              <a:cs typeface="Tahoma"/>
              <a:sym typeface="Tahoma"/>
            </a:endParaRPr>
          </a:p>
          <a:p>
            <a:pPr marL="0" marR="0" lvl="0" indent="0" algn="l" rtl="0">
              <a:lnSpc>
                <a:spcPct val="150000"/>
              </a:lnSpc>
              <a:spcBef>
                <a:spcPts val="0"/>
              </a:spcBef>
              <a:spcAft>
                <a:spcPts val="0"/>
              </a:spcAft>
              <a:buClr>
                <a:srgbClr val="000000"/>
              </a:buClr>
              <a:buSzPts val="1800"/>
              <a:buFont typeface="Arial"/>
              <a:buNone/>
            </a:pPr>
            <a:r>
              <a:rPr lang="es-ES" sz="1800" b="0" i="1" u="none" strike="noStrike" cap="none" dirty="0">
                <a:solidFill>
                  <a:schemeClr val="lt1"/>
                </a:solidFill>
                <a:latin typeface="Gotham Rounded" pitchFamily="50" charset="0"/>
                <a:ea typeface="Tahoma"/>
                <a:cs typeface="Tahoma"/>
                <a:sym typeface="Tahoma"/>
              </a:rPr>
              <a:t>Ruta: </a:t>
            </a:r>
            <a:r>
              <a:rPr lang="es-ES" sz="1800" b="0" i="1" u="none" strike="noStrike" cap="none" dirty="0" err="1">
                <a:solidFill>
                  <a:schemeClr val="lt1"/>
                </a:solidFill>
                <a:latin typeface="Gotham Rounded" pitchFamily="50" charset="0"/>
                <a:ea typeface="Tahoma"/>
                <a:cs typeface="Tahoma"/>
                <a:sym typeface="Tahoma"/>
              </a:rPr>
              <a:t>assets</a:t>
            </a:r>
            <a:r>
              <a:rPr lang="es-ES" sz="1800" b="0" i="1" u="none" strike="noStrike" cap="none" dirty="0">
                <a:solidFill>
                  <a:schemeClr val="lt1"/>
                </a:solidFill>
                <a:latin typeface="Gotham Rounded" pitchFamily="50" charset="0"/>
                <a:ea typeface="Tahoma"/>
                <a:cs typeface="Tahoma"/>
                <a:sym typeface="Tahoma"/>
              </a:rPr>
              <a:t>/</a:t>
            </a:r>
            <a:r>
              <a:rPr lang="es-ES" sz="1800" b="0" i="1" u="none" strike="noStrike" cap="none" dirty="0" err="1">
                <a:solidFill>
                  <a:schemeClr val="lt1"/>
                </a:solidFill>
                <a:latin typeface="Gotham Rounded" pitchFamily="50" charset="0"/>
                <a:ea typeface="Tahoma"/>
                <a:cs typeface="Tahoma"/>
                <a:sym typeface="Tahoma"/>
              </a:rPr>
              <a:t>images</a:t>
            </a:r>
            <a:r>
              <a:rPr lang="es-ES" sz="1800" b="0" i="1" u="none" strike="noStrike" cap="none" dirty="0">
                <a:solidFill>
                  <a:schemeClr val="lt1"/>
                </a:solidFill>
                <a:latin typeface="Gotham Rounded" pitchFamily="50" charset="0"/>
                <a:ea typeface="Tahoma"/>
                <a:cs typeface="Tahoma"/>
                <a:sym typeface="Tahoma"/>
              </a:rPr>
              <a:t>/paisaje.jpg</a:t>
            </a:r>
            <a:endParaRPr sz="1400" b="0" i="0" u="none" strike="noStrike" cap="none" dirty="0">
              <a:solidFill>
                <a:srgbClr val="000000"/>
              </a:solidFill>
              <a:latin typeface="Gotham Rounded" pitchFamily="50" charset="0"/>
              <a:sym typeface="Arial"/>
            </a:endParaRPr>
          </a:p>
        </p:txBody>
      </p:sp>
    </p:spTree>
  </p:cSld>
  <p:clrMapOvr>
    <a:masterClrMapping/>
  </p:clrMapOvr>
  <p:transition spd="slow">
    <p:push/>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1547"/>
        <p:cNvGrpSpPr/>
        <p:nvPr/>
      </p:nvGrpSpPr>
      <p:grpSpPr>
        <a:xfrm>
          <a:off x="0" y="0"/>
          <a:ext cx="0" cy="0"/>
          <a:chOff x="0" y="0"/>
          <a:chExt cx="0" cy="0"/>
        </a:xfrm>
      </p:grpSpPr>
      <p:sp>
        <p:nvSpPr>
          <p:cNvPr id="1548" name="Google Shape;1548;p134"/>
          <p:cNvSpPr txBox="1"/>
          <p:nvPr/>
        </p:nvSpPr>
        <p:spPr>
          <a:xfrm>
            <a:off x="772885" y="-5239447"/>
            <a:ext cx="10781101" cy="144962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DOCTYPE</a:t>
            </a:r>
            <a:r>
              <a:rPr lang="es-ES" sz="1800" b="0" i="0" u="none" strike="noStrike" cap="none">
                <a:solidFill>
                  <a:schemeClr val="dk1"/>
                </a:solidFill>
                <a:latin typeface="Tahoma"/>
                <a:ea typeface="Tahoma"/>
                <a:cs typeface="Tahoma"/>
                <a:sym typeface="Tahoma"/>
              </a:rPr>
              <a:t> </a:t>
            </a:r>
            <a:r>
              <a:rPr lang="es-ES" sz="1800" b="0" i="0" u="none" strike="noStrike" cap="none">
                <a:solidFill>
                  <a:srgbClr val="F2CD84"/>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800" b="0" i="0" u="none" strike="noStrike" cap="none">
              <a:solidFill>
                <a:srgbClr val="4A7B8B"/>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 </a:t>
            </a:r>
            <a:r>
              <a:rPr lang="es-ES" sz="1800" b="0" i="0" u="none" strike="noStrike" cap="none">
                <a:solidFill>
                  <a:srgbClr val="F2CD84"/>
                </a:solidFill>
                <a:latin typeface="Tahoma"/>
                <a:ea typeface="Tahoma"/>
                <a:cs typeface="Tahoma"/>
                <a:sym typeface="Tahoma"/>
              </a:rPr>
              <a:t>lang</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“es”</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charset</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“UTF-8”</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name</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“viewport” content=“width=device-width, initial-scale=1.0”</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Completar con Nombre y Apellido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1" u="none" strike="noStrike" cap="none">
                <a:solidFill>
                  <a:srgbClr val="4A7B8B"/>
                </a:solidFill>
                <a:latin typeface="Tahoma"/>
                <a:ea typeface="Tahoma"/>
                <a:cs typeface="Tahoma"/>
                <a:sym typeface="Tahoma"/>
              </a:rPr>
              <a:t>&lt;!-- Aquí vamos a LLAMAR nuestro código CSS de fomra externa --&gt;</a:t>
            </a:r>
            <a:endParaRPr sz="1800" b="0" i="1"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link</a:t>
            </a:r>
            <a:r>
              <a:rPr lang="es-ES" sz="1800" b="0" i="0" u="none" strike="noStrike" cap="none">
                <a:solidFill>
                  <a:srgbClr val="F2CD84"/>
                </a:solidFill>
                <a:latin typeface="Tahoma"/>
                <a:ea typeface="Tahoma"/>
                <a:cs typeface="Tahoma"/>
                <a:sym typeface="Tahoma"/>
              </a:rPr>
              <a:t> rel</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"stylesheet" 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"assets/css/style.css"</a:t>
            </a:r>
            <a:r>
              <a:rPr lang="es-ES" sz="1800" b="0" i="0" u="none" strike="noStrike" cap="none">
                <a:solidFill>
                  <a:srgbClr val="4A7B8B"/>
                </a:solidFill>
                <a:latin typeface="Tahoma"/>
                <a:ea typeface="Tahoma"/>
                <a:cs typeface="Tahoma"/>
                <a:sym typeface="Tahoma"/>
              </a:rPr>
              <a:t>&gt;</a:t>
            </a: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1" u="none" strike="noStrike" cap="none">
                <a:solidFill>
                  <a:srgbClr val="4A7B8B"/>
                </a:solidFill>
                <a:latin typeface="Tahoma"/>
                <a:ea typeface="Tahoma"/>
                <a:cs typeface="Tahoma"/>
                <a:sym typeface="Tahoma"/>
              </a:rPr>
              <a:t>&lt;!-- Esto es un comentario interno. No se muestra en pantalla --&gt;</a:t>
            </a:r>
            <a:endParaRPr sz="1800" b="0" i="1"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 </a:t>
            </a:r>
            <a:r>
              <a:rPr lang="es-ES" sz="1800" b="0" i="0" u="none" strike="noStrike" cap="none">
                <a:solidFill>
                  <a:srgbClr val="F2CD84"/>
                </a:solidFill>
                <a:latin typeface="Tahoma"/>
                <a:ea typeface="Tahoma"/>
                <a:cs typeface="Tahoma"/>
                <a:sym typeface="Tahoma"/>
              </a:rPr>
              <a:t>class</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”textoCentrado"</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título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 </a:t>
            </a:r>
            <a:r>
              <a:rPr lang="es-ES" sz="1800" b="0" i="0" u="none" strike="noStrike" cap="none">
                <a:solidFill>
                  <a:srgbClr val="F2CD84"/>
                </a:solidFill>
                <a:latin typeface="Tahoma"/>
                <a:ea typeface="Tahoma"/>
                <a:cs typeface="Tahoma"/>
                <a:sym typeface="Tahoma"/>
              </a:rPr>
              <a:t>class</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”textoCentrado"</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párrafo con información</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 </a:t>
            </a:r>
            <a:r>
              <a:rPr lang="es-ES" sz="1800" b="0" i="0" u="none" strike="noStrike" cap="none">
                <a:solidFill>
                  <a:srgbClr val="F2CD84"/>
                </a:solidFill>
                <a:latin typeface="Tahoma"/>
                <a:ea typeface="Tahoma"/>
                <a:cs typeface="Tahoma"/>
                <a:sym typeface="Tahoma"/>
              </a:rPr>
              <a:t>class</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”textoCentrado textoRojo"</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Mi segundo párrafo. Puedes hacer </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 </a:t>
            </a:r>
            <a:r>
              <a:rPr lang="es-ES" sz="1800" b="0" i="0" u="none" strike="noStrike" cap="none">
                <a:solidFill>
                  <a:srgbClr val="F2CD84"/>
                </a:solidFill>
                <a:latin typeface="Tahoma"/>
                <a:ea typeface="Tahoma"/>
                <a:cs typeface="Tahoma"/>
                <a:sym typeface="Tahoma"/>
              </a:rPr>
              <a:t>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"https://www.microsoft.com"</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click aquí</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a:t>
            </a:r>
            <a:r>
              <a:rPr lang="es-ES" sz="1800" b="0" i="0" u="none" strike="noStrike" cap="none">
                <a:solidFill>
                  <a:srgbClr val="4A7B8B"/>
                </a:solidFill>
                <a:latin typeface="Tahoma"/>
                <a:ea typeface="Tahoma"/>
                <a:cs typeface="Tahoma"/>
                <a:sym typeface="Tahoma"/>
              </a:rPr>
              <a:t>&gt; </a:t>
            </a:r>
            <a:r>
              <a:rPr lang="es-ES" sz="1800" b="0" i="0" u="none" strike="noStrike" cap="none">
                <a:solidFill>
                  <a:schemeClr val="lt1"/>
                </a:solidFill>
                <a:latin typeface="Tahoma"/>
                <a:ea typeface="Tahoma"/>
                <a:cs typeface="Tahoma"/>
                <a:sym typeface="Tahoma"/>
              </a:rPr>
              <a:t>para visitor el sitio web de Microsoft.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hr</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img </a:t>
            </a:r>
            <a:r>
              <a:rPr lang="es-ES" sz="1800" b="0" i="0" u="none" strike="noStrike" cap="none">
                <a:solidFill>
                  <a:srgbClr val="F2CD84"/>
                </a:solidFill>
                <a:latin typeface="Tahoma"/>
                <a:ea typeface="Tahoma"/>
                <a:cs typeface="Tahoma"/>
                <a:sym typeface="Tahoma"/>
              </a:rPr>
              <a:t>src</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"assets/images/paisaje.jpg" </a:t>
            </a:r>
            <a:r>
              <a:rPr lang="es-ES" sz="1800" b="0" i="0" u="none" strike="noStrike" cap="none">
                <a:solidFill>
                  <a:srgbClr val="4A7B8B"/>
                </a:solidFill>
                <a:latin typeface="Tahoma"/>
                <a:ea typeface="Tahoma"/>
                <a:cs typeface="Tahoma"/>
                <a:sym typeface="Tahoma"/>
              </a:rPr>
              <a:t>/&gt;</a:t>
            </a:r>
            <a:endParaRPr sz="1800" b="0" i="0" u="none" strike="noStrike" cap="none">
              <a:solidFill>
                <a:srgbClr val="79D2EA"/>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h2</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segundo título pero algo más pequeño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h2</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Vamos a utilizar un sitio web que nos va a generar mucho texto y nos va a permitir rellenar espacios. Este sitio web es</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 </a:t>
            </a:r>
            <a:r>
              <a:rPr lang="es-ES" sz="1800" b="0" i="0" u="none" strike="noStrike" cap="none">
                <a:solidFill>
                  <a:srgbClr val="F2CD84"/>
                </a:solidFill>
                <a:latin typeface="Tahoma"/>
                <a:ea typeface="Tahoma"/>
                <a:cs typeface="Tahoma"/>
                <a:sym typeface="Tahoma"/>
              </a:rPr>
              <a:t>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a:t>
            </a:r>
            <a:r>
              <a:rPr lang="es-ES" sz="1800" b="0" i="0" u="sng" strike="noStrike" cap="none">
                <a:solidFill>
                  <a:srgbClr val="F2CD84"/>
                </a:solidFill>
                <a:latin typeface="Tahoma"/>
                <a:ea typeface="Tahoma"/>
                <a:cs typeface="Tahoma"/>
                <a:sym typeface="Tahoma"/>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https://es.lipsum.com/</a:t>
            </a:r>
            <a:r>
              <a:rPr lang="es-ES" sz="1800" b="0" i="0" u="none" strike="noStrike" cap="none">
                <a:solidFill>
                  <a:srgbClr val="F2CD84"/>
                </a:solidFill>
                <a:latin typeface="Tahoma"/>
                <a:ea typeface="Tahoma"/>
                <a:cs typeface="Tahoma"/>
                <a:sym typeface="Tahoma"/>
              </a:rPr>
              <a:t>"</a:t>
            </a:r>
            <a:r>
              <a:rPr lang="es-ES" sz="1800" b="0" i="0" u="none" strike="noStrike" cap="none">
                <a:solidFill>
                  <a:srgbClr val="4A7B8B"/>
                </a:solidFill>
                <a:latin typeface="Tahoma"/>
                <a:ea typeface="Tahoma"/>
                <a:cs typeface="Tahoma"/>
                <a:sym typeface="Tahoma"/>
              </a:rPr>
              <a:t>&gt; </a:t>
            </a:r>
            <a:r>
              <a:rPr lang="es-ES" sz="1800" b="0" i="0" u="none" strike="noStrike" cap="none">
                <a:solidFill>
                  <a:schemeClr val="lt1"/>
                </a:solidFill>
                <a:latin typeface="Tahoma"/>
                <a:ea typeface="Tahoma"/>
                <a:cs typeface="Tahoma"/>
                <a:sym typeface="Tahoma"/>
              </a:rPr>
              <a:t>Lorem Ipsum</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a:t>
            </a:r>
            <a:r>
              <a:rPr lang="es-ES" sz="1800" b="0" i="0" u="none" strike="noStrike" cap="none">
                <a:solidFill>
                  <a:srgbClr val="4A7B8B"/>
                </a:solidFill>
                <a:latin typeface="Tahoma"/>
                <a:ea typeface="Tahoma"/>
                <a:cs typeface="Tahoma"/>
                <a:sym typeface="Tahoma"/>
              </a:rPr>
              <a:t>&gt;.</a:t>
            </a:r>
            <a:endParaRPr sz="1800" b="0" i="0" u="none" strike="noStrike" cap="none">
              <a:solidFill>
                <a:schemeClr val="lt1"/>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Lorem ipsum dolor sit amet, consectetur adipiscing elit. Sed viverra auctor quam, ut molestie eros bibendum eu. Aenean posuere aliquam nulla at pretium. Cras erat mauris, accumsan vel laoreet sit amet, scelerisque in ipsum. Vivamus sed nulla id erat sollicitudin tincidunt sit amet eu massa. Proin ultrices leo nec erat interdum rhoncus.</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br</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Suspendisse et congue sapien. Donec dictum eleifend nisi, sit amet euismod ex pellentesque eget. Sed eget volutpat arcu. Mauris at risus fringilla lectus facilisis aliquet sed sed nisi. Nam tristique egestas lectus eget euismod. Nulla fringilla massa ut blandit venenatis. Fusce eleifend congue euismod. Ut volutpat ornare luctus.</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p:txBody>
      </p:sp>
      <p:sp>
        <p:nvSpPr>
          <p:cNvPr id="1549" name="Google Shape;1549;p134"/>
          <p:cNvSpPr/>
          <p:nvPr/>
        </p:nvSpPr>
        <p:spPr>
          <a:xfrm>
            <a:off x="1487607" y="2055962"/>
            <a:ext cx="4848648" cy="602449"/>
          </a:xfrm>
          <a:prstGeom prst="rect">
            <a:avLst/>
          </a:prstGeom>
          <a:noFill/>
          <a:ln w="38100" cap="flat" cmpd="sng">
            <a:solidFill>
              <a:srgbClr val="E8A47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550" name="Google Shape;1550;p134"/>
          <p:cNvGrpSpPr/>
          <p:nvPr/>
        </p:nvGrpSpPr>
        <p:grpSpPr>
          <a:xfrm>
            <a:off x="0" y="0"/>
            <a:ext cx="12192000" cy="413657"/>
            <a:chOff x="0" y="0"/>
            <a:chExt cx="12192000" cy="413657"/>
          </a:xfrm>
        </p:grpSpPr>
        <p:sp>
          <p:nvSpPr>
            <p:cNvPr id="1551" name="Google Shape;1551;p134"/>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552" name="Google Shape;1552;p134"/>
            <p:cNvGrpSpPr/>
            <p:nvPr/>
          </p:nvGrpSpPr>
          <p:grpSpPr>
            <a:xfrm>
              <a:off x="575484" y="52939"/>
              <a:ext cx="1447716" cy="350261"/>
              <a:chOff x="575484" y="52939"/>
              <a:chExt cx="1447716" cy="350261"/>
            </a:xfrm>
          </p:grpSpPr>
          <p:sp>
            <p:nvSpPr>
              <p:cNvPr id="1553" name="Google Shape;1553;p134"/>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cxnSp>
            <p:nvCxnSpPr>
              <p:cNvPr id="1554" name="Google Shape;1554;p134"/>
              <p:cNvCxnSpPr/>
              <p:nvPr/>
            </p:nvCxnSpPr>
            <p:spPr>
              <a:xfrm>
                <a:off x="575485"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555" name="Google Shape;1555;p134"/>
          <p:cNvSpPr/>
          <p:nvPr/>
        </p:nvSpPr>
        <p:spPr>
          <a:xfrm>
            <a:off x="674370" y="4572001"/>
            <a:ext cx="10879616" cy="1958788"/>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Arriba de nuestra etiqueta &lt;h2&gt; vamos a insertar una imagen utilizando la etiqueta &lt;</a:t>
            </a:r>
            <a:r>
              <a:rPr lang="es-ES" sz="1800" b="0" i="0" u="none" strike="noStrike" cap="none" dirty="0" err="1">
                <a:solidFill>
                  <a:schemeClr val="lt1"/>
                </a:solidFill>
                <a:latin typeface="Gotham Rounded" pitchFamily="50" charset="0"/>
                <a:ea typeface="Tahoma"/>
                <a:cs typeface="Tahoma"/>
                <a:sym typeface="Tahoma"/>
              </a:rPr>
              <a:t>img</a:t>
            </a:r>
            <a:r>
              <a:rPr lang="es-ES" sz="1800" b="0" i="0" u="none" strike="noStrike" cap="none" dirty="0">
                <a:solidFill>
                  <a:schemeClr val="lt1"/>
                </a:solidFill>
                <a:latin typeface="Gotham Rounded" pitchFamily="50" charset="0"/>
                <a:ea typeface="Tahoma"/>
                <a:cs typeface="Tahoma"/>
                <a:sym typeface="Tahoma"/>
              </a:rPr>
              <a:t>&gt;. Esta etiqueta tiene un atributo que es “</a:t>
            </a:r>
            <a:r>
              <a:rPr lang="es-ES" sz="1800" b="0" i="0" u="none" strike="noStrike" cap="none" dirty="0" err="1">
                <a:solidFill>
                  <a:schemeClr val="lt1"/>
                </a:solidFill>
                <a:latin typeface="Gotham Rounded" pitchFamily="50" charset="0"/>
                <a:ea typeface="Tahoma"/>
                <a:cs typeface="Tahoma"/>
                <a:sym typeface="Tahoma"/>
              </a:rPr>
              <a:t>src</a:t>
            </a:r>
            <a:r>
              <a:rPr lang="es-ES" sz="1800" b="0" i="0" u="none" strike="noStrike" cap="none" dirty="0">
                <a:solidFill>
                  <a:schemeClr val="lt1"/>
                </a:solidFill>
                <a:latin typeface="Gotham Rounded" pitchFamily="50" charset="0"/>
                <a:ea typeface="Tahoma"/>
                <a:cs typeface="Tahoma"/>
                <a:sym typeface="Tahoma"/>
              </a:rPr>
              <a:t>=“ para indicar la ruta a donde el archivo HTML debe ir a buscar la imagen para leerla.</a:t>
            </a:r>
            <a:endParaRPr sz="1800" b="0" i="0" u="none" strike="noStrike" cap="none" dirty="0">
              <a:solidFill>
                <a:srgbClr val="4A7B8B"/>
              </a:solidFill>
              <a:latin typeface="Gotham Rounded" pitchFamily="50" charset="0"/>
              <a:ea typeface="Tahoma"/>
              <a:cs typeface="Tahoma"/>
              <a:sym typeface="Tahoma"/>
            </a:endParaRPr>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135"/>
          <p:cNvSpPr txBox="1"/>
          <p:nvPr/>
        </p:nvSpPr>
        <p:spPr>
          <a:xfrm>
            <a:off x="772885" y="-5185659"/>
            <a:ext cx="10781101" cy="144962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DOCTYPE</a:t>
            </a:r>
            <a:r>
              <a:rPr lang="es-ES" sz="1800" b="0" i="0" u="none" strike="noStrike" cap="none">
                <a:solidFill>
                  <a:schemeClr val="dk1"/>
                </a:solidFill>
                <a:latin typeface="Tahoma"/>
                <a:ea typeface="Tahoma"/>
                <a:cs typeface="Tahoma"/>
                <a:sym typeface="Tahoma"/>
              </a:rPr>
              <a:t> </a:t>
            </a:r>
            <a:r>
              <a:rPr lang="es-ES" sz="1800" b="0" i="0" u="none" strike="noStrike" cap="none">
                <a:solidFill>
                  <a:srgbClr val="F2CD84"/>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800" b="0" i="0" u="none" strike="noStrike" cap="none">
              <a:solidFill>
                <a:srgbClr val="4A7B8B"/>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 </a:t>
            </a:r>
            <a:r>
              <a:rPr lang="es-ES" sz="1800" b="0" i="0" u="none" strike="noStrike" cap="none">
                <a:solidFill>
                  <a:srgbClr val="F2CD84"/>
                </a:solidFill>
                <a:latin typeface="Tahoma"/>
                <a:ea typeface="Tahoma"/>
                <a:cs typeface="Tahoma"/>
                <a:sym typeface="Tahoma"/>
              </a:rPr>
              <a:t>lang</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“es”</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charset</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“UTF-8”</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meta </a:t>
            </a:r>
            <a:r>
              <a:rPr lang="es-ES" sz="1800" b="0" i="0" u="none" strike="noStrike" cap="none">
                <a:solidFill>
                  <a:srgbClr val="F2CD84"/>
                </a:solidFill>
                <a:latin typeface="Tahoma"/>
                <a:ea typeface="Tahoma"/>
                <a:cs typeface="Tahoma"/>
                <a:sym typeface="Tahoma"/>
              </a:rPr>
              <a:t>name</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“viewport” content=“width=device-width, initial-scale=1.0”</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Completar con Nombre y Apellido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title</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1" u="none" strike="noStrike" cap="none">
                <a:solidFill>
                  <a:srgbClr val="4A7B8B"/>
                </a:solidFill>
                <a:latin typeface="Tahoma"/>
                <a:ea typeface="Tahoma"/>
                <a:cs typeface="Tahoma"/>
                <a:sym typeface="Tahoma"/>
              </a:rPr>
              <a:t>&lt;!-- Aquí vamos a LLAMAR nuestro código CSS de fomra externa --&gt;</a:t>
            </a:r>
            <a:endParaRPr sz="1800" b="0" i="1"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link</a:t>
            </a:r>
            <a:r>
              <a:rPr lang="es-ES" sz="1800" b="0" i="0" u="none" strike="noStrike" cap="none">
                <a:solidFill>
                  <a:srgbClr val="F2CD84"/>
                </a:solidFill>
                <a:latin typeface="Tahoma"/>
                <a:ea typeface="Tahoma"/>
                <a:cs typeface="Tahoma"/>
                <a:sym typeface="Tahoma"/>
              </a:rPr>
              <a:t> rel</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"stylesheet" 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"assets/css/style.css"</a:t>
            </a:r>
            <a:r>
              <a:rPr lang="es-ES" sz="1800" b="0" i="0" u="none" strike="noStrike" cap="none">
                <a:solidFill>
                  <a:srgbClr val="4A7B8B"/>
                </a:solidFill>
                <a:latin typeface="Tahoma"/>
                <a:ea typeface="Tahoma"/>
                <a:cs typeface="Tahoma"/>
                <a:sym typeface="Tahoma"/>
              </a:rPr>
              <a:t>&gt;</a:t>
            </a: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head</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1" u="none" strike="noStrike" cap="none">
                <a:solidFill>
                  <a:srgbClr val="4A7B8B"/>
                </a:solidFill>
                <a:latin typeface="Tahoma"/>
                <a:ea typeface="Tahoma"/>
                <a:cs typeface="Tahoma"/>
                <a:sym typeface="Tahoma"/>
              </a:rPr>
              <a:t>&lt;!-- Esto es un comentario interno. No se muestra en pantalla --&gt;</a:t>
            </a:r>
            <a:endParaRPr sz="1800" b="0" i="1"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 </a:t>
            </a:r>
            <a:r>
              <a:rPr lang="es-ES" sz="1800" b="0" i="0" u="none" strike="noStrike" cap="none">
                <a:solidFill>
                  <a:srgbClr val="F2CD84"/>
                </a:solidFill>
                <a:latin typeface="Tahoma"/>
                <a:ea typeface="Tahoma"/>
                <a:cs typeface="Tahoma"/>
                <a:sym typeface="Tahoma"/>
              </a:rPr>
              <a:t>class</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”textoCentrado"</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título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h1</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 </a:t>
            </a:r>
            <a:r>
              <a:rPr lang="es-ES" sz="1800" b="0" i="0" u="none" strike="noStrike" cap="none">
                <a:solidFill>
                  <a:srgbClr val="F2CD84"/>
                </a:solidFill>
                <a:latin typeface="Tahoma"/>
                <a:ea typeface="Tahoma"/>
                <a:cs typeface="Tahoma"/>
                <a:sym typeface="Tahoma"/>
              </a:rPr>
              <a:t>class</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”textoCentrado"</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primer párrafo con información</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 </a:t>
            </a:r>
            <a:r>
              <a:rPr lang="es-ES" sz="1800" b="0" i="0" u="none" strike="noStrike" cap="none">
                <a:solidFill>
                  <a:srgbClr val="F2CD84"/>
                </a:solidFill>
                <a:latin typeface="Tahoma"/>
                <a:ea typeface="Tahoma"/>
                <a:cs typeface="Tahoma"/>
                <a:sym typeface="Tahoma"/>
              </a:rPr>
              <a:t>class</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”textoCentrado textoRojo"</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Mi segundo párrafo. Puedes hacer </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 </a:t>
            </a:r>
            <a:r>
              <a:rPr lang="es-ES" sz="1800" b="0" i="0" u="none" strike="noStrike" cap="none">
                <a:solidFill>
                  <a:srgbClr val="F2CD84"/>
                </a:solidFill>
                <a:latin typeface="Tahoma"/>
                <a:ea typeface="Tahoma"/>
                <a:cs typeface="Tahoma"/>
                <a:sym typeface="Tahoma"/>
              </a:rPr>
              <a:t>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"https://www.microsoft.com"</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click aquí</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a:t>
            </a:r>
            <a:r>
              <a:rPr lang="es-ES" sz="1800" b="0" i="0" u="none" strike="noStrike" cap="none">
                <a:solidFill>
                  <a:srgbClr val="4A7B8B"/>
                </a:solidFill>
                <a:latin typeface="Tahoma"/>
                <a:ea typeface="Tahoma"/>
                <a:cs typeface="Tahoma"/>
                <a:sym typeface="Tahoma"/>
              </a:rPr>
              <a:t>&gt; </a:t>
            </a:r>
            <a:r>
              <a:rPr lang="es-ES" sz="1800" b="0" i="0" u="none" strike="noStrike" cap="none">
                <a:solidFill>
                  <a:schemeClr val="lt1"/>
                </a:solidFill>
                <a:latin typeface="Tahoma"/>
                <a:ea typeface="Tahoma"/>
                <a:cs typeface="Tahoma"/>
                <a:sym typeface="Tahoma"/>
              </a:rPr>
              <a:t>para visitor el sitio web de Microsoft.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hr</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img </a:t>
            </a:r>
            <a:r>
              <a:rPr lang="es-ES" sz="1800" b="0" i="0" u="none" strike="noStrike" cap="none">
                <a:solidFill>
                  <a:srgbClr val="F2CD84"/>
                </a:solidFill>
                <a:latin typeface="Tahoma"/>
                <a:ea typeface="Tahoma"/>
                <a:cs typeface="Tahoma"/>
                <a:sym typeface="Tahoma"/>
              </a:rPr>
              <a:t>src</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"assets/images/paisaje.jpg" alt</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"Paisaje de colinas con árboles y pastos"</a:t>
            </a:r>
            <a:r>
              <a:rPr lang="es-ES" sz="1800" b="0" i="0" u="none" strike="noStrike" cap="none">
                <a:solidFill>
                  <a:srgbClr val="79D2EA"/>
                </a:solidFill>
                <a:latin typeface="Tahoma"/>
                <a:ea typeface="Tahoma"/>
                <a:cs typeface="Tahoma"/>
                <a:sym typeface="Tahoma"/>
              </a:rPr>
              <a:t> </a:t>
            </a:r>
            <a:r>
              <a:rPr lang="es-ES" sz="1800" b="0" i="0" u="none" strike="noStrike" cap="none">
                <a:solidFill>
                  <a:srgbClr val="4A7B8B"/>
                </a:solidFill>
                <a:latin typeface="Tahoma"/>
                <a:ea typeface="Tahoma"/>
                <a:cs typeface="Tahoma"/>
                <a:sym typeface="Tahoma"/>
              </a:rPr>
              <a:t>/&gt;</a:t>
            </a:r>
            <a:endParaRPr sz="1800" b="0" i="0" u="none" strike="noStrike" cap="none">
              <a:solidFill>
                <a:srgbClr val="79D2EA"/>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h2</a:t>
            </a:r>
            <a:r>
              <a:rPr lang="es-ES" sz="1800" b="0" i="0" u="none" strike="noStrike" cap="none">
                <a:solidFill>
                  <a:srgbClr val="4A7B8B"/>
                </a:solidFill>
                <a:latin typeface="Tahoma"/>
                <a:ea typeface="Tahoma"/>
                <a:cs typeface="Tahoma"/>
                <a:sym typeface="Tahoma"/>
              </a:rPr>
              <a:t>&gt;</a:t>
            </a:r>
            <a:r>
              <a:rPr lang="es-ES" sz="1800" b="0" i="0" u="none" strike="noStrike" cap="none">
                <a:solidFill>
                  <a:schemeClr val="lt1"/>
                </a:solidFill>
                <a:latin typeface="Tahoma"/>
                <a:ea typeface="Tahoma"/>
                <a:cs typeface="Tahoma"/>
                <a:sym typeface="Tahoma"/>
              </a:rPr>
              <a:t>Mi segundo título pero algo más pequeño</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h2</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Vamos a utilizar un sitio web que nos va a generar mucho texto y nos va a permitir rellenar espacios. Este sitio web es</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 </a:t>
            </a:r>
            <a:r>
              <a:rPr lang="es-ES" sz="1800" b="0" i="0" u="none" strike="noStrike" cap="none">
                <a:solidFill>
                  <a:srgbClr val="F2CD84"/>
                </a:solidFill>
                <a:latin typeface="Tahoma"/>
                <a:ea typeface="Tahoma"/>
                <a:cs typeface="Tahoma"/>
                <a:sym typeface="Tahoma"/>
              </a:rPr>
              <a:t>href</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F2CD84"/>
                </a:solidFill>
                <a:latin typeface="Tahoma"/>
                <a:ea typeface="Tahoma"/>
                <a:cs typeface="Tahoma"/>
                <a:sym typeface="Tahoma"/>
              </a:rPr>
              <a:t>"</a:t>
            </a:r>
            <a:r>
              <a:rPr lang="es-ES" sz="1800" b="0" i="0" u="sng" strike="noStrike" cap="none">
                <a:solidFill>
                  <a:srgbClr val="F2CD84"/>
                </a:solidFill>
                <a:latin typeface="Tahoma"/>
                <a:ea typeface="Tahoma"/>
                <a:cs typeface="Tahoma"/>
                <a:sym typeface="Tahoma"/>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https://es.lipsum.com/</a:t>
            </a:r>
            <a:r>
              <a:rPr lang="es-ES" sz="1800" b="0" i="0" u="none" strike="noStrike" cap="none">
                <a:solidFill>
                  <a:srgbClr val="F2CD84"/>
                </a:solidFill>
                <a:latin typeface="Tahoma"/>
                <a:ea typeface="Tahoma"/>
                <a:cs typeface="Tahoma"/>
                <a:sym typeface="Tahoma"/>
              </a:rPr>
              <a:t>"</a:t>
            </a:r>
            <a:r>
              <a:rPr lang="es-ES" sz="1800" b="0" i="0" u="none" strike="noStrike" cap="none">
                <a:solidFill>
                  <a:srgbClr val="4A7B8B"/>
                </a:solidFill>
                <a:latin typeface="Tahoma"/>
                <a:ea typeface="Tahoma"/>
                <a:cs typeface="Tahoma"/>
                <a:sym typeface="Tahoma"/>
              </a:rPr>
              <a:t>&gt; </a:t>
            </a:r>
            <a:r>
              <a:rPr lang="es-ES" sz="1800" b="0" i="0" u="none" strike="noStrike" cap="none">
                <a:solidFill>
                  <a:schemeClr val="lt1"/>
                </a:solidFill>
                <a:latin typeface="Tahoma"/>
                <a:ea typeface="Tahoma"/>
                <a:cs typeface="Tahoma"/>
                <a:sym typeface="Tahoma"/>
              </a:rPr>
              <a:t>Lorem Ipsum</a:t>
            </a: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a</a:t>
            </a:r>
            <a:r>
              <a:rPr lang="es-ES" sz="1800" b="0" i="0" u="none" strike="noStrike" cap="none">
                <a:solidFill>
                  <a:srgbClr val="4A7B8B"/>
                </a:solidFill>
                <a:latin typeface="Tahoma"/>
                <a:ea typeface="Tahoma"/>
                <a:cs typeface="Tahoma"/>
                <a:sym typeface="Tahoma"/>
              </a:rPr>
              <a:t>&gt;.</a:t>
            </a:r>
            <a:endParaRPr sz="1800" b="0" i="0" u="none" strike="noStrike" cap="none">
              <a:solidFill>
                <a:schemeClr val="lt1"/>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Lorem ipsum dolor sit amet, consectetur adipiscing elit. Sed viverra auctor quam, ut molestie eros bibendum eu. Aenean posuere aliquam nulla at pretium. Cras erat mauris, accumsan vel laoreet sit amet, scelerisque in ipsum. Vivamus sed nulla id erat sollicitudin tincidunt sit amet eu massa. Proin ultrices leo nec erat interdum rhoncus.</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br</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Suspendisse et congue sapien. Donec dictum eleifend nisi, sit amet euismod ex pellentesque eget. Sed eget volutpat arcu. Mauris at risus fringilla lectus facilisis aliquet sed sed nisi. Nam tristique egestas lectus eget euismod. Nulla fringilla massa ut blandit venenatis. Fusce eleifend congue euismod. Ut volutpat ornare luctus.</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p</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914400" marR="0" lvl="2" indent="0" algn="l" rtl="0">
              <a:lnSpc>
                <a:spcPct val="100000"/>
              </a:lnSpc>
              <a:spcBef>
                <a:spcPts val="0"/>
              </a:spcBef>
              <a:spcAft>
                <a:spcPts val="0"/>
              </a:spcAft>
              <a:buClr>
                <a:srgbClr val="000000"/>
              </a:buClr>
              <a:buSzPts val="1800"/>
              <a:buFont typeface="Arial"/>
              <a:buNone/>
            </a:pPr>
            <a:endParaRPr sz="18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body</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a:solidFill>
                  <a:srgbClr val="4A7B8B"/>
                </a:solidFill>
                <a:latin typeface="Tahoma"/>
                <a:ea typeface="Tahoma"/>
                <a:cs typeface="Tahoma"/>
                <a:sym typeface="Tahoma"/>
              </a:rPr>
              <a:t>&lt;/</a:t>
            </a:r>
            <a:r>
              <a:rPr lang="es-ES" sz="1800" b="0" i="0" u="none" strike="noStrike" cap="none">
                <a:solidFill>
                  <a:srgbClr val="79D2EA"/>
                </a:solidFill>
                <a:latin typeface="Tahoma"/>
                <a:ea typeface="Tahoma"/>
                <a:cs typeface="Tahoma"/>
                <a:sym typeface="Tahoma"/>
              </a:rPr>
              <a:t>html</a:t>
            </a:r>
            <a:r>
              <a:rPr lang="es-ES" sz="1800" b="0" i="0" u="none" strike="noStrike" cap="none">
                <a:solidFill>
                  <a:srgbClr val="4A7B8B"/>
                </a:solidFill>
                <a:latin typeface="Tahoma"/>
                <a:ea typeface="Tahoma"/>
                <a:cs typeface="Tahoma"/>
                <a:sym typeface="Tahoma"/>
              </a:rPr>
              <a:t>&gt;</a:t>
            </a:r>
            <a:endParaRPr sz="1400" b="0" i="0" u="none" strike="noStrike" cap="none">
              <a:solidFill>
                <a:srgbClr val="000000"/>
              </a:solidFill>
              <a:latin typeface="Arial"/>
              <a:ea typeface="Arial"/>
              <a:cs typeface="Arial"/>
              <a:sym typeface="Arial"/>
            </a:endParaRPr>
          </a:p>
        </p:txBody>
      </p:sp>
      <p:sp>
        <p:nvSpPr>
          <p:cNvPr id="1562" name="Google Shape;1562;p135"/>
          <p:cNvSpPr/>
          <p:nvPr/>
        </p:nvSpPr>
        <p:spPr>
          <a:xfrm>
            <a:off x="1537876" y="1712568"/>
            <a:ext cx="9648967" cy="535375"/>
          </a:xfrm>
          <a:prstGeom prst="rect">
            <a:avLst/>
          </a:prstGeom>
          <a:noFill/>
          <a:ln w="38100" cap="flat" cmpd="sng">
            <a:solidFill>
              <a:srgbClr val="E8A47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563" name="Google Shape;1563;p135"/>
          <p:cNvGrpSpPr/>
          <p:nvPr/>
        </p:nvGrpSpPr>
        <p:grpSpPr>
          <a:xfrm>
            <a:off x="0" y="0"/>
            <a:ext cx="12192000" cy="413657"/>
            <a:chOff x="0" y="0"/>
            <a:chExt cx="12192000" cy="413657"/>
          </a:xfrm>
        </p:grpSpPr>
        <p:sp>
          <p:nvSpPr>
            <p:cNvPr id="1564" name="Google Shape;1564;p135"/>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565" name="Google Shape;1565;p135"/>
            <p:cNvGrpSpPr/>
            <p:nvPr/>
          </p:nvGrpSpPr>
          <p:grpSpPr>
            <a:xfrm>
              <a:off x="575484" y="52939"/>
              <a:ext cx="1447716" cy="350261"/>
              <a:chOff x="575484" y="52939"/>
              <a:chExt cx="1447716" cy="350261"/>
            </a:xfrm>
          </p:grpSpPr>
          <p:sp>
            <p:nvSpPr>
              <p:cNvPr id="1566" name="Google Shape;1566;p135"/>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cxnSp>
            <p:nvCxnSpPr>
              <p:cNvPr id="1567" name="Google Shape;1567;p135"/>
              <p:cNvCxnSpPr/>
              <p:nvPr/>
            </p:nvCxnSpPr>
            <p:spPr>
              <a:xfrm>
                <a:off x="575485"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568" name="Google Shape;1568;p135"/>
          <p:cNvSpPr/>
          <p:nvPr/>
        </p:nvSpPr>
        <p:spPr>
          <a:xfrm>
            <a:off x="674370" y="3671669"/>
            <a:ext cx="10879616" cy="2859120"/>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A su vez, las &lt;</a:t>
            </a:r>
            <a:r>
              <a:rPr lang="es-ES" sz="1800" b="0" i="0" u="none" strike="noStrike" cap="none" dirty="0" err="1">
                <a:solidFill>
                  <a:schemeClr val="lt1"/>
                </a:solidFill>
                <a:latin typeface="Gotham Rounded" pitchFamily="50" charset="0"/>
                <a:ea typeface="Tahoma"/>
                <a:cs typeface="Tahoma"/>
                <a:sym typeface="Tahoma"/>
              </a:rPr>
              <a:t>img</a:t>
            </a:r>
            <a:r>
              <a:rPr lang="es-ES" sz="1800" b="0" i="0" u="none" strike="noStrike" cap="none" dirty="0">
                <a:solidFill>
                  <a:schemeClr val="lt1"/>
                </a:solidFill>
                <a:latin typeface="Gotham Rounded" pitchFamily="50" charset="0"/>
                <a:ea typeface="Tahoma"/>
                <a:cs typeface="Tahoma"/>
                <a:sym typeface="Tahoma"/>
              </a:rPr>
              <a:t>&gt; usan un atributo “</a:t>
            </a:r>
            <a:r>
              <a:rPr lang="es-ES" sz="1800" b="0" i="0" u="none" strike="noStrike" cap="none" dirty="0" err="1">
                <a:solidFill>
                  <a:schemeClr val="lt1"/>
                </a:solidFill>
                <a:latin typeface="Gotham Rounded" pitchFamily="50" charset="0"/>
                <a:ea typeface="Tahoma"/>
                <a:cs typeface="Tahoma"/>
                <a:sym typeface="Tahoma"/>
              </a:rPr>
              <a:t>alt</a:t>
            </a:r>
            <a:r>
              <a:rPr lang="es-ES" sz="1800" b="0" i="0" u="none" strike="noStrike" cap="none" dirty="0">
                <a:solidFill>
                  <a:schemeClr val="lt1"/>
                </a:solidFill>
                <a:latin typeface="Gotham Rounded" pitchFamily="50" charset="0"/>
                <a:ea typeface="Tahoma"/>
                <a:cs typeface="Tahoma"/>
                <a:sym typeface="Tahoma"/>
              </a:rPr>
              <a:t>=" para dar una descripción escrita sobre la imagen. Este atributo sirve para que la gente que sufre de alguna discapacidad visual pueda pedirle al navegador que lea lo que hayamos escrito en el atributo “</a:t>
            </a:r>
            <a:r>
              <a:rPr lang="es-ES" sz="1800" b="0" i="0" u="none" strike="noStrike" cap="none" dirty="0" err="1">
                <a:solidFill>
                  <a:schemeClr val="lt1"/>
                </a:solidFill>
                <a:latin typeface="Gotham Rounded" pitchFamily="50" charset="0"/>
                <a:ea typeface="Tahoma"/>
                <a:cs typeface="Tahoma"/>
                <a:sym typeface="Tahoma"/>
              </a:rPr>
              <a:t>alt</a:t>
            </a:r>
            <a:r>
              <a:rPr lang="es-ES" sz="1800" b="0" i="0" u="none" strike="noStrike" cap="none" dirty="0">
                <a:solidFill>
                  <a:schemeClr val="lt1"/>
                </a:solidFill>
                <a:latin typeface="Gotham Rounded" pitchFamily="50" charset="0"/>
                <a:ea typeface="Tahoma"/>
                <a:cs typeface="Tahoma"/>
                <a:sym typeface="Tahoma"/>
              </a:rPr>
              <a:t>=“ y así saber, en este ejemplo, que hay una imagen sobre un paisaje de colinas con árboles y pastos. Esto que escribimos en “</a:t>
            </a:r>
            <a:r>
              <a:rPr lang="es-ES" sz="1800" b="0" i="0" u="none" strike="noStrike" cap="none" dirty="0" err="1">
                <a:solidFill>
                  <a:schemeClr val="lt1"/>
                </a:solidFill>
                <a:latin typeface="Gotham Rounded" pitchFamily="50" charset="0"/>
                <a:ea typeface="Tahoma"/>
                <a:cs typeface="Tahoma"/>
                <a:sym typeface="Tahoma"/>
              </a:rPr>
              <a:t>alt</a:t>
            </a:r>
            <a:r>
              <a:rPr lang="es-ES" sz="1800" b="0" i="0" u="none" strike="noStrike" cap="none" dirty="0">
                <a:solidFill>
                  <a:schemeClr val="lt1"/>
                </a:solidFill>
                <a:latin typeface="Gotham Rounded" pitchFamily="50" charset="0"/>
                <a:ea typeface="Tahoma"/>
                <a:cs typeface="Tahoma"/>
                <a:sym typeface="Tahoma"/>
              </a:rPr>
              <a:t>=“ también aparecerá escrito en caso de que la lectura de la imagen falle por algún motivo.</a:t>
            </a:r>
            <a:endParaRPr sz="1800" b="0" i="0" u="none" strike="noStrike" cap="none" dirty="0">
              <a:solidFill>
                <a:schemeClr val="lt1"/>
              </a:solidFill>
              <a:latin typeface="Gotham Rounded" pitchFamily="50" charset="0"/>
              <a:ea typeface="Tahoma"/>
              <a:cs typeface="Tahoma"/>
              <a:sym typeface="Tahoma"/>
            </a:endParaRPr>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sp>
        <p:nvSpPr>
          <p:cNvPr id="1138" name="Google Shape;1138;p87"/>
          <p:cNvSpPr/>
          <p:nvPr/>
        </p:nvSpPr>
        <p:spPr>
          <a:xfrm>
            <a:off x="6934199" y="562207"/>
            <a:ext cx="4467151" cy="560908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err="1">
                <a:solidFill>
                  <a:schemeClr val="tx1"/>
                </a:solidFill>
                <a:latin typeface="Gotham Rounded" pitchFamily="50" charset="0"/>
                <a:sym typeface="Arial"/>
              </a:rPr>
              <a:t>Ctrl+S</a:t>
            </a:r>
            <a:r>
              <a:rPr lang="es-ES" sz="2400" b="1" i="0" u="none" strike="noStrike" cap="none" dirty="0">
                <a:solidFill>
                  <a:schemeClr val="tx1"/>
                </a:solidFill>
                <a:latin typeface="Gotham Rounded" pitchFamily="50" charset="0"/>
                <a:sym typeface="Arial"/>
              </a:rPr>
              <a:t> para guardar</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600"/>
              <a:buFont typeface="Arial"/>
              <a:buNone/>
            </a:pPr>
            <a:r>
              <a:rPr lang="es-ES" sz="3600" b="0" i="0" u="none" strike="noStrike" cap="none" dirty="0">
                <a:solidFill>
                  <a:schemeClr val="tx1"/>
                </a:solidFill>
                <a:latin typeface="Gotham Rounded" pitchFamily="50" charset="0"/>
                <a:sym typeface="Arial"/>
              </a:rPr>
              <a:t>Recuerden siempre guardar los cambios que hicieron en el código para que se vean reflejados en el sitio web.</a:t>
            </a:r>
            <a:endParaRPr sz="1400" b="0" i="0" u="none" strike="noStrike" cap="none" dirty="0">
              <a:solidFill>
                <a:schemeClr val="tx1"/>
              </a:solidFill>
              <a:latin typeface="Gotham Rounded" pitchFamily="50" charset="0"/>
              <a:sym typeface="Arial"/>
            </a:endParaRPr>
          </a:p>
        </p:txBody>
      </p:sp>
      <p:pic>
        <p:nvPicPr>
          <p:cNvPr id="1139" name="Google Shape;1139;p87"/>
          <p:cNvPicPr preferRelativeResize="0"/>
          <p:nvPr/>
        </p:nvPicPr>
        <p:blipFill rotWithShape="1">
          <a:blip r:embed="rId3">
            <a:alphaModFix/>
          </a:blip>
          <a:srcRect/>
          <a:stretch/>
        </p:blipFill>
        <p:spPr>
          <a:xfrm>
            <a:off x="-1" y="0"/>
            <a:ext cx="5908431" cy="6858000"/>
          </a:xfrm>
          <a:prstGeom prst="rect">
            <a:avLst/>
          </a:prstGeom>
          <a:noFill/>
          <a:ln>
            <a:noFill/>
          </a:ln>
        </p:spPr>
      </p:pic>
      <p:pic>
        <p:nvPicPr>
          <p:cNvPr id="4" name="Google Shape;1102;p6"/>
          <p:cNvPicPr preferRelativeResize="0"/>
          <p:nvPr/>
        </p:nvPicPr>
        <p:blipFill rotWithShape="1">
          <a:blip r:embed="rId4">
            <a:alphaModFix/>
          </a:blip>
          <a:srcRect/>
          <a:stretch/>
        </p:blipFill>
        <p:spPr>
          <a:xfrm>
            <a:off x="5908430" y="-62251"/>
            <a:ext cx="6283570" cy="6858000"/>
          </a:xfrm>
          <a:prstGeom prst="rect">
            <a:avLst/>
          </a:prstGeom>
          <a:noFill/>
          <a:ln>
            <a:noFill/>
          </a:ln>
        </p:spPr>
      </p:pic>
    </p:spTree>
    <p:extLst>
      <p:ext uri="{BB962C8B-B14F-4D97-AF65-F5344CB8AC3E}">
        <p14:creationId xmlns:p14="http://schemas.microsoft.com/office/powerpoint/2010/main" val="2281942028"/>
      </p:ext>
    </p:extLst>
  </p:cSld>
  <p:clrMapOvr>
    <a:masterClrMapping/>
  </p:clrMapOvr>
  <p:transition spd="slow">
    <p:push/>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1580"/>
        <p:cNvGrpSpPr/>
        <p:nvPr/>
      </p:nvGrpSpPr>
      <p:grpSpPr>
        <a:xfrm>
          <a:off x="0" y="0"/>
          <a:ext cx="0" cy="0"/>
          <a:chOff x="0" y="0"/>
          <a:chExt cx="0" cy="0"/>
        </a:xfrm>
      </p:grpSpPr>
      <p:pic>
        <p:nvPicPr>
          <p:cNvPr id="1581" name="Google Shape;1581;p137"/>
          <p:cNvPicPr preferRelativeResize="0"/>
          <p:nvPr/>
        </p:nvPicPr>
        <p:blipFill rotWithShape="1">
          <a:blip r:embed="rId3">
            <a:alphaModFix/>
          </a:blip>
          <a:srcRect/>
          <a:stretch/>
        </p:blipFill>
        <p:spPr>
          <a:xfrm>
            <a:off x="948118" y="211574"/>
            <a:ext cx="10295763" cy="6434852"/>
          </a:xfrm>
          <a:prstGeom prst="rect">
            <a:avLst/>
          </a:prstGeom>
          <a:noFill/>
          <a:ln>
            <a:noFill/>
          </a:ln>
          <a:effectLst>
            <a:outerShdw blurRad="101600" dist="50800" sx="101000" sy="101000" algn="ctr" rotWithShape="0">
              <a:srgbClr val="7F7F7F">
                <a:alpha val="20000"/>
              </a:srgbClr>
            </a:outerShdw>
          </a:effectLst>
        </p:spPr>
      </p:pic>
      <p:sp>
        <p:nvSpPr>
          <p:cNvPr id="1582" name="Google Shape;1582;p137"/>
          <p:cNvSpPr/>
          <p:nvPr/>
        </p:nvSpPr>
        <p:spPr>
          <a:xfrm>
            <a:off x="4431324" y="4426857"/>
            <a:ext cx="7356844" cy="2103931"/>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¡Vemos que la imagen aparece en el sitio! ¡Muy bien! Ahora vamos a ajustarla, porque es muy grande y sobresale de la pantalla. Aquí CSS nos ayudará a ajustar el estilo ;)</a:t>
            </a:r>
            <a:endParaRPr sz="1800" b="0" i="1" u="none" strike="noStrike" cap="none" dirty="0">
              <a:solidFill>
                <a:schemeClr val="lt1"/>
              </a:solidFill>
              <a:latin typeface="Gotham Rounded" pitchFamily="50" charset="0"/>
              <a:ea typeface="Tahoma"/>
              <a:cs typeface="Tahoma"/>
              <a:sym typeface="Tahoma"/>
            </a:endParaRPr>
          </a:p>
        </p:txBody>
      </p:sp>
    </p:spTree>
  </p:cSld>
  <p:clrMapOvr>
    <a:masterClrMapping/>
  </p:clrMapOvr>
  <p:transition spd="slow">
    <p:push/>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1587"/>
        <p:cNvGrpSpPr/>
        <p:nvPr/>
      </p:nvGrpSpPr>
      <p:grpSpPr>
        <a:xfrm>
          <a:off x="0" y="0"/>
          <a:ext cx="0" cy="0"/>
          <a:chOff x="0" y="0"/>
          <a:chExt cx="0" cy="0"/>
        </a:xfrm>
      </p:grpSpPr>
      <p:sp>
        <p:nvSpPr>
          <p:cNvPr id="1588" name="Google Shape;1588;p138"/>
          <p:cNvSpPr txBox="1"/>
          <p:nvPr/>
        </p:nvSpPr>
        <p:spPr>
          <a:xfrm>
            <a:off x="772885" y="943550"/>
            <a:ext cx="10781101" cy="4524315"/>
          </a:xfrm>
          <a:prstGeom prst="rect">
            <a:avLst/>
          </a:prstGeom>
          <a:noFill/>
          <a:ln>
            <a:noFill/>
          </a:ln>
        </p:spPr>
        <p:txBody>
          <a:bodyPr spcFirstLastPara="1" wrap="square" lIns="91425" tIns="45700" rIns="91425" bIns="45700" anchor="t" anchorCtr="0">
            <a:spAutoFit/>
          </a:bodyPr>
          <a:lstStyle/>
          <a:p>
            <a:pPr marL="1371600" marR="0" lvl="3" indent="0" algn="l" rtl="0">
              <a:lnSpc>
                <a:spcPct val="100000"/>
              </a:lnSpc>
              <a:spcBef>
                <a:spcPts val="0"/>
              </a:spcBef>
              <a:spcAft>
                <a:spcPts val="0"/>
              </a:spcAft>
              <a:buClr>
                <a:srgbClr val="000000"/>
              </a:buClr>
              <a:buSzPts val="1800"/>
              <a:buFont typeface="Arial"/>
              <a:buNone/>
            </a:pPr>
            <a:r>
              <a:rPr lang="es-ES" sz="1800" b="0" i="1" u="none" strike="noStrike" cap="none">
                <a:solidFill>
                  <a:srgbClr val="4A7B8B"/>
                </a:solidFill>
                <a:latin typeface="Tahoma"/>
                <a:ea typeface="Tahoma"/>
                <a:cs typeface="Tahoma"/>
                <a:sym typeface="Tahoma"/>
              </a:rPr>
              <a:t>/* Etiquetas */</a:t>
            </a:r>
            <a:endParaRPr sz="1800" b="0" i="0" u="none" strike="noStrike" cap="none">
              <a:solidFill>
                <a:srgbClr val="79D2EA"/>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body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background-color</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powderblue</a:t>
            </a:r>
            <a:r>
              <a:rPr lang="es-ES" sz="1800" b="0" i="0" u="none" strike="noStrike" cap="none">
                <a:solidFill>
                  <a:srgbClr val="4A7B8B"/>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img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width</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100%</a:t>
            </a:r>
            <a:r>
              <a:rPr lang="es-ES" sz="1800" b="0" i="0" u="none" strike="noStrike" cap="none">
                <a:solidFill>
                  <a:srgbClr val="4A7B8B"/>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1" u="none" strike="noStrike" cap="none">
                <a:solidFill>
                  <a:srgbClr val="4A7B8B"/>
                </a:solidFill>
                <a:latin typeface="Tahoma"/>
                <a:ea typeface="Tahoma"/>
                <a:cs typeface="Tahoma"/>
                <a:sym typeface="Tahoma"/>
              </a:rPr>
              <a:t>/* Clases */</a:t>
            </a: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F2CD84"/>
                </a:solidFill>
                <a:latin typeface="Tahoma"/>
                <a:ea typeface="Tahoma"/>
                <a:cs typeface="Tahoma"/>
                <a:sym typeface="Tahoma"/>
              </a:rPr>
              <a:t>.textoCentrado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text-align</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center</a:t>
            </a:r>
            <a:r>
              <a:rPr lang="es-ES" sz="1800" b="0" i="0" u="none" strike="noStrike" cap="none">
                <a:solidFill>
                  <a:srgbClr val="4A7B8B"/>
                </a:solidFill>
                <a:latin typeface="Tahoma"/>
                <a:ea typeface="Tahoma"/>
                <a:cs typeface="Tahoma"/>
                <a:sym typeface="Tahoma"/>
              </a:rPr>
              <a:t> ;</a:t>
            </a:r>
            <a:endParaRPr sz="1800" b="0" i="0" u="none" strike="noStrike" cap="none">
              <a:solidFill>
                <a:srgbClr val="79D2EA"/>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F2CD84"/>
                </a:solidFill>
                <a:latin typeface="Tahoma"/>
                <a:ea typeface="Tahoma"/>
                <a:cs typeface="Tahoma"/>
                <a:sym typeface="Tahoma"/>
              </a:rPr>
              <a:t>.textoRojo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color</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red</a:t>
            </a:r>
            <a:r>
              <a:rPr lang="es-ES" sz="1800" b="0" i="0" u="none" strike="noStrike" cap="none">
                <a:solidFill>
                  <a:srgbClr val="4A7B8B"/>
                </a:solidFill>
                <a:latin typeface="Tahoma"/>
                <a:ea typeface="Tahoma"/>
                <a:cs typeface="Tahoma"/>
                <a:sym typeface="Tahoma"/>
              </a:rPr>
              <a:t>;</a:t>
            </a:r>
            <a:endParaRPr sz="1800" b="0" i="0" u="none" strike="noStrike" cap="none">
              <a:solidFill>
                <a:srgbClr val="79D2EA"/>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p:txBody>
      </p:sp>
      <p:sp>
        <p:nvSpPr>
          <p:cNvPr id="1589" name="Google Shape;1589;p138"/>
          <p:cNvSpPr/>
          <p:nvPr/>
        </p:nvSpPr>
        <p:spPr>
          <a:xfrm>
            <a:off x="1883391" y="2166257"/>
            <a:ext cx="6244609" cy="1262743"/>
          </a:xfrm>
          <a:prstGeom prst="rect">
            <a:avLst/>
          </a:prstGeom>
          <a:noFill/>
          <a:ln w="38100" cap="flat" cmpd="sng">
            <a:solidFill>
              <a:srgbClr val="E8A47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590" name="Google Shape;1590;p138"/>
          <p:cNvGrpSpPr/>
          <p:nvPr/>
        </p:nvGrpSpPr>
        <p:grpSpPr>
          <a:xfrm>
            <a:off x="0" y="0"/>
            <a:ext cx="12192000" cy="413657"/>
            <a:chOff x="0" y="0"/>
            <a:chExt cx="12192000" cy="413657"/>
          </a:xfrm>
        </p:grpSpPr>
        <p:sp>
          <p:nvSpPr>
            <p:cNvPr id="1591" name="Google Shape;1591;p138"/>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592" name="Google Shape;1592;p138"/>
            <p:cNvGrpSpPr/>
            <p:nvPr/>
          </p:nvGrpSpPr>
          <p:grpSpPr>
            <a:xfrm>
              <a:off x="575484" y="52939"/>
              <a:ext cx="2944458" cy="350261"/>
              <a:chOff x="575484" y="52939"/>
              <a:chExt cx="2944458" cy="350261"/>
            </a:xfrm>
          </p:grpSpPr>
          <p:sp>
            <p:nvSpPr>
              <p:cNvPr id="1593" name="Google Shape;1593;p138"/>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sp>
            <p:nvSpPr>
              <p:cNvPr id="1594" name="Google Shape;1594;p138"/>
              <p:cNvSpPr txBox="1"/>
              <p:nvPr/>
            </p:nvSpPr>
            <p:spPr>
              <a:xfrm>
                <a:off x="2072226"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style.css</a:t>
                </a:r>
                <a:endParaRPr sz="1400" b="0" i="0" u="none" strike="noStrike" cap="none">
                  <a:solidFill>
                    <a:srgbClr val="000000"/>
                  </a:solidFill>
                  <a:latin typeface="Arial"/>
                  <a:ea typeface="Arial"/>
                  <a:cs typeface="Arial"/>
                  <a:sym typeface="Arial"/>
                </a:endParaRPr>
              </a:p>
            </p:txBody>
          </p:sp>
          <p:cxnSp>
            <p:nvCxnSpPr>
              <p:cNvPr id="1595" name="Google Shape;1595;p138"/>
              <p:cNvCxnSpPr/>
              <p:nvPr/>
            </p:nvCxnSpPr>
            <p:spPr>
              <a:xfrm>
                <a:off x="2072227"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596" name="Google Shape;1596;p138"/>
          <p:cNvSpPr/>
          <p:nvPr/>
        </p:nvSpPr>
        <p:spPr>
          <a:xfrm>
            <a:off x="4023360" y="4313815"/>
            <a:ext cx="7764807" cy="2216973"/>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En el ”style.css” asignamos la propiedad “</a:t>
            </a:r>
            <a:r>
              <a:rPr lang="es-ES" sz="1800" b="0" i="0" u="none" strike="noStrike" cap="none" dirty="0" err="1">
                <a:solidFill>
                  <a:schemeClr val="lt1"/>
                </a:solidFill>
                <a:latin typeface="Gotham Rounded" pitchFamily="50" charset="0"/>
                <a:ea typeface="Tahoma"/>
                <a:cs typeface="Tahoma"/>
                <a:sym typeface="Tahoma"/>
              </a:rPr>
              <a:t>width</a:t>
            </a:r>
            <a:r>
              <a:rPr lang="es-ES" sz="1800" b="0" i="0" u="none" strike="noStrike" cap="none" dirty="0">
                <a:solidFill>
                  <a:schemeClr val="lt1"/>
                </a:solidFill>
                <a:latin typeface="Gotham Rounded" pitchFamily="50" charset="0"/>
                <a:ea typeface="Tahoma"/>
                <a:cs typeface="Tahoma"/>
                <a:sym typeface="Tahoma"/>
              </a:rPr>
              <a:t>” (ancho) del 100%, para que todas las etiquetas “</a:t>
            </a:r>
            <a:r>
              <a:rPr lang="es-ES" sz="1800" b="0" i="0" u="none" strike="noStrike" cap="none" dirty="0" err="1">
                <a:solidFill>
                  <a:schemeClr val="lt1"/>
                </a:solidFill>
                <a:latin typeface="Gotham Rounded" pitchFamily="50" charset="0"/>
                <a:ea typeface="Tahoma"/>
                <a:cs typeface="Tahoma"/>
                <a:sym typeface="Tahoma"/>
              </a:rPr>
              <a:t>img</a:t>
            </a:r>
            <a:r>
              <a:rPr lang="es-ES" sz="1800" b="0" i="0" u="none" strike="noStrike" cap="none" dirty="0">
                <a:solidFill>
                  <a:schemeClr val="lt1"/>
                </a:solidFill>
                <a:latin typeface="Gotham Rounded" pitchFamily="50" charset="0"/>
                <a:ea typeface="Tahoma"/>
                <a:cs typeface="Tahoma"/>
                <a:sym typeface="Tahoma"/>
              </a:rPr>
              <a:t>” se ajusten al ancho total del “</a:t>
            </a:r>
            <a:r>
              <a:rPr lang="es-ES" sz="1800" b="0" i="0" u="none" strike="noStrike" cap="none" dirty="0" err="1">
                <a:solidFill>
                  <a:schemeClr val="lt1"/>
                </a:solidFill>
                <a:latin typeface="Gotham Rounded" pitchFamily="50" charset="0"/>
                <a:ea typeface="Tahoma"/>
                <a:cs typeface="Tahoma"/>
                <a:sym typeface="Tahoma"/>
              </a:rPr>
              <a:t>body</a:t>
            </a:r>
            <a:r>
              <a:rPr lang="es-ES" sz="1800" b="0" i="0" u="none" strike="noStrike" cap="none" dirty="0">
                <a:solidFill>
                  <a:schemeClr val="lt1"/>
                </a:solidFill>
                <a:latin typeface="Gotham Rounded" pitchFamily="50" charset="0"/>
                <a:ea typeface="Tahoma"/>
                <a:cs typeface="Tahoma"/>
                <a:sym typeface="Tahoma"/>
              </a:rPr>
              <a:t>”.</a:t>
            </a:r>
            <a:endParaRPr sz="1800" b="0" i="1" u="none" strike="noStrike" cap="none" dirty="0">
              <a:solidFill>
                <a:srgbClr val="4A7B8B"/>
              </a:solidFill>
              <a:latin typeface="Gotham Rounded" pitchFamily="50" charset="0"/>
              <a:ea typeface="Tahoma"/>
              <a:cs typeface="Tahoma"/>
              <a:sym typeface="Tahoma"/>
            </a:endParaRPr>
          </a:p>
        </p:txBody>
      </p:sp>
    </p:spTree>
  </p:cSld>
  <p:clrMapOvr>
    <a:masterClrMapping/>
  </p:clrMapOvr>
  <p:transition spd="slow">
    <p:push/>
  </p:transition>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sp>
        <p:nvSpPr>
          <p:cNvPr id="1138" name="Google Shape;1138;p87"/>
          <p:cNvSpPr/>
          <p:nvPr/>
        </p:nvSpPr>
        <p:spPr>
          <a:xfrm>
            <a:off x="6934199" y="562207"/>
            <a:ext cx="4467151" cy="560908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err="1">
                <a:solidFill>
                  <a:schemeClr val="tx1"/>
                </a:solidFill>
                <a:latin typeface="Gotham Rounded" pitchFamily="50" charset="0"/>
                <a:sym typeface="Arial"/>
              </a:rPr>
              <a:t>Ctrl+S</a:t>
            </a:r>
            <a:r>
              <a:rPr lang="es-ES" sz="2400" b="1" i="0" u="none" strike="noStrike" cap="none" dirty="0">
                <a:solidFill>
                  <a:schemeClr val="tx1"/>
                </a:solidFill>
                <a:latin typeface="Gotham Rounded" pitchFamily="50" charset="0"/>
                <a:sym typeface="Arial"/>
              </a:rPr>
              <a:t> para guardar</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600"/>
              <a:buFont typeface="Arial"/>
              <a:buNone/>
            </a:pPr>
            <a:r>
              <a:rPr lang="es-ES" sz="3600" b="0" i="0" u="none" strike="noStrike" cap="none" dirty="0">
                <a:solidFill>
                  <a:schemeClr val="tx1"/>
                </a:solidFill>
                <a:latin typeface="Gotham Rounded" pitchFamily="50" charset="0"/>
                <a:sym typeface="Arial"/>
              </a:rPr>
              <a:t>Recuerden siempre guardar los cambios que hicieron en el código para que se vean reflejados en el sitio web.</a:t>
            </a:r>
            <a:endParaRPr sz="1400" b="0" i="0" u="none" strike="noStrike" cap="none" dirty="0">
              <a:solidFill>
                <a:schemeClr val="tx1"/>
              </a:solidFill>
              <a:latin typeface="Gotham Rounded" pitchFamily="50" charset="0"/>
              <a:sym typeface="Arial"/>
            </a:endParaRPr>
          </a:p>
        </p:txBody>
      </p:sp>
      <p:pic>
        <p:nvPicPr>
          <p:cNvPr id="1139" name="Google Shape;1139;p87"/>
          <p:cNvPicPr preferRelativeResize="0"/>
          <p:nvPr/>
        </p:nvPicPr>
        <p:blipFill rotWithShape="1">
          <a:blip r:embed="rId3">
            <a:alphaModFix/>
          </a:blip>
          <a:srcRect/>
          <a:stretch/>
        </p:blipFill>
        <p:spPr>
          <a:xfrm>
            <a:off x="-1" y="0"/>
            <a:ext cx="5908431" cy="6858000"/>
          </a:xfrm>
          <a:prstGeom prst="rect">
            <a:avLst/>
          </a:prstGeom>
          <a:noFill/>
          <a:ln>
            <a:noFill/>
          </a:ln>
        </p:spPr>
      </p:pic>
      <p:pic>
        <p:nvPicPr>
          <p:cNvPr id="4" name="Google Shape;1102;p6"/>
          <p:cNvPicPr preferRelativeResize="0"/>
          <p:nvPr/>
        </p:nvPicPr>
        <p:blipFill rotWithShape="1">
          <a:blip r:embed="rId4">
            <a:alphaModFix/>
          </a:blip>
          <a:srcRect/>
          <a:stretch/>
        </p:blipFill>
        <p:spPr>
          <a:xfrm>
            <a:off x="5908430" y="-62251"/>
            <a:ext cx="6283570" cy="6858000"/>
          </a:xfrm>
          <a:prstGeom prst="rect">
            <a:avLst/>
          </a:prstGeom>
          <a:noFill/>
          <a:ln>
            <a:noFill/>
          </a:ln>
        </p:spPr>
      </p:pic>
    </p:spTree>
    <p:extLst>
      <p:ext uri="{BB962C8B-B14F-4D97-AF65-F5344CB8AC3E}">
        <p14:creationId xmlns:p14="http://schemas.microsoft.com/office/powerpoint/2010/main" val="206514616"/>
      </p:ext>
    </p:extLst>
  </p:cSld>
  <p:clrMapOvr>
    <a:masterClrMapping/>
  </p:clrMapOvr>
  <p:transition spd="slow">
    <p:push/>
  </p:transition>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1608"/>
        <p:cNvGrpSpPr/>
        <p:nvPr/>
      </p:nvGrpSpPr>
      <p:grpSpPr>
        <a:xfrm>
          <a:off x="0" y="0"/>
          <a:ext cx="0" cy="0"/>
          <a:chOff x="0" y="0"/>
          <a:chExt cx="0" cy="0"/>
        </a:xfrm>
      </p:grpSpPr>
      <p:pic>
        <p:nvPicPr>
          <p:cNvPr id="1609" name="Google Shape;1609;p140"/>
          <p:cNvPicPr preferRelativeResize="0"/>
          <p:nvPr/>
        </p:nvPicPr>
        <p:blipFill rotWithShape="1">
          <a:blip r:embed="rId3">
            <a:alphaModFix/>
          </a:blip>
          <a:srcRect/>
          <a:stretch/>
        </p:blipFill>
        <p:spPr>
          <a:xfrm>
            <a:off x="948115" y="211570"/>
            <a:ext cx="10295763" cy="6434852"/>
          </a:xfrm>
          <a:prstGeom prst="rect">
            <a:avLst/>
          </a:prstGeom>
          <a:noFill/>
          <a:ln>
            <a:noFill/>
          </a:ln>
          <a:effectLst>
            <a:outerShdw blurRad="101600" dist="50800" sx="101000" sy="101000" algn="ctr" rotWithShape="0">
              <a:srgbClr val="7F7F7F">
                <a:alpha val="20000"/>
              </a:srgbClr>
            </a:outerShdw>
          </a:effectLst>
        </p:spPr>
      </p:pic>
      <p:sp>
        <p:nvSpPr>
          <p:cNvPr id="1610" name="Google Shape;1610;p140"/>
          <p:cNvSpPr/>
          <p:nvPr/>
        </p:nvSpPr>
        <p:spPr>
          <a:xfrm>
            <a:off x="5249732" y="4426857"/>
            <a:ext cx="6538435" cy="2103931"/>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Ahora vemos la imagen completa y no “cortada” o “sobresalida” de la pantalla. Esto es porque se ajustó al 100% del &lt;</a:t>
            </a:r>
            <a:r>
              <a:rPr lang="es-ES" sz="1800" b="0" i="0" u="none" strike="noStrike" cap="none" dirty="0" err="1">
                <a:solidFill>
                  <a:schemeClr val="lt1"/>
                </a:solidFill>
                <a:latin typeface="Gotham Rounded" pitchFamily="50" charset="0"/>
                <a:ea typeface="Tahoma"/>
                <a:cs typeface="Tahoma"/>
                <a:sym typeface="Tahoma"/>
              </a:rPr>
              <a:t>body</a:t>
            </a:r>
            <a:r>
              <a:rPr lang="es-ES" sz="1800" b="0" i="0" u="none" strike="noStrike" cap="none" dirty="0">
                <a:solidFill>
                  <a:schemeClr val="lt1"/>
                </a:solidFill>
                <a:latin typeface="Gotham Rounded" pitchFamily="50" charset="0"/>
                <a:ea typeface="Tahoma"/>
                <a:cs typeface="Tahoma"/>
                <a:sym typeface="Tahoma"/>
              </a:rPr>
              <a:t>&gt;.</a:t>
            </a:r>
            <a:endParaRPr sz="1800" b="0" i="1" u="none" strike="noStrike" cap="none" dirty="0">
              <a:solidFill>
                <a:schemeClr val="lt1"/>
              </a:solidFill>
              <a:latin typeface="Gotham Rounded" pitchFamily="50" charset="0"/>
              <a:ea typeface="Tahoma"/>
              <a:cs typeface="Tahoma"/>
              <a:sym typeface="Tahoma"/>
            </a:endParaRPr>
          </a:p>
        </p:txBody>
      </p:sp>
    </p:spTree>
  </p:cSld>
  <p:clrMapOvr>
    <a:masterClrMapping/>
  </p:clrMapOvr>
  <p:transition spd="slow">
    <p:push/>
  </p:transition>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1615"/>
        <p:cNvGrpSpPr/>
        <p:nvPr/>
      </p:nvGrpSpPr>
      <p:grpSpPr>
        <a:xfrm>
          <a:off x="0" y="0"/>
          <a:ext cx="0" cy="0"/>
          <a:chOff x="0" y="0"/>
          <a:chExt cx="0" cy="0"/>
        </a:xfrm>
      </p:grpSpPr>
      <p:sp>
        <p:nvSpPr>
          <p:cNvPr id="1616" name="Google Shape;1616;p141"/>
          <p:cNvSpPr/>
          <p:nvPr/>
        </p:nvSpPr>
        <p:spPr>
          <a:xfrm>
            <a:off x="639493" y="533237"/>
            <a:ext cx="5972322"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a:solidFill>
                  <a:schemeClr val="lt1"/>
                </a:solidFill>
                <a:latin typeface="Gotham Rounded" pitchFamily="50" charset="0"/>
                <a:sym typeface="Arial"/>
              </a:rPr>
              <a:t>Álbum de etiquetas desbloqueadas</a:t>
            </a:r>
            <a:endParaRPr sz="1400" b="0" i="0" u="none" strike="noStrike" cap="none" dirty="0">
              <a:solidFill>
                <a:srgbClr val="000000"/>
              </a:solidFill>
              <a:latin typeface="Gotham Rounded" pitchFamily="50" charset="0"/>
              <a:sym typeface="Arial"/>
            </a:endParaRPr>
          </a:p>
        </p:txBody>
      </p:sp>
      <p:graphicFrame>
        <p:nvGraphicFramePr>
          <p:cNvPr id="1617" name="Google Shape;1617;p141"/>
          <p:cNvGraphicFramePr/>
          <p:nvPr>
            <p:extLst>
              <p:ext uri="{D42A27DB-BD31-4B8C-83A1-F6EECF244321}">
                <p14:modId xmlns:p14="http://schemas.microsoft.com/office/powerpoint/2010/main" val="3257019449"/>
              </p:ext>
            </p:extLst>
          </p:nvPr>
        </p:nvGraphicFramePr>
        <p:xfrm>
          <a:off x="780144" y="1491345"/>
          <a:ext cx="1964400" cy="1065050"/>
        </p:xfrm>
        <a:graphic>
          <a:graphicData uri="http://schemas.openxmlformats.org/drawingml/2006/table">
            <a:tbl>
              <a:tblPr firstRow="1" bandRow="1">
                <a:noFill/>
                <a:tableStyleId>{41272BF2-6FC2-4F72-8B00-76E79A4D9CF1}</a:tableStyleId>
              </a:tblPr>
              <a:tblGrid>
                <a:gridCol w="1964400">
                  <a:extLst>
                    <a:ext uri="{9D8B030D-6E8A-4147-A177-3AD203B41FA5}">
                      <a16:colId xmlns:a16="http://schemas.microsoft.com/office/drawing/2014/main" val="20000"/>
                    </a:ext>
                  </a:extLst>
                </a:gridCol>
              </a:tblGrid>
              <a:tr h="608600">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err="1">
                          <a:solidFill>
                            <a:schemeClr val="lt1"/>
                          </a:solidFill>
                          <a:latin typeface="Gotham Rounded" pitchFamily="50" charset="0"/>
                          <a:ea typeface="Arial"/>
                          <a:cs typeface="Arial"/>
                          <a:sym typeface="Arial"/>
                        </a:rPr>
                        <a:t>Raiz</a:t>
                      </a:r>
                      <a:endParaRPr sz="1800" b="1" u="none" strike="noStrike" cap="none" dirty="0">
                        <a:solidFill>
                          <a:schemeClr val="lt1"/>
                        </a:solidFill>
                        <a:latin typeface="Gotham Rounded"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html</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1618" name="Google Shape;1618;p141"/>
          <p:cNvGraphicFramePr/>
          <p:nvPr>
            <p:extLst>
              <p:ext uri="{D42A27DB-BD31-4B8C-83A1-F6EECF244321}">
                <p14:modId xmlns:p14="http://schemas.microsoft.com/office/powerpoint/2010/main" val="776856345"/>
              </p:ext>
            </p:extLst>
          </p:nvPr>
        </p:nvGraphicFramePr>
        <p:xfrm>
          <a:off x="2993612" y="1491345"/>
          <a:ext cx="2561775" cy="2881025"/>
        </p:xfrm>
        <a:graphic>
          <a:graphicData uri="http://schemas.openxmlformats.org/drawingml/2006/table">
            <a:tbl>
              <a:tblPr firstRow="1" bandRow="1">
                <a:noFill/>
                <a:tableStyleId>{41272BF2-6FC2-4F72-8B00-76E79A4D9CF1}</a:tableStyleId>
              </a:tblPr>
              <a:tblGrid>
                <a:gridCol w="2561775">
                  <a:extLst>
                    <a:ext uri="{9D8B030D-6E8A-4147-A177-3AD203B41FA5}">
                      <a16:colId xmlns:a16="http://schemas.microsoft.com/office/drawing/2014/main" val="20000"/>
                    </a:ext>
                  </a:extLst>
                </a:gridCol>
              </a:tblGrid>
              <a:tr h="606525">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pitchFamily="50" charset="0"/>
                          <a:ea typeface="Arial"/>
                          <a:cs typeface="Arial"/>
                          <a:sym typeface="Arial"/>
                        </a:rPr>
                        <a:t>Texto</a:t>
                      </a:r>
                      <a:endParaRPr sz="1800" b="1" u="none" strike="noStrike" cap="none" dirty="0">
                        <a:solidFill>
                          <a:schemeClr val="lt1"/>
                        </a:solidFill>
                        <a:latin typeface="Gotham Rounded"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&lt;h1&gt;, &lt;h2&gt;,...&lt;h6&gt;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hr</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&lt;p&gt;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br</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1619" name="Google Shape;1619;p141"/>
          <p:cNvGraphicFramePr/>
          <p:nvPr>
            <p:extLst>
              <p:ext uri="{D42A27DB-BD31-4B8C-83A1-F6EECF244321}">
                <p14:modId xmlns:p14="http://schemas.microsoft.com/office/powerpoint/2010/main" val="4103807802"/>
              </p:ext>
            </p:extLst>
          </p:nvPr>
        </p:nvGraphicFramePr>
        <p:xfrm>
          <a:off x="5804440" y="1491345"/>
          <a:ext cx="2561775" cy="4700625"/>
        </p:xfrm>
        <a:graphic>
          <a:graphicData uri="http://schemas.openxmlformats.org/drawingml/2006/table">
            <a:tbl>
              <a:tblPr firstRow="1" bandRow="1">
                <a:noFill/>
                <a:tableStyleId>{41272BF2-6FC2-4F72-8B00-76E79A4D9CF1}</a:tableStyleId>
              </a:tblPr>
              <a:tblGrid>
                <a:gridCol w="2561775">
                  <a:extLst>
                    <a:ext uri="{9D8B030D-6E8A-4147-A177-3AD203B41FA5}">
                      <a16:colId xmlns:a16="http://schemas.microsoft.com/office/drawing/2014/main" val="20000"/>
                    </a:ext>
                  </a:extLst>
                </a:gridCol>
              </a:tblGrid>
              <a:tr h="606525">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pitchFamily="50" charset="0"/>
                          <a:ea typeface="Arial"/>
                          <a:cs typeface="Arial"/>
                          <a:sym typeface="Arial"/>
                        </a:rPr>
                        <a:t>Secciones</a:t>
                      </a:r>
                      <a:endParaRPr sz="1800" b="1" u="none" strike="noStrike" cap="none" dirty="0">
                        <a:solidFill>
                          <a:schemeClr val="lt1"/>
                        </a:solidFill>
                        <a:latin typeface="Gotham Rounded"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body</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a typeface="Tahoma"/>
                        <a:cs typeface="Tahoma"/>
                        <a:sym typeface="Tahom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header</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nav</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aside</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main</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section</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article</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footer</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8"/>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&lt;div&gt;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graphicFrame>
        <p:nvGraphicFramePr>
          <p:cNvPr id="1620" name="Google Shape;1620;p141"/>
          <p:cNvGraphicFramePr/>
          <p:nvPr>
            <p:extLst>
              <p:ext uri="{D42A27DB-BD31-4B8C-83A1-F6EECF244321}">
                <p14:modId xmlns:p14="http://schemas.microsoft.com/office/powerpoint/2010/main" val="597683967"/>
              </p:ext>
            </p:extLst>
          </p:nvPr>
        </p:nvGraphicFramePr>
        <p:xfrm>
          <a:off x="8615268" y="1491345"/>
          <a:ext cx="2561775" cy="1516325"/>
        </p:xfrm>
        <a:graphic>
          <a:graphicData uri="http://schemas.openxmlformats.org/drawingml/2006/table">
            <a:tbl>
              <a:tblPr firstRow="1" bandRow="1">
                <a:noFill/>
                <a:tableStyleId>{41272BF2-6FC2-4F72-8B00-76E79A4D9CF1}</a:tableStyleId>
              </a:tblPr>
              <a:tblGrid>
                <a:gridCol w="2561775">
                  <a:extLst>
                    <a:ext uri="{9D8B030D-6E8A-4147-A177-3AD203B41FA5}">
                      <a16:colId xmlns:a16="http://schemas.microsoft.com/office/drawing/2014/main" val="20000"/>
                    </a:ext>
                  </a:extLst>
                </a:gridCol>
              </a:tblGrid>
              <a:tr h="606525">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pitchFamily="50" charset="0"/>
                          <a:ea typeface="Arial"/>
                          <a:cs typeface="Arial"/>
                          <a:sym typeface="Arial"/>
                        </a:rPr>
                        <a:t>Extras</a:t>
                      </a:r>
                      <a:endParaRPr sz="1400" u="none" strike="noStrike" cap="none" dirty="0">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&lt;!DOCTYPE </a:t>
                      </a:r>
                      <a:r>
                        <a:rPr lang="es-ES" sz="1400" u="none" strike="noStrike" cap="none" dirty="0" err="1">
                          <a:solidFill>
                            <a:schemeClr val="tx1"/>
                          </a:solidFill>
                          <a:latin typeface="Gotham Rounded" pitchFamily="50" charset="0"/>
                          <a:ea typeface="Tahoma"/>
                          <a:cs typeface="Tahoma"/>
                          <a:sym typeface="Tahoma"/>
                        </a:rPr>
                        <a:t>html</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a typeface="Tahoma"/>
                        <a:cs typeface="Tahoma"/>
                        <a:sym typeface="Tahom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&lt;!--Comentario--&gt;</a:t>
                      </a:r>
                      <a:endParaRPr sz="1400" u="none" strike="noStrike" cap="none" dirty="0">
                        <a:solidFill>
                          <a:schemeClr val="tx1"/>
                        </a:solidFill>
                        <a:latin typeface="Gotham Rounded" pitchFamily="50" charset="0"/>
                        <a:ea typeface="Tahoma"/>
                        <a:cs typeface="Tahoma"/>
                        <a:sym typeface="Tahom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1621" name="Google Shape;1621;p141"/>
          <p:cNvPicPr preferRelativeResize="0"/>
          <p:nvPr/>
        </p:nvPicPr>
        <p:blipFill rotWithShape="1">
          <a:blip r:embed="rId3">
            <a:alphaModFix/>
          </a:blip>
          <a:srcRect/>
          <a:stretch/>
        </p:blipFill>
        <p:spPr>
          <a:xfrm>
            <a:off x="6823913" y="2640686"/>
            <a:ext cx="531524" cy="279050"/>
          </a:xfrm>
          <a:prstGeom prst="rect">
            <a:avLst/>
          </a:prstGeom>
          <a:noFill/>
          <a:ln>
            <a:noFill/>
          </a:ln>
        </p:spPr>
      </p:pic>
      <p:pic>
        <p:nvPicPr>
          <p:cNvPr id="1622" name="Google Shape;1622;p141"/>
          <p:cNvPicPr preferRelativeResize="0"/>
          <p:nvPr/>
        </p:nvPicPr>
        <p:blipFill rotWithShape="1">
          <a:blip r:embed="rId3">
            <a:alphaModFix/>
          </a:blip>
          <a:srcRect/>
          <a:stretch/>
        </p:blipFill>
        <p:spPr>
          <a:xfrm>
            <a:off x="6823913" y="3097886"/>
            <a:ext cx="531524" cy="279050"/>
          </a:xfrm>
          <a:prstGeom prst="rect">
            <a:avLst/>
          </a:prstGeom>
          <a:noFill/>
          <a:ln>
            <a:noFill/>
          </a:ln>
        </p:spPr>
      </p:pic>
      <p:pic>
        <p:nvPicPr>
          <p:cNvPr id="1623" name="Google Shape;1623;p141"/>
          <p:cNvPicPr preferRelativeResize="0"/>
          <p:nvPr/>
        </p:nvPicPr>
        <p:blipFill rotWithShape="1">
          <a:blip r:embed="rId3">
            <a:alphaModFix/>
          </a:blip>
          <a:srcRect/>
          <a:stretch/>
        </p:blipFill>
        <p:spPr>
          <a:xfrm>
            <a:off x="6823913" y="3555086"/>
            <a:ext cx="531524" cy="279050"/>
          </a:xfrm>
          <a:prstGeom prst="rect">
            <a:avLst/>
          </a:prstGeom>
          <a:noFill/>
          <a:ln>
            <a:noFill/>
          </a:ln>
        </p:spPr>
      </p:pic>
      <p:pic>
        <p:nvPicPr>
          <p:cNvPr id="1624" name="Google Shape;1624;p141"/>
          <p:cNvPicPr preferRelativeResize="0"/>
          <p:nvPr/>
        </p:nvPicPr>
        <p:blipFill rotWithShape="1">
          <a:blip r:embed="rId3">
            <a:alphaModFix/>
          </a:blip>
          <a:srcRect/>
          <a:stretch/>
        </p:blipFill>
        <p:spPr>
          <a:xfrm>
            <a:off x="6823913" y="4012286"/>
            <a:ext cx="531524" cy="279050"/>
          </a:xfrm>
          <a:prstGeom prst="rect">
            <a:avLst/>
          </a:prstGeom>
          <a:noFill/>
          <a:ln>
            <a:noFill/>
          </a:ln>
        </p:spPr>
      </p:pic>
      <p:pic>
        <p:nvPicPr>
          <p:cNvPr id="1625" name="Google Shape;1625;p141"/>
          <p:cNvPicPr preferRelativeResize="0"/>
          <p:nvPr/>
        </p:nvPicPr>
        <p:blipFill rotWithShape="1">
          <a:blip r:embed="rId3">
            <a:alphaModFix/>
          </a:blip>
          <a:srcRect/>
          <a:stretch/>
        </p:blipFill>
        <p:spPr>
          <a:xfrm>
            <a:off x="6823913" y="4457763"/>
            <a:ext cx="531524" cy="279050"/>
          </a:xfrm>
          <a:prstGeom prst="rect">
            <a:avLst/>
          </a:prstGeom>
          <a:noFill/>
          <a:ln>
            <a:noFill/>
          </a:ln>
        </p:spPr>
      </p:pic>
      <p:pic>
        <p:nvPicPr>
          <p:cNvPr id="1626" name="Google Shape;1626;p141"/>
          <p:cNvPicPr preferRelativeResize="0"/>
          <p:nvPr/>
        </p:nvPicPr>
        <p:blipFill rotWithShape="1">
          <a:blip r:embed="rId3">
            <a:alphaModFix/>
          </a:blip>
          <a:srcRect/>
          <a:stretch/>
        </p:blipFill>
        <p:spPr>
          <a:xfrm>
            <a:off x="6823913" y="4914963"/>
            <a:ext cx="531524" cy="279050"/>
          </a:xfrm>
          <a:prstGeom prst="rect">
            <a:avLst/>
          </a:prstGeom>
          <a:noFill/>
          <a:ln>
            <a:noFill/>
          </a:ln>
        </p:spPr>
      </p:pic>
      <p:pic>
        <p:nvPicPr>
          <p:cNvPr id="1627" name="Google Shape;1627;p141"/>
          <p:cNvPicPr preferRelativeResize="0"/>
          <p:nvPr/>
        </p:nvPicPr>
        <p:blipFill rotWithShape="1">
          <a:blip r:embed="rId3">
            <a:alphaModFix/>
          </a:blip>
          <a:srcRect/>
          <a:stretch/>
        </p:blipFill>
        <p:spPr>
          <a:xfrm>
            <a:off x="6823913" y="5372163"/>
            <a:ext cx="531524" cy="279050"/>
          </a:xfrm>
          <a:prstGeom prst="rect">
            <a:avLst/>
          </a:prstGeom>
          <a:noFill/>
          <a:ln>
            <a:noFill/>
          </a:ln>
        </p:spPr>
      </p:pic>
      <p:pic>
        <p:nvPicPr>
          <p:cNvPr id="1628" name="Google Shape;1628;p141"/>
          <p:cNvPicPr preferRelativeResize="0"/>
          <p:nvPr/>
        </p:nvPicPr>
        <p:blipFill rotWithShape="1">
          <a:blip r:embed="rId3">
            <a:alphaModFix/>
          </a:blip>
          <a:srcRect/>
          <a:stretch/>
        </p:blipFill>
        <p:spPr>
          <a:xfrm>
            <a:off x="6823913" y="5829363"/>
            <a:ext cx="531524" cy="279050"/>
          </a:xfrm>
          <a:prstGeom prst="rect">
            <a:avLst/>
          </a:prstGeom>
          <a:noFill/>
          <a:ln>
            <a:noFill/>
          </a:ln>
        </p:spPr>
      </p:pic>
      <p:graphicFrame>
        <p:nvGraphicFramePr>
          <p:cNvPr id="1629" name="Google Shape;1629;p141"/>
          <p:cNvGraphicFramePr/>
          <p:nvPr>
            <p:extLst>
              <p:ext uri="{D42A27DB-BD31-4B8C-83A1-F6EECF244321}">
                <p14:modId xmlns:p14="http://schemas.microsoft.com/office/powerpoint/2010/main" val="2902106423"/>
              </p:ext>
            </p:extLst>
          </p:nvPr>
        </p:nvGraphicFramePr>
        <p:xfrm>
          <a:off x="796915" y="2843537"/>
          <a:ext cx="1964400" cy="2890850"/>
        </p:xfrm>
        <a:graphic>
          <a:graphicData uri="http://schemas.openxmlformats.org/drawingml/2006/table">
            <a:tbl>
              <a:tblPr firstRow="1" bandRow="1">
                <a:noFill/>
                <a:tableStyleId>{41272BF2-6FC2-4F72-8B00-76E79A4D9CF1}</a:tableStyleId>
              </a:tblPr>
              <a:tblGrid>
                <a:gridCol w="1964400">
                  <a:extLst>
                    <a:ext uri="{9D8B030D-6E8A-4147-A177-3AD203B41FA5}">
                      <a16:colId xmlns:a16="http://schemas.microsoft.com/office/drawing/2014/main" val="20000"/>
                    </a:ext>
                  </a:extLst>
                </a:gridCol>
              </a:tblGrid>
              <a:tr h="608600">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pitchFamily="50" charset="0"/>
                          <a:ea typeface="Arial"/>
                          <a:cs typeface="Arial"/>
                          <a:sym typeface="Arial"/>
                        </a:rPr>
                        <a:t>Metadatos</a:t>
                      </a:r>
                      <a:endParaRPr sz="1800" b="1" u="none" strike="noStrike" cap="none" dirty="0">
                        <a:solidFill>
                          <a:schemeClr val="lt1"/>
                        </a:solidFill>
                        <a:latin typeface="Gotham Rounded"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&lt;head&gt;</a:t>
                      </a:r>
                      <a:endParaRPr sz="1400" u="none" strike="noStrike" cap="none" dirty="0">
                        <a:solidFill>
                          <a:schemeClr val="tx1"/>
                        </a:solidFill>
                        <a:latin typeface="Gotham Rounded" pitchFamily="50" charset="0"/>
                        <a:ea typeface="Tahoma"/>
                        <a:cs typeface="Tahoma"/>
                        <a:sym typeface="Tahom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&lt;meta&gt;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title</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style</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&lt;link&gt;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1630" name="Google Shape;1630;p141"/>
          <p:cNvGraphicFramePr/>
          <p:nvPr>
            <p:extLst>
              <p:ext uri="{D42A27DB-BD31-4B8C-83A1-F6EECF244321}">
                <p14:modId xmlns:p14="http://schemas.microsoft.com/office/powerpoint/2010/main" val="113631506"/>
              </p:ext>
            </p:extLst>
          </p:nvPr>
        </p:nvGraphicFramePr>
        <p:xfrm>
          <a:off x="2993612" y="4667915"/>
          <a:ext cx="2561775" cy="1061425"/>
        </p:xfrm>
        <a:graphic>
          <a:graphicData uri="http://schemas.openxmlformats.org/drawingml/2006/table">
            <a:tbl>
              <a:tblPr firstRow="1" bandRow="1">
                <a:noFill/>
                <a:tableStyleId>{41272BF2-6FC2-4F72-8B00-76E79A4D9CF1}</a:tableStyleId>
              </a:tblPr>
              <a:tblGrid>
                <a:gridCol w="2561775">
                  <a:extLst>
                    <a:ext uri="{9D8B030D-6E8A-4147-A177-3AD203B41FA5}">
                      <a16:colId xmlns:a16="http://schemas.microsoft.com/office/drawing/2014/main" val="20000"/>
                    </a:ext>
                  </a:extLst>
                </a:gridCol>
              </a:tblGrid>
              <a:tr h="606525">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pitchFamily="50" charset="0"/>
                          <a:ea typeface="Arial"/>
                          <a:cs typeface="Arial"/>
                          <a:sym typeface="Arial"/>
                        </a:rPr>
                        <a:t>Imágenes</a:t>
                      </a:r>
                      <a:endParaRPr sz="1800" b="1" u="none" strike="noStrike" cap="none" dirty="0">
                        <a:solidFill>
                          <a:schemeClr val="lt1"/>
                        </a:solidFill>
                        <a:latin typeface="Gotham Rounded"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pitchFamily="50" charset="0"/>
                          <a:ea typeface="Tahoma"/>
                          <a:cs typeface="Tahoma"/>
                          <a:sym typeface="Tahoma"/>
                        </a:rPr>
                        <a:t>&lt;</a:t>
                      </a:r>
                      <a:r>
                        <a:rPr lang="es-ES" sz="1400" u="none" strike="noStrike" cap="none" dirty="0" err="1">
                          <a:solidFill>
                            <a:schemeClr val="tx1"/>
                          </a:solidFill>
                          <a:latin typeface="Gotham Rounded" pitchFamily="50" charset="0"/>
                          <a:ea typeface="Tahoma"/>
                          <a:cs typeface="Tahoma"/>
                          <a:sym typeface="Tahoma"/>
                        </a:rPr>
                        <a:t>img</a:t>
                      </a:r>
                      <a:r>
                        <a:rPr lang="es-ES" sz="1400" u="none" strike="noStrike" cap="none" dirty="0">
                          <a:solidFill>
                            <a:schemeClr val="tx1"/>
                          </a:solidFill>
                          <a:latin typeface="Gotham Rounded" pitchFamily="50" charset="0"/>
                          <a:ea typeface="Tahoma"/>
                          <a:cs typeface="Tahoma"/>
                          <a:sym typeface="Tahoma"/>
                        </a:rPr>
                        <a:t>&gt;</a:t>
                      </a:r>
                      <a:endParaRPr sz="1400" u="none" strike="noStrike" cap="none" dirty="0">
                        <a:solidFill>
                          <a:schemeClr val="tx1"/>
                        </a:solidFill>
                        <a:latin typeface="Gotham Rounded"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631" name="Google Shape;1631;p141"/>
          <p:cNvSpPr/>
          <p:nvPr/>
        </p:nvSpPr>
        <p:spPr>
          <a:xfrm>
            <a:off x="8796970" y="3391313"/>
            <a:ext cx="2936606" cy="3062067"/>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600"/>
              <a:buFont typeface="Arial"/>
              <a:buNone/>
            </a:pPr>
            <a:r>
              <a:rPr lang="es-ES" sz="1600" b="0" i="0" u="none" strike="noStrike" cap="none" dirty="0">
                <a:solidFill>
                  <a:schemeClr val="lt1"/>
                </a:solidFill>
                <a:latin typeface="Gotham Rounded" pitchFamily="50" charset="0"/>
                <a:ea typeface="Tahoma"/>
                <a:cs typeface="Tahoma"/>
                <a:sym typeface="Tahoma"/>
              </a:rPr>
              <a:t>Para terminar de desbloquear todas las etiquetas les proponemos que sigan investigando en los siguientes sitios </a:t>
            </a:r>
            <a:r>
              <a:rPr lang="es-ES" sz="1600" b="0" i="0" u="sng" strike="noStrike" cap="none" dirty="0">
                <a:solidFill>
                  <a:schemeClr val="lt1"/>
                </a:solidFill>
                <a:latin typeface="Gotham Rounded" pitchFamily="50" charset="0"/>
                <a:ea typeface="Tahoma"/>
                <a:cs typeface="Tahoma"/>
                <a:sym typeface="Tahoma"/>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w3school</a:t>
            </a:r>
            <a:r>
              <a:rPr lang="es-ES" sz="1600" b="0" i="0" u="none" strike="noStrike" cap="none" dirty="0">
                <a:solidFill>
                  <a:schemeClr val="lt1"/>
                </a:solidFill>
                <a:latin typeface="Gotham Rounded" pitchFamily="50" charset="0"/>
                <a:ea typeface="Tahoma"/>
                <a:cs typeface="Tahoma"/>
                <a:sym typeface="Tahoma"/>
              </a:rPr>
              <a:t> o </a:t>
            </a:r>
            <a:r>
              <a:rPr lang="es-ES" sz="1600" b="0" i="0" u="sng" strike="noStrike" cap="none" dirty="0">
                <a:solidFill>
                  <a:schemeClr val="lt1"/>
                </a:solidFill>
                <a:latin typeface="Gotham Rounded" pitchFamily="50" charset="0"/>
                <a:ea typeface="Tahoma"/>
                <a:cs typeface="Tahoma"/>
                <a:sym typeface="Tahoma"/>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Mozilla</a:t>
            </a:r>
            <a:r>
              <a:rPr lang="es-ES" sz="1600" b="0" i="0" u="none" strike="noStrike" cap="none" dirty="0">
                <a:solidFill>
                  <a:schemeClr val="lt1"/>
                </a:solidFill>
                <a:latin typeface="Gotham Rounded" pitchFamily="50" charset="0"/>
                <a:ea typeface="Tahoma"/>
                <a:cs typeface="Tahoma"/>
                <a:sym typeface="Tahoma"/>
              </a:rPr>
              <a:t>.</a:t>
            </a:r>
            <a:endParaRPr sz="1600" b="0" i="1" u="none" strike="noStrike" cap="none" dirty="0">
              <a:solidFill>
                <a:schemeClr val="lt1"/>
              </a:solidFill>
              <a:latin typeface="Gotham Rounded" pitchFamily="50" charset="0"/>
              <a:ea typeface="Tahoma"/>
              <a:cs typeface="Tahoma"/>
              <a:sym typeface="Tahoma"/>
            </a:endParaRPr>
          </a:p>
        </p:txBody>
      </p:sp>
      <p:sp>
        <p:nvSpPr>
          <p:cNvPr id="1632" name="Google Shape;1632;p141"/>
          <p:cNvSpPr/>
          <p:nvPr/>
        </p:nvSpPr>
        <p:spPr>
          <a:xfrm>
            <a:off x="3843916" y="5281570"/>
            <a:ext cx="861164" cy="474429"/>
          </a:xfrm>
          <a:prstGeom prst="rect">
            <a:avLst/>
          </a:prstGeom>
          <a:noFill/>
          <a:ln w="38100" cap="flat" cmpd="sng">
            <a:solidFill>
              <a:srgbClr val="E8A47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ransition spd="slow">
    <p:push/>
  </p:transition>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1636"/>
        <p:cNvGrpSpPr/>
        <p:nvPr/>
      </p:nvGrpSpPr>
      <p:grpSpPr>
        <a:xfrm>
          <a:off x="0" y="0"/>
          <a:ext cx="0" cy="0"/>
          <a:chOff x="0" y="0"/>
          <a:chExt cx="0" cy="0"/>
        </a:xfrm>
      </p:grpSpPr>
      <p:pic>
        <p:nvPicPr>
          <p:cNvPr id="4" name="Google Shape;214;p2"/>
          <p:cNvPicPr preferRelativeResize="0"/>
          <p:nvPr/>
        </p:nvPicPr>
        <p:blipFill rotWithShape="1">
          <a:blip r:embed="rId3">
            <a:alphaModFix/>
          </a:blip>
          <a:srcRect/>
          <a:stretch/>
        </p:blipFill>
        <p:spPr>
          <a:xfrm>
            <a:off x="0" y="1254"/>
            <a:ext cx="12192000" cy="6856745"/>
          </a:xfrm>
          <a:prstGeom prst="rect">
            <a:avLst/>
          </a:prstGeom>
          <a:noFill/>
          <a:ln>
            <a:noFill/>
          </a:ln>
        </p:spPr>
      </p:pic>
      <p:sp>
        <p:nvSpPr>
          <p:cNvPr id="1638" name="Google Shape;1638;p142"/>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Gotham Rounded" pitchFamily="50" charset="0"/>
                <a:sym typeface="Arial"/>
              </a:rPr>
              <a:t>Sopa de</a:t>
            </a:r>
            <a:endParaRPr sz="1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Gotham Rounded" pitchFamily="50" charset="0"/>
                <a:sym typeface="Arial"/>
              </a:rPr>
              <a:t>&lt;etiquetas&gt;</a:t>
            </a:r>
            <a:endParaRPr sz="1400" b="0" i="0" u="none" strike="noStrike" cap="none" dirty="0">
              <a:solidFill>
                <a:schemeClr val="tx1"/>
              </a:solidFill>
              <a:latin typeface="Gotham Rounded" pitchFamily="50" charset="0"/>
              <a:sym typeface="Arial"/>
            </a:endParaRPr>
          </a:p>
        </p:txBody>
      </p:sp>
    </p:spTree>
  </p:cSld>
  <p:clrMapOvr>
    <a:masterClrMapping/>
  </p:clrMapOvr>
  <p:transition spd="slow">
    <p:push/>
  </p:transition>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1642"/>
        <p:cNvGrpSpPr/>
        <p:nvPr/>
      </p:nvGrpSpPr>
      <p:grpSpPr>
        <a:xfrm>
          <a:off x="0" y="0"/>
          <a:ext cx="0" cy="0"/>
          <a:chOff x="0" y="0"/>
          <a:chExt cx="0" cy="0"/>
        </a:xfrm>
      </p:grpSpPr>
      <p:pic>
        <p:nvPicPr>
          <p:cNvPr id="5" name="Google Shape;214;p2"/>
          <p:cNvPicPr preferRelativeResize="0"/>
          <p:nvPr/>
        </p:nvPicPr>
        <p:blipFill rotWithShape="1">
          <a:blip r:embed="rId3">
            <a:alphaModFix/>
          </a:blip>
          <a:srcRect/>
          <a:stretch/>
        </p:blipFill>
        <p:spPr>
          <a:xfrm>
            <a:off x="0" y="1254"/>
            <a:ext cx="12192000" cy="6856745"/>
          </a:xfrm>
          <a:prstGeom prst="rect">
            <a:avLst/>
          </a:prstGeom>
          <a:noFill/>
          <a:ln>
            <a:noFill/>
          </a:ln>
        </p:spPr>
      </p:pic>
      <p:sp>
        <p:nvSpPr>
          <p:cNvPr id="1644" name="Google Shape;1644;p143"/>
          <p:cNvSpPr/>
          <p:nvPr/>
        </p:nvSpPr>
        <p:spPr>
          <a:xfrm>
            <a:off x="569154" y="295131"/>
            <a:ext cx="4508455" cy="631246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s-ES" sz="2600" b="0" i="0" u="none" strike="noStrike" cap="none" dirty="0">
                <a:solidFill>
                  <a:schemeClr val="tx1"/>
                </a:solidFill>
                <a:latin typeface="Gotham Rounded" pitchFamily="50" charset="0"/>
                <a:sym typeface="Arial"/>
              </a:rPr>
              <a:t>B _ _ _</a:t>
            </a:r>
            <a:endParaRPr sz="1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600"/>
              <a:buFont typeface="Arial"/>
              <a:buNone/>
            </a:pPr>
            <a:endParaRPr sz="26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600"/>
              <a:buFont typeface="Arial"/>
              <a:buNone/>
            </a:pPr>
            <a:r>
              <a:rPr lang="es-ES" sz="2600" b="0" i="0" u="none" strike="noStrike" cap="none" dirty="0">
                <a:solidFill>
                  <a:schemeClr val="tx1"/>
                </a:solidFill>
                <a:latin typeface="Gotham Rounded" pitchFamily="50" charset="0"/>
                <a:sym typeface="Arial"/>
              </a:rPr>
              <a:t>_ _ M _</a:t>
            </a:r>
            <a:endParaRPr sz="1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600"/>
              <a:buFont typeface="Arial"/>
              <a:buNone/>
            </a:pPr>
            <a:endParaRPr sz="26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600"/>
              <a:buFont typeface="Arial"/>
              <a:buNone/>
            </a:pPr>
            <a:r>
              <a:rPr lang="es-ES" sz="2600" b="0" i="0" u="none" strike="noStrike" cap="none" dirty="0">
                <a:solidFill>
                  <a:schemeClr val="tx1"/>
                </a:solidFill>
                <a:latin typeface="Gotham Rounded" pitchFamily="50" charset="0"/>
                <a:sym typeface="Arial"/>
              </a:rPr>
              <a:t>L I N K</a:t>
            </a:r>
            <a:endParaRPr sz="1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600"/>
              <a:buFont typeface="Arial"/>
              <a:buNone/>
            </a:pPr>
            <a:endParaRPr sz="26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600"/>
              <a:buFont typeface="Arial"/>
              <a:buNone/>
            </a:pPr>
            <a:r>
              <a:rPr lang="es-ES" sz="2600" b="0" i="0" u="none" strike="noStrike" cap="none" dirty="0">
                <a:solidFill>
                  <a:schemeClr val="tx1"/>
                </a:solidFill>
                <a:latin typeface="Gotham Rounded" pitchFamily="50" charset="0"/>
                <a:sym typeface="Arial"/>
              </a:rPr>
              <a:t>S T Y L E</a:t>
            </a:r>
            <a:endParaRPr sz="1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600"/>
              <a:buFont typeface="Arial"/>
              <a:buNone/>
            </a:pPr>
            <a:endParaRPr sz="26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600"/>
              <a:buFont typeface="Arial"/>
              <a:buNone/>
            </a:pPr>
            <a:r>
              <a:rPr lang="es-ES" sz="2600" b="0" i="0" u="none" strike="noStrike" cap="none" dirty="0">
                <a:solidFill>
                  <a:schemeClr val="tx1"/>
                </a:solidFill>
                <a:latin typeface="Gotham Rounded" pitchFamily="50" charset="0"/>
                <a:sym typeface="Arial"/>
              </a:rPr>
              <a:t>H E _ _</a:t>
            </a:r>
            <a:endParaRPr sz="1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600"/>
              <a:buFont typeface="Arial"/>
              <a:buNone/>
            </a:pPr>
            <a:endParaRPr sz="26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600"/>
              <a:buFont typeface="Arial"/>
              <a:buNone/>
            </a:pPr>
            <a:r>
              <a:rPr lang="es-ES" sz="2600" b="0" i="0" u="none" strike="noStrike" cap="none" dirty="0">
                <a:solidFill>
                  <a:schemeClr val="tx1"/>
                </a:solidFill>
                <a:latin typeface="Gotham Rounded" pitchFamily="50" charset="0"/>
                <a:sym typeface="Arial"/>
              </a:rPr>
              <a:t>_ _ G</a:t>
            </a:r>
            <a:endParaRPr sz="1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600"/>
              <a:buFont typeface="Arial"/>
              <a:buNone/>
            </a:pPr>
            <a:endParaRPr sz="26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600"/>
              <a:buFont typeface="Arial"/>
              <a:buNone/>
            </a:pPr>
            <a:r>
              <a:rPr lang="es-ES" sz="2600" b="0" i="0" u="none" strike="noStrike" cap="none" dirty="0">
                <a:solidFill>
                  <a:schemeClr val="tx1"/>
                </a:solidFill>
                <a:latin typeface="Gotham Rounded" pitchFamily="50" charset="0"/>
                <a:sym typeface="Arial"/>
              </a:rPr>
              <a:t>M E T A</a:t>
            </a:r>
            <a:endParaRPr sz="1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600"/>
              <a:buFont typeface="Arial"/>
              <a:buNone/>
            </a:pPr>
            <a:endParaRPr sz="26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600"/>
              <a:buFont typeface="Arial"/>
              <a:buNone/>
            </a:pPr>
            <a:r>
              <a:rPr lang="es-ES" sz="2600" b="0" i="0" u="none" strike="noStrike" cap="none" dirty="0">
                <a:solidFill>
                  <a:schemeClr val="tx1"/>
                </a:solidFill>
                <a:latin typeface="Gotham Rounded" pitchFamily="50" charset="0"/>
                <a:sym typeface="Arial"/>
              </a:rPr>
              <a:t>_ I T _ E</a:t>
            </a:r>
            <a:endParaRPr sz="1400" b="0" i="0" u="none" strike="noStrike" cap="none" dirty="0">
              <a:solidFill>
                <a:schemeClr val="tx1"/>
              </a:solidFill>
              <a:latin typeface="Gotham Rounded" pitchFamily="50" charset="0"/>
              <a:sym typeface="Arial"/>
            </a:endParaRPr>
          </a:p>
        </p:txBody>
      </p:sp>
      <p:pic>
        <p:nvPicPr>
          <p:cNvPr id="1645" name="Google Shape;1645;p143"/>
          <p:cNvPicPr preferRelativeResize="0"/>
          <p:nvPr/>
        </p:nvPicPr>
        <p:blipFill rotWithShape="1">
          <a:blip r:embed="rId4">
            <a:alphaModFix/>
          </a:blip>
          <a:srcRect l="15481" t="11387" r="15534" b="23043"/>
          <a:stretch/>
        </p:blipFill>
        <p:spPr>
          <a:xfrm>
            <a:off x="5550946" y="295131"/>
            <a:ext cx="6357769" cy="6312466"/>
          </a:xfrm>
          <a:prstGeom prst="rect">
            <a:avLst/>
          </a:prstGeom>
          <a:noFill/>
          <a:ln>
            <a:noFill/>
          </a:ln>
        </p:spPr>
      </p:pic>
    </p:spTree>
  </p:cSld>
  <p:clrMapOvr>
    <a:masterClrMapping/>
  </p:clrMapOvr>
  <p:transition spd="slow">
    <p:push/>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1649"/>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a:off x="-529" y="-297"/>
            <a:ext cx="12193057" cy="6858594"/>
          </a:xfrm>
          <a:prstGeom prst="rect">
            <a:avLst/>
          </a:prstGeom>
        </p:spPr>
      </p:pic>
      <p:sp>
        <p:nvSpPr>
          <p:cNvPr id="1651" name="Google Shape;1651;p144"/>
          <p:cNvSpPr/>
          <p:nvPr/>
        </p:nvSpPr>
        <p:spPr>
          <a:xfrm>
            <a:off x="569154" y="295131"/>
            <a:ext cx="4508455" cy="631246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600"/>
              <a:buFont typeface="Arial"/>
              <a:buNone/>
            </a:pPr>
            <a:r>
              <a:rPr lang="es-ES" sz="2600" b="0" i="0" u="none" strike="noStrike" cap="none" dirty="0">
                <a:solidFill>
                  <a:schemeClr val="tx1"/>
                </a:solidFill>
                <a:latin typeface="Gotham Rounded" pitchFamily="50" charset="0"/>
                <a:sym typeface="Arial"/>
              </a:rPr>
              <a:t>B O D Y</a:t>
            </a:r>
            <a:endParaRPr sz="1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600"/>
              <a:buFont typeface="Arial"/>
              <a:buNone/>
            </a:pPr>
            <a:endParaRPr sz="26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600"/>
              <a:buFont typeface="Arial"/>
              <a:buNone/>
            </a:pPr>
            <a:r>
              <a:rPr lang="es-ES" sz="2600" b="0" i="0" u="none" strike="noStrike" cap="none" dirty="0">
                <a:solidFill>
                  <a:schemeClr val="tx1"/>
                </a:solidFill>
                <a:latin typeface="Gotham Rounded" pitchFamily="50" charset="0"/>
                <a:sym typeface="Arial"/>
              </a:rPr>
              <a:t>H T M L</a:t>
            </a:r>
            <a:endParaRPr sz="1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600"/>
              <a:buFont typeface="Arial"/>
              <a:buNone/>
            </a:pPr>
            <a:endParaRPr sz="26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600"/>
              <a:buFont typeface="Arial"/>
              <a:buNone/>
            </a:pPr>
            <a:r>
              <a:rPr lang="es-ES" sz="2600" b="0" i="0" u="none" strike="noStrike" cap="none" dirty="0">
                <a:solidFill>
                  <a:schemeClr val="tx1"/>
                </a:solidFill>
                <a:latin typeface="Gotham Rounded" pitchFamily="50" charset="0"/>
                <a:sym typeface="Arial"/>
              </a:rPr>
              <a:t>L I N K</a:t>
            </a:r>
            <a:endParaRPr sz="1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600"/>
              <a:buFont typeface="Arial"/>
              <a:buNone/>
            </a:pPr>
            <a:endParaRPr sz="26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600"/>
              <a:buFont typeface="Arial"/>
              <a:buNone/>
            </a:pPr>
            <a:r>
              <a:rPr lang="es-ES" sz="2600" b="0" i="0" u="none" strike="noStrike" cap="none" dirty="0">
                <a:solidFill>
                  <a:schemeClr val="tx1"/>
                </a:solidFill>
                <a:latin typeface="Gotham Rounded" pitchFamily="50" charset="0"/>
                <a:sym typeface="Arial"/>
              </a:rPr>
              <a:t>S T Y L E</a:t>
            </a:r>
            <a:endParaRPr sz="1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600"/>
              <a:buFont typeface="Arial"/>
              <a:buNone/>
            </a:pPr>
            <a:endParaRPr sz="26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600"/>
              <a:buFont typeface="Arial"/>
              <a:buNone/>
            </a:pPr>
            <a:r>
              <a:rPr lang="es-ES" sz="2600" b="0" i="0" u="none" strike="noStrike" cap="none" dirty="0">
                <a:solidFill>
                  <a:schemeClr val="tx1"/>
                </a:solidFill>
                <a:latin typeface="Gotham Rounded" pitchFamily="50" charset="0"/>
                <a:sym typeface="Arial"/>
              </a:rPr>
              <a:t>H E A D</a:t>
            </a:r>
            <a:endParaRPr sz="1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600"/>
              <a:buFont typeface="Arial"/>
              <a:buNone/>
            </a:pPr>
            <a:endParaRPr sz="26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600"/>
              <a:buFont typeface="Arial"/>
              <a:buNone/>
            </a:pPr>
            <a:r>
              <a:rPr lang="es-ES" sz="2600" b="0" i="0" u="none" strike="noStrike" cap="none" dirty="0">
                <a:solidFill>
                  <a:schemeClr val="tx1"/>
                </a:solidFill>
                <a:latin typeface="Gotham Rounded" pitchFamily="50" charset="0"/>
                <a:sym typeface="Arial"/>
              </a:rPr>
              <a:t>I M G</a:t>
            </a:r>
            <a:endParaRPr sz="1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600"/>
              <a:buFont typeface="Arial"/>
              <a:buNone/>
            </a:pPr>
            <a:endParaRPr sz="26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600"/>
              <a:buFont typeface="Arial"/>
              <a:buNone/>
            </a:pPr>
            <a:r>
              <a:rPr lang="es-ES" sz="2600" b="0" i="0" u="none" strike="noStrike" cap="none" dirty="0">
                <a:solidFill>
                  <a:schemeClr val="tx1"/>
                </a:solidFill>
                <a:latin typeface="Gotham Rounded" pitchFamily="50" charset="0"/>
                <a:sym typeface="Arial"/>
              </a:rPr>
              <a:t>M E T A</a:t>
            </a:r>
            <a:endParaRPr sz="1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600"/>
              <a:buFont typeface="Arial"/>
              <a:buNone/>
            </a:pPr>
            <a:endParaRPr sz="26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600"/>
              <a:buFont typeface="Arial"/>
              <a:buNone/>
            </a:pPr>
            <a:r>
              <a:rPr lang="es-ES" sz="2600" b="0" i="0" u="none" strike="noStrike" cap="none" dirty="0">
                <a:solidFill>
                  <a:schemeClr val="tx1"/>
                </a:solidFill>
                <a:latin typeface="Gotham Rounded" pitchFamily="50" charset="0"/>
                <a:sym typeface="Arial"/>
              </a:rPr>
              <a:t>T I T L E</a:t>
            </a:r>
            <a:endParaRPr sz="1400" b="0" i="0" u="none" strike="noStrike" cap="none" dirty="0">
              <a:solidFill>
                <a:schemeClr val="tx1"/>
              </a:solidFill>
              <a:latin typeface="Gotham Rounded" pitchFamily="50" charset="0"/>
              <a:sym typeface="Arial"/>
            </a:endParaRPr>
          </a:p>
        </p:txBody>
      </p:sp>
      <p:pic>
        <p:nvPicPr>
          <p:cNvPr id="1652" name="Google Shape;1652;p144"/>
          <p:cNvPicPr preferRelativeResize="0"/>
          <p:nvPr/>
        </p:nvPicPr>
        <p:blipFill rotWithShape="1">
          <a:blip r:embed="rId4">
            <a:alphaModFix/>
          </a:blip>
          <a:srcRect l="15481" t="11387" r="15534" b="23043"/>
          <a:stretch/>
        </p:blipFill>
        <p:spPr>
          <a:xfrm>
            <a:off x="5550946" y="295131"/>
            <a:ext cx="6357769" cy="6312466"/>
          </a:xfrm>
          <a:prstGeom prst="rect">
            <a:avLst/>
          </a:prstGeom>
          <a:noFill/>
          <a:ln>
            <a:noFill/>
          </a:ln>
        </p:spPr>
      </p:pic>
      <p:sp>
        <p:nvSpPr>
          <p:cNvPr id="1653" name="Google Shape;1653;p144"/>
          <p:cNvSpPr/>
          <p:nvPr/>
        </p:nvSpPr>
        <p:spPr>
          <a:xfrm>
            <a:off x="6486863" y="3162749"/>
            <a:ext cx="528477" cy="2054710"/>
          </a:xfrm>
          <a:prstGeom prst="roundRect">
            <a:avLst>
              <a:gd name="adj" fmla="val 50000"/>
            </a:avLst>
          </a:prstGeom>
          <a:solidFill>
            <a:srgbClr val="FFFF00">
              <a:alpha val="35294"/>
            </a:srgbClr>
          </a:solidFill>
          <a:ln w="19050" cap="flat" cmpd="sng">
            <a:solidFill>
              <a:schemeClr val="dk1"/>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54" name="Google Shape;1654;p144"/>
          <p:cNvSpPr/>
          <p:nvPr/>
        </p:nvSpPr>
        <p:spPr>
          <a:xfrm rot="-5400000">
            <a:off x="9709894" y="1927412"/>
            <a:ext cx="528477" cy="2054710"/>
          </a:xfrm>
          <a:prstGeom prst="roundRect">
            <a:avLst>
              <a:gd name="adj" fmla="val 50000"/>
            </a:avLst>
          </a:prstGeom>
          <a:solidFill>
            <a:srgbClr val="FFFF00">
              <a:alpha val="35294"/>
            </a:srgbClr>
          </a:solidFill>
          <a:ln w="19050" cap="flat" cmpd="sng">
            <a:solidFill>
              <a:schemeClr val="dk1"/>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55" name="Google Shape;1655;p144"/>
          <p:cNvSpPr/>
          <p:nvPr/>
        </p:nvSpPr>
        <p:spPr>
          <a:xfrm>
            <a:off x="8465591" y="4158947"/>
            <a:ext cx="528477" cy="2054710"/>
          </a:xfrm>
          <a:prstGeom prst="roundRect">
            <a:avLst>
              <a:gd name="adj" fmla="val 50000"/>
            </a:avLst>
          </a:prstGeom>
          <a:solidFill>
            <a:srgbClr val="FFFF00">
              <a:alpha val="35294"/>
            </a:srgbClr>
          </a:solidFill>
          <a:ln w="19050" cap="flat" cmpd="sng">
            <a:solidFill>
              <a:schemeClr val="dk1"/>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56" name="Google Shape;1656;p144"/>
          <p:cNvSpPr/>
          <p:nvPr/>
        </p:nvSpPr>
        <p:spPr>
          <a:xfrm rot="-5400000">
            <a:off x="9469302" y="207641"/>
            <a:ext cx="528477" cy="2535898"/>
          </a:xfrm>
          <a:prstGeom prst="roundRect">
            <a:avLst>
              <a:gd name="adj" fmla="val 50000"/>
            </a:avLst>
          </a:prstGeom>
          <a:solidFill>
            <a:srgbClr val="FFFF00">
              <a:alpha val="35294"/>
            </a:srgbClr>
          </a:solidFill>
          <a:ln w="19050" cap="flat" cmpd="sng">
            <a:solidFill>
              <a:schemeClr val="dk1"/>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57" name="Google Shape;1657;p144"/>
          <p:cNvSpPr/>
          <p:nvPr/>
        </p:nvSpPr>
        <p:spPr>
          <a:xfrm>
            <a:off x="6981715" y="1204858"/>
            <a:ext cx="528477" cy="2054710"/>
          </a:xfrm>
          <a:prstGeom prst="roundRect">
            <a:avLst>
              <a:gd name="adj" fmla="val 50000"/>
            </a:avLst>
          </a:prstGeom>
          <a:solidFill>
            <a:srgbClr val="FFFF00">
              <a:alpha val="35294"/>
            </a:srgbClr>
          </a:solidFill>
          <a:ln w="19050" cap="flat" cmpd="sng">
            <a:solidFill>
              <a:schemeClr val="dk1"/>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58" name="Google Shape;1658;p144"/>
          <p:cNvSpPr/>
          <p:nvPr/>
        </p:nvSpPr>
        <p:spPr>
          <a:xfrm rot="-5400000">
            <a:off x="7470848" y="3162746"/>
            <a:ext cx="528477" cy="1584963"/>
          </a:xfrm>
          <a:prstGeom prst="roundRect">
            <a:avLst>
              <a:gd name="adj" fmla="val 50000"/>
            </a:avLst>
          </a:prstGeom>
          <a:solidFill>
            <a:srgbClr val="FFFF00">
              <a:alpha val="35294"/>
            </a:srgbClr>
          </a:solidFill>
          <a:ln w="19050" cap="flat" cmpd="sng">
            <a:solidFill>
              <a:schemeClr val="dk1"/>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59" name="Google Shape;1659;p144"/>
          <p:cNvSpPr/>
          <p:nvPr/>
        </p:nvSpPr>
        <p:spPr>
          <a:xfrm>
            <a:off x="5981254" y="2205318"/>
            <a:ext cx="528477" cy="2054710"/>
          </a:xfrm>
          <a:prstGeom prst="roundRect">
            <a:avLst>
              <a:gd name="adj" fmla="val 50000"/>
            </a:avLst>
          </a:prstGeom>
          <a:solidFill>
            <a:srgbClr val="FFFF00">
              <a:alpha val="35294"/>
            </a:srgbClr>
          </a:solidFill>
          <a:ln w="19050" cap="flat" cmpd="sng">
            <a:solidFill>
              <a:schemeClr val="dk1"/>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60" name="Google Shape;1660;p144"/>
          <p:cNvSpPr/>
          <p:nvPr/>
        </p:nvSpPr>
        <p:spPr>
          <a:xfrm rot="-5400000">
            <a:off x="6919738" y="4672064"/>
            <a:ext cx="528477" cy="2535898"/>
          </a:xfrm>
          <a:prstGeom prst="roundRect">
            <a:avLst>
              <a:gd name="adj" fmla="val 50000"/>
            </a:avLst>
          </a:prstGeom>
          <a:solidFill>
            <a:srgbClr val="FFFF00">
              <a:alpha val="35294"/>
            </a:srgbClr>
          </a:solidFill>
          <a:ln w="19050" cap="flat" cmpd="sng">
            <a:solidFill>
              <a:schemeClr val="dk1"/>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9" name="Google Shape;949;p67"/>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600"/>
              <a:buFont typeface="Arial"/>
              <a:buNone/>
            </a:pPr>
            <a:r>
              <a:rPr lang="es-ES" sz="8000" b="1" i="0" u="none" strike="noStrike" cap="none" dirty="0" smtClean="0">
                <a:solidFill>
                  <a:srgbClr val="872789"/>
                </a:solidFill>
                <a:latin typeface="Gotham Rounded Medium" panose="02000000000000000000" pitchFamily="50" charset="0"/>
                <a:sym typeface="Arial"/>
              </a:rPr>
              <a:t>6to </a:t>
            </a:r>
            <a:r>
              <a:rPr lang="es-ES" sz="8000" b="1" i="0" u="none" strike="noStrike" cap="none" dirty="0">
                <a:solidFill>
                  <a:srgbClr val="872789"/>
                </a:solidFill>
                <a:latin typeface="Gotham Rounded Medium" panose="02000000000000000000" pitchFamily="50" charset="0"/>
                <a:sym typeface="Arial"/>
              </a:rPr>
              <a:t>paso</a:t>
            </a:r>
            <a:endParaRPr sz="1100" b="0" i="0" u="none" strike="noStrike" cap="none" dirty="0">
              <a:solidFill>
                <a:srgbClr val="872789"/>
              </a:solidFill>
              <a:latin typeface="Gotham Rounded Medium" panose="02000000000000000000" pitchFamily="50" charset="0"/>
              <a:sym typeface="Arial"/>
            </a:endParaRPr>
          </a:p>
        </p:txBody>
      </p:sp>
      <p:pic>
        <p:nvPicPr>
          <p:cNvPr id="4" name="Google Shape;718;p2"/>
          <p:cNvPicPr preferRelativeResize="0"/>
          <p:nvPr/>
        </p:nvPicPr>
        <p:blipFill rotWithShape="1">
          <a:blip r:embed="rId3">
            <a:alphaModFix/>
          </a:blip>
          <a:srcRect b="73701"/>
          <a:stretch/>
        </p:blipFill>
        <p:spPr>
          <a:xfrm>
            <a:off x="0" y="0"/>
            <a:ext cx="12084148" cy="1955409"/>
          </a:xfrm>
          <a:prstGeom prst="rect">
            <a:avLst/>
          </a:prstGeom>
          <a:noFill/>
          <a:ln>
            <a:noFill/>
          </a:ln>
        </p:spPr>
      </p:pic>
      <p:pic>
        <p:nvPicPr>
          <p:cNvPr id="5" name="Google Shape;718;p2"/>
          <p:cNvPicPr preferRelativeResize="0"/>
          <p:nvPr/>
        </p:nvPicPr>
        <p:blipFill rotWithShape="1">
          <a:blip r:embed="rId3">
            <a:alphaModFix/>
          </a:blip>
          <a:srcRect l="4015" t="81134" r="1303" b="3519"/>
          <a:stretch/>
        </p:blipFill>
        <p:spPr>
          <a:xfrm>
            <a:off x="211015" y="5613009"/>
            <a:ext cx="11957540" cy="1252025"/>
          </a:xfrm>
          <a:prstGeom prst="rect">
            <a:avLst/>
          </a:prstGeom>
          <a:noFill/>
          <a:ln>
            <a:noFill/>
          </a:ln>
        </p:spPr>
      </p:pic>
    </p:spTree>
    <p:extLst>
      <p:ext uri="{BB962C8B-B14F-4D97-AF65-F5344CB8AC3E}">
        <p14:creationId xmlns:p14="http://schemas.microsoft.com/office/powerpoint/2010/main" val="2828006631"/>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pic>
        <p:nvPicPr>
          <p:cNvPr id="5" name="Google Shape;718;p2"/>
          <p:cNvPicPr preferRelativeResize="0"/>
          <p:nvPr/>
        </p:nvPicPr>
        <p:blipFill rotWithShape="1">
          <a:blip r:embed="rId3">
            <a:alphaModFix/>
          </a:blip>
          <a:srcRect l="4015" t="81134" r="1303" b="3519"/>
          <a:stretch/>
        </p:blipFill>
        <p:spPr>
          <a:xfrm>
            <a:off x="175777" y="5788534"/>
            <a:ext cx="11957540" cy="998806"/>
          </a:xfrm>
          <a:prstGeom prst="rect">
            <a:avLst/>
          </a:prstGeom>
          <a:noFill/>
          <a:ln>
            <a:noFill/>
          </a:ln>
        </p:spPr>
      </p:pic>
      <p:pic>
        <p:nvPicPr>
          <p:cNvPr id="4" name="Google Shape;718;p2"/>
          <p:cNvPicPr preferRelativeResize="0"/>
          <p:nvPr/>
        </p:nvPicPr>
        <p:blipFill rotWithShape="1">
          <a:blip r:embed="rId3">
            <a:alphaModFix/>
          </a:blip>
          <a:srcRect l="34925" r="35855" b="73701"/>
          <a:stretch/>
        </p:blipFill>
        <p:spPr>
          <a:xfrm>
            <a:off x="5402445" y="5942260"/>
            <a:ext cx="2180492" cy="922774"/>
          </a:xfrm>
          <a:prstGeom prst="rect">
            <a:avLst/>
          </a:prstGeom>
          <a:noFill/>
          <a:ln>
            <a:noFill/>
          </a:ln>
        </p:spPr>
      </p:pic>
      <p:sp>
        <p:nvSpPr>
          <p:cNvPr id="6" name="Google Shape;956;p68"/>
          <p:cNvSpPr/>
          <p:nvPr/>
        </p:nvSpPr>
        <p:spPr>
          <a:xfrm>
            <a:off x="604391" y="626347"/>
            <a:ext cx="11170787" cy="5008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smtClean="0">
                <a:solidFill>
                  <a:schemeClr val="lt1"/>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p:txBody>
      </p:sp>
      <p:sp>
        <p:nvSpPr>
          <p:cNvPr id="2" name="Rectángulo 1"/>
          <p:cNvSpPr/>
          <p:nvPr/>
        </p:nvSpPr>
        <p:spPr>
          <a:xfrm>
            <a:off x="942535" y="1313340"/>
            <a:ext cx="10564837" cy="3877985"/>
          </a:xfrm>
          <a:prstGeom prst="rect">
            <a:avLst/>
          </a:prstGeom>
        </p:spPr>
        <p:txBody>
          <a:bodyPr wrap="square">
            <a:spAutoFit/>
          </a:bodyPr>
          <a:lstStyle/>
          <a:p>
            <a:pPr lvl="0" algn="ctr">
              <a:buSzPts val="2400"/>
            </a:pPr>
            <a:r>
              <a:rPr lang="es-MX" sz="1800" dirty="0">
                <a:solidFill>
                  <a:schemeClr val="tx1"/>
                </a:solidFill>
                <a:latin typeface="Gotham Rounded" pitchFamily="50" charset="0"/>
              </a:rPr>
              <a:t>6to paso</a:t>
            </a:r>
            <a:endParaRPr lang="es-MX" sz="1100" dirty="0">
              <a:solidFill>
                <a:schemeClr val="tx1"/>
              </a:solidFill>
              <a:latin typeface="Gotham Rounded" pitchFamily="50" charset="0"/>
            </a:endParaRPr>
          </a:p>
          <a:p>
            <a:pPr lvl="0" algn="ctr">
              <a:buSzPts val="2400"/>
            </a:pPr>
            <a:endParaRPr lang="es-MX" sz="1800" dirty="0">
              <a:solidFill>
                <a:schemeClr val="tx1"/>
              </a:solidFill>
              <a:latin typeface="Gotham Rounded" pitchFamily="50" charset="0"/>
            </a:endParaRPr>
          </a:p>
          <a:p>
            <a:pPr lvl="0" algn="ctr">
              <a:buSzPts val="7200"/>
            </a:pPr>
            <a:r>
              <a:rPr lang="es-MX" sz="6000" dirty="0">
                <a:solidFill>
                  <a:srgbClr val="872789"/>
                </a:solidFill>
                <a:latin typeface="Gotham Rounded" pitchFamily="50" charset="0"/>
              </a:rPr>
              <a:t>Ajustar márgenes y bordes del &lt;</a:t>
            </a:r>
            <a:r>
              <a:rPr lang="es-MX" sz="6000" dirty="0" err="1">
                <a:solidFill>
                  <a:srgbClr val="872789"/>
                </a:solidFill>
                <a:latin typeface="Gotham Rounded" pitchFamily="50" charset="0"/>
              </a:rPr>
              <a:t>body</a:t>
            </a:r>
            <a:r>
              <a:rPr lang="es-MX" sz="6000" dirty="0">
                <a:solidFill>
                  <a:srgbClr val="872789"/>
                </a:solidFill>
                <a:latin typeface="Gotham Rounded" pitchFamily="50" charset="0"/>
              </a:rPr>
              <a:t>&gt;</a:t>
            </a:r>
            <a:endParaRPr lang="es-MX" sz="1100" dirty="0">
              <a:solidFill>
                <a:srgbClr val="872789"/>
              </a:solidFill>
              <a:latin typeface="Gotham Rounded" pitchFamily="50" charset="0"/>
            </a:endParaRPr>
          </a:p>
          <a:p>
            <a:pPr lvl="0" algn="ctr">
              <a:buSzPts val="2400"/>
            </a:pPr>
            <a:endParaRPr lang="es-MX" sz="1800" dirty="0">
              <a:solidFill>
                <a:srgbClr val="872789"/>
              </a:solidFill>
              <a:latin typeface="Gotham Rounded" pitchFamily="50" charset="0"/>
            </a:endParaRPr>
          </a:p>
          <a:p>
            <a:pPr lvl="0" algn="ctr">
              <a:buSzPts val="2400"/>
            </a:pPr>
            <a:r>
              <a:rPr lang="es-MX" sz="1800" b="1" dirty="0">
                <a:solidFill>
                  <a:srgbClr val="872789"/>
                </a:solidFill>
                <a:latin typeface="Gotham Rounded" pitchFamily="50" charset="0"/>
              </a:rPr>
              <a:t>¡Importante! No copiar y pegar el código desde este PowerPoint</a:t>
            </a:r>
            <a:r>
              <a:rPr lang="es-MX" sz="1800" b="1" dirty="0" smtClean="0">
                <a:solidFill>
                  <a:srgbClr val="872789"/>
                </a:solidFill>
                <a:latin typeface="Gotham Rounded" pitchFamily="50" charset="0"/>
              </a:rPr>
              <a:t>.</a:t>
            </a:r>
          </a:p>
          <a:p>
            <a:pPr lvl="0" algn="ctr">
              <a:buSzPts val="2400"/>
            </a:pPr>
            <a:endParaRPr lang="es-MX" sz="1800" dirty="0">
              <a:solidFill>
                <a:srgbClr val="872789"/>
              </a:solidFill>
              <a:latin typeface="Gotham Rounded" pitchFamily="50" charset="0"/>
              <a:ea typeface="Calibri"/>
              <a:cs typeface="Calibri"/>
              <a:sym typeface="Calibri"/>
            </a:endParaRPr>
          </a:p>
          <a:p>
            <a:pPr lvl="0" algn="ctr">
              <a:buSzPts val="2400"/>
            </a:pPr>
            <a:r>
              <a:rPr lang="es-MX" sz="1800" dirty="0">
                <a:solidFill>
                  <a:schemeClr val="tx1"/>
                </a:solidFill>
                <a:latin typeface="Gotham Rounded" pitchFamily="50" charset="0"/>
              </a:rPr>
              <a:t>Hay que ir escribiendo todo directamente en el Visual Studio </a:t>
            </a:r>
            <a:r>
              <a:rPr lang="es-MX" sz="1800" dirty="0" err="1">
                <a:solidFill>
                  <a:schemeClr val="tx1"/>
                </a:solidFill>
                <a:latin typeface="Gotham Rounded" pitchFamily="50" charset="0"/>
              </a:rPr>
              <a:t>Code</a:t>
            </a:r>
            <a:r>
              <a:rPr lang="es-MX" sz="1800" dirty="0">
                <a:solidFill>
                  <a:schemeClr val="tx1"/>
                </a:solidFill>
                <a:latin typeface="Gotham Rounded" pitchFamily="50" charset="0"/>
              </a:rPr>
              <a:t>, porque algunos caracteres (como las comillas dobles y simples) fallan.</a:t>
            </a:r>
            <a:endParaRPr lang="es-MX" sz="1800" dirty="0">
              <a:solidFill>
                <a:schemeClr val="tx1"/>
              </a:solidFill>
              <a:latin typeface="Gotham Rounded" pitchFamily="50" charset="0"/>
              <a:ea typeface="Calibri"/>
              <a:cs typeface="Calibri"/>
              <a:sym typeface="Calibri"/>
            </a:endParaRPr>
          </a:p>
        </p:txBody>
      </p:sp>
    </p:spTree>
    <p:extLst>
      <p:ext uri="{BB962C8B-B14F-4D97-AF65-F5344CB8AC3E}">
        <p14:creationId xmlns:p14="http://schemas.microsoft.com/office/powerpoint/2010/main" val="3242802710"/>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1680"/>
        <p:cNvGrpSpPr/>
        <p:nvPr/>
      </p:nvGrpSpPr>
      <p:grpSpPr>
        <a:xfrm>
          <a:off x="0" y="0"/>
          <a:ext cx="0" cy="0"/>
          <a:chOff x="0" y="0"/>
          <a:chExt cx="0" cy="0"/>
        </a:xfrm>
      </p:grpSpPr>
      <p:sp>
        <p:nvSpPr>
          <p:cNvPr id="1681" name="Google Shape;1681;p147"/>
          <p:cNvSpPr txBox="1"/>
          <p:nvPr/>
        </p:nvSpPr>
        <p:spPr>
          <a:xfrm>
            <a:off x="772885" y="943550"/>
            <a:ext cx="10781101" cy="5078313"/>
          </a:xfrm>
          <a:prstGeom prst="rect">
            <a:avLst/>
          </a:prstGeom>
          <a:noFill/>
          <a:ln>
            <a:noFill/>
          </a:ln>
        </p:spPr>
        <p:txBody>
          <a:bodyPr spcFirstLastPara="1" wrap="square" lIns="91425" tIns="45700" rIns="91425" bIns="45700" anchor="t" anchorCtr="0">
            <a:spAutoFit/>
          </a:bodyPr>
          <a:lstStyle/>
          <a:p>
            <a:pPr marL="1371600" marR="0" lvl="3" indent="0" algn="l" rtl="0">
              <a:lnSpc>
                <a:spcPct val="100000"/>
              </a:lnSpc>
              <a:spcBef>
                <a:spcPts val="0"/>
              </a:spcBef>
              <a:spcAft>
                <a:spcPts val="0"/>
              </a:spcAft>
              <a:buClr>
                <a:srgbClr val="000000"/>
              </a:buClr>
              <a:buSzPts val="1800"/>
              <a:buFont typeface="Arial"/>
              <a:buNone/>
            </a:pPr>
            <a:r>
              <a:rPr lang="es-ES" sz="1800" b="0" i="1" u="none" strike="noStrike" cap="none">
                <a:solidFill>
                  <a:srgbClr val="4A7B8B"/>
                </a:solidFill>
                <a:latin typeface="Tahoma"/>
                <a:ea typeface="Tahoma"/>
                <a:cs typeface="Tahoma"/>
                <a:sym typeface="Tahoma"/>
              </a:rPr>
              <a:t>/* Etiquetas */</a:t>
            </a:r>
            <a:endParaRPr sz="1800" b="0" i="0" u="none" strike="noStrike" cap="none">
              <a:solidFill>
                <a:srgbClr val="79D2EA"/>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body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margin</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79D2EA"/>
                </a:solidFill>
                <a:latin typeface="Tahoma"/>
                <a:ea typeface="Tahoma"/>
                <a:cs typeface="Tahoma"/>
                <a:sym typeface="Tahoma"/>
              </a:rPr>
              <a:t> </a:t>
            </a:r>
            <a:r>
              <a:rPr lang="es-ES" sz="1800" b="0" i="1" u="none" strike="noStrike" cap="none">
                <a:solidFill>
                  <a:srgbClr val="E8A47A"/>
                </a:solidFill>
                <a:latin typeface="Tahoma"/>
                <a:ea typeface="Tahoma"/>
                <a:cs typeface="Tahoma"/>
                <a:sym typeface="Tahoma"/>
              </a:rPr>
              <a:t>50px</a:t>
            </a:r>
            <a:r>
              <a:rPr lang="es-ES" sz="1800" b="0" i="0" u="none" strike="noStrike" cap="none">
                <a:solidFill>
                  <a:srgbClr val="79D2EA"/>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padding</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79D2EA"/>
                </a:solidFill>
                <a:latin typeface="Tahoma"/>
                <a:ea typeface="Tahoma"/>
                <a:cs typeface="Tahoma"/>
                <a:sym typeface="Tahoma"/>
              </a:rPr>
              <a:t> </a:t>
            </a:r>
            <a:r>
              <a:rPr lang="es-ES" sz="1800" b="0" i="1" u="none" strike="noStrike" cap="none">
                <a:solidFill>
                  <a:srgbClr val="E8A47A"/>
                </a:solidFill>
                <a:latin typeface="Tahoma"/>
                <a:ea typeface="Tahoma"/>
                <a:cs typeface="Tahoma"/>
                <a:sym typeface="Tahoma"/>
              </a:rPr>
              <a:t>50px 100px</a:t>
            </a:r>
            <a:r>
              <a:rPr lang="es-ES" sz="1800" b="0" i="0" u="none" strike="noStrike" cap="none">
                <a:solidFill>
                  <a:srgbClr val="79D2EA"/>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background-color</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powderblue</a:t>
            </a:r>
            <a:r>
              <a:rPr lang="es-ES" sz="1800" b="0" i="0" u="none" strike="noStrike" cap="none">
                <a:solidFill>
                  <a:srgbClr val="4A7B8B"/>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img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width</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100%</a:t>
            </a:r>
            <a:r>
              <a:rPr lang="es-ES" sz="1800" b="0" i="0" u="none" strike="noStrike" cap="none">
                <a:solidFill>
                  <a:srgbClr val="4A7B8B"/>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1" u="none" strike="noStrike" cap="none">
                <a:solidFill>
                  <a:srgbClr val="4A7B8B"/>
                </a:solidFill>
                <a:latin typeface="Tahoma"/>
                <a:ea typeface="Tahoma"/>
                <a:cs typeface="Tahoma"/>
                <a:sym typeface="Tahoma"/>
              </a:rPr>
              <a:t>/* Clases */</a:t>
            </a: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F2CD84"/>
                </a:solidFill>
                <a:latin typeface="Tahoma"/>
                <a:ea typeface="Tahoma"/>
                <a:cs typeface="Tahoma"/>
                <a:sym typeface="Tahoma"/>
              </a:rPr>
              <a:t>.textoCentrado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text-align</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center</a:t>
            </a:r>
            <a:r>
              <a:rPr lang="es-ES" sz="1800" b="0" i="0" u="none" strike="noStrike" cap="none">
                <a:solidFill>
                  <a:srgbClr val="4A7B8B"/>
                </a:solidFill>
                <a:latin typeface="Tahoma"/>
                <a:ea typeface="Tahoma"/>
                <a:cs typeface="Tahoma"/>
                <a:sym typeface="Tahoma"/>
              </a:rPr>
              <a:t> ;</a:t>
            </a:r>
            <a:endParaRPr sz="1800" b="0" i="0" u="none" strike="noStrike" cap="none">
              <a:solidFill>
                <a:srgbClr val="79D2EA"/>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F2CD84"/>
                </a:solidFill>
                <a:latin typeface="Tahoma"/>
                <a:ea typeface="Tahoma"/>
                <a:cs typeface="Tahoma"/>
                <a:sym typeface="Tahoma"/>
              </a:rPr>
              <a:t>.textoRojo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color</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red</a:t>
            </a:r>
            <a:r>
              <a:rPr lang="es-ES" sz="1800" b="0" i="0" u="none" strike="noStrike" cap="none">
                <a:solidFill>
                  <a:srgbClr val="4A7B8B"/>
                </a:solidFill>
                <a:latin typeface="Tahoma"/>
                <a:ea typeface="Tahoma"/>
                <a:cs typeface="Tahoma"/>
                <a:sym typeface="Tahoma"/>
              </a:rPr>
              <a:t>;</a:t>
            </a:r>
            <a:endParaRPr sz="1800" b="0" i="0" u="none" strike="noStrike" cap="none">
              <a:solidFill>
                <a:srgbClr val="79D2EA"/>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p:txBody>
      </p:sp>
      <p:sp>
        <p:nvSpPr>
          <p:cNvPr id="1682" name="Google Shape;1682;p147"/>
          <p:cNvSpPr/>
          <p:nvPr/>
        </p:nvSpPr>
        <p:spPr>
          <a:xfrm>
            <a:off x="2485820" y="1441525"/>
            <a:ext cx="3151188" cy="731520"/>
          </a:xfrm>
          <a:prstGeom prst="rect">
            <a:avLst/>
          </a:prstGeom>
          <a:noFill/>
          <a:ln w="38100" cap="flat" cmpd="sng">
            <a:solidFill>
              <a:srgbClr val="E8A47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683" name="Google Shape;1683;p147"/>
          <p:cNvGrpSpPr/>
          <p:nvPr/>
        </p:nvGrpSpPr>
        <p:grpSpPr>
          <a:xfrm>
            <a:off x="0" y="0"/>
            <a:ext cx="12192000" cy="413657"/>
            <a:chOff x="0" y="0"/>
            <a:chExt cx="12192000" cy="413657"/>
          </a:xfrm>
        </p:grpSpPr>
        <p:sp>
          <p:nvSpPr>
            <p:cNvPr id="1684" name="Google Shape;1684;p147"/>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685" name="Google Shape;1685;p147"/>
            <p:cNvGrpSpPr/>
            <p:nvPr/>
          </p:nvGrpSpPr>
          <p:grpSpPr>
            <a:xfrm>
              <a:off x="575484" y="52939"/>
              <a:ext cx="2944458" cy="350261"/>
              <a:chOff x="575484" y="52939"/>
              <a:chExt cx="2944458" cy="350261"/>
            </a:xfrm>
          </p:grpSpPr>
          <p:sp>
            <p:nvSpPr>
              <p:cNvPr id="1686" name="Google Shape;1686;p147"/>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sp>
            <p:nvSpPr>
              <p:cNvPr id="1687" name="Google Shape;1687;p147"/>
              <p:cNvSpPr txBox="1"/>
              <p:nvPr/>
            </p:nvSpPr>
            <p:spPr>
              <a:xfrm>
                <a:off x="2072226"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style.css</a:t>
                </a:r>
                <a:endParaRPr sz="1400" b="0" i="0" u="none" strike="noStrike" cap="none">
                  <a:solidFill>
                    <a:srgbClr val="000000"/>
                  </a:solidFill>
                  <a:latin typeface="Arial"/>
                  <a:ea typeface="Arial"/>
                  <a:cs typeface="Arial"/>
                  <a:sym typeface="Arial"/>
                </a:endParaRPr>
              </a:p>
            </p:txBody>
          </p:sp>
          <p:cxnSp>
            <p:nvCxnSpPr>
              <p:cNvPr id="1688" name="Google Shape;1688;p147"/>
              <p:cNvCxnSpPr/>
              <p:nvPr/>
            </p:nvCxnSpPr>
            <p:spPr>
              <a:xfrm>
                <a:off x="2072227"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689" name="Google Shape;1689;p147"/>
          <p:cNvSpPr/>
          <p:nvPr/>
        </p:nvSpPr>
        <p:spPr>
          <a:xfrm>
            <a:off x="5637008" y="3679115"/>
            <a:ext cx="6151159" cy="2851674"/>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Por último, vamos a modificar el “</a:t>
            </a:r>
            <a:r>
              <a:rPr lang="es-ES" sz="1800" b="0" i="0" u="none" strike="noStrike" cap="none" dirty="0" err="1">
                <a:solidFill>
                  <a:schemeClr val="lt1"/>
                </a:solidFill>
                <a:latin typeface="Gotham Rounded" pitchFamily="50" charset="0"/>
                <a:ea typeface="Tahoma"/>
                <a:cs typeface="Tahoma"/>
                <a:sym typeface="Tahoma"/>
              </a:rPr>
              <a:t>body</a:t>
            </a:r>
            <a:r>
              <a:rPr lang="es-ES" sz="1800" b="0" i="0" u="none" strike="noStrike" cap="none" dirty="0">
                <a:solidFill>
                  <a:schemeClr val="lt1"/>
                </a:solidFill>
                <a:latin typeface="Gotham Rounded" pitchFamily="50" charset="0"/>
                <a:ea typeface="Tahoma"/>
                <a:cs typeface="Tahoma"/>
                <a:sym typeface="Tahoma"/>
              </a:rPr>
              <a:t>”. Utilizaremos la propiedad “</a:t>
            </a:r>
            <a:r>
              <a:rPr lang="es-ES" sz="1800" b="0" i="0" u="none" strike="noStrike" cap="none" dirty="0" err="1">
                <a:solidFill>
                  <a:schemeClr val="lt1"/>
                </a:solidFill>
                <a:latin typeface="Gotham Rounded" pitchFamily="50" charset="0"/>
                <a:ea typeface="Tahoma"/>
                <a:cs typeface="Tahoma"/>
                <a:sym typeface="Tahoma"/>
              </a:rPr>
              <a:t>margin</a:t>
            </a:r>
            <a:r>
              <a:rPr lang="es-ES" sz="1800" b="0" i="0" u="none" strike="noStrike" cap="none" dirty="0">
                <a:solidFill>
                  <a:schemeClr val="lt1"/>
                </a:solidFill>
                <a:latin typeface="Gotham Rounded" pitchFamily="50" charset="0"/>
                <a:ea typeface="Tahoma"/>
                <a:cs typeface="Tahoma"/>
                <a:sym typeface="Tahoma"/>
              </a:rPr>
              <a:t>” con valor “50px” (cincuenta píxeles) para añadir márgenes externos y la propiedad “</a:t>
            </a:r>
            <a:r>
              <a:rPr lang="es-ES" sz="1800" b="0" i="0" u="none" strike="noStrike" cap="none" dirty="0" err="1">
                <a:solidFill>
                  <a:schemeClr val="lt1"/>
                </a:solidFill>
                <a:latin typeface="Gotham Rounded" pitchFamily="50" charset="0"/>
                <a:ea typeface="Tahoma"/>
                <a:cs typeface="Tahoma"/>
                <a:sym typeface="Tahoma"/>
              </a:rPr>
              <a:t>padding</a:t>
            </a:r>
            <a:r>
              <a:rPr lang="es-ES" sz="1800" b="0" i="0" u="none" strike="noStrike" cap="none" dirty="0">
                <a:solidFill>
                  <a:schemeClr val="lt1"/>
                </a:solidFill>
                <a:latin typeface="Gotham Rounded" pitchFamily="50" charset="0"/>
                <a:ea typeface="Tahoma"/>
                <a:cs typeface="Tahoma"/>
                <a:sym typeface="Tahoma"/>
              </a:rPr>
              <a:t>” con valor “50px 100px” para asignar márgenes internos.</a:t>
            </a:r>
            <a:endParaRPr sz="1800" b="0" i="1" u="none" strike="noStrike" cap="none" dirty="0">
              <a:solidFill>
                <a:schemeClr val="lt1"/>
              </a:solidFill>
              <a:latin typeface="Gotham Rounded" pitchFamily="50" charset="0"/>
              <a:ea typeface="Tahoma"/>
              <a:cs typeface="Tahoma"/>
              <a:sym typeface="Tahoma"/>
            </a:endParaRPr>
          </a:p>
        </p:txBody>
      </p:sp>
    </p:spTree>
  </p:cSld>
  <p:clrMapOvr>
    <a:masterClrMapping/>
  </p:clrMapOvr>
  <p:transition spd="slow">
    <p:push/>
  </p:transition>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1694"/>
        <p:cNvGrpSpPr/>
        <p:nvPr/>
      </p:nvGrpSpPr>
      <p:grpSpPr>
        <a:xfrm>
          <a:off x="0" y="0"/>
          <a:ext cx="0" cy="0"/>
          <a:chOff x="0" y="0"/>
          <a:chExt cx="0" cy="0"/>
        </a:xfrm>
      </p:grpSpPr>
      <p:sp>
        <p:nvSpPr>
          <p:cNvPr id="1695" name="Google Shape;1695;p148"/>
          <p:cNvSpPr txBox="1"/>
          <p:nvPr/>
        </p:nvSpPr>
        <p:spPr>
          <a:xfrm>
            <a:off x="772885" y="943550"/>
            <a:ext cx="10781101" cy="5078313"/>
          </a:xfrm>
          <a:prstGeom prst="rect">
            <a:avLst/>
          </a:prstGeom>
          <a:noFill/>
          <a:ln>
            <a:noFill/>
          </a:ln>
        </p:spPr>
        <p:txBody>
          <a:bodyPr spcFirstLastPara="1" wrap="square" lIns="91425" tIns="45700" rIns="91425" bIns="45700" anchor="t" anchorCtr="0">
            <a:spAutoFit/>
          </a:bodyPr>
          <a:lstStyle/>
          <a:p>
            <a:pPr marL="1371600" marR="0" lvl="3" indent="0" algn="l" rtl="0">
              <a:lnSpc>
                <a:spcPct val="100000"/>
              </a:lnSpc>
              <a:spcBef>
                <a:spcPts val="0"/>
              </a:spcBef>
              <a:spcAft>
                <a:spcPts val="0"/>
              </a:spcAft>
              <a:buClr>
                <a:srgbClr val="000000"/>
              </a:buClr>
              <a:buSzPts val="1800"/>
              <a:buFont typeface="Arial"/>
              <a:buNone/>
            </a:pPr>
            <a:r>
              <a:rPr lang="es-ES" sz="1800" b="0" i="1" u="none" strike="noStrike" cap="none">
                <a:solidFill>
                  <a:srgbClr val="4A7B8B"/>
                </a:solidFill>
                <a:latin typeface="Tahoma"/>
                <a:ea typeface="Tahoma"/>
                <a:cs typeface="Tahoma"/>
                <a:sym typeface="Tahoma"/>
              </a:rPr>
              <a:t>/* Etiquetas */</a:t>
            </a:r>
            <a:endParaRPr sz="1800" b="0" i="0" u="none" strike="noStrike" cap="none">
              <a:solidFill>
                <a:srgbClr val="79D2EA"/>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body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margin</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79D2EA"/>
                </a:solidFill>
                <a:latin typeface="Tahoma"/>
                <a:ea typeface="Tahoma"/>
                <a:cs typeface="Tahoma"/>
                <a:sym typeface="Tahoma"/>
              </a:rPr>
              <a:t> </a:t>
            </a:r>
            <a:r>
              <a:rPr lang="es-ES" sz="1800" b="0" i="1" u="none" strike="noStrike" cap="none">
                <a:solidFill>
                  <a:srgbClr val="E8A47A"/>
                </a:solidFill>
                <a:latin typeface="Tahoma"/>
                <a:ea typeface="Tahoma"/>
                <a:cs typeface="Tahoma"/>
                <a:sym typeface="Tahoma"/>
              </a:rPr>
              <a:t>50px</a:t>
            </a:r>
            <a:r>
              <a:rPr lang="es-ES" sz="1800" b="0" i="0" u="none" strike="noStrike" cap="none">
                <a:solidFill>
                  <a:srgbClr val="79D2EA"/>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padding</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79D2EA"/>
                </a:solidFill>
                <a:latin typeface="Tahoma"/>
                <a:ea typeface="Tahoma"/>
                <a:cs typeface="Tahoma"/>
                <a:sym typeface="Tahoma"/>
              </a:rPr>
              <a:t> </a:t>
            </a:r>
            <a:r>
              <a:rPr lang="es-ES" sz="1800" b="0" i="1" u="none" strike="noStrike" cap="none">
                <a:solidFill>
                  <a:srgbClr val="E8A47A"/>
                </a:solidFill>
                <a:latin typeface="Tahoma"/>
                <a:ea typeface="Tahoma"/>
                <a:cs typeface="Tahoma"/>
                <a:sym typeface="Tahoma"/>
              </a:rPr>
              <a:t>50px 100px</a:t>
            </a:r>
            <a:r>
              <a:rPr lang="es-ES" sz="1800" b="0" i="0" u="none" strike="noStrike" cap="none">
                <a:solidFill>
                  <a:srgbClr val="79D2EA"/>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background-color</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powderblue</a:t>
            </a:r>
            <a:r>
              <a:rPr lang="es-ES" sz="1800" b="0" i="0" u="none" strike="noStrike" cap="none">
                <a:solidFill>
                  <a:srgbClr val="4A7B8B"/>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img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width</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100%</a:t>
            </a:r>
            <a:r>
              <a:rPr lang="es-ES" sz="1800" b="0" i="0" u="none" strike="noStrike" cap="none">
                <a:solidFill>
                  <a:srgbClr val="4A7B8B"/>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1" u="none" strike="noStrike" cap="none">
                <a:solidFill>
                  <a:srgbClr val="4A7B8B"/>
                </a:solidFill>
                <a:latin typeface="Tahoma"/>
                <a:ea typeface="Tahoma"/>
                <a:cs typeface="Tahoma"/>
                <a:sym typeface="Tahoma"/>
              </a:rPr>
              <a:t>/* Clases */</a:t>
            </a: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F2CD84"/>
                </a:solidFill>
                <a:latin typeface="Tahoma"/>
                <a:ea typeface="Tahoma"/>
                <a:cs typeface="Tahoma"/>
                <a:sym typeface="Tahoma"/>
              </a:rPr>
              <a:t>.textoCentrado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text-align</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center</a:t>
            </a:r>
            <a:r>
              <a:rPr lang="es-ES" sz="1800" b="0" i="0" u="none" strike="noStrike" cap="none">
                <a:solidFill>
                  <a:srgbClr val="4A7B8B"/>
                </a:solidFill>
                <a:latin typeface="Tahoma"/>
                <a:ea typeface="Tahoma"/>
                <a:cs typeface="Tahoma"/>
                <a:sym typeface="Tahoma"/>
              </a:rPr>
              <a:t> ;</a:t>
            </a:r>
            <a:endParaRPr sz="1800" b="0" i="0" u="none" strike="noStrike" cap="none">
              <a:solidFill>
                <a:srgbClr val="79D2EA"/>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F2CD84"/>
                </a:solidFill>
                <a:latin typeface="Tahoma"/>
                <a:ea typeface="Tahoma"/>
                <a:cs typeface="Tahoma"/>
                <a:sym typeface="Tahoma"/>
              </a:rPr>
              <a:t>.textoRojo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color</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red</a:t>
            </a:r>
            <a:r>
              <a:rPr lang="es-ES" sz="1800" b="0" i="0" u="none" strike="noStrike" cap="none">
                <a:solidFill>
                  <a:srgbClr val="4A7B8B"/>
                </a:solidFill>
                <a:latin typeface="Tahoma"/>
                <a:ea typeface="Tahoma"/>
                <a:cs typeface="Tahoma"/>
                <a:sym typeface="Tahoma"/>
              </a:rPr>
              <a:t>;</a:t>
            </a:r>
            <a:endParaRPr sz="1800" b="0" i="0" u="none" strike="noStrike" cap="none">
              <a:solidFill>
                <a:srgbClr val="79D2EA"/>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p:txBody>
      </p:sp>
      <p:sp>
        <p:nvSpPr>
          <p:cNvPr id="1696" name="Google Shape;1696;p148"/>
          <p:cNvSpPr/>
          <p:nvPr/>
        </p:nvSpPr>
        <p:spPr>
          <a:xfrm>
            <a:off x="2485820" y="1441525"/>
            <a:ext cx="3151188" cy="731520"/>
          </a:xfrm>
          <a:prstGeom prst="rect">
            <a:avLst/>
          </a:prstGeom>
          <a:noFill/>
          <a:ln w="38100" cap="flat" cmpd="sng">
            <a:solidFill>
              <a:srgbClr val="E8A47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697" name="Google Shape;1697;p148"/>
          <p:cNvGrpSpPr/>
          <p:nvPr/>
        </p:nvGrpSpPr>
        <p:grpSpPr>
          <a:xfrm>
            <a:off x="0" y="0"/>
            <a:ext cx="12192000" cy="413657"/>
            <a:chOff x="0" y="0"/>
            <a:chExt cx="12192000" cy="413657"/>
          </a:xfrm>
        </p:grpSpPr>
        <p:sp>
          <p:nvSpPr>
            <p:cNvPr id="1698" name="Google Shape;1698;p148"/>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699" name="Google Shape;1699;p148"/>
            <p:cNvGrpSpPr/>
            <p:nvPr/>
          </p:nvGrpSpPr>
          <p:grpSpPr>
            <a:xfrm>
              <a:off x="575484" y="52939"/>
              <a:ext cx="2944458" cy="350261"/>
              <a:chOff x="575484" y="52939"/>
              <a:chExt cx="2944458" cy="350261"/>
            </a:xfrm>
          </p:grpSpPr>
          <p:sp>
            <p:nvSpPr>
              <p:cNvPr id="1700" name="Google Shape;1700;p148"/>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sp>
            <p:nvSpPr>
              <p:cNvPr id="1701" name="Google Shape;1701;p148"/>
              <p:cNvSpPr txBox="1"/>
              <p:nvPr/>
            </p:nvSpPr>
            <p:spPr>
              <a:xfrm>
                <a:off x="2072226"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style.css</a:t>
                </a:r>
                <a:endParaRPr sz="1400" b="0" i="0" u="none" strike="noStrike" cap="none">
                  <a:solidFill>
                    <a:srgbClr val="000000"/>
                  </a:solidFill>
                  <a:latin typeface="Arial"/>
                  <a:ea typeface="Arial"/>
                  <a:cs typeface="Arial"/>
                  <a:sym typeface="Arial"/>
                </a:endParaRPr>
              </a:p>
            </p:txBody>
          </p:sp>
          <p:cxnSp>
            <p:nvCxnSpPr>
              <p:cNvPr id="1702" name="Google Shape;1702;p148"/>
              <p:cNvCxnSpPr/>
              <p:nvPr/>
            </p:nvCxnSpPr>
            <p:spPr>
              <a:xfrm>
                <a:off x="2072227"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703" name="Google Shape;1703;p148"/>
          <p:cNvSpPr/>
          <p:nvPr/>
        </p:nvSpPr>
        <p:spPr>
          <a:xfrm>
            <a:off x="6477000" y="283036"/>
            <a:ext cx="5311167" cy="6247754"/>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Cuando usamos </a:t>
            </a:r>
            <a:r>
              <a:rPr lang="es-ES" sz="1800" b="0" i="0" u="none" strike="noStrike" cap="none" dirty="0" err="1">
                <a:solidFill>
                  <a:schemeClr val="lt1"/>
                </a:solidFill>
                <a:latin typeface="Gotham Rounded" pitchFamily="50" charset="0"/>
                <a:ea typeface="Tahoma"/>
                <a:cs typeface="Tahoma"/>
                <a:sym typeface="Tahoma"/>
              </a:rPr>
              <a:t>margin</a:t>
            </a:r>
            <a:r>
              <a:rPr lang="es-ES" sz="1800" b="0" i="0" u="none" strike="noStrike" cap="none" dirty="0">
                <a:solidFill>
                  <a:schemeClr val="lt1"/>
                </a:solidFill>
                <a:latin typeface="Gotham Rounded" pitchFamily="50" charset="0"/>
                <a:ea typeface="Tahoma"/>
                <a:cs typeface="Tahoma"/>
                <a:sym typeface="Tahoma"/>
              </a:rPr>
              <a:t> o </a:t>
            </a:r>
            <a:r>
              <a:rPr lang="es-ES" sz="1800" b="0" i="0" u="none" strike="noStrike" cap="none" dirty="0" err="1">
                <a:solidFill>
                  <a:schemeClr val="lt1"/>
                </a:solidFill>
                <a:latin typeface="Gotham Rounded" pitchFamily="50" charset="0"/>
                <a:ea typeface="Tahoma"/>
                <a:cs typeface="Tahoma"/>
                <a:sym typeface="Tahoma"/>
              </a:rPr>
              <a:t>padding</a:t>
            </a:r>
            <a:r>
              <a:rPr lang="es-ES" sz="1800" b="0" i="0" u="none" strike="noStrike" cap="none" dirty="0">
                <a:solidFill>
                  <a:schemeClr val="lt1"/>
                </a:solidFill>
                <a:latin typeface="Gotham Rounded" pitchFamily="50" charset="0"/>
                <a:ea typeface="Tahoma"/>
                <a:cs typeface="Tahoma"/>
                <a:sym typeface="Tahoma"/>
              </a:rPr>
              <a:t> podemos asignar un valor distinto para cada borde.</a:t>
            </a:r>
            <a:endParaRPr sz="1400" b="0" i="0" u="none" strike="noStrike" cap="none" dirty="0">
              <a:solidFill>
                <a:srgbClr val="000000"/>
              </a:solidFill>
              <a:latin typeface="Gotham Rounded" pitchFamily="50" charset="0"/>
              <a:sym typeface="Arial"/>
            </a:endParaRPr>
          </a:p>
          <a:p>
            <a:pPr marL="342900" marR="0" lvl="0" indent="-228600" algn="l" rtl="0">
              <a:lnSpc>
                <a:spcPct val="150000"/>
              </a:lnSpc>
              <a:spcBef>
                <a:spcPts val="0"/>
              </a:spcBef>
              <a:spcAft>
                <a:spcPts val="0"/>
              </a:spcAft>
              <a:buClr>
                <a:schemeClr val="dk1"/>
              </a:buClr>
              <a:buSzPts val="1800"/>
              <a:buFont typeface="Calibri"/>
              <a:buNone/>
            </a:pPr>
            <a:endParaRPr sz="1800" b="0" i="1" u="none" strike="noStrike" cap="none" dirty="0">
              <a:solidFill>
                <a:schemeClr val="lt1"/>
              </a:solidFill>
              <a:latin typeface="Gotham Rounded" pitchFamily="50" charset="0"/>
              <a:ea typeface="Tahoma"/>
              <a:cs typeface="Tahoma"/>
              <a:sym typeface="Tahoma"/>
            </a:endParaRPr>
          </a:p>
          <a:p>
            <a:pPr marL="342900" marR="0" lvl="0" indent="-342900" algn="l" rtl="0">
              <a:lnSpc>
                <a:spcPct val="150000"/>
              </a:lnSpc>
              <a:spcBef>
                <a:spcPts val="0"/>
              </a:spcBef>
              <a:spcAft>
                <a:spcPts val="0"/>
              </a:spcAft>
              <a:buClr>
                <a:schemeClr val="lt1"/>
              </a:buClr>
              <a:buSzPts val="1800"/>
              <a:buFont typeface="Tahoma"/>
              <a:buAutoNum type="arabicPeriod"/>
            </a:pPr>
            <a:r>
              <a:rPr lang="es-ES" sz="1800" b="0" i="1" u="none" strike="noStrike" cap="none" dirty="0" err="1">
                <a:solidFill>
                  <a:schemeClr val="lt1"/>
                </a:solidFill>
                <a:latin typeface="Gotham Rounded" pitchFamily="50" charset="0"/>
                <a:ea typeface="Tahoma"/>
                <a:cs typeface="Tahoma"/>
                <a:sym typeface="Tahoma"/>
              </a:rPr>
              <a:t>margin</a:t>
            </a:r>
            <a:r>
              <a:rPr lang="es-ES" sz="1800" b="0" i="1" u="none" strike="noStrike" cap="none" dirty="0">
                <a:solidFill>
                  <a:schemeClr val="lt1"/>
                </a:solidFill>
                <a:latin typeface="Gotham Rounded" pitchFamily="50" charset="0"/>
                <a:ea typeface="Tahoma"/>
                <a:cs typeface="Tahoma"/>
                <a:sym typeface="Tahoma"/>
              </a:rPr>
              <a:t>: 50px; </a:t>
            </a:r>
            <a:r>
              <a:rPr lang="es-ES" sz="1800" b="0" i="0" u="none" strike="noStrike" cap="none" dirty="0">
                <a:solidFill>
                  <a:schemeClr val="lt1"/>
                </a:solidFill>
                <a:latin typeface="Gotham Rounded" pitchFamily="50" charset="0"/>
                <a:ea typeface="Tahoma"/>
                <a:cs typeface="Tahoma"/>
                <a:sym typeface="Tahoma"/>
              </a:rPr>
              <a:t>(los cuatro márgenes con el mismo valor)</a:t>
            </a:r>
            <a:endParaRPr sz="1400" b="0" i="0" u="none" strike="noStrike" cap="none" dirty="0">
              <a:solidFill>
                <a:srgbClr val="000000"/>
              </a:solidFill>
              <a:latin typeface="Gotham Rounded" pitchFamily="50" charset="0"/>
              <a:sym typeface="Arial"/>
            </a:endParaRPr>
          </a:p>
          <a:p>
            <a:pPr marL="342900" marR="0" lvl="0" indent="-228600" algn="l" rtl="0">
              <a:lnSpc>
                <a:spcPct val="150000"/>
              </a:lnSpc>
              <a:spcBef>
                <a:spcPts val="0"/>
              </a:spcBef>
              <a:spcAft>
                <a:spcPts val="0"/>
              </a:spcAft>
              <a:buClr>
                <a:schemeClr val="dk1"/>
              </a:buClr>
              <a:buSzPts val="1800"/>
              <a:buFont typeface="Calibri"/>
              <a:buNone/>
            </a:pPr>
            <a:endParaRPr sz="1800" b="0" i="1" u="none" strike="noStrike" cap="none" dirty="0">
              <a:solidFill>
                <a:schemeClr val="lt1"/>
              </a:solidFill>
              <a:latin typeface="Gotham Rounded" pitchFamily="50" charset="0"/>
              <a:ea typeface="Tahoma"/>
              <a:cs typeface="Tahoma"/>
              <a:sym typeface="Tahoma"/>
            </a:endParaRPr>
          </a:p>
          <a:p>
            <a:pPr marL="0" marR="0" lvl="0" indent="0" algn="l" rtl="0">
              <a:lnSpc>
                <a:spcPct val="150000"/>
              </a:lnSpc>
              <a:spcBef>
                <a:spcPts val="0"/>
              </a:spcBef>
              <a:spcAft>
                <a:spcPts val="0"/>
              </a:spcAft>
              <a:buClr>
                <a:srgbClr val="000000"/>
              </a:buClr>
              <a:buSzPts val="1800"/>
              <a:buFont typeface="Arial"/>
              <a:buNone/>
            </a:pPr>
            <a:r>
              <a:rPr lang="es-ES" sz="1800" b="0" i="1" u="none" strike="noStrike" cap="none" dirty="0">
                <a:solidFill>
                  <a:schemeClr val="lt1"/>
                </a:solidFill>
                <a:latin typeface="Gotham Rounded" pitchFamily="50" charset="0"/>
                <a:ea typeface="Tahoma"/>
                <a:cs typeface="Tahoma"/>
                <a:sym typeface="Tahoma"/>
              </a:rPr>
              <a:t>2. </a:t>
            </a:r>
            <a:r>
              <a:rPr lang="es-ES" sz="1800" b="0" i="1" u="none" strike="noStrike" cap="none" dirty="0" err="1">
                <a:solidFill>
                  <a:schemeClr val="lt1"/>
                </a:solidFill>
                <a:latin typeface="Gotham Rounded" pitchFamily="50" charset="0"/>
                <a:ea typeface="Tahoma"/>
                <a:cs typeface="Tahoma"/>
                <a:sym typeface="Tahoma"/>
              </a:rPr>
              <a:t>margin</a:t>
            </a:r>
            <a:r>
              <a:rPr lang="es-ES" sz="1800" b="0" i="1" u="none" strike="noStrike" cap="none" dirty="0">
                <a:solidFill>
                  <a:schemeClr val="lt1"/>
                </a:solidFill>
                <a:latin typeface="Gotham Rounded" pitchFamily="50" charset="0"/>
                <a:ea typeface="Tahoma"/>
                <a:cs typeface="Tahoma"/>
                <a:sym typeface="Tahoma"/>
              </a:rPr>
              <a:t>: 50px 25px; </a:t>
            </a:r>
            <a:r>
              <a:rPr lang="es-ES" sz="1800" b="0" i="0" u="none" strike="noStrike" cap="none" dirty="0">
                <a:solidFill>
                  <a:schemeClr val="lt1"/>
                </a:solidFill>
                <a:latin typeface="Gotham Rounded" pitchFamily="50" charset="0"/>
                <a:ea typeface="Tahoma"/>
                <a:cs typeface="Tahoma"/>
                <a:sym typeface="Tahoma"/>
              </a:rPr>
              <a:t>(los márgenes </a:t>
            </a:r>
            <a:r>
              <a:rPr lang="es-ES" sz="1800" b="0" i="0" u="none" strike="noStrike" cap="none" dirty="0" err="1">
                <a:solidFill>
                  <a:schemeClr val="lt1"/>
                </a:solidFill>
                <a:latin typeface="Gotham Rounded" pitchFamily="50" charset="0"/>
                <a:ea typeface="Tahoma"/>
                <a:cs typeface="Tahoma"/>
                <a:sym typeface="Tahoma"/>
              </a:rPr>
              <a:t>superiors</a:t>
            </a:r>
            <a:r>
              <a:rPr lang="es-ES" sz="1800" b="0" i="0" u="none" strike="noStrike" cap="none" dirty="0">
                <a:solidFill>
                  <a:schemeClr val="lt1"/>
                </a:solidFill>
                <a:latin typeface="Gotham Rounded" pitchFamily="50" charset="0"/>
                <a:ea typeface="Tahoma"/>
                <a:cs typeface="Tahoma"/>
                <a:sym typeface="Tahoma"/>
              </a:rPr>
              <a:t> e </a:t>
            </a:r>
            <a:r>
              <a:rPr lang="es-ES" sz="1800" b="0" i="0" u="none" strike="noStrike" cap="none" dirty="0" err="1">
                <a:solidFill>
                  <a:schemeClr val="lt1"/>
                </a:solidFill>
                <a:latin typeface="Gotham Rounded" pitchFamily="50" charset="0"/>
                <a:ea typeface="Tahoma"/>
                <a:cs typeface="Tahoma"/>
                <a:sym typeface="Tahoma"/>
              </a:rPr>
              <a:t>inferiors</a:t>
            </a:r>
            <a:r>
              <a:rPr lang="es-ES" sz="1800" b="0" i="0" u="none" strike="noStrike" cap="none" dirty="0">
                <a:solidFill>
                  <a:schemeClr val="lt1"/>
                </a:solidFill>
                <a:latin typeface="Gotham Rounded" pitchFamily="50" charset="0"/>
                <a:ea typeface="Tahoma"/>
                <a:cs typeface="Tahoma"/>
                <a:sym typeface="Tahoma"/>
              </a:rPr>
              <a:t> de 50px y los márgenes </a:t>
            </a:r>
            <a:r>
              <a:rPr lang="es-ES" sz="1800" b="0" i="0" u="none" strike="noStrike" cap="none" dirty="0" err="1">
                <a:solidFill>
                  <a:schemeClr val="lt1"/>
                </a:solidFill>
                <a:latin typeface="Gotham Rounded" pitchFamily="50" charset="0"/>
                <a:ea typeface="Tahoma"/>
                <a:cs typeface="Tahoma"/>
                <a:sym typeface="Tahoma"/>
              </a:rPr>
              <a:t>laterals</a:t>
            </a:r>
            <a:r>
              <a:rPr lang="es-ES" sz="1800" b="0" i="0" u="none" strike="noStrike" cap="none" dirty="0">
                <a:solidFill>
                  <a:schemeClr val="lt1"/>
                </a:solidFill>
                <a:latin typeface="Gotham Rounded" pitchFamily="50" charset="0"/>
                <a:ea typeface="Tahoma"/>
                <a:cs typeface="Tahoma"/>
                <a:sym typeface="Tahoma"/>
              </a:rPr>
              <a:t> de 25px)</a:t>
            </a:r>
            <a:endParaRPr sz="1400" b="0" i="0" u="none" strike="noStrike" cap="none" dirty="0">
              <a:solidFill>
                <a:srgbClr val="000000"/>
              </a:solidFill>
              <a:latin typeface="Gotham Rounded" pitchFamily="50" charset="0"/>
              <a:sym typeface="Arial"/>
            </a:endParaRPr>
          </a:p>
          <a:p>
            <a:pPr marL="0" marR="0" lvl="0" indent="0" algn="l" rtl="0">
              <a:lnSpc>
                <a:spcPct val="150000"/>
              </a:lnSpc>
              <a:spcBef>
                <a:spcPts val="0"/>
              </a:spcBef>
              <a:spcAft>
                <a:spcPts val="0"/>
              </a:spcAft>
              <a:buClr>
                <a:srgbClr val="000000"/>
              </a:buClr>
              <a:buSzPts val="1800"/>
              <a:buFont typeface="Arial"/>
              <a:buNone/>
            </a:pPr>
            <a:endParaRPr sz="1800" b="0" i="1" u="none" strike="noStrike" cap="none" dirty="0">
              <a:solidFill>
                <a:srgbClr val="4A7B8B"/>
              </a:solidFill>
              <a:latin typeface="Gotham Rounded" pitchFamily="50" charset="0"/>
              <a:ea typeface="Tahoma"/>
              <a:cs typeface="Tahoma"/>
              <a:sym typeface="Tahoma"/>
            </a:endParaRPr>
          </a:p>
          <a:p>
            <a:pPr marL="0" marR="0" lvl="0" indent="0" algn="l" rtl="0">
              <a:lnSpc>
                <a:spcPct val="150000"/>
              </a:lnSpc>
              <a:spcBef>
                <a:spcPts val="0"/>
              </a:spcBef>
              <a:spcAft>
                <a:spcPts val="0"/>
              </a:spcAft>
              <a:buClr>
                <a:srgbClr val="000000"/>
              </a:buClr>
              <a:buSzPts val="1800"/>
              <a:buFont typeface="Arial"/>
              <a:buNone/>
            </a:pPr>
            <a:r>
              <a:rPr lang="es-ES" sz="1800" b="0" i="1" u="none" strike="noStrike" cap="none" dirty="0">
                <a:solidFill>
                  <a:schemeClr val="lt1"/>
                </a:solidFill>
                <a:latin typeface="Gotham Rounded" pitchFamily="50" charset="0"/>
                <a:ea typeface="Tahoma"/>
                <a:cs typeface="Tahoma"/>
                <a:sym typeface="Tahoma"/>
              </a:rPr>
              <a:t>3. </a:t>
            </a:r>
            <a:r>
              <a:rPr lang="es-ES" sz="1800" b="0" i="1" u="none" strike="noStrike" cap="none" dirty="0" err="1">
                <a:solidFill>
                  <a:schemeClr val="lt1"/>
                </a:solidFill>
                <a:latin typeface="Gotham Rounded" pitchFamily="50" charset="0"/>
                <a:ea typeface="Tahoma"/>
                <a:cs typeface="Tahoma"/>
                <a:sym typeface="Tahoma"/>
              </a:rPr>
              <a:t>margin</a:t>
            </a:r>
            <a:r>
              <a:rPr lang="es-ES" sz="1800" b="0" i="1" u="none" strike="noStrike" cap="none" dirty="0">
                <a:solidFill>
                  <a:schemeClr val="lt1"/>
                </a:solidFill>
                <a:latin typeface="Gotham Rounded" pitchFamily="50" charset="0"/>
                <a:ea typeface="Tahoma"/>
                <a:cs typeface="Tahoma"/>
                <a:sym typeface="Tahoma"/>
              </a:rPr>
              <a:t>: 20px 25px 40px 10px; </a:t>
            </a:r>
            <a:r>
              <a:rPr lang="es-ES" sz="1800" b="0" i="0" u="none" strike="noStrike" cap="none" dirty="0">
                <a:solidFill>
                  <a:schemeClr val="lt1"/>
                </a:solidFill>
                <a:latin typeface="Gotham Rounded" pitchFamily="50" charset="0"/>
                <a:ea typeface="Tahoma"/>
                <a:cs typeface="Tahoma"/>
                <a:sym typeface="Tahoma"/>
              </a:rPr>
              <a:t>(un valor para cada margen. El orden sería: superior, derecho, inferior e izquierdo)</a:t>
            </a:r>
            <a:endParaRPr sz="1800" b="0" i="0" u="none" strike="noStrike" cap="none" dirty="0">
              <a:solidFill>
                <a:schemeClr val="lt1"/>
              </a:solidFill>
              <a:latin typeface="Gotham Rounded" pitchFamily="50" charset="0"/>
              <a:ea typeface="Tahoma"/>
              <a:cs typeface="Tahoma"/>
              <a:sym typeface="Tahoma"/>
            </a:endParaRPr>
          </a:p>
        </p:txBody>
      </p:sp>
    </p:spTree>
  </p:cSld>
  <p:clrMapOvr>
    <a:masterClrMapping/>
  </p:clrMapOvr>
  <p:transition spd="slow">
    <p:push/>
  </p:transition>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1708"/>
        <p:cNvGrpSpPr/>
        <p:nvPr/>
      </p:nvGrpSpPr>
      <p:grpSpPr>
        <a:xfrm>
          <a:off x="0" y="0"/>
          <a:ext cx="0" cy="0"/>
          <a:chOff x="0" y="0"/>
          <a:chExt cx="0" cy="0"/>
        </a:xfrm>
      </p:grpSpPr>
      <p:sp>
        <p:nvSpPr>
          <p:cNvPr id="1709" name="Google Shape;1709;p149"/>
          <p:cNvSpPr txBox="1"/>
          <p:nvPr/>
        </p:nvSpPr>
        <p:spPr>
          <a:xfrm>
            <a:off x="772885" y="943550"/>
            <a:ext cx="10781101" cy="5355312"/>
          </a:xfrm>
          <a:prstGeom prst="rect">
            <a:avLst/>
          </a:prstGeom>
          <a:noFill/>
          <a:ln>
            <a:noFill/>
          </a:ln>
        </p:spPr>
        <p:txBody>
          <a:bodyPr spcFirstLastPara="1" wrap="square" lIns="91425" tIns="45700" rIns="91425" bIns="45700" anchor="t" anchorCtr="0">
            <a:spAutoFit/>
          </a:bodyPr>
          <a:lstStyle/>
          <a:p>
            <a:pPr marL="1371600" marR="0" lvl="3" indent="0" algn="l" rtl="0">
              <a:lnSpc>
                <a:spcPct val="100000"/>
              </a:lnSpc>
              <a:spcBef>
                <a:spcPts val="0"/>
              </a:spcBef>
              <a:spcAft>
                <a:spcPts val="0"/>
              </a:spcAft>
              <a:buClr>
                <a:srgbClr val="000000"/>
              </a:buClr>
              <a:buSzPts val="1800"/>
              <a:buFont typeface="Arial"/>
              <a:buNone/>
            </a:pPr>
            <a:r>
              <a:rPr lang="es-ES" sz="1800" b="0" i="1" u="none" strike="noStrike" cap="none">
                <a:solidFill>
                  <a:srgbClr val="4A7B8B"/>
                </a:solidFill>
                <a:latin typeface="Tahoma"/>
                <a:ea typeface="Tahoma"/>
                <a:cs typeface="Tahoma"/>
                <a:sym typeface="Tahoma"/>
              </a:rPr>
              <a:t>/* Etiquetas */</a:t>
            </a:r>
            <a:endParaRPr sz="1800" b="0" i="0" u="none" strike="noStrike" cap="none">
              <a:solidFill>
                <a:srgbClr val="79D2EA"/>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body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margin</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79D2EA"/>
                </a:solidFill>
                <a:latin typeface="Tahoma"/>
                <a:ea typeface="Tahoma"/>
                <a:cs typeface="Tahoma"/>
                <a:sym typeface="Tahoma"/>
              </a:rPr>
              <a:t> </a:t>
            </a:r>
            <a:r>
              <a:rPr lang="es-ES" sz="1800" b="0" i="1" u="none" strike="noStrike" cap="none">
                <a:solidFill>
                  <a:srgbClr val="E8A47A"/>
                </a:solidFill>
                <a:latin typeface="Tahoma"/>
                <a:ea typeface="Tahoma"/>
                <a:cs typeface="Tahoma"/>
                <a:sym typeface="Tahoma"/>
              </a:rPr>
              <a:t>50px</a:t>
            </a:r>
            <a:r>
              <a:rPr lang="es-ES" sz="1800" b="0" i="0" u="none" strike="noStrike" cap="none">
                <a:solidFill>
                  <a:srgbClr val="4A7B8B"/>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padding</a:t>
            </a:r>
            <a:r>
              <a:rPr lang="es-ES" sz="1800" b="0" i="0" u="none" strike="noStrike" cap="none">
                <a:solidFill>
                  <a:srgbClr val="4A7B8B"/>
                </a:solidFill>
                <a:latin typeface="Tahoma"/>
                <a:ea typeface="Tahoma"/>
                <a:cs typeface="Tahoma"/>
                <a:sym typeface="Tahoma"/>
              </a:rPr>
              <a:t>:</a:t>
            </a:r>
            <a:r>
              <a:rPr lang="es-ES" sz="1800" b="0" i="0" u="none" strike="noStrike" cap="none">
                <a:solidFill>
                  <a:srgbClr val="79D2EA"/>
                </a:solidFill>
                <a:latin typeface="Tahoma"/>
                <a:ea typeface="Tahoma"/>
                <a:cs typeface="Tahoma"/>
                <a:sym typeface="Tahoma"/>
              </a:rPr>
              <a:t> </a:t>
            </a:r>
            <a:r>
              <a:rPr lang="es-ES" sz="1800" b="0" i="1" u="none" strike="noStrike" cap="none">
                <a:solidFill>
                  <a:srgbClr val="E8A47A"/>
                </a:solidFill>
                <a:latin typeface="Tahoma"/>
                <a:ea typeface="Tahoma"/>
                <a:cs typeface="Tahoma"/>
                <a:sym typeface="Tahoma"/>
              </a:rPr>
              <a:t>50px 100px</a:t>
            </a:r>
            <a:r>
              <a:rPr lang="es-ES" sz="1800" b="0" i="0" u="none" strike="noStrike" cap="none">
                <a:solidFill>
                  <a:srgbClr val="4A7B8B"/>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border: </a:t>
            </a:r>
            <a:r>
              <a:rPr lang="es-ES" sz="1800" b="0" i="1" u="none" strike="noStrike" cap="none">
                <a:solidFill>
                  <a:srgbClr val="E8A47A"/>
                </a:solidFill>
                <a:latin typeface="Tahoma"/>
                <a:ea typeface="Tahoma"/>
                <a:cs typeface="Tahoma"/>
                <a:sym typeface="Tahoma"/>
              </a:rPr>
              <a:t>1px solid black</a:t>
            </a:r>
            <a:r>
              <a:rPr lang="es-ES" sz="1800" b="0" i="0" u="none" strike="noStrike" cap="none">
                <a:solidFill>
                  <a:srgbClr val="4A7B8B"/>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background-color</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powderblue</a:t>
            </a:r>
            <a:r>
              <a:rPr lang="es-ES" sz="1800" b="0" i="0" u="none" strike="noStrike" cap="none">
                <a:solidFill>
                  <a:srgbClr val="4A7B8B"/>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img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width</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100%</a:t>
            </a:r>
            <a:r>
              <a:rPr lang="es-ES" sz="1800" b="0" i="0" u="none" strike="noStrike" cap="none">
                <a:solidFill>
                  <a:srgbClr val="4A7B8B"/>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1" u="none" strike="noStrike" cap="none">
                <a:solidFill>
                  <a:srgbClr val="4A7B8B"/>
                </a:solidFill>
                <a:latin typeface="Tahoma"/>
                <a:ea typeface="Tahoma"/>
                <a:cs typeface="Tahoma"/>
                <a:sym typeface="Tahoma"/>
              </a:rPr>
              <a:t>/* Clases */</a:t>
            </a:r>
            <a:endParaRPr sz="1800" b="0" i="0" u="none" strike="noStrike" cap="none">
              <a:solidFill>
                <a:schemeClr val="lt1"/>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F2CD84"/>
                </a:solidFill>
                <a:latin typeface="Tahoma"/>
                <a:ea typeface="Tahoma"/>
                <a:cs typeface="Tahoma"/>
                <a:sym typeface="Tahoma"/>
              </a:rPr>
              <a:t>.textoCentrado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text-align</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center</a:t>
            </a:r>
            <a:r>
              <a:rPr lang="es-ES" sz="1800" b="0" i="0" u="none" strike="noStrike" cap="none">
                <a:solidFill>
                  <a:srgbClr val="4A7B8B"/>
                </a:solidFill>
                <a:latin typeface="Tahoma"/>
                <a:ea typeface="Tahoma"/>
                <a:cs typeface="Tahoma"/>
                <a:sym typeface="Tahoma"/>
              </a:rPr>
              <a:t> ;</a:t>
            </a:r>
            <a:endParaRPr sz="1800" b="0" i="0" u="none" strike="noStrike" cap="none">
              <a:solidFill>
                <a:srgbClr val="79D2EA"/>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rgbClr val="F2CD84"/>
                </a:solidFill>
                <a:latin typeface="Tahoma"/>
                <a:ea typeface="Tahoma"/>
                <a:cs typeface="Tahoma"/>
                <a:sym typeface="Tahoma"/>
              </a:rPr>
              <a:t>.textoRojo </a:t>
            </a: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1828800" marR="0" lvl="4" indent="0" algn="l" rtl="0">
              <a:lnSpc>
                <a:spcPct val="100000"/>
              </a:lnSpc>
              <a:spcBef>
                <a:spcPts val="0"/>
              </a:spcBef>
              <a:spcAft>
                <a:spcPts val="0"/>
              </a:spcAft>
              <a:buClr>
                <a:srgbClr val="000000"/>
              </a:buClr>
              <a:buSzPts val="1800"/>
              <a:buFont typeface="Arial"/>
              <a:buNone/>
            </a:pPr>
            <a:r>
              <a:rPr lang="es-ES" sz="1800" b="0" i="0" u="none" strike="noStrike" cap="none">
                <a:solidFill>
                  <a:srgbClr val="79D2EA"/>
                </a:solidFill>
                <a:latin typeface="Tahoma"/>
                <a:ea typeface="Tahoma"/>
                <a:cs typeface="Tahoma"/>
                <a:sym typeface="Tahoma"/>
              </a:rPr>
              <a:t>color</a:t>
            </a:r>
            <a:r>
              <a:rPr lang="es-ES" sz="1800" b="0" i="0" u="none" strike="noStrike" cap="none">
                <a:solidFill>
                  <a:srgbClr val="4A7B8B"/>
                </a:solidFill>
                <a:latin typeface="Tahoma"/>
                <a:ea typeface="Tahoma"/>
                <a:cs typeface="Tahoma"/>
                <a:sym typeface="Tahoma"/>
              </a:rPr>
              <a:t>:</a:t>
            </a:r>
            <a:r>
              <a:rPr lang="es-ES" sz="1800" b="0" i="1" u="none" strike="noStrike" cap="none">
                <a:solidFill>
                  <a:srgbClr val="E8A47A"/>
                </a:solidFill>
                <a:latin typeface="Tahoma"/>
                <a:ea typeface="Tahoma"/>
                <a:cs typeface="Tahoma"/>
                <a:sym typeface="Tahoma"/>
              </a:rPr>
              <a:t>red</a:t>
            </a:r>
            <a:r>
              <a:rPr lang="es-ES" sz="1800" b="0" i="0" u="none" strike="noStrike" cap="none">
                <a:solidFill>
                  <a:srgbClr val="4A7B8B"/>
                </a:solidFill>
                <a:latin typeface="Tahoma"/>
                <a:ea typeface="Tahoma"/>
                <a:cs typeface="Tahoma"/>
                <a:sym typeface="Tahoma"/>
              </a:rPr>
              <a:t>;</a:t>
            </a:r>
            <a:endParaRPr sz="1800" b="0" i="0" u="none" strike="noStrike" cap="none">
              <a:solidFill>
                <a:srgbClr val="79D2EA"/>
              </a:solidFill>
              <a:latin typeface="Tahoma"/>
              <a:ea typeface="Tahoma"/>
              <a:cs typeface="Tahoma"/>
              <a:sym typeface="Tahoma"/>
            </a:endParaRPr>
          </a:p>
          <a:p>
            <a:pPr marL="1371600" marR="0" lvl="3" indent="0" algn="l" rtl="0">
              <a:lnSpc>
                <a:spcPct val="100000"/>
              </a:lnSpc>
              <a:spcBef>
                <a:spcPts val="0"/>
              </a:spcBef>
              <a:spcAft>
                <a:spcPts val="0"/>
              </a:spcAft>
              <a:buClr>
                <a:srgbClr val="000000"/>
              </a:buClr>
              <a:buSzPts val="1800"/>
              <a:buFont typeface="Arial"/>
              <a:buNone/>
            </a:pPr>
            <a:r>
              <a:rPr lang="es-ES" sz="18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p:txBody>
      </p:sp>
      <p:sp>
        <p:nvSpPr>
          <p:cNvPr id="1710" name="Google Shape;1710;p149"/>
          <p:cNvSpPr/>
          <p:nvPr/>
        </p:nvSpPr>
        <p:spPr>
          <a:xfrm>
            <a:off x="2382361" y="2009162"/>
            <a:ext cx="3720539" cy="317888"/>
          </a:xfrm>
          <a:prstGeom prst="rect">
            <a:avLst/>
          </a:prstGeom>
          <a:noFill/>
          <a:ln w="38100" cap="flat" cmpd="sng">
            <a:solidFill>
              <a:srgbClr val="E8A47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711" name="Google Shape;1711;p149"/>
          <p:cNvGrpSpPr/>
          <p:nvPr/>
        </p:nvGrpSpPr>
        <p:grpSpPr>
          <a:xfrm>
            <a:off x="0" y="0"/>
            <a:ext cx="12192000" cy="413657"/>
            <a:chOff x="0" y="0"/>
            <a:chExt cx="12192000" cy="413657"/>
          </a:xfrm>
        </p:grpSpPr>
        <p:sp>
          <p:nvSpPr>
            <p:cNvPr id="1712" name="Google Shape;1712;p149"/>
            <p:cNvSpPr/>
            <p:nvPr/>
          </p:nvSpPr>
          <p:spPr>
            <a:xfrm>
              <a:off x="0" y="0"/>
              <a:ext cx="12192000"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713" name="Google Shape;1713;p149"/>
            <p:cNvGrpSpPr/>
            <p:nvPr/>
          </p:nvGrpSpPr>
          <p:grpSpPr>
            <a:xfrm>
              <a:off x="575484" y="52939"/>
              <a:ext cx="2944458" cy="350261"/>
              <a:chOff x="575484" y="52939"/>
              <a:chExt cx="2944458" cy="350261"/>
            </a:xfrm>
          </p:grpSpPr>
          <p:sp>
            <p:nvSpPr>
              <p:cNvPr id="1714" name="Google Shape;1714;p149"/>
              <p:cNvSpPr txBox="1"/>
              <p:nvPr/>
            </p:nvSpPr>
            <p:spPr>
              <a:xfrm>
                <a:off x="575484"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index.html</a:t>
                </a:r>
                <a:endParaRPr sz="1400" b="0" i="0" u="none" strike="noStrike" cap="none">
                  <a:solidFill>
                    <a:srgbClr val="000000"/>
                  </a:solidFill>
                  <a:latin typeface="Arial"/>
                  <a:ea typeface="Arial"/>
                  <a:cs typeface="Arial"/>
                  <a:sym typeface="Arial"/>
                </a:endParaRPr>
              </a:p>
            </p:txBody>
          </p:sp>
          <p:sp>
            <p:nvSpPr>
              <p:cNvPr id="1715" name="Google Shape;1715;p149"/>
              <p:cNvSpPr txBox="1"/>
              <p:nvPr/>
            </p:nvSpPr>
            <p:spPr>
              <a:xfrm>
                <a:off x="2072226" y="52939"/>
                <a:ext cx="144771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style.css</a:t>
                </a:r>
                <a:endParaRPr sz="1400" b="0" i="0" u="none" strike="noStrike" cap="none">
                  <a:solidFill>
                    <a:srgbClr val="000000"/>
                  </a:solidFill>
                  <a:latin typeface="Arial"/>
                  <a:ea typeface="Arial"/>
                  <a:cs typeface="Arial"/>
                  <a:sym typeface="Arial"/>
                </a:endParaRPr>
              </a:p>
            </p:txBody>
          </p:sp>
          <p:cxnSp>
            <p:nvCxnSpPr>
              <p:cNvPr id="1716" name="Google Shape;1716;p149"/>
              <p:cNvCxnSpPr/>
              <p:nvPr/>
            </p:nvCxnSpPr>
            <p:spPr>
              <a:xfrm>
                <a:off x="2072227" y="403200"/>
                <a:ext cx="1447715" cy="0"/>
              </a:xfrm>
              <a:prstGeom prst="straightConnector1">
                <a:avLst/>
              </a:prstGeom>
              <a:noFill/>
              <a:ln w="15875" cap="flat" cmpd="sng">
                <a:solidFill>
                  <a:srgbClr val="F2CD84"/>
                </a:solidFill>
                <a:prstDash val="solid"/>
                <a:miter lim="800000"/>
                <a:headEnd type="none" w="sm" len="sm"/>
                <a:tailEnd type="none" w="sm" len="sm"/>
              </a:ln>
            </p:spPr>
          </p:cxnSp>
        </p:grpSp>
      </p:grpSp>
      <p:sp>
        <p:nvSpPr>
          <p:cNvPr id="1717" name="Google Shape;1717;p149"/>
          <p:cNvSpPr/>
          <p:nvPr/>
        </p:nvSpPr>
        <p:spPr>
          <a:xfrm>
            <a:off x="5637008" y="3593053"/>
            <a:ext cx="6151159" cy="2937735"/>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Finalizamos añadiendo la propiedad “</a:t>
            </a:r>
            <a:r>
              <a:rPr lang="es-ES" sz="1800" b="0" i="0" u="none" strike="noStrike" cap="none" dirty="0" err="1">
                <a:solidFill>
                  <a:schemeClr val="lt1"/>
                </a:solidFill>
                <a:latin typeface="Gotham Rounded" pitchFamily="50" charset="0"/>
                <a:ea typeface="Tahoma"/>
                <a:cs typeface="Tahoma"/>
                <a:sym typeface="Tahoma"/>
              </a:rPr>
              <a:t>border</a:t>
            </a:r>
            <a:r>
              <a:rPr lang="es-ES" sz="1800" b="0" i="0" u="none" strike="noStrike" cap="none" dirty="0">
                <a:solidFill>
                  <a:schemeClr val="lt1"/>
                </a:solidFill>
                <a:latin typeface="Gotham Rounded" pitchFamily="50" charset="0"/>
                <a:ea typeface="Tahoma"/>
                <a:cs typeface="Tahoma"/>
                <a:sym typeface="Tahoma"/>
              </a:rPr>
              <a:t>”, que nos permite añadir estilo al borde de un elemento. El primer valor que asignamos es el grosor del borde (1px); el segundo valor es el tipo de línea (</a:t>
            </a:r>
            <a:r>
              <a:rPr lang="es-ES" sz="1800" b="0" i="1" u="none" strike="noStrike" cap="none" dirty="0" err="1">
                <a:solidFill>
                  <a:schemeClr val="lt1"/>
                </a:solidFill>
                <a:latin typeface="Gotham Rounded" pitchFamily="50" charset="0"/>
                <a:ea typeface="Tahoma"/>
                <a:cs typeface="Tahoma"/>
                <a:sym typeface="Tahoma"/>
              </a:rPr>
              <a:t>solid</a:t>
            </a:r>
            <a:r>
              <a:rPr lang="es-ES" sz="1800" b="0" i="1" u="none" strike="noStrike" cap="none" dirty="0">
                <a:solidFill>
                  <a:schemeClr val="lt1"/>
                </a:solidFill>
                <a:latin typeface="Gotham Rounded" pitchFamily="50" charset="0"/>
                <a:ea typeface="Tahoma"/>
                <a:cs typeface="Tahoma"/>
                <a:sym typeface="Tahoma"/>
              </a:rPr>
              <a:t> o</a:t>
            </a:r>
            <a:r>
              <a:rPr lang="es-ES" sz="1800" b="0" i="0" u="none" strike="noStrike" cap="none" dirty="0">
                <a:solidFill>
                  <a:schemeClr val="lt1"/>
                </a:solidFill>
                <a:latin typeface="Gotham Rounded" pitchFamily="50" charset="0"/>
                <a:ea typeface="Tahoma"/>
                <a:cs typeface="Tahoma"/>
                <a:sym typeface="Tahoma"/>
              </a:rPr>
              <a:t> </a:t>
            </a:r>
            <a:r>
              <a:rPr lang="es-ES" sz="1800" b="0" i="1" u="none" strike="noStrike" cap="none" dirty="0" err="1">
                <a:solidFill>
                  <a:schemeClr val="lt1"/>
                </a:solidFill>
                <a:latin typeface="Gotham Rounded" pitchFamily="50" charset="0"/>
                <a:ea typeface="Tahoma"/>
                <a:cs typeface="Tahoma"/>
                <a:sym typeface="Tahoma"/>
              </a:rPr>
              <a:t>dashed</a:t>
            </a:r>
            <a:r>
              <a:rPr lang="es-ES" sz="1800" b="0" i="0" u="none" strike="noStrike" cap="none" dirty="0">
                <a:solidFill>
                  <a:schemeClr val="lt1"/>
                </a:solidFill>
                <a:latin typeface="Gotham Rounded" pitchFamily="50" charset="0"/>
                <a:ea typeface="Tahoma"/>
                <a:cs typeface="Tahoma"/>
                <a:sym typeface="Tahoma"/>
              </a:rPr>
              <a:t>) y, por último, el color del borde (</a:t>
            </a:r>
            <a:r>
              <a:rPr lang="es-ES" sz="1800" b="0" i="0" u="none" strike="noStrike" cap="none" dirty="0" err="1">
                <a:solidFill>
                  <a:schemeClr val="lt1"/>
                </a:solidFill>
                <a:latin typeface="Gotham Rounded" pitchFamily="50" charset="0"/>
                <a:ea typeface="Tahoma"/>
                <a:cs typeface="Tahoma"/>
                <a:sym typeface="Tahoma"/>
              </a:rPr>
              <a:t>black</a:t>
            </a:r>
            <a:r>
              <a:rPr lang="es-ES" sz="1800" b="0" i="0" u="none" strike="noStrike" cap="none" dirty="0">
                <a:solidFill>
                  <a:schemeClr val="lt1"/>
                </a:solidFill>
                <a:latin typeface="Gotham Rounded" pitchFamily="50" charset="0"/>
                <a:ea typeface="Tahoma"/>
                <a:cs typeface="Tahoma"/>
                <a:sym typeface="Tahoma"/>
              </a:rPr>
              <a:t>).</a:t>
            </a:r>
            <a:endParaRPr sz="1800" b="0" i="1" u="none" strike="noStrike" cap="none" dirty="0">
              <a:solidFill>
                <a:schemeClr val="lt1"/>
              </a:solidFill>
              <a:latin typeface="Gotham Rounded" pitchFamily="50" charset="0"/>
              <a:ea typeface="Tahoma"/>
              <a:cs typeface="Tahoma"/>
              <a:sym typeface="Tahoma"/>
            </a:endParaRPr>
          </a:p>
        </p:txBody>
      </p:sp>
    </p:spTree>
  </p:cSld>
  <p:clrMapOvr>
    <a:masterClrMapping/>
  </p:clrMapOvr>
  <p:transition spd="slow">
    <p:push/>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sp>
        <p:nvSpPr>
          <p:cNvPr id="1138" name="Google Shape;1138;p87"/>
          <p:cNvSpPr/>
          <p:nvPr/>
        </p:nvSpPr>
        <p:spPr>
          <a:xfrm>
            <a:off x="6934199" y="562207"/>
            <a:ext cx="4467151" cy="560908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err="1">
                <a:solidFill>
                  <a:schemeClr val="tx1"/>
                </a:solidFill>
                <a:latin typeface="Gotham Rounded" pitchFamily="50" charset="0"/>
                <a:sym typeface="Arial"/>
              </a:rPr>
              <a:t>Ctrl+S</a:t>
            </a:r>
            <a:r>
              <a:rPr lang="es-ES" sz="2400" b="1" i="0" u="none" strike="noStrike" cap="none" dirty="0">
                <a:solidFill>
                  <a:schemeClr val="tx1"/>
                </a:solidFill>
                <a:latin typeface="Gotham Rounded" pitchFamily="50" charset="0"/>
                <a:sym typeface="Arial"/>
              </a:rPr>
              <a:t> para guardar</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600"/>
              <a:buFont typeface="Arial"/>
              <a:buNone/>
            </a:pPr>
            <a:r>
              <a:rPr lang="es-ES" sz="3600" b="0" i="0" u="none" strike="noStrike" cap="none" dirty="0">
                <a:solidFill>
                  <a:schemeClr val="tx1"/>
                </a:solidFill>
                <a:latin typeface="Gotham Rounded" pitchFamily="50" charset="0"/>
                <a:sym typeface="Arial"/>
              </a:rPr>
              <a:t>Recuerden siempre guardar los cambios que hicieron en el código para que se vean reflejados en el sitio web.</a:t>
            </a:r>
            <a:endParaRPr sz="1400" b="0" i="0" u="none" strike="noStrike" cap="none" dirty="0">
              <a:solidFill>
                <a:schemeClr val="tx1"/>
              </a:solidFill>
              <a:latin typeface="Gotham Rounded" pitchFamily="50" charset="0"/>
              <a:sym typeface="Arial"/>
            </a:endParaRPr>
          </a:p>
        </p:txBody>
      </p:sp>
      <p:pic>
        <p:nvPicPr>
          <p:cNvPr id="1139" name="Google Shape;1139;p87"/>
          <p:cNvPicPr preferRelativeResize="0"/>
          <p:nvPr/>
        </p:nvPicPr>
        <p:blipFill rotWithShape="1">
          <a:blip r:embed="rId3">
            <a:alphaModFix/>
          </a:blip>
          <a:srcRect/>
          <a:stretch/>
        </p:blipFill>
        <p:spPr>
          <a:xfrm>
            <a:off x="-1" y="0"/>
            <a:ext cx="5908431" cy="6858000"/>
          </a:xfrm>
          <a:prstGeom prst="rect">
            <a:avLst/>
          </a:prstGeom>
          <a:noFill/>
          <a:ln>
            <a:noFill/>
          </a:ln>
        </p:spPr>
      </p:pic>
      <p:pic>
        <p:nvPicPr>
          <p:cNvPr id="4" name="Google Shape;1102;p6"/>
          <p:cNvPicPr preferRelativeResize="0"/>
          <p:nvPr/>
        </p:nvPicPr>
        <p:blipFill rotWithShape="1">
          <a:blip r:embed="rId4">
            <a:alphaModFix/>
          </a:blip>
          <a:srcRect/>
          <a:stretch/>
        </p:blipFill>
        <p:spPr>
          <a:xfrm>
            <a:off x="5908430" y="-62251"/>
            <a:ext cx="6283570" cy="6858000"/>
          </a:xfrm>
          <a:prstGeom prst="rect">
            <a:avLst/>
          </a:prstGeom>
          <a:noFill/>
          <a:ln>
            <a:noFill/>
          </a:ln>
        </p:spPr>
      </p:pic>
    </p:spTree>
    <p:extLst>
      <p:ext uri="{BB962C8B-B14F-4D97-AF65-F5344CB8AC3E}">
        <p14:creationId xmlns:p14="http://schemas.microsoft.com/office/powerpoint/2010/main" val="2755376142"/>
      </p:ext>
    </p:extLst>
  </p:cSld>
  <p:clrMapOvr>
    <a:masterClrMapping/>
  </p:clrMapOvr>
  <p:transition spd="slow">
    <p:push/>
  </p:transition>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1729"/>
        <p:cNvGrpSpPr/>
        <p:nvPr/>
      </p:nvGrpSpPr>
      <p:grpSpPr>
        <a:xfrm>
          <a:off x="0" y="0"/>
          <a:ext cx="0" cy="0"/>
          <a:chOff x="0" y="0"/>
          <a:chExt cx="0" cy="0"/>
        </a:xfrm>
      </p:grpSpPr>
      <p:pic>
        <p:nvPicPr>
          <p:cNvPr id="1730" name="Google Shape;1730;p151"/>
          <p:cNvPicPr preferRelativeResize="0"/>
          <p:nvPr/>
        </p:nvPicPr>
        <p:blipFill rotWithShape="1">
          <a:blip r:embed="rId3">
            <a:alphaModFix/>
          </a:blip>
          <a:srcRect/>
          <a:stretch/>
        </p:blipFill>
        <p:spPr>
          <a:xfrm>
            <a:off x="948115" y="211570"/>
            <a:ext cx="10295763" cy="6434852"/>
          </a:xfrm>
          <a:prstGeom prst="rect">
            <a:avLst/>
          </a:prstGeom>
          <a:noFill/>
          <a:ln>
            <a:noFill/>
          </a:ln>
          <a:effectLst>
            <a:outerShdw blurRad="101600" dist="50800" sx="101000" sy="101000" algn="ctr" rotWithShape="0">
              <a:srgbClr val="7F7F7F">
                <a:alpha val="20000"/>
              </a:srgbClr>
            </a:outerShdw>
          </a:effectLst>
        </p:spPr>
      </p:pic>
      <p:sp>
        <p:nvSpPr>
          <p:cNvPr id="1731" name="Google Shape;1731;p151"/>
          <p:cNvSpPr/>
          <p:nvPr/>
        </p:nvSpPr>
        <p:spPr>
          <a:xfrm>
            <a:off x="5368066" y="5120640"/>
            <a:ext cx="4579801" cy="1410148"/>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1" u="none" strike="noStrike" cap="none" dirty="0">
                <a:solidFill>
                  <a:schemeClr val="lt1"/>
                </a:solidFill>
                <a:latin typeface="Gotham Rounded Medium" panose="02000000000000000000" pitchFamily="50" charset="0"/>
                <a:ea typeface="Tahoma"/>
                <a:cs typeface="Tahoma"/>
                <a:sym typeface="Tahoma"/>
              </a:rPr>
              <a:t>¡Lo </a:t>
            </a:r>
            <a:r>
              <a:rPr lang="es-ES" sz="1800" b="0" i="1" u="none" strike="noStrike" cap="none" dirty="0" err="1">
                <a:solidFill>
                  <a:schemeClr val="lt1"/>
                </a:solidFill>
                <a:latin typeface="Gotham Rounded Medium" panose="02000000000000000000" pitchFamily="50" charset="0"/>
                <a:ea typeface="Tahoma"/>
                <a:cs typeface="Tahoma"/>
                <a:sym typeface="Tahoma"/>
              </a:rPr>
              <a:t>logramoooooos</a:t>
            </a:r>
            <a:r>
              <a:rPr lang="es-ES" sz="1800" b="0" i="1" u="none" strike="noStrike" cap="none" dirty="0">
                <a:solidFill>
                  <a:schemeClr val="lt1"/>
                </a:solidFill>
                <a:latin typeface="Gotham Rounded Medium" panose="02000000000000000000" pitchFamily="50" charset="0"/>
                <a:ea typeface="Tahoma"/>
                <a:cs typeface="Tahoma"/>
                <a:sym typeface="Tahoma"/>
              </a:rPr>
              <a:t>! Felicitaciones :)</a:t>
            </a:r>
            <a:endParaRPr sz="1800" b="0" i="1" u="none" strike="noStrike" cap="none" dirty="0">
              <a:solidFill>
                <a:srgbClr val="4A7B8B"/>
              </a:solidFill>
              <a:latin typeface="Gotham Rounded Medium" panose="02000000000000000000" pitchFamily="50" charset="0"/>
              <a:ea typeface="Tahoma"/>
              <a:cs typeface="Tahoma"/>
              <a:sym typeface="Tahoma"/>
            </a:endParaRPr>
          </a:p>
        </p:txBody>
      </p:sp>
    </p:spTree>
  </p:cSld>
  <p:clrMapOvr>
    <a:masterClrMapping/>
  </p:clrMapOvr>
  <p:transition spd="slow">
    <p:push/>
  </p:transition>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Shape 1736"/>
        <p:cNvGrpSpPr/>
        <p:nvPr/>
      </p:nvGrpSpPr>
      <p:grpSpPr>
        <a:xfrm>
          <a:off x="0" y="0"/>
          <a:ext cx="0" cy="0"/>
          <a:chOff x="0" y="0"/>
          <a:chExt cx="0" cy="0"/>
        </a:xfrm>
      </p:grpSpPr>
      <p:pic>
        <p:nvPicPr>
          <p:cNvPr id="1737" name="Google Shape;1737;p152"/>
          <p:cNvPicPr preferRelativeResize="0"/>
          <p:nvPr/>
        </p:nvPicPr>
        <p:blipFill rotWithShape="1">
          <a:blip r:embed="rId3">
            <a:alphaModFix/>
          </a:blip>
          <a:srcRect r="29068" b="29068"/>
          <a:stretch/>
        </p:blipFill>
        <p:spPr>
          <a:xfrm>
            <a:off x="948115" y="211574"/>
            <a:ext cx="10295763" cy="6434852"/>
          </a:xfrm>
          <a:prstGeom prst="rect">
            <a:avLst/>
          </a:prstGeom>
          <a:noFill/>
          <a:ln>
            <a:noFill/>
          </a:ln>
          <a:effectLst>
            <a:outerShdw blurRad="101600" dist="50800" sx="101000" sy="101000" algn="ctr" rotWithShape="0">
              <a:srgbClr val="7F7F7F">
                <a:alpha val="20000"/>
              </a:srgbClr>
            </a:outerShdw>
          </a:effectLst>
        </p:spPr>
      </p:pic>
      <p:sp>
        <p:nvSpPr>
          <p:cNvPr id="1738" name="Google Shape;1738;p152"/>
          <p:cNvSpPr/>
          <p:nvPr/>
        </p:nvSpPr>
        <p:spPr>
          <a:xfrm>
            <a:off x="3302598" y="3958813"/>
            <a:ext cx="8485570" cy="2571975"/>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Aquí vemos que el ”</a:t>
            </a:r>
            <a:r>
              <a:rPr lang="es-ES" sz="1800" b="0" i="0" u="none" strike="noStrike" cap="none" dirty="0" err="1">
                <a:solidFill>
                  <a:schemeClr val="lt1"/>
                </a:solidFill>
                <a:latin typeface="Gotham Rounded Medium" panose="02000000000000000000" pitchFamily="50" charset="0"/>
                <a:ea typeface="Tahoma"/>
                <a:cs typeface="Tahoma"/>
                <a:sym typeface="Tahoma"/>
              </a:rPr>
              <a:t>margin</a:t>
            </a:r>
            <a:r>
              <a:rPr lang="es-ES" sz="1800" b="0" i="0" u="none" strike="noStrike" cap="none" dirty="0">
                <a:solidFill>
                  <a:schemeClr val="lt1"/>
                </a:solidFill>
                <a:latin typeface="Gotham Rounded Medium" panose="02000000000000000000" pitchFamily="50" charset="0"/>
                <a:ea typeface="Tahoma"/>
                <a:cs typeface="Tahoma"/>
                <a:sym typeface="Tahoma"/>
              </a:rPr>
              <a:t>” es el espacio externo del &lt;</a:t>
            </a:r>
            <a:r>
              <a:rPr lang="es-ES" sz="1800" b="0" i="0" u="none" strike="noStrike" cap="none" dirty="0" err="1">
                <a:solidFill>
                  <a:schemeClr val="lt1"/>
                </a:solidFill>
                <a:latin typeface="Gotham Rounded Medium" panose="02000000000000000000" pitchFamily="50" charset="0"/>
                <a:ea typeface="Tahoma"/>
                <a:cs typeface="Tahoma"/>
                <a:sym typeface="Tahoma"/>
              </a:rPr>
              <a:t>body</a:t>
            </a:r>
            <a:r>
              <a:rPr lang="es-ES" sz="1800" b="0" i="0" u="none" strike="noStrike" cap="none" dirty="0">
                <a:solidFill>
                  <a:schemeClr val="lt1"/>
                </a:solidFill>
                <a:latin typeface="Gotham Rounded Medium" panose="02000000000000000000" pitchFamily="50" charset="0"/>
                <a:ea typeface="Tahoma"/>
                <a:cs typeface="Tahoma"/>
                <a:sym typeface="Tahoma"/>
              </a:rPr>
              <a:t>&gt;. A su vez, vemos el borde negro del &lt;</a:t>
            </a:r>
            <a:r>
              <a:rPr lang="es-ES" sz="1800" b="0" i="0" u="none" strike="noStrike" cap="none" dirty="0" err="1">
                <a:solidFill>
                  <a:schemeClr val="lt1"/>
                </a:solidFill>
                <a:latin typeface="Gotham Rounded Medium" panose="02000000000000000000" pitchFamily="50" charset="0"/>
                <a:ea typeface="Tahoma"/>
                <a:cs typeface="Tahoma"/>
                <a:sym typeface="Tahoma"/>
              </a:rPr>
              <a:t>body</a:t>
            </a:r>
            <a:r>
              <a:rPr lang="es-ES" sz="1800" b="0" i="0" u="none" strike="noStrike" cap="none" dirty="0">
                <a:solidFill>
                  <a:schemeClr val="lt1"/>
                </a:solidFill>
                <a:latin typeface="Gotham Rounded Medium" panose="02000000000000000000" pitchFamily="50" charset="0"/>
                <a:ea typeface="Tahoma"/>
                <a:cs typeface="Tahoma"/>
                <a:sym typeface="Tahoma"/>
              </a:rPr>
              <a:t>&gt; con la propiedad “</a:t>
            </a:r>
            <a:r>
              <a:rPr lang="es-ES" sz="1800" b="0" i="0" u="none" strike="noStrike" cap="none" dirty="0" err="1">
                <a:solidFill>
                  <a:schemeClr val="lt1"/>
                </a:solidFill>
                <a:latin typeface="Gotham Rounded Medium" panose="02000000000000000000" pitchFamily="50" charset="0"/>
                <a:ea typeface="Tahoma"/>
                <a:cs typeface="Tahoma"/>
                <a:sym typeface="Tahoma"/>
              </a:rPr>
              <a:t>border</a:t>
            </a:r>
            <a:r>
              <a:rPr lang="es-ES" sz="1800" b="0" i="0" u="none" strike="noStrike" cap="none" dirty="0">
                <a:solidFill>
                  <a:schemeClr val="lt1"/>
                </a:solidFill>
                <a:latin typeface="Gotham Rounded Medium" panose="02000000000000000000" pitchFamily="50" charset="0"/>
                <a:ea typeface="Tahoma"/>
                <a:cs typeface="Tahoma"/>
                <a:sym typeface="Tahoma"/>
              </a:rPr>
              <a:t>”. Por último, vemos que el “</a:t>
            </a:r>
            <a:r>
              <a:rPr lang="es-ES" sz="1800" b="0" i="0" u="none" strike="noStrike" cap="none" dirty="0" err="1">
                <a:solidFill>
                  <a:schemeClr val="lt1"/>
                </a:solidFill>
                <a:latin typeface="Gotham Rounded Medium" panose="02000000000000000000" pitchFamily="50" charset="0"/>
                <a:ea typeface="Tahoma"/>
                <a:cs typeface="Tahoma"/>
                <a:sym typeface="Tahoma"/>
              </a:rPr>
              <a:t>padding</a:t>
            </a:r>
            <a:r>
              <a:rPr lang="es-ES" sz="1800" b="0" i="0" u="none" strike="noStrike" cap="none" dirty="0">
                <a:solidFill>
                  <a:schemeClr val="lt1"/>
                </a:solidFill>
                <a:latin typeface="Gotham Rounded Medium" panose="02000000000000000000" pitchFamily="50" charset="0"/>
                <a:ea typeface="Tahoma"/>
                <a:cs typeface="Tahoma"/>
                <a:sym typeface="Tahoma"/>
              </a:rPr>
              <a:t>” es el espacio interno entre el borde y el contenido del &lt;</a:t>
            </a:r>
            <a:r>
              <a:rPr lang="es-ES" sz="1800" b="0" i="0" u="none" strike="noStrike" cap="none" dirty="0" err="1">
                <a:solidFill>
                  <a:schemeClr val="lt1"/>
                </a:solidFill>
                <a:latin typeface="Gotham Rounded Medium" panose="02000000000000000000" pitchFamily="50" charset="0"/>
                <a:ea typeface="Tahoma"/>
                <a:cs typeface="Tahoma"/>
                <a:sym typeface="Tahoma"/>
              </a:rPr>
              <a:t>body</a:t>
            </a:r>
            <a:r>
              <a:rPr lang="es-ES" sz="1800" b="0" i="0" u="none" strike="noStrike" cap="none" dirty="0">
                <a:solidFill>
                  <a:schemeClr val="lt1"/>
                </a:solidFill>
                <a:latin typeface="Gotham Rounded Medium" panose="02000000000000000000" pitchFamily="50" charset="0"/>
                <a:ea typeface="Tahoma"/>
                <a:cs typeface="Tahoma"/>
                <a:sym typeface="Tahoma"/>
              </a:rPr>
              <a:t>&gt;</a:t>
            </a:r>
            <a:endParaRPr sz="1800" b="0" i="1" u="none" strike="noStrike" cap="none" dirty="0">
              <a:solidFill>
                <a:schemeClr val="lt1"/>
              </a:solidFill>
              <a:latin typeface="Gotham Rounded Medium" panose="02000000000000000000" pitchFamily="50" charset="0"/>
              <a:ea typeface="Tahoma"/>
              <a:cs typeface="Tahoma"/>
              <a:sym typeface="Tahoma"/>
            </a:endParaRPr>
          </a:p>
        </p:txBody>
      </p:sp>
      <p:sp>
        <p:nvSpPr>
          <p:cNvPr id="1739" name="Google Shape;1739;p152"/>
          <p:cNvSpPr/>
          <p:nvPr/>
        </p:nvSpPr>
        <p:spPr>
          <a:xfrm>
            <a:off x="871370" y="2294051"/>
            <a:ext cx="566909" cy="225911"/>
          </a:xfrm>
          <a:prstGeom prst="leftRightArrow">
            <a:avLst>
              <a:gd name="adj1" fmla="val 50000"/>
              <a:gd name="adj2" fmla="val 50000"/>
            </a:avLst>
          </a:prstGeom>
          <a:solidFill>
            <a:srgbClr val="92D050"/>
          </a:solidFill>
          <a:ln w="19050" cap="flat" cmpd="sng">
            <a:solidFill>
              <a:schemeClr val="dk1"/>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40" name="Google Shape;1740;p152"/>
          <p:cNvSpPr/>
          <p:nvPr/>
        </p:nvSpPr>
        <p:spPr>
          <a:xfrm>
            <a:off x="1438279" y="3640996"/>
            <a:ext cx="1003707" cy="225911"/>
          </a:xfrm>
          <a:prstGeom prst="leftRightArrow">
            <a:avLst>
              <a:gd name="adj1" fmla="val 50000"/>
              <a:gd name="adj2" fmla="val 50000"/>
            </a:avLst>
          </a:prstGeom>
          <a:solidFill>
            <a:srgbClr val="92D050"/>
          </a:solidFill>
          <a:ln w="19050" cap="flat" cmpd="sng">
            <a:solidFill>
              <a:schemeClr val="dk1"/>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cxnSp>
        <p:nvCxnSpPr>
          <p:cNvPr id="1741" name="Google Shape;1741;p152"/>
          <p:cNvCxnSpPr/>
          <p:nvPr/>
        </p:nvCxnSpPr>
        <p:spPr>
          <a:xfrm>
            <a:off x="1438279" y="4827483"/>
            <a:ext cx="0" cy="1336649"/>
          </a:xfrm>
          <a:prstGeom prst="straightConnector1">
            <a:avLst/>
          </a:prstGeom>
          <a:noFill/>
          <a:ln w="57150" cap="flat" cmpd="sng">
            <a:solidFill>
              <a:srgbClr val="E8A47A"/>
            </a:solidFill>
            <a:prstDash val="solid"/>
            <a:miter lim="800000"/>
            <a:headEnd type="none" w="sm" len="sm"/>
            <a:tailEnd type="none" w="sm" len="sm"/>
          </a:ln>
        </p:spPr>
      </p:cxnSp>
      <p:sp>
        <p:nvSpPr>
          <p:cNvPr id="1742" name="Google Shape;1742;p152"/>
          <p:cNvSpPr/>
          <p:nvPr/>
        </p:nvSpPr>
        <p:spPr>
          <a:xfrm>
            <a:off x="1471894" y="3254627"/>
            <a:ext cx="104387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chemeClr val="dk1"/>
                </a:solidFill>
                <a:latin typeface="Arial"/>
                <a:ea typeface="Arial"/>
                <a:cs typeface="Arial"/>
                <a:sym typeface="Arial"/>
              </a:rPr>
              <a:t>padding:</a:t>
            </a:r>
            <a:endParaRPr sz="1400" b="0" i="0" u="none" strike="noStrike" cap="none">
              <a:solidFill>
                <a:schemeClr val="dk1"/>
              </a:solidFill>
              <a:latin typeface="Calibri"/>
              <a:ea typeface="Calibri"/>
              <a:cs typeface="Calibri"/>
              <a:sym typeface="Calibri"/>
            </a:endParaRPr>
          </a:p>
        </p:txBody>
      </p:sp>
      <p:sp>
        <p:nvSpPr>
          <p:cNvPr id="1743" name="Google Shape;1743;p152"/>
          <p:cNvSpPr/>
          <p:nvPr/>
        </p:nvSpPr>
        <p:spPr>
          <a:xfrm>
            <a:off x="535419" y="1927999"/>
            <a:ext cx="93647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chemeClr val="dk1"/>
                </a:solidFill>
                <a:latin typeface="Arial"/>
                <a:ea typeface="Arial"/>
                <a:cs typeface="Arial"/>
                <a:sym typeface="Arial"/>
              </a:rPr>
              <a:t>margin:</a:t>
            </a:r>
            <a:endParaRPr sz="1400" b="0" i="0" u="none" strike="noStrike" cap="none">
              <a:solidFill>
                <a:schemeClr val="dk1"/>
              </a:solidFill>
              <a:latin typeface="Calibri"/>
              <a:ea typeface="Calibri"/>
              <a:cs typeface="Calibri"/>
              <a:sym typeface="Calibri"/>
            </a:endParaRPr>
          </a:p>
        </p:txBody>
      </p:sp>
      <p:sp>
        <p:nvSpPr>
          <p:cNvPr id="1744" name="Google Shape;1744;p152"/>
          <p:cNvSpPr/>
          <p:nvPr/>
        </p:nvSpPr>
        <p:spPr>
          <a:xfrm rot="-5400000">
            <a:off x="743013" y="5103241"/>
            <a:ext cx="93647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chemeClr val="dk1"/>
                </a:solidFill>
                <a:latin typeface="Arial"/>
                <a:ea typeface="Arial"/>
                <a:cs typeface="Arial"/>
                <a:sym typeface="Arial"/>
              </a:rPr>
              <a:t>border:</a:t>
            </a:r>
            <a:endParaRPr sz="1400" b="0" i="0" u="none" strike="noStrike" cap="none">
              <a:solidFill>
                <a:schemeClr val="dk1"/>
              </a:solidFill>
              <a:latin typeface="Calibri"/>
              <a:ea typeface="Calibri"/>
              <a:cs typeface="Calibri"/>
              <a:sym typeface="Calibri"/>
            </a:endParaRPr>
          </a:p>
        </p:txBody>
      </p:sp>
    </p:spTree>
  </p:cSld>
  <p:clrMapOvr>
    <a:masterClrMapping/>
  </p:clrMapOvr>
  <p:transition spd="slow">
    <p:push/>
  </p:transition>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Shape 1749"/>
        <p:cNvGrpSpPr/>
        <p:nvPr/>
      </p:nvGrpSpPr>
      <p:grpSpPr>
        <a:xfrm>
          <a:off x="0" y="0"/>
          <a:ext cx="0" cy="0"/>
          <a:chOff x="0" y="0"/>
          <a:chExt cx="0" cy="0"/>
        </a:xfrm>
      </p:grpSpPr>
      <p:pic>
        <p:nvPicPr>
          <p:cNvPr id="1750" name="Google Shape;1750;p153"/>
          <p:cNvPicPr preferRelativeResize="0"/>
          <p:nvPr/>
        </p:nvPicPr>
        <p:blipFill rotWithShape="1">
          <a:blip r:embed="rId3">
            <a:alphaModFix/>
          </a:blip>
          <a:srcRect/>
          <a:stretch/>
        </p:blipFill>
        <p:spPr>
          <a:xfrm>
            <a:off x="948118" y="211574"/>
            <a:ext cx="10295764" cy="6434852"/>
          </a:xfrm>
          <a:prstGeom prst="rect">
            <a:avLst/>
          </a:prstGeom>
          <a:noFill/>
          <a:ln>
            <a:noFill/>
          </a:ln>
          <a:effectLst>
            <a:outerShdw blurRad="101600" dist="50800" sx="101000" sy="101000" algn="ctr" rotWithShape="0">
              <a:srgbClr val="7F7F7F">
                <a:alpha val="20000"/>
              </a:srgbClr>
            </a:outerShdw>
          </a:effectLst>
        </p:spPr>
      </p:pic>
      <p:sp>
        <p:nvSpPr>
          <p:cNvPr id="1751" name="Google Shape;1751;p153"/>
          <p:cNvSpPr/>
          <p:nvPr/>
        </p:nvSpPr>
        <p:spPr>
          <a:xfrm>
            <a:off x="2043953" y="3216536"/>
            <a:ext cx="4052047" cy="212464"/>
          </a:xfrm>
          <a:prstGeom prst="leftRightArrow">
            <a:avLst>
              <a:gd name="adj1" fmla="val 50000"/>
              <a:gd name="adj2" fmla="val 50000"/>
            </a:avLst>
          </a:prstGeom>
          <a:solidFill>
            <a:srgbClr val="92D050"/>
          </a:solidFill>
          <a:ln w="19050" cap="flat" cmpd="sng">
            <a:solidFill>
              <a:schemeClr val="dk1"/>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52" name="Google Shape;1752;p153"/>
          <p:cNvSpPr/>
          <p:nvPr/>
        </p:nvSpPr>
        <p:spPr>
          <a:xfrm>
            <a:off x="2796230" y="2661042"/>
            <a:ext cx="2547492"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dk1"/>
                </a:solidFill>
                <a:latin typeface="Arial"/>
                <a:ea typeface="Arial"/>
                <a:cs typeface="Arial"/>
                <a:sym typeface="Arial"/>
              </a:rPr>
              <a:t>Esto es el espacio</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dk1"/>
                </a:solidFill>
                <a:latin typeface="Arial"/>
                <a:ea typeface="Arial"/>
                <a:cs typeface="Arial"/>
                <a:sym typeface="Arial"/>
              </a:rPr>
              <a:t>que ocupa el contenido</a:t>
            </a:r>
            <a:endParaRPr sz="1400" b="0" i="0" u="none" strike="noStrike" cap="none">
              <a:solidFill>
                <a:schemeClr val="dk1"/>
              </a:solidFill>
              <a:latin typeface="Calibri"/>
              <a:ea typeface="Calibri"/>
              <a:cs typeface="Calibri"/>
              <a:sym typeface="Calibri"/>
            </a:endParaRPr>
          </a:p>
        </p:txBody>
      </p:sp>
      <p:pic>
        <p:nvPicPr>
          <p:cNvPr id="1753" name="Google Shape;1753;p153">
            <a:hlinkClick r:id="rId4"/>
          </p:cNvPr>
          <p:cNvPicPr preferRelativeResize="0"/>
          <p:nvPr/>
        </p:nvPicPr>
        <p:blipFill rotWithShape="1">
          <a:blip r:embed="rId5">
            <a:alphaModFix/>
          </a:blip>
          <a:srcRect/>
          <a:stretch/>
        </p:blipFill>
        <p:spPr>
          <a:xfrm>
            <a:off x="9765297" y="4231193"/>
            <a:ext cx="526842" cy="526842"/>
          </a:xfrm>
          <a:prstGeom prst="rect">
            <a:avLst/>
          </a:prstGeom>
          <a:noFill/>
          <a:ln>
            <a:noFill/>
          </a:ln>
        </p:spPr>
      </p:pic>
    </p:spTree>
  </p:cSld>
  <p:clrMapOvr>
    <a:masterClrMapping/>
  </p:clrMapOvr>
  <p:transition spd="slow">
    <p:push/>
  </p:transition>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Shape 1758"/>
        <p:cNvGrpSpPr/>
        <p:nvPr/>
      </p:nvGrpSpPr>
      <p:grpSpPr>
        <a:xfrm>
          <a:off x="0" y="0"/>
          <a:ext cx="0" cy="0"/>
          <a:chOff x="0" y="0"/>
          <a:chExt cx="0" cy="0"/>
        </a:xfrm>
      </p:grpSpPr>
      <p:pic>
        <p:nvPicPr>
          <p:cNvPr id="1759" name="Google Shape;1759;p154"/>
          <p:cNvPicPr preferRelativeResize="0"/>
          <p:nvPr/>
        </p:nvPicPr>
        <p:blipFill rotWithShape="1">
          <a:blip r:embed="rId3">
            <a:alphaModFix/>
          </a:blip>
          <a:srcRect/>
          <a:stretch/>
        </p:blipFill>
        <p:spPr>
          <a:xfrm>
            <a:off x="948118" y="211574"/>
            <a:ext cx="10295764" cy="6434852"/>
          </a:xfrm>
          <a:prstGeom prst="rect">
            <a:avLst/>
          </a:prstGeom>
          <a:noFill/>
          <a:ln>
            <a:noFill/>
          </a:ln>
          <a:effectLst>
            <a:outerShdw blurRad="101600" dist="50800" sx="101000" sy="101000" algn="ctr" rotWithShape="0">
              <a:srgbClr val="7F7F7F">
                <a:alpha val="20000"/>
              </a:srgbClr>
            </a:outerShdw>
          </a:effectLst>
        </p:spPr>
      </p:pic>
      <p:sp>
        <p:nvSpPr>
          <p:cNvPr id="1760" name="Google Shape;1760;p154"/>
          <p:cNvSpPr/>
          <p:nvPr/>
        </p:nvSpPr>
        <p:spPr>
          <a:xfrm>
            <a:off x="1312434" y="3205779"/>
            <a:ext cx="731520" cy="223221"/>
          </a:xfrm>
          <a:prstGeom prst="leftRightArrow">
            <a:avLst>
              <a:gd name="adj1" fmla="val 50000"/>
              <a:gd name="adj2" fmla="val 50000"/>
            </a:avLst>
          </a:prstGeom>
          <a:solidFill>
            <a:srgbClr val="92D050"/>
          </a:solidFill>
          <a:ln w="19050" cap="flat" cmpd="sng">
            <a:solidFill>
              <a:schemeClr val="dk1"/>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61" name="Google Shape;1761;p154"/>
          <p:cNvSpPr/>
          <p:nvPr/>
        </p:nvSpPr>
        <p:spPr>
          <a:xfrm>
            <a:off x="1253325" y="2816720"/>
            <a:ext cx="104387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chemeClr val="dk1"/>
                </a:solidFill>
                <a:latin typeface="Arial"/>
                <a:ea typeface="Arial"/>
                <a:cs typeface="Arial"/>
                <a:sym typeface="Arial"/>
              </a:rPr>
              <a:t>padding:</a:t>
            </a:r>
            <a:endParaRPr sz="1400" b="0" i="0" u="none" strike="noStrike" cap="none">
              <a:solidFill>
                <a:schemeClr val="dk1"/>
              </a:solidFill>
              <a:latin typeface="Calibri"/>
              <a:ea typeface="Calibri"/>
              <a:cs typeface="Calibri"/>
              <a:sym typeface="Calibri"/>
            </a:endParaRPr>
          </a:p>
        </p:txBody>
      </p:sp>
      <p:pic>
        <p:nvPicPr>
          <p:cNvPr id="1762" name="Google Shape;1762;p154">
            <a:hlinkClick r:id="rId4"/>
          </p:cNvPr>
          <p:cNvPicPr preferRelativeResize="0"/>
          <p:nvPr/>
        </p:nvPicPr>
        <p:blipFill rotWithShape="1">
          <a:blip r:embed="rId5">
            <a:alphaModFix/>
          </a:blip>
          <a:srcRect/>
          <a:stretch/>
        </p:blipFill>
        <p:spPr>
          <a:xfrm>
            <a:off x="10163330" y="4381800"/>
            <a:ext cx="526842" cy="526842"/>
          </a:xfrm>
          <a:prstGeom prst="rect">
            <a:avLst/>
          </a:prstGeom>
          <a:noFill/>
          <a:ln>
            <a:noFill/>
          </a:ln>
        </p:spPr>
      </p:pic>
      <p:sp>
        <p:nvSpPr>
          <p:cNvPr id="1763" name="Google Shape;1763;p154"/>
          <p:cNvSpPr/>
          <p:nvPr/>
        </p:nvSpPr>
        <p:spPr>
          <a:xfrm>
            <a:off x="6078071" y="3205779"/>
            <a:ext cx="731520" cy="223221"/>
          </a:xfrm>
          <a:prstGeom prst="leftRightArrow">
            <a:avLst>
              <a:gd name="adj1" fmla="val 50000"/>
              <a:gd name="adj2" fmla="val 50000"/>
            </a:avLst>
          </a:prstGeom>
          <a:solidFill>
            <a:srgbClr val="92D050"/>
          </a:solidFill>
          <a:ln w="19050" cap="flat" cmpd="sng">
            <a:solidFill>
              <a:schemeClr val="dk1"/>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64" name="Google Shape;1764;p154"/>
          <p:cNvSpPr/>
          <p:nvPr/>
        </p:nvSpPr>
        <p:spPr>
          <a:xfrm>
            <a:off x="6033340" y="2816720"/>
            <a:ext cx="104387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chemeClr val="dk1"/>
                </a:solidFill>
                <a:latin typeface="Arial"/>
                <a:ea typeface="Arial"/>
                <a:cs typeface="Arial"/>
                <a:sym typeface="Arial"/>
              </a:rPr>
              <a:t>padding:</a:t>
            </a:r>
            <a:endParaRPr sz="1400" b="0" i="0" u="none" strike="noStrike" cap="none">
              <a:solidFill>
                <a:schemeClr val="dk1"/>
              </a:solidFill>
              <a:latin typeface="Calibri"/>
              <a:ea typeface="Calibri"/>
              <a:cs typeface="Calibri"/>
              <a:sym typeface="Calibri"/>
            </a:endParaRPr>
          </a:p>
        </p:txBody>
      </p:sp>
      <p:sp>
        <p:nvSpPr>
          <p:cNvPr id="1765" name="Google Shape;1765;p154"/>
          <p:cNvSpPr/>
          <p:nvPr/>
        </p:nvSpPr>
        <p:spPr>
          <a:xfrm rot="-5400000">
            <a:off x="2773460" y="1235113"/>
            <a:ext cx="344245" cy="197669"/>
          </a:xfrm>
          <a:prstGeom prst="leftRightArrow">
            <a:avLst>
              <a:gd name="adj1" fmla="val 50000"/>
              <a:gd name="adj2" fmla="val 50000"/>
            </a:avLst>
          </a:prstGeom>
          <a:solidFill>
            <a:srgbClr val="92D050"/>
          </a:solidFill>
          <a:ln w="19050" cap="flat" cmpd="sng">
            <a:solidFill>
              <a:schemeClr val="dk1"/>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66" name="Google Shape;1766;p154"/>
          <p:cNvSpPr/>
          <p:nvPr/>
        </p:nvSpPr>
        <p:spPr>
          <a:xfrm rot="-5400000">
            <a:off x="2117359" y="1180058"/>
            <a:ext cx="104387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chemeClr val="dk1"/>
                </a:solidFill>
                <a:latin typeface="Arial"/>
                <a:ea typeface="Arial"/>
                <a:cs typeface="Arial"/>
                <a:sym typeface="Arial"/>
              </a:rPr>
              <a:t>padding:</a:t>
            </a:r>
            <a:endParaRPr sz="1400" b="0" i="0" u="none" strike="noStrike" cap="none">
              <a:solidFill>
                <a:schemeClr val="dk1"/>
              </a:solidFill>
              <a:latin typeface="Calibri"/>
              <a:ea typeface="Calibri"/>
              <a:cs typeface="Calibri"/>
              <a:sym typeface="Calibri"/>
            </a:endParaRPr>
          </a:p>
        </p:txBody>
      </p:sp>
    </p:spTree>
  </p:cSld>
  <p:clrMapOvr>
    <a:masterClrMapping/>
  </p:clrMapOvr>
  <p:transition spd="slow">
    <p:push/>
  </p:transition>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Shape 1771"/>
        <p:cNvGrpSpPr/>
        <p:nvPr/>
      </p:nvGrpSpPr>
      <p:grpSpPr>
        <a:xfrm>
          <a:off x="0" y="0"/>
          <a:ext cx="0" cy="0"/>
          <a:chOff x="0" y="0"/>
          <a:chExt cx="0" cy="0"/>
        </a:xfrm>
      </p:grpSpPr>
      <p:pic>
        <p:nvPicPr>
          <p:cNvPr id="1772" name="Google Shape;1772;p155"/>
          <p:cNvPicPr preferRelativeResize="0"/>
          <p:nvPr/>
        </p:nvPicPr>
        <p:blipFill rotWithShape="1">
          <a:blip r:embed="rId3">
            <a:alphaModFix/>
          </a:blip>
          <a:srcRect/>
          <a:stretch/>
        </p:blipFill>
        <p:spPr>
          <a:xfrm>
            <a:off x="948118" y="211573"/>
            <a:ext cx="10295764" cy="6434853"/>
          </a:xfrm>
          <a:prstGeom prst="rect">
            <a:avLst/>
          </a:prstGeom>
          <a:noFill/>
          <a:ln>
            <a:noFill/>
          </a:ln>
          <a:effectLst>
            <a:outerShdw blurRad="101600" dist="50800" sx="101000" sy="101000" algn="ctr" rotWithShape="0">
              <a:srgbClr val="7F7F7F">
                <a:alpha val="20000"/>
              </a:srgbClr>
            </a:outerShdw>
          </a:effectLst>
        </p:spPr>
      </p:pic>
      <p:pic>
        <p:nvPicPr>
          <p:cNvPr id="1773" name="Google Shape;1773;p155">
            <a:hlinkClick r:id="rId4"/>
          </p:cNvPr>
          <p:cNvPicPr preferRelativeResize="0"/>
          <p:nvPr/>
        </p:nvPicPr>
        <p:blipFill rotWithShape="1">
          <a:blip r:embed="rId5">
            <a:alphaModFix/>
          </a:blip>
          <a:srcRect/>
          <a:stretch/>
        </p:blipFill>
        <p:spPr>
          <a:xfrm>
            <a:off x="10366728" y="4553472"/>
            <a:ext cx="526842" cy="526842"/>
          </a:xfrm>
          <a:prstGeom prst="rect">
            <a:avLst/>
          </a:prstGeom>
          <a:noFill/>
          <a:ln>
            <a:noFill/>
          </a:ln>
        </p:spPr>
      </p:pic>
      <p:cxnSp>
        <p:nvCxnSpPr>
          <p:cNvPr id="1774" name="Google Shape;1774;p155"/>
          <p:cNvCxnSpPr/>
          <p:nvPr/>
        </p:nvCxnSpPr>
        <p:spPr>
          <a:xfrm>
            <a:off x="1298430" y="3713475"/>
            <a:ext cx="0" cy="1336649"/>
          </a:xfrm>
          <a:prstGeom prst="straightConnector1">
            <a:avLst/>
          </a:prstGeom>
          <a:noFill/>
          <a:ln w="57150" cap="flat" cmpd="sng">
            <a:solidFill>
              <a:srgbClr val="E8A47A"/>
            </a:solidFill>
            <a:prstDash val="solid"/>
            <a:miter lim="800000"/>
            <a:headEnd type="none" w="sm" len="sm"/>
            <a:tailEnd type="none" w="sm" len="sm"/>
          </a:ln>
        </p:spPr>
      </p:cxnSp>
      <p:sp>
        <p:nvSpPr>
          <p:cNvPr id="1775" name="Google Shape;1775;p155"/>
          <p:cNvSpPr/>
          <p:nvPr/>
        </p:nvSpPr>
        <p:spPr>
          <a:xfrm rot="-5400000">
            <a:off x="603164" y="4139840"/>
            <a:ext cx="93647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chemeClr val="dk1"/>
                </a:solidFill>
                <a:latin typeface="Arial"/>
                <a:ea typeface="Arial"/>
                <a:cs typeface="Arial"/>
                <a:sym typeface="Arial"/>
              </a:rPr>
              <a:t>border:</a:t>
            </a:r>
            <a:endParaRPr sz="1400" b="0" i="0" u="none" strike="noStrike" cap="none">
              <a:solidFill>
                <a:schemeClr val="dk1"/>
              </a:solidFill>
              <a:latin typeface="Calibri"/>
              <a:ea typeface="Calibri"/>
              <a:cs typeface="Calibri"/>
              <a:sym typeface="Calibri"/>
            </a:endParaRPr>
          </a:p>
        </p:txBody>
      </p:sp>
    </p:spTree>
  </p:cSld>
  <p:clrMapOvr>
    <a:masterClrMapping/>
  </p:clrMapOvr>
  <p:transition spd="slow">
    <p:push/>
  </p:transition>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Shape 1780"/>
        <p:cNvGrpSpPr/>
        <p:nvPr/>
      </p:nvGrpSpPr>
      <p:grpSpPr>
        <a:xfrm>
          <a:off x="0" y="0"/>
          <a:ext cx="0" cy="0"/>
          <a:chOff x="0" y="0"/>
          <a:chExt cx="0" cy="0"/>
        </a:xfrm>
      </p:grpSpPr>
      <p:pic>
        <p:nvPicPr>
          <p:cNvPr id="1781" name="Google Shape;1781;p156"/>
          <p:cNvPicPr preferRelativeResize="0"/>
          <p:nvPr/>
        </p:nvPicPr>
        <p:blipFill rotWithShape="1">
          <a:blip r:embed="rId3">
            <a:alphaModFix/>
          </a:blip>
          <a:srcRect/>
          <a:stretch/>
        </p:blipFill>
        <p:spPr>
          <a:xfrm>
            <a:off x="948118" y="211573"/>
            <a:ext cx="10295764" cy="6434853"/>
          </a:xfrm>
          <a:prstGeom prst="rect">
            <a:avLst/>
          </a:prstGeom>
          <a:noFill/>
          <a:ln>
            <a:noFill/>
          </a:ln>
          <a:effectLst>
            <a:outerShdw blurRad="101600" dist="50800" sx="101000" sy="101000" algn="ctr" rotWithShape="0">
              <a:srgbClr val="7F7F7F">
                <a:alpha val="20000"/>
              </a:srgbClr>
            </a:outerShdw>
          </a:effectLst>
        </p:spPr>
      </p:pic>
      <p:pic>
        <p:nvPicPr>
          <p:cNvPr id="1782" name="Google Shape;1782;p156">
            <a:hlinkClick r:id="rId4"/>
          </p:cNvPr>
          <p:cNvPicPr preferRelativeResize="0"/>
          <p:nvPr/>
        </p:nvPicPr>
        <p:blipFill rotWithShape="1">
          <a:blip r:embed="rId5">
            <a:alphaModFix/>
          </a:blip>
          <a:srcRect/>
          <a:stretch/>
        </p:blipFill>
        <p:spPr>
          <a:xfrm>
            <a:off x="10528093" y="4736352"/>
            <a:ext cx="526842" cy="526842"/>
          </a:xfrm>
          <a:prstGeom prst="rect">
            <a:avLst/>
          </a:prstGeom>
          <a:noFill/>
          <a:ln>
            <a:noFill/>
          </a:ln>
        </p:spPr>
      </p:pic>
      <p:sp>
        <p:nvSpPr>
          <p:cNvPr id="1783" name="Google Shape;1783;p156"/>
          <p:cNvSpPr/>
          <p:nvPr/>
        </p:nvSpPr>
        <p:spPr>
          <a:xfrm>
            <a:off x="948118" y="1939049"/>
            <a:ext cx="350311" cy="180208"/>
          </a:xfrm>
          <a:prstGeom prst="leftRightArrow">
            <a:avLst>
              <a:gd name="adj1" fmla="val 50000"/>
              <a:gd name="adj2" fmla="val 50000"/>
            </a:avLst>
          </a:prstGeom>
          <a:solidFill>
            <a:srgbClr val="92D050"/>
          </a:solidFill>
          <a:ln w="19050" cap="flat" cmpd="sng">
            <a:solidFill>
              <a:schemeClr val="dk1"/>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84" name="Google Shape;1784;p156"/>
          <p:cNvSpPr/>
          <p:nvPr/>
        </p:nvSpPr>
        <p:spPr>
          <a:xfrm>
            <a:off x="395569" y="1572996"/>
            <a:ext cx="93647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chemeClr val="dk1"/>
                </a:solidFill>
                <a:latin typeface="Arial"/>
                <a:ea typeface="Arial"/>
                <a:cs typeface="Arial"/>
                <a:sym typeface="Arial"/>
              </a:rPr>
              <a:t>margin:</a:t>
            </a:r>
            <a:endParaRPr sz="1400" b="0" i="0" u="none" strike="noStrike" cap="none">
              <a:solidFill>
                <a:schemeClr val="dk1"/>
              </a:solidFill>
              <a:latin typeface="Calibri"/>
              <a:ea typeface="Calibri"/>
              <a:cs typeface="Calibri"/>
              <a:sym typeface="Calibri"/>
            </a:endParaRPr>
          </a:p>
        </p:txBody>
      </p:sp>
      <p:sp>
        <p:nvSpPr>
          <p:cNvPr id="1785" name="Google Shape;1785;p156"/>
          <p:cNvSpPr/>
          <p:nvPr/>
        </p:nvSpPr>
        <p:spPr>
          <a:xfrm>
            <a:off x="6811036" y="1939049"/>
            <a:ext cx="350311" cy="180208"/>
          </a:xfrm>
          <a:prstGeom prst="leftRightArrow">
            <a:avLst>
              <a:gd name="adj1" fmla="val 50000"/>
              <a:gd name="adj2" fmla="val 50000"/>
            </a:avLst>
          </a:prstGeom>
          <a:solidFill>
            <a:srgbClr val="92D050"/>
          </a:solidFill>
          <a:ln w="19050" cap="flat" cmpd="sng">
            <a:solidFill>
              <a:schemeClr val="dk1"/>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86" name="Google Shape;1786;p156"/>
          <p:cNvSpPr/>
          <p:nvPr/>
        </p:nvSpPr>
        <p:spPr>
          <a:xfrm>
            <a:off x="6258487" y="1572996"/>
            <a:ext cx="93647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chemeClr val="dk1"/>
                </a:solidFill>
                <a:latin typeface="Arial"/>
                <a:ea typeface="Arial"/>
                <a:cs typeface="Arial"/>
                <a:sym typeface="Arial"/>
              </a:rPr>
              <a:t>margin:</a:t>
            </a:r>
            <a:endParaRPr sz="1400" b="0" i="0" u="none" strike="noStrike" cap="none">
              <a:solidFill>
                <a:schemeClr val="dk1"/>
              </a:solidFill>
              <a:latin typeface="Calibri"/>
              <a:ea typeface="Calibri"/>
              <a:cs typeface="Calibri"/>
              <a:sym typeface="Calibri"/>
            </a:endParaRPr>
          </a:p>
        </p:txBody>
      </p:sp>
      <p:sp>
        <p:nvSpPr>
          <p:cNvPr id="1787" name="Google Shape;1787;p156"/>
          <p:cNvSpPr/>
          <p:nvPr/>
        </p:nvSpPr>
        <p:spPr>
          <a:xfrm rot="-5400000">
            <a:off x="2100978" y="875837"/>
            <a:ext cx="350311" cy="180208"/>
          </a:xfrm>
          <a:prstGeom prst="leftRightArrow">
            <a:avLst>
              <a:gd name="adj1" fmla="val 50000"/>
              <a:gd name="adj2" fmla="val 50000"/>
            </a:avLst>
          </a:prstGeom>
          <a:solidFill>
            <a:srgbClr val="92D050"/>
          </a:solidFill>
          <a:ln w="19050" cap="flat" cmpd="sng">
            <a:solidFill>
              <a:schemeClr val="dk1"/>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88" name="Google Shape;1788;p156"/>
          <p:cNvSpPr/>
          <p:nvPr/>
        </p:nvSpPr>
        <p:spPr>
          <a:xfrm rot="-5400000">
            <a:off x="1475795" y="950870"/>
            <a:ext cx="93647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chemeClr val="dk1"/>
                </a:solidFill>
                <a:latin typeface="Arial"/>
                <a:ea typeface="Arial"/>
                <a:cs typeface="Arial"/>
                <a:sym typeface="Arial"/>
              </a:rPr>
              <a:t>margin:</a:t>
            </a:r>
            <a:endParaRPr sz="1400" b="0" i="0" u="none" strike="noStrike" cap="none">
              <a:solidFill>
                <a:schemeClr val="dk1"/>
              </a:solidFill>
              <a:latin typeface="Calibri"/>
              <a:ea typeface="Calibri"/>
              <a:cs typeface="Calibri"/>
              <a:sym typeface="Calibri"/>
            </a:endParaRPr>
          </a:p>
        </p:txBody>
      </p:sp>
    </p:spTree>
  </p:cSld>
  <p:clrMapOvr>
    <a:masterClrMapping/>
  </p:clrMapOvr>
  <p:transition spd="slow">
    <p:push/>
  </p:transition>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Shape 1799"/>
        <p:cNvGrpSpPr/>
        <p:nvPr/>
      </p:nvGrpSpPr>
      <p:grpSpPr>
        <a:xfrm>
          <a:off x="0" y="0"/>
          <a:ext cx="0" cy="0"/>
          <a:chOff x="0" y="0"/>
          <a:chExt cx="0" cy="0"/>
        </a:xfrm>
      </p:grpSpPr>
      <p:pic>
        <p:nvPicPr>
          <p:cNvPr id="4"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1801" name="Google Shape;1801;p158"/>
          <p:cNvSpPr/>
          <p:nvPr/>
        </p:nvSpPr>
        <p:spPr>
          <a:xfrm>
            <a:off x="1618663" y="669208"/>
            <a:ext cx="8954674"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rgbClr val="7030A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rgbClr val="7030A0"/>
                </a:solidFill>
                <a:latin typeface="Gotham Rounded Medium" panose="02000000000000000000" pitchFamily="50" charset="0"/>
                <a:sym typeface="Arial"/>
              </a:rPr>
              <a:t>Fin de la parte práctica</a:t>
            </a:r>
            <a:endParaRPr sz="1400" b="0" i="0" u="none" strike="noStrike" cap="none" dirty="0">
              <a:solidFill>
                <a:srgbClr val="7030A0"/>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rgbClr val="7030A0"/>
              </a:solidFill>
              <a:latin typeface="Arial"/>
              <a:ea typeface="Arial"/>
              <a:cs typeface="Arial"/>
              <a:sym typeface="Arial"/>
            </a:endParaRPr>
          </a:p>
        </p:txBody>
      </p:sp>
    </p:spTree>
  </p:cSld>
  <p:clrMapOvr>
    <a:masterClrMapping/>
  </p:clrMapOvr>
  <p:transition spd="slow">
    <p:push/>
  </p:transition>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Shape 1806"/>
        <p:cNvGrpSpPr/>
        <p:nvPr/>
      </p:nvGrpSpPr>
      <p:grpSpPr>
        <a:xfrm>
          <a:off x="0" y="0"/>
          <a:ext cx="0" cy="0"/>
          <a:chOff x="0" y="0"/>
          <a:chExt cx="0" cy="0"/>
        </a:xfrm>
      </p:grpSpPr>
      <p:sp>
        <p:nvSpPr>
          <p:cNvPr id="1807" name="Google Shape;1807;p159"/>
          <p:cNvSpPr/>
          <p:nvPr/>
        </p:nvSpPr>
        <p:spPr>
          <a:xfrm>
            <a:off x="639493" y="533237"/>
            <a:ext cx="6184420"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S" sz="2400" b="1" i="0" u="none" strike="noStrike" cap="none" dirty="0">
                <a:solidFill>
                  <a:schemeClr val="lt1"/>
                </a:solidFill>
                <a:latin typeface="Gotham Rounded Medium" panose="02000000000000000000" pitchFamily="50" charset="0"/>
                <a:sym typeface="Arial"/>
              </a:rPr>
              <a:t>Álbum de &lt;etiquetas&gt; principales</a:t>
            </a:r>
            <a:endParaRPr sz="1400" b="0" i="0" u="none" strike="noStrike" cap="none" dirty="0">
              <a:solidFill>
                <a:srgbClr val="000000"/>
              </a:solidFill>
              <a:latin typeface="Gotham Rounded Medium" panose="02000000000000000000" pitchFamily="50" charset="0"/>
              <a:sym typeface="Arial"/>
            </a:endParaRPr>
          </a:p>
        </p:txBody>
      </p:sp>
      <p:graphicFrame>
        <p:nvGraphicFramePr>
          <p:cNvPr id="1808" name="Google Shape;1808;p159"/>
          <p:cNvGraphicFramePr/>
          <p:nvPr>
            <p:extLst>
              <p:ext uri="{D42A27DB-BD31-4B8C-83A1-F6EECF244321}">
                <p14:modId xmlns:p14="http://schemas.microsoft.com/office/powerpoint/2010/main" val="1663977181"/>
              </p:ext>
            </p:extLst>
          </p:nvPr>
        </p:nvGraphicFramePr>
        <p:xfrm>
          <a:off x="780144" y="1491345"/>
          <a:ext cx="1964400" cy="1065050"/>
        </p:xfrm>
        <a:graphic>
          <a:graphicData uri="http://schemas.openxmlformats.org/drawingml/2006/table">
            <a:tbl>
              <a:tblPr firstRow="1" bandRow="1">
                <a:noFill/>
                <a:tableStyleId>{41272BF2-6FC2-4F72-8B00-76E79A4D9CF1}</a:tableStyleId>
              </a:tblPr>
              <a:tblGrid>
                <a:gridCol w="1964400">
                  <a:extLst>
                    <a:ext uri="{9D8B030D-6E8A-4147-A177-3AD203B41FA5}">
                      <a16:colId xmlns:a16="http://schemas.microsoft.com/office/drawing/2014/main" val="20000"/>
                    </a:ext>
                  </a:extLst>
                </a:gridCol>
              </a:tblGrid>
              <a:tr h="608600">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err="1">
                          <a:solidFill>
                            <a:schemeClr val="lt1"/>
                          </a:solidFill>
                          <a:latin typeface="Gotham Rounded Medium" panose="02000000000000000000" pitchFamily="50" charset="0"/>
                          <a:ea typeface="Arial"/>
                          <a:cs typeface="Arial"/>
                          <a:sym typeface="Arial"/>
                        </a:rPr>
                        <a:t>Raiz</a:t>
                      </a:r>
                      <a:endParaRPr sz="1800" b="1" u="none" strike="noStrike" cap="none" dirty="0">
                        <a:solidFill>
                          <a:schemeClr val="lt1"/>
                        </a:solidFill>
                        <a:latin typeface="Gotham Rounded Medium" panose="02000000000000000000"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html</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1809" name="Google Shape;1809;p159"/>
          <p:cNvGraphicFramePr/>
          <p:nvPr>
            <p:extLst>
              <p:ext uri="{D42A27DB-BD31-4B8C-83A1-F6EECF244321}">
                <p14:modId xmlns:p14="http://schemas.microsoft.com/office/powerpoint/2010/main" val="3848699032"/>
              </p:ext>
            </p:extLst>
          </p:nvPr>
        </p:nvGraphicFramePr>
        <p:xfrm>
          <a:off x="2993612" y="1491345"/>
          <a:ext cx="2561775" cy="2881025"/>
        </p:xfrm>
        <a:graphic>
          <a:graphicData uri="http://schemas.openxmlformats.org/drawingml/2006/table">
            <a:tbl>
              <a:tblPr firstRow="1" bandRow="1">
                <a:noFill/>
                <a:tableStyleId>{41272BF2-6FC2-4F72-8B00-76E79A4D9CF1}</a:tableStyleId>
              </a:tblPr>
              <a:tblGrid>
                <a:gridCol w="2561775">
                  <a:extLst>
                    <a:ext uri="{9D8B030D-6E8A-4147-A177-3AD203B41FA5}">
                      <a16:colId xmlns:a16="http://schemas.microsoft.com/office/drawing/2014/main" val="20000"/>
                    </a:ext>
                  </a:extLst>
                </a:gridCol>
              </a:tblGrid>
              <a:tr h="606525">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Medium" panose="02000000000000000000" pitchFamily="50" charset="0"/>
                          <a:ea typeface="Arial"/>
                          <a:cs typeface="Arial"/>
                          <a:sym typeface="Arial"/>
                        </a:rPr>
                        <a:t>Texto</a:t>
                      </a:r>
                      <a:endParaRPr sz="1800" b="1" u="none" strike="noStrike" cap="none" dirty="0">
                        <a:solidFill>
                          <a:schemeClr val="lt1"/>
                        </a:solidFill>
                        <a:latin typeface="Gotham Rounded Medium" panose="02000000000000000000"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&lt;h1&gt;, &lt;h2&gt;,...&lt;h6&gt;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hr</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&lt;p&gt;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br</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1810" name="Google Shape;1810;p159"/>
          <p:cNvGraphicFramePr/>
          <p:nvPr>
            <p:extLst>
              <p:ext uri="{D42A27DB-BD31-4B8C-83A1-F6EECF244321}">
                <p14:modId xmlns:p14="http://schemas.microsoft.com/office/powerpoint/2010/main" val="3796188211"/>
              </p:ext>
            </p:extLst>
          </p:nvPr>
        </p:nvGraphicFramePr>
        <p:xfrm>
          <a:off x="5804440" y="1491345"/>
          <a:ext cx="2561775" cy="4700625"/>
        </p:xfrm>
        <a:graphic>
          <a:graphicData uri="http://schemas.openxmlformats.org/drawingml/2006/table">
            <a:tbl>
              <a:tblPr firstRow="1" bandRow="1">
                <a:noFill/>
                <a:tableStyleId>{41272BF2-6FC2-4F72-8B00-76E79A4D9CF1}</a:tableStyleId>
              </a:tblPr>
              <a:tblGrid>
                <a:gridCol w="2561775">
                  <a:extLst>
                    <a:ext uri="{9D8B030D-6E8A-4147-A177-3AD203B41FA5}">
                      <a16:colId xmlns:a16="http://schemas.microsoft.com/office/drawing/2014/main" val="20000"/>
                    </a:ext>
                  </a:extLst>
                </a:gridCol>
              </a:tblGrid>
              <a:tr h="606525">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Medium" panose="02000000000000000000" pitchFamily="50" charset="0"/>
                          <a:ea typeface="Arial"/>
                          <a:cs typeface="Arial"/>
                          <a:sym typeface="Arial"/>
                        </a:rPr>
                        <a:t>Secciones</a:t>
                      </a:r>
                      <a:endParaRPr sz="1800" b="1" u="none" strike="noStrike" cap="none" dirty="0">
                        <a:solidFill>
                          <a:schemeClr val="lt1"/>
                        </a:solidFill>
                        <a:latin typeface="Gotham Rounded Medium" panose="02000000000000000000"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body</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a typeface="Tahoma"/>
                        <a:cs typeface="Tahoma"/>
                        <a:sym typeface="Tahom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header</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nav</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aside</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main</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section</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article</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footer</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8"/>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&lt;div&gt;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graphicFrame>
        <p:nvGraphicFramePr>
          <p:cNvPr id="1811" name="Google Shape;1811;p159"/>
          <p:cNvGraphicFramePr/>
          <p:nvPr>
            <p:extLst>
              <p:ext uri="{D42A27DB-BD31-4B8C-83A1-F6EECF244321}">
                <p14:modId xmlns:p14="http://schemas.microsoft.com/office/powerpoint/2010/main" val="78143099"/>
              </p:ext>
            </p:extLst>
          </p:nvPr>
        </p:nvGraphicFramePr>
        <p:xfrm>
          <a:off x="8615268" y="1491345"/>
          <a:ext cx="2561775" cy="1516325"/>
        </p:xfrm>
        <a:graphic>
          <a:graphicData uri="http://schemas.openxmlformats.org/drawingml/2006/table">
            <a:tbl>
              <a:tblPr firstRow="1" bandRow="1">
                <a:noFill/>
                <a:tableStyleId>{41272BF2-6FC2-4F72-8B00-76E79A4D9CF1}</a:tableStyleId>
              </a:tblPr>
              <a:tblGrid>
                <a:gridCol w="2561775">
                  <a:extLst>
                    <a:ext uri="{9D8B030D-6E8A-4147-A177-3AD203B41FA5}">
                      <a16:colId xmlns:a16="http://schemas.microsoft.com/office/drawing/2014/main" val="20000"/>
                    </a:ext>
                  </a:extLst>
                </a:gridCol>
              </a:tblGrid>
              <a:tr h="606525">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Medium" panose="02000000000000000000" pitchFamily="50" charset="0"/>
                          <a:ea typeface="Arial"/>
                          <a:cs typeface="Arial"/>
                          <a:sym typeface="Arial"/>
                        </a:rPr>
                        <a:t>Extras</a:t>
                      </a:r>
                      <a:endParaRPr sz="1400" u="none" strike="noStrike" cap="none" dirty="0">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&lt;!DOCTYPE </a:t>
                      </a:r>
                      <a:r>
                        <a:rPr lang="es-ES" sz="1400" u="none" strike="noStrike" cap="none" dirty="0" err="1">
                          <a:solidFill>
                            <a:schemeClr val="tx1"/>
                          </a:solidFill>
                          <a:latin typeface="Gotham Rounded Medium" panose="02000000000000000000" pitchFamily="50" charset="0"/>
                          <a:ea typeface="Tahoma"/>
                          <a:cs typeface="Tahoma"/>
                          <a:sym typeface="Tahoma"/>
                        </a:rPr>
                        <a:t>html</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a typeface="Tahoma"/>
                        <a:cs typeface="Tahoma"/>
                        <a:sym typeface="Tahom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&lt;!--Comentario--&gt;</a:t>
                      </a:r>
                      <a:endParaRPr sz="1400" u="none" strike="noStrike" cap="none" dirty="0">
                        <a:solidFill>
                          <a:schemeClr val="tx1"/>
                        </a:solidFill>
                        <a:latin typeface="Gotham Rounded Medium" panose="02000000000000000000" pitchFamily="50" charset="0"/>
                        <a:ea typeface="Tahoma"/>
                        <a:cs typeface="Tahoma"/>
                        <a:sym typeface="Tahom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1812" name="Google Shape;1812;p159"/>
          <p:cNvPicPr preferRelativeResize="0"/>
          <p:nvPr/>
        </p:nvPicPr>
        <p:blipFill rotWithShape="1">
          <a:blip r:embed="rId3">
            <a:alphaModFix/>
          </a:blip>
          <a:srcRect/>
          <a:stretch/>
        </p:blipFill>
        <p:spPr>
          <a:xfrm>
            <a:off x="6823913" y="2640686"/>
            <a:ext cx="531524" cy="279050"/>
          </a:xfrm>
          <a:prstGeom prst="rect">
            <a:avLst/>
          </a:prstGeom>
          <a:noFill/>
          <a:ln>
            <a:noFill/>
          </a:ln>
        </p:spPr>
      </p:pic>
      <p:pic>
        <p:nvPicPr>
          <p:cNvPr id="1813" name="Google Shape;1813;p159"/>
          <p:cNvPicPr preferRelativeResize="0"/>
          <p:nvPr/>
        </p:nvPicPr>
        <p:blipFill rotWithShape="1">
          <a:blip r:embed="rId3">
            <a:alphaModFix/>
          </a:blip>
          <a:srcRect/>
          <a:stretch/>
        </p:blipFill>
        <p:spPr>
          <a:xfrm>
            <a:off x="6823913" y="3097886"/>
            <a:ext cx="531524" cy="279050"/>
          </a:xfrm>
          <a:prstGeom prst="rect">
            <a:avLst/>
          </a:prstGeom>
          <a:noFill/>
          <a:ln>
            <a:noFill/>
          </a:ln>
        </p:spPr>
      </p:pic>
      <p:pic>
        <p:nvPicPr>
          <p:cNvPr id="1814" name="Google Shape;1814;p159"/>
          <p:cNvPicPr preferRelativeResize="0"/>
          <p:nvPr/>
        </p:nvPicPr>
        <p:blipFill rotWithShape="1">
          <a:blip r:embed="rId3">
            <a:alphaModFix/>
          </a:blip>
          <a:srcRect/>
          <a:stretch/>
        </p:blipFill>
        <p:spPr>
          <a:xfrm>
            <a:off x="6823913" y="3555086"/>
            <a:ext cx="531524" cy="279050"/>
          </a:xfrm>
          <a:prstGeom prst="rect">
            <a:avLst/>
          </a:prstGeom>
          <a:noFill/>
          <a:ln>
            <a:noFill/>
          </a:ln>
        </p:spPr>
      </p:pic>
      <p:pic>
        <p:nvPicPr>
          <p:cNvPr id="1815" name="Google Shape;1815;p159"/>
          <p:cNvPicPr preferRelativeResize="0"/>
          <p:nvPr/>
        </p:nvPicPr>
        <p:blipFill rotWithShape="1">
          <a:blip r:embed="rId3">
            <a:alphaModFix/>
          </a:blip>
          <a:srcRect/>
          <a:stretch/>
        </p:blipFill>
        <p:spPr>
          <a:xfrm>
            <a:off x="6823913" y="4012286"/>
            <a:ext cx="531524" cy="279050"/>
          </a:xfrm>
          <a:prstGeom prst="rect">
            <a:avLst/>
          </a:prstGeom>
          <a:noFill/>
          <a:ln>
            <a:noFill/>
          </a:ln>
        </p:spPr>
      </p:pic>
      <p:pic>
        <p:nvPicPr>
          <p:cNvPr id="1816" name="Google Shape;1816;p159"/>
          <p:cNvPicPr preferRelativeResize="0"/>
          <p:nvPr/>
        </p:nvPicPr>
        <p:blipFill rotWithShape="1">
          <a:blip r:embed="rId3">
            <a:alphaModFix/>
          </a:blip>
          <a:srcRect/>
          <a:stretch/>
        </p:blipFill>
        <p:spPr>
          <a:xfrm>
            <a:off x="6823913" y="4457763"/>
            <a:ext cx="531524" cy="279050"/>
          </a:xfrm>
          <a:prstGeom prst="rect">
            <a:avLst/>
          </a:prstGeom>
          <a:noFill/>
          <a:ln>
            <a:noFill/>
          </a:ln>
        </p:spPr>
      </p:pic>
      <p:pic>
        <p:nvPicPr>
          <p:cNvPr id="1817" name="Google Shape;1817;p159"/>
          <p:cNvPicPr preferRelativeResize="0"/>
          <p:nvPr/>
        </p:nvPicPr>
        <p:blipFill rotWithShape="1">
          <a:blip r:embed="rId3">
            <a:alphaModFix/>
          </a:blip>
          <a:srcRect/>
          <a:stretch/>
        </p:blipFill>
        <p:spPr>
          <a:xfrm>
            <a:off x="6823913" y="4914963"/>
            <a:ext cx="531524" cy="279050"/>
          </a:xfrm>
          <a:prstGeom prst="rect">
            <a:avLst/>
          </a:prstGeom>
          <a:noFill/>
          <a:ln>
            <a:noFill/>
          </a:ln>
        </p:spPr>
      </p:pic>
      <p:pic>
        <p:nvPicPr>
          <p:cNvPr id="1818" name="Google Shape;1818;p159"/>
          <p:cNvPicPr preferRelativeResize="0"/>
          <p:nvPr/>
        </p:nvPicPr>
        <p:blipFill rotWithShape="1">
          <a:blip r:embed="rId3">
            <a:alphaModFix/>
          </a:blip>
          <a:srcRect/>
          <a:stretch/>
        </p:blipFill>
        <p:spPr>
          <a:xfrm>
            <a:off x="6823913" y="5372163"/>
            <a:ext cx="531524" cy="279050"/>
          </a:xfrm>
          <a:prstGeom prst="rect">
            <a:avLst/>
          </a:prstGeom>
          <a:noFill/>
          <a:ln>
            <a:noFill/>
          </a:ln>
        </p:spPr>
      </p:pic>
      <p:pic>
        <p:nvPicPr>
          <p:cNvPr id="1819" name="Google Shape;1819;p159"/>
          <p:cNvPicPr preferRelativeResize="0"/>
          <p:nvPr/>
        </p:nvPicPr>
        <p:blipFill rotWithShape="1">
          <a:blip r:embed="rId3">
            <a:alphaModFix/>
          </a:blip>
          <a:srcRect/>
          <a:stretch/>
        </p:blipFill>
        <p:spPr>
          <a:xfrm>
            <a:off x="6823913" y="5829363"/>
            <a:ext cx="531524" cy="279050"/>
          </a:xfrm>
          <a:prstGeom prst="rect">
            <a:avLst/>
          </a:prstGeom>
          <a:noFill/>
          <a:ln>
            <a:noFill/>
          </a:ln>
        </p:spPr>
      </p:pic>
      <p:graphicFrame>
        <p:nvGraphicFramePr>
          <p:cNvPr id="1820" name="Google Shape;1820;p159"/>
          <p:cNvGraphicFramePr/>
          <p:nvPr>
            <p:extLst>
              <p:ext uri="{D42A27DB-BD31-4B8C-83A1-F6EECF244321}">
                <p14:modId xmlns:p14="http://schemas.microsoft.com/office/powerpoint/2010/main" val="3381680097"/>
              </p:ext>
            </p:extLst>
          </p:nvPr>
        </p:nvGraphicFramePr>
        <p:xfrm>
          <a:off x="796915" y="2843537"/>
          <a:ext cx="1964400" cy="2890850"/>
        </p:xfrm>
        <a:graphic>
          <a:graphicData uri="http://schemas.openxmlformats.org/drawingml/2006/table">
            <a:tbl>
              <a:tblPr firstRow="1" bandRow="1">
                <a:noFill/>
                <a:tableStyleId>{41272BF2-6FC2-4F72-8B00-76E79A4D9CF1}</a:tableStyleId>
              </a:tblPr>
              <a:tblGrid>
                <a:gridCol w="1964400">
                  <a:extLst>
                    <a:ext uri="{9D8B030D-6E8A-4147-A177-3AD203B41FA5}">
                      <a16:colId xmlns:a16="http://schemas.microsoft.com/office/drawing/2014/main" val="20000"/>
                    </a:ext>
                  </a:extLst>
                </a:gridCol>
              </a:tblGrid>
              <a:tr h="608600">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Medium" panose="02000000000000000000" pitchFamily="50" charset="0"/>
                          <a:ea typeface="Arial"/>
                          <a:cs typeface="Arial"/>
                          <a:sym typeface="Arial"/>
                        </a:rPr>
                        <a:t>Metadatos</a:t>
                      </a:r>
                      <a:endParaRPr sz="1800" b="1" u="none" strike="noStrike" cap="none" dirty="0">
                        <a:solidFill>
                          <a:schemeClr val="lt1"/>
                        </a:solidFill>
                        <a:latin typeface="Gotham Rounded Medium" panose="02000000000000000000"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&lt;head&gt;</a:t>
                      </a:r>
                      <a:endParaRPr sz="1400" u="none" strike="noStrike" cap="none" dirty="0">
                        <a:solidFill>
                          <a:schemeClr val="tx1"/>
                        </a:solidFill>
                        <a:latin typeface="Gotham Rounded Medium" panose="02000000000000000000" pitchFamily="50" charset="0"/>
                        <a:ea typeface="Tahoma"/>
                        <a:cs typeface="Tahoma"/>
                        <a:sym typeface="Tahoma"/>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&lt;meta&gt;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title</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style</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5645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&lt;link&gt;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1821" name="Google Shape;1821;p159"/>
          <p:cNvGraphicFramePr/>
          <p:nvPr>
            <p:extLst>
              <p:ext uri="{D42A27DB-BD31-4B8C-83A1-F6EECF244321}">
                <p14:modId xmlns:p14="http://schemas.microsoft.com/office/powerpoint/2010/main" val="1253284334"/>
              </p:ext>
            </p:extLst>
          </p:nvPr>
        </p:nvGraphicFramePr>
        <p:xfrm>
          <a:off x="2993612" y="4667915"/>
          <a:ext cx="2561775" cy="1061425"/>
        </p:xfrm>
        <a:graphic>
          <a:graphicData uri="http://schemas.openxmlformats.org/drawingml/2006/table">
            <a:tbl>
              <a:tblPr firstRow="1" bandRow="1">
                <a:noFill/>
                <a:tableStyleId>{41272BF2-6FC2-4F72-8B00-76E79A4D9CF1}</a:tableStyleId>
              </a:tblPr>
              <a:tblGrid>
                <a:gridCol w="2561775">
                  <a:extLst>
                    <a:ext uri="{9D8B030D-6E8A-4147-A177-3AD203B41FA5}">
                      <a16:colId xmlns:a16="http://schemas.microsoft.com/office/drawing/2014/main" val="20000"/>
                    </a:ext>
                  </a:extLst>
                </a:gridCol>
              </a:tblGrid>
              <a:tr h="606525">
                <a:tc>
                  <a:txBody>
                    <a:bodyPr/>
                    <a:lstStyle/>
                    <a:p>
                      <a:pPr marL="0" marR="0" lvl="0" indent="0" algn="ctr" rtl="0">
                        <a:lnSpc>
                          <a:spcPct val="100000"/>
                        </a:lnSpc>
                        <a:spcBef>
                          <a:spcPts val="0"/>
                        </a:spcBef>
                        <a:spcAft>
                          <a:spcPts val="0"/>
                        </a:spcAft>
                        <a:buClr>
                          <a:schemeClr val="lt1"/>
                        </a:buClr>
                        <a:buSzPts val="1800"/>
                        <a:buFont typeface="Arial"/>
                        <a:buNone/>
                      </a:pPr>
                      <a:r>
                        <a:rPr lang="es-ES" sz="1800" b="1" u="none" strike="noStrike" cap="none" dirty="0">
                          <a:solidFill>
                            <a:schemeClr val="lt1"/>
                          </a:solidFill>
                          <a:latin typeface="Gotham Rounded Medium" panose="02000000000000000000" pitchFamily="50" charset="0"/>
                          <a:ea typeface="Arial"/>
                          <a:cs typeface="Arial"/>
                          <a:sym typeface="Arial"/>
                        </a:rPr>
                        <a:t>Imágenes</a:t>
                      </a:r>
                      <a:endParaRPr sz="1800" b="1" u="none" strike="noStrike" cap="none" dirty="0">
                        <a:solidFill>
                          <a:schemeClr val="lt1"/>
                        </a:solidFill>
                        <a:latin typeface="Gotham Rounded Medium" panose="02000000000000000000" pitchFamily="50" charset="0"/>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4A7B8B"/>
                    </a:solidFill>
                  </a:tcPr>
                </a:tc>
                <a:extLst>
                  <a:ext uri="{0D108BD9-81ED-4DB2-BD59-A6C34878D82A}">
                    <a16:rowId xmlns:a16="http://schemas.microsoft.com/office/drawing/2014/main" val="10000"/>
                  </a:ext>
                </a:extLst>
              </a:tr>
              <a:tr h="454900">
                <a:tc>
                  <a:txBody>
                    <a:bodyPr/>
                    <a:lstStyle/>
                    <a:p>
                      <a:pPr marL="0" marR="0" lvl="0" indent="0" algn="ctr" rtl="0">
                        <a:lnSpc>
                          <a:spcPct val="100000"/>
                        </a:lnSpc>
                        <a:spcBef>
                          <a:spcPts val="0"/>
                        </a:spcBef>
                        <a:spcAft>
                          <a:spcPts val="0"/>
                        </a:spcAft>
                        <a:buClr>
                          <a:srgbClr val="79D2EA"/>
                        </a:buClr>
                        <a:buSzPts val="1400"/>
                        <a:buFont typeface="Tahoma"/>
                        <a:buNone/>
                      </a:pPr>
                      <a:r>
                        <a:rPr lang="es-ES" sz="1400" u="none" strike="noStrike" cap="none" dirty="0">
                          <a:solidFill>
                            <a:schemeClr val="tx1"/>
                          </a:solidFill>
                          <a:latin typeface="Gotham Rounded Medium" panose="02000000000000000000" pitchFamily="50" charset="0"/>
                          <a:ea typeface="Tahoma"/>
                          <a:cs typeface="Tahoma"/>
                          <a:sym typeface="Tahoma"/>
                        </a:rPr>
                        <a:t>&lt;</a:t>
                      </a:r>
                      <a:r>
                        <a:rPr lang="es-ES" sz="1400" u="none" strike="noStrike" cap="none" dirty="0" err="1">
                          <a:solidFill>
                            <a:schemeClr val="tx1"/>
                          </a:solidFill>
                          <a:latin typeface="Gotham Rounded Medium" panose="02000000000000000000" pitchFamily="50" charset="0"/>
                          <a:ea typeface="Tahoma"/>
                          <a:cs typeface="Tahoma"/>
                          <a:sym typeface="Tahoma"/>
                        </a:rPr>
                        <a:t>img</a:t>
                      </a:r>
                      <a:r>
                        <a:rPr lang="es-ES" sz="1400" u="none" strike="noStrike" cap="none" dirty="0">
                          <a:solidFill>
                            <a:schemeClr val="tx1"/>
                          </a:solidFill>
                          <a:latin typeface="Gotham Rounded Medium" panose="02000000000000000000" pitchFamily="50" charset="0"/>
                          <a:ea typeface="Tahoma"/>
                          <a:cs typeface="Tahoma"/>
                          <a:sym typeface="Tahoma"/>
                        </a:rPr>
                        <a:t>&gt;</a:t>
                      </a:r>
                      <a:endParaRPr sz="1400" u="none" strike="noStrike" cap="none" dirty="0">
                        <a:solidFill>
                          <a:schemeClr val="tx1"/>
                        </a:solidFill>
                        <a:latin typeface="Gotham Rounded Medium" panose="02000000000000000000" pitchFamily="50"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822" name="Google Shape;1822;p159"/>
          <p:cNvSpPr/>
          <p:nvPr/>
        </p:nvSpPr>
        <p:spPr>
          <a:xfrm>
            <a:off x="8911988" y="3376936"/>
            <a:ext cx="2821588" cy="3076444"/>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600"/>
              <a:buFont typeface="Arial"/>
              <a:buNone/>
            </a:pPr>
            <a:r>
              <a:rPr lang="es-ES" sz="1600" b="0" i="0" u="none" strike="noStrike" cap="none" dirty="0">
                <a:solidFill>
                  <a:schemeClr val="lt1"/>
                </a:solidFill>
                <a:latin typeface="Gotham Rounded Medium" panose="02000000000000000000" pitchFamily="50" charset="0"/>
                <a:ea typeface="Tahoma"/>
                <a:cs typeface="Tahoma"/>
                <a:sym typeface="Tahoma"/>
              </a:rPr>
              <a:t>Para terminar de desbloquear todas las etiquetas les proponemos que sigan investigando en los siguientes sitios </a:t>
            </a:r>
            <a:r>
              <a:rPr lang="es-ES" sz="1600" b="0" i="0" u="sng" strike="noStrike" cap="none" dirty="0">
                <a:solidFill>
                  <a:schemeClr val="lt1"/>
                </a:solidFill>
                <a:latin typeface="Gotham Rounded Medium" panose="02000000000000000000" pitchFamily="50" charset="0"/>
                <a:ea typeface="Tahoma"/>
                <a:cs typeface="Tahoma"/>
                <a:sym typeface="Tahoma"/>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w3school</a:t>
            </a:r>
            <a:r>
              <a:rPr lang="es-ES" sz="1600" b="0" i="0" u="none" strike="noStrike" cap="none" dirty="0">
                <a:solidFill>
                  <a:schemeClr val="lt1"/>
                </a:solidFill>
                <a:latin typeface="Gotham Rounded Medium" panose="02000000000000000000" pitchFamily="50" charset="0"/>
                <a:ea typeface="Tahoma"/>
                <a:cs typeface="Tahoma"/>
                <a:sym typeface="Tahoma"/>
              </a:rPr>
              <a:t> o </a:t>
            </a:r>
            <a:r>
              <a:rPr lang="es-ES" sz="1600" b="0" i="0" u="sng" strike="noStrike" cap="none" dirty="0">
                <a:solidFill>
                  <a:schemeClr val="lt1"/>
                </a:solidFill>
                <a:latin typeface="Gotham Rounded Medium" panose="02000000000000000000" pitchFamily="50" charset="0"/>
                <a:ea typeface="Tahoma"/>
                <a:cs typeface="Tahoma"/>
                <a:sym typeface="Tahoma"/>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Mozilla</a:t>
            </a:r>
            <a:r>
              <a:rPr lang="es-ES" sz="1600" b="0" i="0" u="none" strike="noStrike" cap="none" dirty="0">
                <a:solidFill>
                  <a:schemeClr val="lt1"/>
                </a:solidFill>
                <a:latin typeface="Gotham Rounded Medium" panose="02000000000000000000" pitchFamily="50" charset="0"/>
                <a:ea typeface="Tahoma"/>
                <a:cs typeface="Tahoma"/>
                <a:sym typeface="Tahoma"/>
              </a:rPr>
              <a:t>.</a:t>
            </a:r>
            <a:endParaRPr sz="1600" b="0" i="1" u="none" strike="noStrike" cap="none" dirty="0">
              <a:solidFill>
                <a:schemeClr val="lt1"/>
              </a:solidFill>
              <a:latin typeface="Gotham Rounded Medium" panose="02000000000000000000" pitchFamily="50" charset="0"/>
              <a:ea typeface="Tahoma"/>
              <a:cs typeface="Tahoma"/>
              <a:sym typeface="Tahoma"/>
            </a:endParaRPr>
          </a:p>
        </p:txBody>
      </p:sp>
    </p:spTree>
  </p:cSld>
  <p:clrMapOvr>
    <a:masterClrMapping/>
  </p:clrMapOvr>
  <p:transition spd="slow">
    <p:push/>
  </p:transition>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Shape 1826"/>
        <p:cNvGrpSpPr/>
        <p:nvPr/>
      </p:nvGrpSpPr>
      <p:grpSpPr>
        <a:xfrm>
          <a:off x="0" y="0"/>
          <a:ext cx="0" cy="0"/>
          <a:chOff x="0" y="0"/>
          <a:chExt cx="0" cy="0"/>
        </a:xfrm>
      </p:grpSpPr>
      <p:sp>
        <p:nvSpPr>
          <p:cNvPr id="1827" name="Google Shape;1827;p160"/>
          <p:cNvSpPr/>
          <p:nvPr/>
        </p:nvSpPr>
        <p:spPr>
          <a:xfrm>
            <a:off x="1267653" y="486328"/>
            <a:ext cx="4616442" cy="5875128"/>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000"/>
              <a:buFont typeface="Arial"/>
              <a:buNone/>
            </a:pPr>
            <a:r>
              <a:rPr lang="es-ES" sz="6000" b="0" i="0" u="none" strike="noStrike" cap="none" dirty="0">
                <a:solidFill>
                  <a:srgbClr val="B91E89"/>
                </a:solidFill>
                <a:latin typeface="Gotham Rounded Medium" panose="02000000000000000000" pitchFamily="50" charset="0"/>
                <a:ea typeface="Source Sans Pro Black"/>
                <a:cs typeface="Source Sans Pro Black"/>
                <a:sym typeface="Source Sans Pro Black"/>
              </a:rPr>
              <a:t>Front-</a:t>
            </a:r>
            <a:r>
              <a:rPr lang="es-ES" sz="6000" b="0" i="0" u="none" strike="noStrike" cap="none" dirty="0" err="1">
                <a:solidFill>
                  <a:srgbClr val="B91E89"/>
                </a:solidFill>
                <a:latin typeface="Gotham Rounded Medium" panose="02000000000000000000" pitchFamily="50" charset="0"/>
                <a:ea typeface="Source Sans Pro Black"/>
                <a:cs typeface="Source Sans Pro Black"/>
                <a:sym typeface="Source Sans Pro Black"/>
              </a:rPr>
              <a:t>end</a:t>
            </a:r>
            <a:endParaRPr sz="1400" b="0" i="0" u="none" strike="noStrike" cap="none" dirty="0">
              <a:solidFill>
                <a:srgbClr val="000000"/>
              </a:solidFill>
              <a:latin typeface="Gotham Rounded Medium" panose="02000000000000000000" pitchFamily="50" charset="0"/>
              <a:sym typeface="Arial"/>
            </a:endParaRPr>
          </a:p>
          <a:p>
            <a:pPr marL="0" marR="0" lvl="0" indent="0" algn="l" rtl="0">
              <a:lnSpc>
                <a:spcPct val="100000"/>
              </a:lnSpc>
              <a:spcBef>
                <a:spcPts val="0"/>
              </a:spcBef>
              <a:spcAft>
                <a:spcPts val="0"/>
              </a:spcAft>
              <a:buClr>
                <a:srgbClr val="000000"/>
              </a:buClr>
              <a:buSzPts val="6000"/>
              <a:buFont typeface="Arial"/>
              <a:buNone/>
            </a:pPr>
            <a:r>
              <a:rPr lang="es-ES" sz="6000" b="0" i="0" u="none" strike="noStrike" cap="none" dirty="0">
                <a:solidFill>
                  <a:schemeClr val="dk1"/>
                </a:solidFill>
                <a:latin typeface="Gotham Rounded Medium" panose="02000000000000000000" pitchFamily="50" charset="0"/>
                <a:ea typeface="Source Sans Pro Black"/>
                <a:cs typeface="Source Sans Pro Black"/>
                <a:sym typeface="Source Sans Pro Black"/>
              </a:rPr>
              <a:t>en los trabajos</a:t>
            </a:r>
            <a:endParaRPr sz="1800" b="0" i="0" u="none" strike="noStrike" cap="none" dirty="0">
              <a:solidFill>
                <a:schemeClr val="dk1"/>
              </a:solidFill>
              <a:latin typeface="Gotham Rounded Medium" panose="02000000000000000000" pitchFamily="50" charset="0"/>
              <a:ea typeface="Calibri"/>
              <a:cs typeface="Calibri"/>
              <a:sym typeface="Calibri"/>
            </a:endParaRPr>
          </a:p>
        </p:txBody>
      </p:sp>
      <p:sp>
        <p:nvSpPr>
          <p:cNvPr id="1828" name="Google Shape;1828;p160"/>
          <p:cNvSpPr txBox="1"/>
          <p:nvPr/>
        </p:nvSpPr>
        <p:spPr>
          <a:xfrm>
            <a:off x="5729350" y="607756"/>
            <a:ext cx="5944734" cy="563227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dirty="0">
                <a:solidFill>
                  <a:schemeClr val="dk1"/>
                </a:solidFill>
                <a:latin typeface="Gotham Rounded Medium" panose="02000000000000000000" pitchFamily="50" charset="0"/>
                <a:sym typeface="Arial"/>
              </a:rPr>
              <a:t>Hoy en día, conocer los lenguajes </a:t>
            </a:r>
            <a:r>
              <a:rPr lang="es-ES" sz="2000" b="0" i="0" u="none" strike="noStrike" cap="none" dirty="0">
                <a:solidFill>
                  <a:srgbClr val="872789"/>
                </a:solidFill>
                <a:latin typeface="Gotham Rounded Medium" panose="02000000000000000000" pitchFamily="50" charset="0"/>
                <a:sym typeface="Arial"/>
              </a:rPr>
              <a:t>HTML, CSS y JavaScript </a:t>
            </a:r>
            <a:r>
              <a:rPr lang="es-ES" sz="2000" b="0" i="0" u="none" strike="noStrike" cap="none" dirty="0">
                <a:solidFill>
                  <a:schemeClr val="dk1"/>
                </a:solidFill>
                <a:latin typeface="Gotham Rounded Medium" panose="02000000000000000000" pitchFamily="50" charset="0"/>
                <a:sym typeface="Arial"/>
              </a:rPr>
              <a:t>permite:</a:t>
            </a:r>
            <a:endParaRPr sz="1400" b="0" i="0" u="none" strike="noStrike" cap="none" dirty="0">
              <a:solidFill>
                <a:srgbClr val="000000"/>
              </a:solidFill>
              <a:latin typeface="Gotham Rounded Medium" panose="02000000000000000000" pitchFamily="50" charset="0"/>
              <a:sym typeface="Arial"/>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dirty="0">
              <a:solidFill>
                <a:schemeClr val="dk1"/>
              </a:solidFill>
              <a:latin typeface="Gotham Rounded Medium" panose="02000000000000000000" pitchFamily="50" charset="0"/>
              <a:sym typeface="Arial"/>
            </a:endParaRPr>
          </a:p>
          <a:p>
            <a:pPr marL="0" marR="0" lvl="0" indent="0" algn="l" rtl="0">
              <a:lnSpc>
                <a:spcPct val="100000"/>
              </a:lnSpc>
              <a:spcBef>
                <a:spcPts val="0"/>
              </a:spcBef>
              <a:spcAft>
                <a:spcPts val="0"/>
              </a:spcAft>
              <a:buClr>
                <a:srgbClr val="000000"/>
              </a:buClr>
              <a:buSzPts val="2000"/>
              <a:buFont typeface="Arial"/>
              <a:buNone/>
            </a:pPr>
            <a:r>
              <a:rPr lang="es-ES" sz="2000" b="0" i="0" u="none" strike="noStrike" cap="none" dirty="0">
                <a:solidFill>
                  <a:schemeClr val="dk1"/>
                </a:solidFill>
                <a:latin typeface="Gotham Rounded Medium" panose="02000000000000000000" pitchFamily="50" charset="0"/>
                <a:sym typeface="Arial"/>
              </a:rPr>
              <a:t>- Trabajar de forma independiente (</a:t>
            </a:r>
            <a:r>
              <a:rPr lang="es-ES" sz="2000" b="0" i="0" u="none" strike="noStrike" cap="none" dirty="0" err="1">
                <a:solidFill>
                  <a:schemeClr val="dk1"/>
                </a:solidFill>
                <a:latin typeface="Gotham Rounded Medium" panose="02000000000000000000" pitchFamily="50" charset="0"/>
                <a:sym typeface="Arial"/>
              </a:rPr>
              <a:t>freelancer</a:t>
            </a:r>
            <a:r>
              <a:rPr lang="es-ES" sz="2000" b="0" i="0" u="none" strike="noStrike" cap="none" dirty="0">
                <a:solidFill>
                  <a:schemeClr val="dk1"/>
                </a:solidFill>
                <a:latin typeface="Gotham Rounded Medium" panose="02000000000000000000" pitchFamily="50" charset="0"/>
                <a:sym typeface="Arial"/>
              </a:rPr>
              <a:t>)</a:t>
            </a:r>
            <a:endParaRPr sz="1400" b="0" i="0" u="none" strike="noStrike" cap="none" dirty="0">
              <a:solidFill>
                <a:srgbClr val="000000"/>
              </a:solidFill>
              <a:latin typeface="Gotham Rounded Medium" panose="02000000000000000000" pitchFamily="50" charset="0"/>
              <a:sym typeface="Arial"/>
            </a:endParaRPr>
          </a:p>
          <a:p>
            <a:pPr marL="0" marR="0" lvl="0" indent="0" algn="l" rtl="0">
              <a:lnSpc>
                <a:spcPct val="100000"/>
              </a:lnSpc>
              <a:spcBef>
                <a:spcPts val="0"/>
              </a:spcBef>
              <a:spcAft>
                <a:spcPts val="0"/>
              </a:spcAft>
              <a:buClr>
                <a:srgbClr val="000000"/>
              </a:buClr>
              <a:buSzPts val="2000"/>
              <a:buFont typeface="Arial"/>
              <a:buNone/>
            </a:pPr>
            <a:r>
              <a:rPr lang="es-ES" sz="2000" b="0" i="0" u="none" strike="noStrike" cap="none" dirty="0">
                <a:solidFill>
                  <a:schemeClr val="dk1"/>
                </a:solidFill>
                <a:latin typeface="Gotham Rounded Medium" panose="02000000000000000000" pitchFamily="50" charset="0"/>
                <a:sym typeface="Arial"/>
              </a:rPr>
              <a:t>- Emprender un propio proyecto web</a:t>
            </a:r>
            <a:endParaRPr sz="1400" b="0" i="0" u="none" strike="noStrike" cap="none" dirty="0">
              <a:solidFill>
                <a:srgbClr val="000000"/>
              </a:solidFill>
              <a:latin typeface="Gotham Rounded Medium" panose="02000000000000000000" pitchFamily="50" charset="0"/>
              <a:sym typeface="Arial"/>
            </a:endParaRPr>
          </a:p>
          <a:p>
            <a:pPr marL="0" marR="0" lvl="0" indent="0" algn="l" rtl="0">
              <a:lnSpc>
                <a:spcPct val="100000"/>
              </a:lnSpc>
              <a:spcBef>
                <a:spcPts val="0"/>
              </a:spcBef>
              <a:spcAft>
                <a:spcPts val="0"/>
              </a:spcAft>
              <a:buClr>
                <a:srgbClr val="000000"/>
              </a:buClr>
              <a:buSzPts val="2000"/>
              <a:buFont typeface="Arial"/>
              <a:buNone/>
            </a:pPr>
            <a:r>
              <a:rPr lang="es-ES" sz="2000" b="0" i="0" u="none" strike="noStrike" cap="none" dirty="0">
                <a:solidFill>
                  <a:schemeClr val="dk1"/>
                </a:solidFill>
                <a:latin typeface="Gotham Rounded Medium" panose="02000000000000000000" pitchFamily="50" charset="0"/>
                <a:sym typeface="Arial"/>
              </a:rPr>
              <a:t>- Trabajar para una empresa local o extranjera de forma remota.</a:t>
            </a:r>
            <a:endParaRPr sz="1400" b="0" i="0" u="none" strike="noStrike" cap="none" dirty="0">
              <a:solidFill>
                <a:srgbClr val="000000"/>
              </a:solidFill>
              <a:latin typeface="Gotham Rounded Medium" panose="02000000000000000000" pitchFamily="50" charset="0"/>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Gotham Rounded Medium" panose="02000000000000000000" pitchFamily="50" charset="0"/>
              <a:sym typeface="Arial"/>
            </a:endParaRPr>
          </a:p>
          <a:p>
            <a:pPr marL="0" marR="0" lvl="0" indent="0" algn="l" rtl="0">
              <a:lnSpc>
                <a:spcPct val="100000"/>
              </a:lnSpc>
              <a:spcBef>
                <a:spcPts val="0"/>
              </a:spcBef>
              <a:spcAft>
                <a:spcPts val="0"/>
              </a:spcAft>
              <a:buClr>
                <a:srgbClr val="000000"/>
              </a:buClr>
              <a:buSzPts val="2000"/>
              <a:buFont typeface="Arial"/>
              <a:buNone/>
            </a:pPr>
            <a:r>
              <a:rPr lang="es-ES" sz="2000" b="0" i="0" u="none" strike="noStrike" cap="none" dirty="0">
                <a:solidFill>
                  <a:schemeClr val="dk1"/>
                </a:solidFill>
                <a:latin typeface="Gotham Rounded Medium" panose="02000000000000000000" pitchFamily="50" charset="0"/>
                <a:sym typeface="Arial"/>
              </a:rPr>
              <a:t>Además, la rama de Front-</a:t>
            </a:r>
            <a:r>
              <a:rPr lang="es-ES" sz="2000" b="0" i="0" u="none" strike="noStrike" cap="none" dirty="0" err="1">
                <a:solidFill>
                  <a:schemeClr val="dk1"/>
                </a:solidFill>
                <a:latin typeface="Gotham Rounded Medium" panose="02000000000000000000" pitchFamily="50" charset="0"/>
                <a:sym typeface="Arial"/>
              </a:rPr>
              <a:t>End</a:t>
            </a:r>
            <a:r>
              <a:rPr lang="es-ES" sz="2000" b="0" i="0" u="none" strike="noStrike" cap="none" dirty="0">
                <a:solidFill>
                  <a:schemeClr val="dk1"/>
                </a:solidFill>
                <a:latin typeface="Gotham Rounded Medium" panose="02000000000000000000" pitchFamily="50" charset="0"/>
                <a:sym typeface="Arial"/>
              </a:rPr>
              <a:t> está totalmente articulada con la experiencia de usuario (UX), un aspecto más psicológico y relacionado con el diseño de interfaces gráficas (UI).</a:t>
            </a:r>
            <a:endParaRPr sz="1400" b="0" i="0" u="none" strike="noStrike" cap="none" dirty="0">
              <a:solidFill>
                <a:srgbClr val="000000"/>
              </a:solidFill>
              <a:latin typeface="Gotham Rounded Medium" panose="02000000000000000000" pitchFamily="50" charset="0"/>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Gotham Rounded Medium" panose="02000000000000000000" pitchFamily="50" charset="0"/>
              <a:sym typeface="Arial"/>
            </a:endParaRPr>
          </a:p>
          <a:p>
            <a:pPr marL="0" marR="0" lvl="0" indent="0" algn="l" rtl="0">
              <a:lnSpc>
                <a:spcPct val="100000"/>
              </a:lnSpc>
              <a:spcBef>
                <a:spcPts val="0"/>
              </a:spcBef>
              <a:spcAft>
                <a:spcPts val="0"/>
              </a:spcAft>
              <a:buClr>
                <a:srgbClr val="000000"/>
              </a:buClr>
              <a:buSzPts val="2000"/>
              <a:buFont typeface="Arial"/>
              <a:buNone/>
            </a:pPr>
            <a:r>
              <a:rPr lang="es-ES" sz="2000" b="0" i="0" u="none" strike="noStrike" cap="none" dirty="0">
                <a:solidFill>
                  <a:schemeClr val="dk1"/>
                </a:solidFill>
                <a:latin typeface="Gotham Rounded Medium" panose="02000000000000000000" pitchFamily="50" charset="0"/>
                <a:sym typeface="Arial"/>
              </a:rPr>
              <a:t>Paso a paso para convertirse en Front-</a:t>
            </a:r>
            <a:r>
              <a:rPr lang="es-ES" sz="2000" b="0" i="0" u="none" strike="noStrike" cap="none" dirty="0" err="1">
                <a:solidFill>
                  <a:schemeClr val="dk1"/>
                </a:solidFill>
                <a:latin typeface="Gotham Rounded Medium" panose="02000000000000000000" pitchFamily="50" charset="0"/>
                <a:sym typeface="Arial"/>
              </a:rPr>
              <a:t>End</a:t>
            </a:r>
            <a:r>
              <a:rPr lang="es-ES" sz="2000" b="0" i="0" u="none" strike="noStrike" cap="none" dirty="0">
                <a:solidFill>
                  <a:schemeClr val="dk1"/>
                </a:solidFill>
                <a:latin typeface="Gotham Rounded Medium" panose="02000000000000000000" pitchFamily="50" charset="0"/>
                <a:sym typeface="Arial"/>
              </a:rPr>
              <a:t>  </a:t>
            </a:r>
            <a:endParaRPr sz="1400" b="0" i="0" u="none" strike="noStrike" cap="none" dirty="0">
              <a:solidFill>
                <a:srgbClr val="000000"/>
              </a:solidFill>
              <a:latin typeface="Gotham Rounded Medium" panose="02000000000000000000" pitchFamily="50" charset="0"/>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Gotham Rounded Medium" panose="02000000000000000000" pitchFamily="50" charset="0"/>
              <a:sym typeface="Arial"/>
            </a:endParaRPr>
          </a:p>
          <a:p>
            <a:pPr marL="0" marR="0" lvl="0" indent="0" algn="l" rtl="0">
              <a:lnSpc>
                <a:spcPct val="100000"/>
              </a:lnSpc>
              <a:spcBef>
                <a:spcPts val="0"/>
              </a:spcBef>
              <a:spcAft>
                <a:spcPts val="0"/>
              </a:spcAft>
              <a:buClr>
                <a:srgbClr val="000000"/>
              </a:buClr>
              <a:buSzPts val="2000"/>
              <a:buFont typeface="Arial"/>
              <a:buNone/>
            </a:pPr>
            <a:r>
              <a:rPr lang="es-ES" sz="2000" b="0" i="0" u="none" strike="noStrike" cap="none" dirty="0">
                <a:solidFill>
                  <a:schemeClr val="dk1"/>
                </a:solidFill>
                <a:latin typeface="Gotham Rounded Medium" panose="02000000000000000000" pitchFamily="50" charset="0"/>
                <a:sym typeface="Arial"/>
              </a:rPr>
              <a:t> </a:t>
            </a:r>
            <a:r>
              <a:rPr lang="es-ES" sz="2000" b="0" i="0" u="sng" strike="noStrike" cap="none" dirty="0">
                <a:solidFill>
                  <a:schemeClr val="dk1"/>
                </a:solidFill>
                <a:latin typeface="Gotham Rounded Medium" panose="02000000000000000000" pitchFamily="50" charset="0"/>
                <a:sym typeface="Arial"/>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https://roadmap.sh/frontend</a:t>
            </a:r>
            <a:endParaRPr sz="2000" b="0" i="0" u="none" strike="noStrike" cap="none" dirty="0">
              <a:solidFill>
                <a:schemeClr val="dk1"/>
              </a:solidFill>
              <a:latin typeface="Gotham Rounded Medium" panose="02000000000000000000" pitchFamily="50" charset="0"/>
              <a:sym typeface="Arial"/>
            </a:endParaRPr>
          </a:p>
        </p:txBody>
      </p:sp>
      <p:pic>
        <p:nvPicPr>
          <p:cNvPr id="4" name="Google Shape;1102;p6"/>
          <p:cNvPicPr preferRelativeResize="0"/>
          <p:nvPr/>
        </p:nvPicPr>
        <p:blipFill rotWithShape="1">
          <a:blip r:embed="rId4">
            <a:alphaModFix/>
          </a:blip>
          <a:srcRect/>
          <a:stretch/>
        </p:blipFill>
        <p:spPr>
          <a:xfrm>
            <a:off x="5570806" y="-62251"/>
            <a:ext cx="6621194" cy="6858000"/>
          </a:xfrm>
          <a:prstGeom prst="rect">
            <a:avLst/>
          </a:prstGeom>
          <a:noFill/>
          <a:ln>
            <a:noFill/>
          </a:ln>
        </p:spPr>
      </p:pic>
    </p:spTree>
  </p:cSld>
  <p:clrMapOvr>
    <a:masterClrMapping/>
  </p:clrMapOvr>
  <p:transition spd="med">
    <p:push/>
  </p:transition>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9"/>
          <p:cNvSpPr/>
          <p:nvPr/>
        </p:nvSpPr>
        <p:spPr>
          <a:xfrm>
            <a:off x="3094078" y="463566"/>
            <a:ext cx="5840048" cy="5875128"/>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MX" sz="6000" dirty="0" smtClean="0">
                <a:solidFill>
                  <a:srgbClr val="7030A0"/>
                </a:solidFill>
                <a:latin typeface="Gotham Rounded Medium" panose="02000000000000000000" pitchFamily="50" charset="0"/>
                <a:ea typeface="Source Sans Pro Black"/>
                <a:cs typeface="Source Sans Pro Black"/>
                <a:sym typeface="Source Sans Pro Black"/>
              </a:rPr>
              <a:t>Despejemos dudas</a:t>
            </a:r>
            <a:endParaRPr sz="6000" dirty="0">
              <a:solidFill>
                <a:srgbClr val="7030A0"/>
              </a:solidFill>
              <a:latin typeface="Gotham Rounded Medium" panose="02000000000000000000" pitchFamily="50" charset="0"/>
              <a:ea typeface="Calibri"/>
              <a:cs typeface="Calibri"/>
              <a:sym typeface="Calibri"/>
            </a:endParaRPr>
          </a:p>
        </p:txBody>
      </p:sp>
      <p:sp>
        <p:nvSpPr>
          <p:cNvPr id="195" name="Google Shape;195;p9"/>
          <p:cNvSpPr txBox="1"/>
          <p:nvPr/>
        </p:nvSpPr>
        <p:spPr>
          <a:xfrm>
            <a:off x="6014102" y="786601"/>
            <a:ext cx="5373726"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000" b="1">
              <a:solidFill>
                <a:schemeClr val="dk1"/>
              </a:solidFill>
              <a:latin typeface="Arial"/>
              <a:ea typeface="Arial"/>
              <a:cs typeface="Arial"/>
              <a:sym typeface="Arial"/>
            </a:endParaRPr>
          </a:p>
          <a:p>
            <a:pPr marL="0" marR="0" lvl="0" indent="0" algn="l" rtl="0">
              <a:spcBef>
                <a:spcPts val="0"/>
              </a:spcBef>
              <a:spcAft>
                <a:spcPts val="0"/>
              </a:spcAft>
              <a:buNone/>
            </a:pPr>
            <a:endParaRPr sz="2000">
              <a:solidFill>
                <a:schemeClr val="dk1"/>
              </a:solidFill>
              <a:latin typeface="Arial"/>
              <a:ea typeface="Arial"/>
              <a:cs typeface="Arial"/>
              <a:sym typeface="Arial"/>
            </a:endParaRPr>
          </a:p>
        </p:txBody>
      </p:sp>
      <p:pic>
        <p:nvPicPr>
          <p:cNvPr id="2" name="Imagen 1"/>
          <p:cNvPicPr>
            <a:picLocks noChangeAspect="1"/>
          </p:cNvPicPr>
          <p:nvPr/>
        </p:nvPicPr>
        <p:blipFill>
          <a:blip r:embed="rId3"/>
          <a:stretch>
            <a:fillRect/>
          </a:stretch>
        </p:blipFill>
        <p:spPr>
          <a:xfrm>
            <a:off x="99388" y="6110112"/>
            <a:ext cx="1487553" cy="530398"/>
          </a:xfrm>
          <a:prstGeom prst="rect">
            <a:avLst/>
          </a:prstGeom>
        </p:spPr>
      </p:pic>
      <p:pic>
        <p:nvPicPr>
          <p:cNvPr id="6" name="Imagen 5"/>
          <p:cNvPicPr>
            <a:picLocks noChangeAspect="1"/>
          </p:cNvPicPr>
          <p:nvPr/>
        </p:nvPicPr>
        <p:blipFill>
          <a:blip r:embed="rId4"/>
          <a:stretch>
            <a:fillRect/>
          </a:stretch>
        </p:blipFill>
        <p:spPr>
          <a:xfrm rot="5400000">
            <a:off x="2496729" y="-378683"/>
            <a:ext cx="743776" cy="1493649"/>
          </a:xfrm>
          <a:prstGeom prst="rect">
            <a:avLst/>
          </a:prstGeom>
        </p:spPr>
      </p:pic>
      <p:pic>
        <p:nvPicPr>
          <p:cNvPr id="3" name="Imagen 2"/>
          <p:cNvPicPr>
            <a:picLocks noChangeAspect="1"/>
          </p:cNvPicPr>
          <p:nvPr/>
        </p:nvPicPr>
        <p:blipFill>
          <a:blip r:embed="rId5"/>
          <a:stretch>
            <a:fillRect/>
          </a:stretch>
        </p:blipFill>
        <p:spPr>
          <a:xfrm rot="16200000">
            <a:off x="10076504" y="4742504"/>
            <a:ext cx="865707" cy="3365284"/>
          </a:xfrm>
          <a:prstGeom prst="rect">
            <a:avLst/>
          </a:prstGeom>
        </p:spPr>
      </p:pic>
    </p:spTree>
    <p:extLst>
      <p:ext uri="{BB962C8B-B14F-4D97-AF65-F5344CB8AC3E}">
        <p14:creationId xmlns:p14="http://schemas.microsoft.com/office/powerpoint/2010/main" val="2177169199"/>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24"/>
          <p:cNvSpPr txBox="1">
            <a:spLocks noGrp="1"/>
          </p:cNvSpPr>
          <p:nvPr>
            <p:ph type="body" idx="1"/>
          </p:nvPr>
        </p:nvSpPr>
        <p:spPr>
          <a:xfrm>
            <a:off x="1082842" y="2939799"/>
            <a:ext cx="10515600" cy="1150937"/>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6000"/>
              <a:buNone/>
            </a:pPr>
            <a:r>
              <a:rPr lang="es-ES" sz="6000" dirty="0">
                <a:latin typeface="Gotham Rounded Medium" panose="02000000000000000000" pitchFamily="50" charset="0"/>
                <a:ea typeface="Aharoni"/>
                <a:cs typeface="Aharoni"/>
                <a:sym typeface="Aharoni"/>
              </a:rPr>
              <a:t>¡MUCHAS GRACIAS!</a:t>
            </a:r>
            <a:endParaRPr dirty="0">
              <a:latin typeface="Gotham Rounded Medium" panose="02000000000000000000" pitchFamily="50" charset="0"/>
              <a:ea typeface="Aharoni"/>
              <a:cs typeface="Aharoni"/>
              <a:sym typeface="Aharoni"/>
            </a:endParaRPr>
          </a:p>
        </p:txBody>
      </p:sp>
      <p:pic>
        <p:nvPicPr>
          <p:cNvPr id="7170" name="Picture 2" descr="https://lh5.googleusercontent.com/RQHtm0a5CsmQnnzvYeG5EDiQ87hqeq_pqRD5vsdIXKOSgs4DNLeOOiEHdrqGxQWJfyPTm5zzf5If-n4Wcli-iTtAENbaDQgyeBK58BBLxbLVU0CdDCSCvoV33SX1T-n_jOVkfjQ3OhnotS4K3LUF7xDXsvBmYushSQ4wi43hauBIjVawqsaHr5inTrwMtbygq4o2vA=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5242" y="0"/>
            <a:ext cx="10210800" cy="262890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ttps://lh3.googleusercontent.com/amKWPHJN6TNWwR-_XAYCjcVWiRBREKe3MmVKNQfD-P22Jis27W9XzmReyhln3YXY-XtLNllsEhB82Z26ZErXNc-1fUawIIOUQQgmZhVffg23Dpr9_7ldIFzyEjDbQRaBFoGGpYT3PEd81ITVNTr2dvt4EvxU5-KXxsJgWrzD8tp-vKTNCsxH-uU3RAgkS-AluZFjHg=s20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2565" y="4953000"/>
            <a:ext cx="3743325" cy="1905000"/>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n 1"/>
          <p:cNvPicPr>
            <a:picLocks noChangeAspect="1"/>
          </p:cNvPicPr>
          <p:nvPr/>
        </p:nvPicPr>
        <p:blipFill>
          <a:blip r:embed="rId5"/>
          <a:stretch>
            <a:fillRect/>
          </a:stretch>
        </p:blipFill>
        <p:spPr>
          <a:xfrm>
            <a:off x="10074441" y="6054601"/>
            <a:ext cx="1984499" cy="803399"/>
          </a:xfrm>
          <a:prstGeom prst="rect">
            <a:avLst/>
          </a:prstGeom>
        </p:spPr>
      </p:pic>
    </p:spTree>
    <p:extLst>
      <p:ext uri="{BB962C8B-B14F-4D97-AF65-F5344CB8AC3E}">
        <p14:creationId xmlns:p14="http://schemas.microsoft.com/office/powerpoint/2010/main" val="2843787645"/>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
          <p:cNvSpPr txBox="1"/>
          <p:nvPr/>
        </p:nvSpPr>
        <p:spPr>
          <a:xfrm>
            <a:off x="1908875" y="3993341"/>
            <a:ext cx="8229600" cy="1723317"/>
          </a:xfrm>
          <a:prstGeom prst="rect">
            <a:avLst/>
          </a:prstGeom>
          <a:noFill/>
          <a:ln>
            <a:noFill/>
          </a:ln>
        </p:spPr>
        <p:txBody>
          <a:bodyPr spcFirstLastPara="1" wrap="square" lIns="121900" tIns="121900" rIns="121900" bIns="121900" anchor="t" anchorCtr="0">
            <a:spAutoFit/>
          </a:bodyPr>
          <a:lstStyle/>
          <a:p>
            <a:pPr algn="ctr">
              <a:lnSpc>
                <a:spcPct val="150000"/>
              </a:lnSpc>
              <a:buSzPts val="1600"/>
            </a:pPr>
            <a:r>
              <a:rPr lang="es" sz="2133" b="1">
                <a:solidFill>
                  <a:schemeClr val="lt1"/>
                </a:solidFill>
                <a:latin typeface="Montserrat"/>
                <a:ea typeface="Montserrat"/>
                <a:cs typeface="Montserrat"/>
                <a:sym typeface="Montserrat"/>
              </a:rPr>
              <a:t>Vertical: </a:t>
            </a:r>
            <a:r>
              <a:rPr lang="es" sz="2133">
                <a:solidFill>
                  <a:schemeClr val="lt1"/>
                </a:solidFill>
                <a:latin typeface="Montserrat Medium"/>
                <a:ea typeface="Montserrat Medium"/>
                <a:cs typeface="Montserrat Medium"/>
                <a:sym typeface="Montserrat Medium"/>
              </a:rPr>
              <a:t>xx</a:t>
            </a:r>
            <a:endParaRPr sz="2133">
              <a:solidFill>
                <a:schemeClr val="lt1"/>
              </a:solidFill>
              <a:latin typeface="Montserrat Medium"/>
              <a:ea typeface="Montserrat Medium"/>
              <a:cs typeface="Montserrat Medium"/>
              <a:sym typeface="Montserrat Medium"/>
            </a:endParaRPr>
          </a:p>
          <a:p>
            <a:pPr algn="ctr">
              <a:lnSpc>
                <a:spcPct val="150000"/>
              </a:lnSpc>
              <a:buSzPts val="1600"/>
            </a:pPr>
            <a:r>
              <a:rPr lang="es" sz="2133" b="1">
                <a:solidFill>
                  <a:schemeClr val="lt1"/>
                </a:solidFill>
                <a:latin typeface="Montserrat"/>
                <a:ea typeface="Montserrat"/>
                <a:cs typeface="Montserrat"/>
                <a:sym typeface="Montserrat"/>
              </a:rPr>
              <a:t>Clase: </a:t>
            </a:r>
            <a:r>
              <a:rPr lang="es" sz="2133">
                <a:solidFill>
                  <a:schemeClr val="lt1"/>
                </a:solidFill>
                <a:latin typeface="Montserrat"/>
                <a:ea typeface="Montserrat"/>
                <a:cs typeface="Montserrat"/>
                <a:sym typeface="Montserrat"/>
              </a:rPr>
              <a:t>xx</a:t>
            </a:r>
            <a:endParaRPr sz="2133">
              <a:solidFill>
                <a:schemeClr val="lt1"/>
              </a:solidFill>
              <a:latin typeface="Montserrat"/>
              <a:ea typeface="Montserrat"/>
              <a:cs typeface="Montserrat"/>
              <a:sym typeface="Montserrat"/>
            </a:endParaRPr>
          </a:p>
          <a:p>
            <a:pPr algn="ctr">
              <a:lnSpc>
                <a:spcPct val="150000"/>
              </a:lnSpc>
              <a:buSzPts val="1600"/>
            </a:pPr>
            <a:r>
              <a:rPr lang="es" sz="2133" b="1">
                <a:solidFill>
                  <a:schemeClr val="lt1"/>
                </a:solidFill>
                <a:latin typeface="Montserrat"/>
                <a:ea typeface="Montserrat"/>
                <a:cs typeface="Montserrat"/>
                <a:sym typeface="Montserrat"/>
              </a:rPr>
              <a:t>Docente: </a:t>
            </a:r>
            <a:r>
              <a:rPr lang="es" sz="2133">
                <a:solidFill>
                  <a:schemeClr val="lt1"/>
                </a:solidFill>
                <a:latin typeface="Montserrat"/>
                <a:ea typeface="Montserrat"/>
                <a:cs typeface="Montserrat"/>
                <a:sym typeface="Montserrat"/>
              </a:rPr>
              <a:t>xx</a:t>
            </a:r>
            <a:endParaRPr sz="2133" b="1">
              <a:solidFill>
                <a:schemeClr val="lt1"/>
              </a:solidFill>
              <a:latin typeface="Montserrat"/>
              <a:ea typeface="Montserrat"/>
              <a:cs typeface="Montserrat"/>
              <a:sym typeface="Montserrat"/>
            </a:endParaRPr>
          </a:p>
        </p:txBody>
      </p:sp>
      <p:pic>
        <p:nvPicPr>
          <p:cNvPr id="205" name="Google Shape;205;p1"/>
          <p:cNvPicPr preferRelativeResize="0"/>
          <p:nvPr/>
        </p:nvPicPr>
        <p:blipFill rotWithShape="1">
          <a:blip r:embed="rId3">
            <a:alphaModFix/>
          </a:blip>
          <a:srcRect l="21786" t="34991" r="19818" b="30270"/>
          <a:stretch/>
        </p:blipFill>
        <p:spPr>
          <a:xfrm>
            <a:off x="9072534" y="6086834"/>
            <a:ext cx="1387679" cy="464665"/>
          </a:xfrm>
          <a:prstGeom prst="rect">
            <a:avLst/>
          </a:prstGeom>
          <a:noFill/>
          <a:ln>
            <a:noFill/>
          </a:ln>
        </p:spPr>
      </p:pic>
      <p:pic>
        <p:nvPicPr>
          <p:cNvPr id="206" name="Google Shape;206;p1"/>
          <p:cNvPicPr preferRelativeResize="0"/>
          <p:nvPr/>
        </p:nvPicPr>
        <p:blipFill rotWithShape="1">
          <a:blip r:embed="rId4">
            <a:alphaModFix/>
          </a:blip>
          <a:srcRect/>
          <a:stretch/>
        </p:blipFill>
        <p:spPr>
          <a:xfrm>
            <a:off x="-20664" y="-2255"/>
            <a:ext cx="12192000" cy="6854653"/>
          </a:xfrm>
          <a:prstGeom prst="rect">
            <a:avLst/>
          </a:prstGeom>
          <a:noFill/>
          <a:ln>
            <a:noFill/>
          </a:ln>
        </p:spPr>
      </p:pic>
      <p:pic>
        <p:nvPicPr>
          <p:cNvPr id="207" name="Google Shape;207;p1"/>
          <p:cNvPicPr preferRelativeResize="0"/>
          <p:nvPr/>
        </p:nvPicPr>
        <p:blipFill rotWithShape="1">
          <a:blip r:embed="rId5">
            <a:alphaModFix/>
          </a:blip>
          <a:srcRect/>
          <a:stretch/>
        </p:blipFill>
        <p:spPr>
          <a:xfrm>
            <a:off x="3037455" y="2315793"/>
            <a:ext cx="5662477" cy="2287307"/>
          </a:xfrm>
          <a:prstGeom prst="rect">
            <a:avLst/>
          </a:prstGeom>
          <a:noFill/>
          <a:ln>
            <a:noFill/>
          </a:ln>
        </p:spPr>
      </p:pic>
      <p:pic>
        <p:nvPicPr>
          <p:cNvPr id="208" name="Google Shape;208;p1"/>
          <p:cNvPicPr preferRelativeResize="0"/>
          <p:nvPr/>
        </p:nvPicPr>
        <p:blipFill rotWithShape="1">
          <a:blip r:embed="rId6">
            <a:alphaModFix/>
          </a:blip>
          <a:srcRect/>
          <a:stretch/>
        </p:blipFill>
        <p:spPr>
          <a:xfrm>
            <a:off x="687271" y="6127947"/>
            <a:ext cx="2029252" cy="382436"/>
          </a:xfrm>
          <a:prstGeom prst="rect">
            <a:avLst/>
          </a:prstGeom>
          <a:noFill/>
          <a:ln>
            <a:noFill/>
          </a:ln>
        </p:spPr>
      </p:pic>
      <p:pic>
        <p:nvPicPr>
          <p:cNvPr id="209" name="Google Shape;209;p1"/>
          <p:cNvPicPr preferRelativeResize="0"/>
          <p:nvPr/>
        </p:nvPicPr>
        <p:blipFill rotWithShape="1">
          <a:blip r:embed="rId7">
            <a:alphaModFix/>
          </a:blip>
          <a:srcRect/>
          <a:stretch/>
        </p:blipFill>
        <p:spPr>
          <a:xfrm>
            <a:off x="10443275" y="6208087"/>
            <a:ext cx="1061455" cy="343412"/>
          </a:xfrm>
          <a:prstGeom prst="rect">
            <a:avLst/>
          </a:prstGeom>
          <a:noFill/>
          <a:ln>
            <a:noFill/>
          </a:ln>
        </p:spPr>
      </p:pic>
      <p:sp>
        <p:nvSpPr>
          <p:cNvPr id="2" name="CuadroTexto 1"/>
          <p:cNvSpPr txBox="1"/>
          <p:nvPr/>
        </p:nvSpPr>
        <p:spPr>
          <a:xfrm>
            <a:off x="3722280" y="4854999"/>
            <a:ext cx="4706112" cy="461665"/>
          </a:xfrm>
          <a:prstGeom prst="rect">
            <a:avLst/>
          </a:prstGeom>
          <a:noFill/>
        </p:spPr>
        <p:txBody>
          <a:bodyPr wrap="square" rtlCol="0">
            <a:spAutoFit/>
          </a:bodyPr>
          <a:lstStyle/>
          <a:p>
            <a:r>
              <a:rPr lang="es-MX" sz="2400" dirty="0" smtClean="0">
                <a:latin typeface="Gotham Rounded" pitchFamily="50" charset="0"/>
              </a:rPr>
              <a:t>Diseño Web y Programación</a:t>
            </a:r>
          </a:p>
        </p:txBody>
      </p:sp>
    </p:spTree>
    <p:extLst>
      <p:ext uri="{BB962C8B-B14F-4D97-AF65-F5344CB8AC3E}">
        <p14:creationId xmlns:p14="http://schemas.microsoft.com/office/powerpoint/2010/main" val="2680816222"/>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Shape 1845"/>
        <p:cNvGrpSpPr/>
        <p:nvPr/>
      </p:nvGrpSpPr>
      <p:grpSpPr>
        <a:xfrm>
          <a:off x="0" y="0"/>
          <a:ext cx="0" cy="0"/>
          <a:chOff x="0" y="0"/>
          <a:chExt cx="0" cy="0"/>
        </a:xfrm>
      </p:grpSpPr>
      <p:pic>
        <p:nvPicPr>
          <p:cNvPr id="1846" name="Google Shape;1846;p163" descr="Un barco en el mar&#10;&#10;Descripción generada automáticamente"/>
          <p:cNvPicPr preferRelativeResize="0"/>
          <p:nvPr/>
        </p:nvPicPr>
        <p:blipFill rotWithShape="1">
          <a:blip r:embed="rId3">
            <a:alphaModFix/>
          </a:blip>
          <a:srcRect/>
          <a:stretch/>
        </p:blipFill>
        <p:spPr>
          <a:xfrm>
            <a:off x="8627" y="-246212"/>
            <a:ext cx="12189123" cy="7594839"/>
          </a:xfrm>
          <a:prstGeom prst="rect">
            <a:avLst/>
          </a:prstGeom>
          <a:noFill/>
          <a:ln>
            <a:noFill/>
          </a:ln>
        </p:spPr>
      </p:pic>
      <p:sp>
        <p:nvSpPr>
          <p:cNvPr id="1847" name="Google Shape;1847;p163"/>
          <p:cNvSpPr/>
          <p:nvPr/>
        </p:nvSpPr>
        <p:spPr>
          <a:xfrm>
            <a:off x="2876" y="-61822"/>
            <a:ext cx="12177621" cy="7404338"/>
          </a:xfrm>
          <a:prstGeom prst="rect">
            <a:avLst/>
          </a:prstGeom>
          <a:solidFill>
            <a:srgbClr val="4472C4">
              <a:alpha val="47450"/>
            </a:srgbClr>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48" name="Google Shape;1848;p163"/>
          <p:cNvSpPr/>
          <p:nvPr/>
        </p:nvSpPr>
        <p:spPr>
          <a:xfrm>
            <a:off x="511645" y="3167450"/>
            <a:ext cx="11170787" cy="94369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200"/>
              <a:buFont typeface="Arial"/>
              <a:buNone/>
            </a:pPr>
            <a:r>
              <a:rPr lang="es-ES" sz="7200" b="1" i="0" u="none" strike="noStrike" cap="none">
                <a:solidFill>
                  <a:schemeClr val="lt1"/>
                </a:solidFill>
                <a:latin typeface="Arial"/>
                <a:ea typeface="Arial"/>
                <a:cs typeface="Arial"/>
                <a:sym typeface="Arial"/>
              </a:rPr>
              <a:t>ROMPEHIELOS </a:t>
            </a:r>
            <a:endParaRPr sz="1400" b="0" i="0" u="none" strike="noStrike" cap="none">
              <a:solidFill>
                <a:srgbClr val="000000"/>
              </a:solidFill>
              <a:latin typeface="Arial"/>
              <a:ea typeface="Arial"/>
              <a:cs typeface="Arial"/>
              <a:sym typeface="Arial"/>
            </a:endParaRPr>
          </a:p>
        </p:txBody>
      </p:sp>
    </p:spTree>
  </p:cSld>
  <p:clrMapOvr>
    <a:masterClrMapping/>
  </p:clrMapOvr>
  <p:transition spd="slow">
    <p:push/>
  </p:transition>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Shape 1859"/>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a:off x="0" y="-1016"/>
            <a:ext cx="12191999" cy="6860032"/>
          </a:xfrm>
          <a:prstGeom prst="rect">
            <a:avLst/>
          </a:prstGeom>
        </p:spPr>
      </p:pic>
      <p:sp>
        <p:nvSpPr>
          <p:cNvPr id="1860" name="Google Shape;1860;p16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Arial"/>
              <a:buNone/>
            </a:pPr>
            <a:r>
              <a:rPr lang="es-ES" b="1" i="0" dirty="0" smtClean="0">
                <a:latin typeface="Gotham Rounded Medium" panose="02000000000000000000" pitchFamily="50" charset="0"/>
                <a:ea typeface="Arial"/>
                <a:cs typeface="Arial"/>
                <a:sym typeface="Arial"/>
              </a:rPr>
              <a:t>Pensamiento</a:t>
            </a:r>
            <a:br>
              <a:rPr lang="es-ES" b="1" i="0" dirty="0" smtClean="0">
                <a:latin typeface="Gotham Rounded Medium" panose="02000000000000000000" pitchFamily="50" charset="0"/>
                <a:ea typeface="Arial"/>
                <a:cs typeface="Arial"/>
                <a:sym typeface="Arial"/>
              </a:rPr>
            </a:br>
            <a:r>
              <a:rPr lang="es-ES" b="1" dirty="0" smtClean="0">
                <a:latin typeface="Gotham Rounded Medium" panose="02000000000000000000" pitchFamily="50" charset="0"/>
                <a:ea typeface="Arial"/>
                <a:cs typeface="Arial"/>
                <a:sym typeface="Arial"/>
              </a:rPr>
              <a:t>Computacional</a:t>
            </a:r>
            <a:endParaRPr dirty="0">
              <a:latin typeface="Gotham Rounded Medium" panose="02000000000000000000" pitchFamily="50" charset="0"/>
              <a:ea typeface="Arial"/>
              <a:cs typeface="Arial"/>
              <a:sym typeface="Arial"/>
            </a:endParaRPr>
          </a:p>
        </p:txBody>
      </p:sp>
      <p:sp>
        <p:nvSpPr>
          <p:cNvPr id="1861" name="Google Shape;1861;p165"/>
          <p:cNvSpPr txBox="1">
            <a:spLocks noGrp="1"/>
          </p:cNvSpPr>
          <p:nvPr>
            <p:ph type="subTitle" idx="1"/>
          </p:nvPr>
        </p:nvSpPr>
        <p:spPr>
          <a:xfrm>
            <a:off x="1524000" y="3602038"/>
            <a:ext cx="9144000" cy="1031304"/>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s-ES" b="0" i="0" dirty="0" smtClean="0">
                <a:latin typeface="Gotham Rounded Medium" panose="02000000000000000000" pitchFamily="50" charset="0"/>
                <a:ea typeface="Open Sans"/>
                <a:cs typeface="Open Sans"/>
                <a:sym typeface="Open Sans"/>
              </a:rPr>
              <a:t>¿Qué </a:t>
            </a:r>
            <a:r>
              <a:rPr lang="es-ES" b="0" i="0" dirty="0">
                <a:latin typeface="Gotham Rounded Medium" panose="02000000000000000000" pitchFamily="50" charset="0"/>
                <a:ea typeface="Open Sans"/>
                <a:cs typeface="Open Sans"/>
                <a:sym typeface="Open Sans"/>
              </a:rPr>
              <a:t>es?</a:t>
            </a:r>
            <a:endParaRPr dirty="0">
              <a:latin typeface="Gotham Rounded Medium" panose="02000000000000000000" pitchFamily="50" charset="0"/>
            </a:endParaRPr>
          </a:p>
          <a:p>
            <a:pPr marL="0" lvl="0" indent="0" algn="ctr" rtl="0">
              <a:lnSpc>
                <a:spcPct val="90000"/>
              </a:lnSpc>
              <a:spcBef>
                <a:spcPts val="1000"/>
              </a:spcBef>
              <a:spcAft>
                <a:spcPts val="0"/>
              </a:spcAft>
              <a:buClr>
                <a:schemeClr val="dk1"/>
              </a:buClr>
              <a:buSzPts val="2400"/>
              <a:buNone/>
            </a:pPr>
            <a:r>
              <a:rPr lang="es-ES" dirty="0">
                <a:latin typeface="Gotham Rounded Medium" panose="02000000000000000000" pitchFamily="50" charset="0"/>
                <a:ea typeface="Open Sans"/>
                <a:cs typeface="Open Sans"/>
                <a:sym typeface="Open Sans"/>
              </a:rPr>
              <a:t>Programación y </a:t>
            </a:r>
            <a:r>
              <a:rPr lang="es-ES" dirty="0" smtClean="0">
                <a:latin typeface="Gotham Rounded Medium" panose="02000000000000000000" pitchFamily="50" charset="0"/>
                <a:ea typeface="Open Sans"/>
                <a:cs typeface="Open Sans"/>
                <a:sym typeface="Open Sans"/>
              </a:rPr>
              <a:t>PC</a:t>
            </a:r>
            <a:endParaRPr dirty="0">
              <a:latin typeface="Gotham Rounded Medium" panose="02000000000000000000" pitchFamily="50" charset="0"/>
            </a:endParaRPr>
          </a:p>
        </p:txBody>
      </p:sp>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Shape 1865"/>
        <p:cNvGrpSpPr/>
        <p:nvPr/>
      </p:nvGrpSpPr>
      <p:grpSpPr>
        <a:xfrm>
          <a:off x="0" y="0"/>
          <a:ext cx="0" cy="0"/>
          <a:chOff x="0" y="0"/>
          <a:chExt cx="0" cy="0"/>
        </a:xfrm>
      </p:grpSpPr>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8934" y="426453"/>
            <a:ext cx="5962650" cy="5962650"/>
          </a:xfrm>
          <a:prstGeom prst="rect">
            <a:avLst/>
          </a:prstGeom>
        </p:spPr>
      </p:pic>
      <p:sp>
        <p:nvSpPr>
          <p:cNvPr id="1867" name="Google Shape;1867;p166"/>
          <p:cNvSpPr txBox="1">
            <a:spLocks noGrp="1"/>
          </p:cNvSpPr>
          <p:nvPr>
            <p:ph type="title"/>
          </p:nvPr>
        </p:nvSpPr>
        <p:spPr>
          <a:xfrm>
            <a:off x="3657600" y="1505242"/>
            <a:ext cx="6671603" cy="3432517"/>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800"/>
              <a:buFont typeface="Arial"/>
              <a:buNone/>
            </a:pPr>
            <a:r>
              <a:rPr lang="es-ES" sz="4800" b="1" dirty="0" smtClean="0">
                <a:solidFill>
                  <a:schemeClr val="tx1"/>
                </a:solidFill>
                <a:latin typeface="Gotham Rounded Medium" panose="02000000000000000000" pitchFamily="50" charset="0"/>
                <a:ea typeface="Arial"/>
                <a:cs typeface="Arial"/>
                <a:sym typeface="Arial"/>
              </a:rPr>
              <a:t>¿Cómo funciona el</a:t>
            </a:r>
            <a:r>
              <a:rPr lang="es-ES" sz="4800" b="1" dirty="0" smtClean="0">
                <a:solidFill>
                  <a:schemeClr val="bg2"/>
                </a:solidFill>
                <a:latin typeface="Gotham Rounded Medium" panose="02000000000000000000" pitchFamily="50" charset="0"/>
                <a:ea typeface="Arial"/>
                <a:cs typeface="Arial"/>
                <a:sym typeface="Arial"/>
              </a:rPr>
              <a:t> </a:t>
            </a:r>
            <a:r>
              <a:rPr lang="es-ES" sz="4800" b="1" dirty="0" smtClean="0">
                <a:solidFill>
                  <a:schemeClr val="tx1"/>
                </a:solidFill>
                <a:latin typeface="Gotham Rounded Medium" panose="02000000000000000000" pitchFamily="50" charset="0"/>
                <a:ea typeface="Arial"/>
                <a:cs typeface="Arial"/>
                <a:sym typeface="Arial"/>
              </a:rPr>
              <a:t>GPS?</a:t>
            </a:r>
            <a:endParaRPr dirty="0">
              <a:solidFill>
                <a:schemeClr val="tx1"/>
              </a:solidFill>
              <a:latin typeface="Gotham Rounded Medium" panose="02000000000000000000" pitchFamily="50" charset="0"/>
            </a:endParaRPr>
          </a:p>
        </p:txBody>
      </p:sp>
      <p:pic>
        <p:nvPicPr>
          <p:cNvPr id="6" name="Picture 2" descr="https://lh5.googleusercontent.com/RQHtm0a5CsmQnnzvYeG5EDiQ87hqeq_pqRD5vsdIXKOSgs4DNLeOOiEHdrqGxQWJfyPTm5zzf5If-n4Wcli-iTtAENbaDQgyeBK58BBLxbLVU0CdDCSCvoV33SX1T-n_jOVkfjQ3OhnotS4K3LUF7xDXsvBmYushSQ4wi43hauBIjVawqsaHr5inTrwMtbygq4o2vA=s20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8180730" y="2586480"/>
            <a:ext cx="6379942" cy="164259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Shape 1872"/>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a:off x="1805" y="-1016"/>
            <a:ext cx="12190195" cy="6859016"/>
          </a:xfrm>
          <a:prstGeom prst="rect">
            <a:avLst/>
          </a:prstGeom>
        </p:spPr>
      </p:pic>
      <p:sp>
        <p:nvSpPr>
          <p:cNvPr id="1874" name="Google Shape;1874;p167"/>
          <p:cNvSpPr txBox="1"/>
          <p:nvPr/>
        </p:nvSpPr>
        <p:spPr>
          <a:xfrm>
            <a:off x="1698084" y="2745013"/>
            <a:ext cx="8797636" cy="2487180"/>
          </a:xfrm>
          <a:prstGeom prst="rect">
            <a:avLst/>
          </a:prstGeom>
          <a:noFill/>
          <a:ln>
            <a:noFill/>
          </a:ln>
        </p:spPr>
        <p:txBody>
          <a:bodyPr spcFirstLastPara="1" wrap="square" lIns="91425" tIns="45700" rIns="91425" bIns="45700" anchor="t" anchorCtr="0">
            <a:normAutofit lnSpcReduction="10000"/>
          </a:bodyPr>
          <a:lstStyle/>
          <a:p>
            <a:pPr marL="0" marR="0" lvl="0" indent="0" algn="just" rtl="0">
              <a:lnSpc>
                <a:spcPct val="90000"/>
              </a:lnSpc>
              <a:spcBef>
                <a:spcPts val="0"/>
              </a:spcBef>
              <a:spcAft>
                <a:spcPts val="0"/>
              </a:spcAft>
              <a:buClr>
                <a:schemeClr val="dk1"/>
              </a:buClr>
              <a:buSzPts val="2400"/>
              <a:buFont typeface="Arial"/>
              <a:buNone/>
            </a:pPr>
            <a:r>
              <a:rPr lang="es-ES" sz="2400" b="1" i="0" u="none" strike="noStrike" cap="none" dirty="0" smtClean="0">
                <a:solidFill>
                  <a:schemeClr val="dk1"/>
                </a:solidFill>
                <a:latin typeface="Arial"/>
                <a:ea typeface="Arial"/>
                <a:cs typeface="Arial"/>
                <a:sym typeface="Arial"/>
              </a:rPr>
              <a:t>Es una forma de </a:t>
            </a:r>
            <a:r>
              <a:rPr lang="es-ES" sz="2400" b="1" i="0" u="none" strike="noStrike" cap="none" dirty="0" smtClean="0">
                <a:solidFill>
                  <a:schemeClr val="accent6">
                    <a:lumMod val="75000"/>
                  </a:schemeClr>
                </a:solidFill>
                <a:latin typeface="Arial"/>
                <a:ea typeface="Arial"/>
                <a:cs typeface="Arial"/>
                <a:sym typeface="Arial"/>
              </a:rPr>
              <a:t>comprender</a:t>
            </a:r>
            <a:r>
              <a:rPr lang="es-ES" sz="2400" b="1" i="0" u="none" strike="noStrike" cap="none" dirty="0" smtClean="0">
                <a:solidFill>
                  <a:schemeClr val="dk1"/>
                </a:solidFill>
                <a:latin typeface="Arial"/>
                <a:ea typeface="Arial"/>
                <a:cs typeface="Arial"/>
                <a:sym typeface="Arial"/>
              </a:rPr>
              <a:t> un problema/interrogante complejo y desarrollar la solución </a:t>
            </a:r>
            <a:r>
              <a:rPr lang="es-ES" sz="2400" b="1" i="0" u="none" strike="noStrike" cap="none" dirty="0" smtClean="0">
                <a:solidFill>
                  <a:schemeClr val="accent6">
                    <a:lumMod val="75000"/>
                  </a:schemeClr>
                </a:solidFill>
                <a:latin typeface="Arial"/>
                <a:ea typeface="Arial"/>
                <a:cs typeface="Arial"/>
                <a:sym typeface="Arial"/>
              </a:rPr>
              <a:t>más adecuada</a:t>
            </a:r>
            <a:r>
              <a:rPr lang="es-ES" sz="2400" b="1" i="0" u="none" strike="noStrike" cap="none" dirty="0" smtClean="0">
                <a:solidFill>
                  <a:schemeClr val="dk1"/>
                </a:solidFill>
                <a:latin typeface="Arial"/>
                <a:ea typeface="Arial"/>
                <a:cs typeface="Arial"/>
                <a:sym typeface="Arial"/>
              </a:rPr>
              <a:t>.</a:t>
            </a:r>
          </a:p>
          <a:p>
            <a:pPr marL="0" marR="0" lvl="0" indent="0" algn="just" rtl="0">
              <a:lnSpc>
                <a:spcPct val="90000"/>
              </a:lnSpc>
              <a:spcBef>
                <a:spcPts val="0"/>
              </a:spcBef>
              <a:spcAft>
                <a:spcPts val="0"/>
              </a:spcAft>
              <a:buClr>
                <a:schemeClr val="dk1"/>
              </a:buClr>
              <a:buSzPts val="2400"/>
              <a:buFont typeface="Arial"/>
              <a:buNone/>
            </a:pPr>
            <a:endParaRPr lang="es-ES" sz="2400" b="1" i="0" u="none" strike="noStrike" cap="none" dirty="0" smtClean="0">
              <a:solidFill>
                <a:schemeClr val="dk1"/>
              </a:solidFill>
              <a:latin typeface="Arial"/>
              <a:ea typeface="Arial"/>
              <a:cs typeface="Arial"/>
              <a:sym typeface="Arial"/>
            </a:endParaRPr>
          </a:p>
          <a:p>
            <a:pPr marL="0" marR="0" lvl="0" indent="0" algn="just" rtl="0">
              <a:lnSpc>
                <a:spcPct val="90000"/>
              </a:lnSpc>
              <a:spcBef>
                <a:spcPts val="0"/>
              </a:spcBef>
              <a:spcAft>
                <a:spcPts val="0"/>
              </a:spcAft>
              <a:buClr>
                <a:schemeClr val="dk1"/>
              </a:buClr>
              <a:buSzPts val="2400"/>
              <a:buFont typeface="Arial"/>
              <a:buNone/>
            </a:pPr>
            <a:r>
              <a:rPr lang="es-ES" sz="2400" b="1" dirty="0" smtClean="0">
                <a:solidFill>
                  <a:schemeClr val="dk1"/>
                </a:solidFill>
              </a:rPr>
              <a:t>Consiste en la capacidad de utilizar el </a:t>
            </a:r>
            <a:r>
              <a:rPr lang="es-ES" sz="2400" b="1" dirty="0" smtClean="0">
                <a:solidFill>
                  <a:schemeClr val="accent6">
                    <a:lumMod val="75000"/>
                  </a:schemeClr>
                </a:solidFill>
              </a:rPr>
              <a:t>Pensamiento</a:t>
            </a:r>
            <a:r>
              <a:rPr lang="es-ES" sz="2400" b="1" dirty="0" smtClean="0">
                <a:solidFill>
                  <a:srgbClr val="F0904E"/>
                </a:solidFill>
              </a:rPr>
              <a:t> </a:t>
            </a:r>
            <a:r>
              <a:rPr lang="es-ES" sz="2400" b="1" dirty="0" smtClean="0">
                <a:solidFill>
                  <a:schemeClr val="accent6">
                    <a:lumMod val="75000"/>
                  </a:schemeClr>
                </a:solidFill>
              </a:rPr>
              <a:t>Abstracto</a:t>
            </a:r>
            <a:r>
              <a:rPr lang="es-ES" sz="2400" b="1" dirty="0" smtClean="0">
                <a:solidFill>
                  <a:schemeClr val="dk1"/>
                </a:solidFill>
              </a:rPr>
              <a:t>, de </a:t>
            </a:r>
            <a:r>
              <a:rPr lang="es-ES" sz="2400" b="1" dirty="0" smtClean="0">
                <a:solidFill>
                  <a:schemeClr val="accent6">
                    <a:lumMod val="75000"/>
                  </a:schemeClr>
                </a:solidFill>
              </a:rPr>
              <a:t>simplificar los elementos </a:t>
            </a:r>
            <a:r>
              <a:rPr lang="es-ES" sz="2400" b="1" dirty="0" smtClean="0">
                <a:solidFill>
                  <a:schemeClr val="dk1"/>
                </a:solidFill>
              </a:rPr>
              <a:t>de un problema, identificar los aspectos relevantes y desarrollar un </a:t>
            </a:r>
            <a:r>
              <a:rPr lang="es-ES" sz="2400" b="1" dirty="0" smtClean="0">
                <a:solidFill>
                  <a:schemeClr val="accent6">
                    <a:lumMod val="75000"/>
                  </a:schemeClr>
                </a:solidFill>
              </a:rPr>
              <a:t>modelo, </a:t>
            </a:r>
            <a:r>
              <a:rPr lang="es-ES" sz="2400" b="1" dirty="0" smtClean="0">
                <a:solidFill>
                  <a:schemeClr val="dk1"/>
                </a:solidFill>
              </a:rPr>
              <a:t>secuencia de procesos que ofrezcan una solución y que esta pueda ser ejecutada por un sistema informático.</a:t>
            </a:r>
            <a:endParaRPr sz="1400" b="0" i="0" u="none" strike="noStrike" cap="none" dirty="0">
              <a:solidFill>
                <a:srgbClr val="000000"/>
              </a:solidFill>
              <a:latin typeface="Arial"/>
              <a:ea typeface="Arial"/>
              <a:cs typeface="Arial"/>
              <a:sym typeface="Arial"/>
            </a:endParaRPr>
          </a:p>
        </p:txBody>
      </p:sp>
      <p:sp>
        <p:nvSpPr>
          <p:cNvPr id="1875" name="Google Shape;1875;p167"/>
          <p:cNvSpPr txBox="1"/>
          <p:nvPr/>
        </p:nvSpPr>
        <p:spPr>
          <a:xfrm>
            <a:off x="480962" y="1307424"/>
            <a:ext cx="11231880" cy="1325562"/>
          </a:xfrm>
          <a:prstGeom prst="rect">
            <a:avLst/>
          </a:prstGeom>
          <a:noFill/>
          <a:ln>
            <a:noFill/>
          </a:ln>
        </p:spPr>
        <p:txBody>
          <a:bodyPr spcFirstLastPara="1" wrap="square" lIns="91425" tIns="45700" rIns="91425" bIns="45700" anchor="b" anchorCtr="0">
            <a:normAutofit fontScale="92500"/>
          </a:bodyPr>
          <a:lstStyle/>
          <a:p>
            <a:pPr marL="0" marR="0" lvl="0" indent="0" algn="ctr" rtl="0">
              <a:lnSpc>
                <a:spcPct val="90000"/>
              </a:lnSpc>
              <a:spcBef>
                <a:spcPts val="0"/>
              </a:spcBef>
              <a:spcAft>
                <a:spcPts val="0"/>
              </a:spcAft>
              <a:buClr>
                <a:schemeClr val="dk1"/>
              </a:buClr>
              <a:buSzPct val="100000"/>
              <a:buFont typeface="Arial"/>
              <a:buNone/>
            </a:pPr>
            <a:r>
              <a:rPr lang="es-ES" sz="6000" b="1" dirty="0" smtClean="0">
                <a:solidFill>
                  <a:schemeClr val="accent6">
                    <a:lumMod val="75000"/>
                  </a:schemeClr>
                </a:solidFill>
                <a:latin typeface="Gotham Rounded Medium" panose="02000000000000000000" pitchFamily="50" charset="0"/>
              </a:rPr>
              <a:t>Pensamiento Computacional</a:t>
            </a:r>
            <a:endParaRPr sz="6000" b="0" i="0" u="none" strike="noStrike" cap="none" dirty="0">
              <a:solidFill>
                <a:schemeClr val="accent6">
                  <a:lumMod val="75000"/>
                </a:schemeClr>
              </a:solidFill>
              <a:latin typeface="Gotham Rounded Medium" panose="02000000000000000000" pitchFamily="50" charset="0"/>
              <a:sym typeface="Arial"/>
            </a:endParaRPr>
          </a:p>
        </p:txBody>
      </p:sp>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Shape 1879"/>
        <p:cNvGrpSpPr/>
        <p:nvPr/>
      </p:nvGrpSpPr>
      <p:grpSpPr>
        <a:xfrm>
          <a:off x="0" y="0"/>
          <a:ext cx="0" cy="0"/>
          <a:chOff x="0" y="0"/>
          <a:chExt cx="0" cy="0"/>
        </a:xfrm>
      </p:grpSpPr>
      <p:pic>
        <p:nvPicPr>
          <p:cNvPr id="1880" name="Google Shape;1880;p168" descr="Imagen que contiene Calendario&#10;&#10;Descripción generada automáticamente"/>
          <p:cNvPicPr preferRelativeResize="0">
            <a:picLocks noGrp="1"/>
          </p:cNvPicPr>
          <p:nvPr>
            <p:ph type="body" idx="1"/>
          </p:nvPr>
        </p:nvPicPr>
        <p:blipFill rotWithShape="1">
          <a:blip r:embed="rId3">
            <a:alphaModFix/>
          </a:blip>
          <a:srcRect/>
          <a:stretch/>
        </p:blipFill>
        <p:spPr>
          <a:xfrm>
            <a:off x="3657600" y="1814440"/>
            <a:ext cx="4876800" cy="3514725"/>
          </a:xfrm>
          <a:prstGeom prst="rect">
            <a:avLst/>
          </a:prstGeom>
          <a:noFill/>
          <a:ln>
            <a:noFill/>
          </a:ln>
        </p:spPr>
      </p:pic>
      <p:sp>
        <p:nvSpPr>
          <p:cNvPr id="1882" name="Google Shape;1882;p168"/>
          <p:cNvSpPr txBox="1"/>
          <p:nvPr/>
        </p:nvSpPr>
        <p:spPr>
          <a:xfrm>
            <a:off x="8825343" y="2229938"/>
            <a:ext cx="2528455" cy="1200288"/>
          </a:xfrm>
          <a:prstGeom prst="rect">
            <a:avLst/>
          </a:prstGeom>
          <a:solidFill>
            <a:srgbClr val="FFC000"/>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dirty="0">
                <a:solidFill>
                  <a:schemeClr val="dk1"/>
                </a:solidFill>
                <a:latin typeface="Gotham Rounded Medium" panose="02000000000000000000" pitchFamily="50" charset="0"/>
                <a:ea typeface="Calibri"/>
                <a:cs typeface="Calibri"/>
                <a:sym typeface="Calibri"/>
              </a:rPr>
              <a:t>DIVIDIR UN PROBLEMA EN PARTES MÁS PEQUEÑAS</a:t>
            </a:r>
            <a:endParaRPr sz="1400" b="0" i="0" u="none" strike="noStrike" cap="none" dirty="0">
              <a:solidFill>
                <a:srgbClr val="000000"/>
              </a:solidFill>
              <a:latin typeface="Gotham Rounded Medium" panose="02000000000000000000" pitchFamily="50" charset="0"/>
              <a:sym typeface="Arial"/>
            </a:endParaRPr>
          </a:p>
        </p:txBody>
      </p:sp>
      <p:sp>
        <p:nvSpPr>
          <p:cNvPr id="1883" name="Google Shape;1883;p168"/>
          <p:cNvSpPr txBox="1"/>
          <p:nvPr/>
        </p:nvSpPr>
        <p:spPr>
          <a:xfrm>
            <a:off x="8825344" y="4036503"/>
            <a:ext cx="2528455" cy="1200288"/>
          </a:xfrm>
          <a:prstGeom prst="rect">
            <a:avLst/>
          </a:prstGeom>
          <a:solidFill>
            <a:srgbClr val="B3C6E7"/>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dirty="0">
                <a:solidFill>
                  <a:schemeClr val="dk1"/>
                </a:solidFill>
                <a:latin typeface="Gotham Rounded Medium" panose="02000000000000000000" pitchFamily="50" charset="0"/>
                <a:ea typeface="Calibri"/>
                <a:cs typeface="Calibri"/>
                <a:sym typeface="Calibri"/>
              </a:rPr>
              <a:t>PENSAR EN LA RESOLUCIÓN DEL PROBLEMA PASO A PASO</a:t>
            </a:r>
            <a:endParaRPr sz="1400" b="0" i="0" u="none" strike="noStrike" cap="none" dirty="0">
              <a:solidFill>
                <a:srgbClr val="000000"/>
              </a:solidFill>
              <a:latin typeface="Gotham Rounded Medium" panose="02000000000000000000" pitchFamily="50" charset="0"/>
              <a:sym typeface="Arial"/>
            </a:endParaRPr>
          </a:p>
        </p:txBody>
      </p:sp>
      <p:sp>
        <p:nvSpPr>
          <p:cNvPr id="1884" name="Google Shape;1884;p168"/>
          <p:cNvSpPr txBox="1"/>
          <p:nvPr/>
        </p:nvSpPr>
        <p:spPr>
          <a:xfrm>
            <a:off x="838199" y="2091438"/>
            <a:ext cx="2528455" cy="1477287"/>
          </a:xfrm>
          <a:prstGeom prst="rect">
            <a:avLst/>
          </a:prstGeom>
          <a:solidFill>
            <a:srgbClr val="C4E0B2"/>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dirty="0">
                <a:solidFill>
                  <a:schemeClr val="dk1"/>
                </a:solidFill>
                <a:latin typeface="Gotham Rounded Medium" panose="02000000000000000000" pitchFamily="50" charset="0"/>
                <a:ea typeface="Calibri"/>
                <a:cs typeface="Calibri"/>
                <a:sym typeface="Calibri"/>
              </a:rPr>
              <a:t>CONCEPTUALIZAR, </a:t>
            </a:r>
            <a:endParaRPr sz="1400" b="0" i="0" u="none" strike="noStrike" cap="none" dirty="0">
              <a:solidFill>
                <a:srgbClr val="000000"/>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dirty="0">
                <a:solidFill>
                  <a:schemeClr val="dk1"/>
                </a:solidFill>
                <a:latin typeface="Gotham Rounded Medium" panose="02000000000000000000" pitchFamily="50" charset="0"/>
                <a:ea typeface="Calibri"/>
                <a:cs typeface="Calibri"/>
                <a:sym typeface="Calibri"/>
              </a:rPr>
              <a:t>DEJAR DE LADO LOS DETALLES POCO RELEVANTES</a:t>
            </a:r>
            <a:endParaRPr sz="1400" b="0" i="0" u="none" strike="noStrike" cap="none" dirty="0">
              <a:solidFill>
                <a:srgbClr val="000000"/>
              </a:solidFill>
              <a:latin typeface="Gotham Rounded Medium" panose="02000000000000000000" pitchFamily="50" charset="0"/>
              <a:sym typeface="Arial"/>
            </a:endParaRPr>
          </a:p>
        </p:txBody>
      </p:sp>
      <p:sp>
        <p:nvSpPr>
          <p:cNvPr id="1885" name="Google Shape;1885;p168"/>
          <p:cNvSpPr txBox="1"/>
          <p:nvPr/>
        </p:nvSpPr>
        <p:spPr>
          <a:xfrm>
            <a:off x="838199" y="4313502"/>
            <a:ext cx="2528455" cy="923289"/>
          </a:xfrm>
          <a:prstGeom prst="rect">
            <a:avLst/>
          </a:prstGeom>
          <a:solidFill>
            <a:srgbClr val="F7CAAC"/>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dirty="0">
                <a:solidFill>
                  <a:schemeClr val="dk1"/>
                </a:solidFill>
                <a:latin typeface="Gotham Rounded Medium" panose="02000000000000000000" pitchFamily="50" charset="0"/>
                <a:ea typeface="Calibri"/>
                <a:cs typeface="Calibri"/>
                <a:sym typeface="Calibri"/>
              </a:rPr>
              <a:t>GENERALIZAR,</a:t>
            </a:r>
            <a:endParaRPr sz="1400" b="0" i="0" u="none" strike="noStrike" cap="none" dirty="0">
              <a:solidFill>
                <a:srgbClr val="000000"/>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dirty="0">
                <a:solidFill>
                  <a:schemeClr val="dk1"/>
                </a:solidFill>
                <a:latin typeface="Gotham Rounded Medium" panose="02000000000000000000" pitchFamily="50" charset="0"/>
                <a:ea typeface="Calibri"/>
                <a:cs typeface="Calibri"/>
                <a:sym typeface="Calibri"/>
              </a:rPr>
              <a:t>BUSCAR SIMILITUDES  </a:t>
            </a:r>
            <a:endParaRPr sz="1400" b="0" i="0" u="none" strike="noStrike" cap="none" dirty="0">
              <a:solidFill>
                <a:srgbClr val="000000"/>
              </a:solidFill>
              <a:latin typeface="Gotham Rounded Medium" panose="02000000000000000000" pitchFamily="50" charset="0"/>
              <a:sym typeface="Arial"/>
            </a:endParaRPr>
          </a:p>
        </p:txBody>
      </p:sp>
      <p:sp>
        <p:nvSpPr>
          <p:cNvPr id="9" name="Google Shape;1875;p167"/>
          <p:cNvSpPr txBox="1"/>
          <p:nvPr/>
        </p:nvSpPr>
        <p:spPr>
          <a:xfrm>
            <a:off x="620737" y="401342"/>
            <a:ext cx="11231880" cy="998787"/>
          </a:xfrm>
          <a:prstGeom prst="rect">
            <a:avLst/>
          </a:prstGeom>
          <a:noFill/>
          <a:ln>
            <a:noFill/>
          </a:ln>
        </p:spPr>
        <p:txBody>
          <a:bodyPr spcFirstLastPara="1" wrap="square" lIns="91425" tIns="45700" rIns="91425" bIns="45700" anchor="b" anchorCtr="0">
            <a:normAutofit fontScale="92500"/>
          </a:bodyPr>
          <a:lstStyle/>
          <a:p>
            <a:pPr marL="0" marR="0" lvl="0" indent="0" algn="ctr" rtl="0">
              <a:lnSpc>
                <a:spcPct val="90000"/>
              </a:lnSpc>
              <a:spcBef>
                <a:spcPts val="0"/>
              </a:spcBef>
              <a:spcAft>
                <a:spcPts val="0"/>
              </a:spcAft>
              <a:buClr>
                <a:schemeClr val="dk1"/>
              </a:buClr>
              <a:buSzPct val="100000"/>
              <a:buFont typeface="Arial"/>
              <a:buNone/>
            </a:pPr>
            <a:r>
              <a:rPr lang="es-ES" sz="6000" b="1" dirty="0" smtClean="0">
                <a:solidFill>
                  <a:schemeClr val="tx1"/>
                </a:solidFill>
                <a:latin typeface="Gotham Rounded Medium" panose="02000000000000000000" pitchFamily="50" charset="0"/>
              </a:rPr>
              <a:t>Pensamiento Computacional</a:t>
            </a:r>
            <a:endParaRPr sz="6000" b="0" i="0" u="none" strike="noStrike" cap="none" dirty="0">
              <a:solidFill>
                <a:schemeClr val="tx1"/>
              </a:solidFill>
              <a:latin typeface="Gotham Rounded Medium" panose="02000000000000000000" pitchFamily="50" charset="0"/>
              <a:sym typeface="Arial"/>
            </a:endParaRPr>
          </a:p>
        </p:txBody>
      </p:sp>
      <p:pic>
        <p:nvPicPr>
          <p:cNvPr id="10" name="Google Shape;718;p2"/>
          <p:cNvPicPr preferRelativeResize="0"/>
          <p:nvPr/>
        </p:nvPicPr>
        <p:blipFill rotWithShape="1">
          <a:blip r:embed="rId4">
            <a:alphaModFix/>
          </a:blip>
          <a:srcRect l="4015" t="81134" r="1303" b="3519"/>
          <a:stretch/>
        </p:blipFill>
        <p:spPr>
          <a:xfrm>
            <a:off x="46679" y="5712997"/>
            <a:ext cx="11957540" cy="998806"/>
          </a:xfrm>
          <a:prstGeom prst="rect">
            <a:avLst/>
          </a:prstGeom>
          <a:noFill/>
          <a:ln>
            <a:noFill/>
          </a:ln>
        </p:spPr>
      </p:pic>
      <p:pic>
        <p:nvPicPr>
          <p:cNvPr id="11" name="Google Shape;718;p2"/>
          <p:cNvPicPr preferRelativeResize="0"/>
          <p:nvPr/>
        </p:nvPicPr>
        <p:blipFill rotWithShape="1">
          <a:blip r:embed="rId4">
            <a:alphaModFix/>
          </a:blip>
          <a:srcRect l="34925" r="35855" b="73701"/>
          <a:stretch/>
        </p:blipFill>
        <p:spPr>
          <a:xfrm>
            <a:off x="5273347" y="5866723"/>
            <a:ext cx="2180492" cy="922774"/>
          </a:xfrm>
          <a:prstGeom prst="rect">
            <a:avLst/>
          </a:prstGeom>
          <a:noFill/>
          <a:ln>
            <a:noFill/>
          </a:ln>
        </p:spPr>
      </p:pic>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pic>
        <p:nvPicPr>
          <p:cNvPr id="4" name="Google Shape;241;p5"/>
          <p:cNvPicPr preferRelativeResize="0"/>
          <p:nvPr/>
        </p:nvPicPr>
        <p:blipFill rotWithShape="1">
          <a:blip r:embed="rId3">
            <a:alphaModFix amt="10000"/>
          </a:blip>
          <a:srcRect/>
          <a:stretch/>
        </p:blipFill>
        <p:spPr>
          <a:xfrm>
            <a:off x="0" y="1254"/>
            <a:ext cx="12192000" cy="6856745"/>
          </a:xfrm>
          <a:prstGeom prst="rect">
            <a:avLst/>
          </a:prstGeom>
          <a:noFill/>
          <a:ln>
            <a:noFill/>
          </a:ln>
        </p:spPr>
      </p:pic>
      <p:sp>
        <p:nvSpPr>
          <p:cNvPr id="1890" name="Google Shape;1890;p169"/>
          <p:cNvSpPr txBox="1">
            <a:spLocks noGrp="1"/>
          </p:cNvSpPr>
          <p:nvPr>
            <p:ph type="ctrTitle"/>
          </p:nvPr>
        </p:nvSpPr>
        <p:spPr>
          <a:xfrm>
            <a:off x="1524000" y="1468725"/>
            <a:ext cx="9434732" cy="2413957"/>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ct val="100000"/>
              <a:buFont typeface="Arial"/>
              <a:buNone/>
            </a:pPr>
            <a:r>
              <a:rPr lang="es-ES" b="1" i="0" dirty="0" smtClean="0">
                <a:latin typeface="Gotham Rounded Medium" panose="02000000000000000000" pitchFamily="50" charset="0"/>
                <a:ea typeface="Arial"/>
                <a:cs typeface="Arial"/>
                <a:sym typeface="Arial"/>
              </a:rPr>
              <a:t>“El </a:t>
            </a:r>
            <a:r>
              <a:rPr lang="es-ES" b="1" i="0" dirty="0">
                <a:latin typeface="Gotham Rounded Medium" panose="02000000000000000000" pitchFamily="50" charset="0"/>
                <a:ea typeface="Arial"/>
                <a:cs typeface="Arial"/>
                <a:sym typeface="Arial"/>
              </a:rPr>
              <a:t>pensamiento computacional puede ser aplicado a la vida diaria</a:t>
            </a:r>
            <a:r>
              <a:rPr lang="es-ES" b="1" i="0" dirty="0" smtClean="0">
                <a:latin typeface="Gotham Rounded Medium" panose="02000000000000000000" pitchFamily="50" charset="0"/>
                <a:ea typeface="Arial"/>
                <a:cs typeface="Arial"/>
                <a:sym typeface="Arial"/>
              </a:rPr>
              <a:t>”.</a:t>
            </a:r>
            <a:endParaRPr dirty="0">
              <a:latin typeface="Gotham Rounded Medium" panose="02000000000000000000" pitchFamily="50" charset="0"/>
              <a:ea typeface="Arial"/>
              <a:cs typeface="Arial"/>
              <a:sym typeface="Arial"/>
            </a:endParaRPr>
          </a:p>
        </p:txBody>
      </p:sp>
      <p:sp>
        <p:nvSpPr>
          <p:cNvPr id="1891" name="Google Shape;1891;p169"/>
          <p:cNvSpPr txBox="1">
            <a:spLocks noGrp="1"/>
          </p:cNvSpPr>
          <p:nvPr>
            <p:ph type="subTitle" idx="1"/>
          </p:nvPr>
        </p:nvSpPr>
        <p:spPr>
          <a:xfrm>
            <a:off x="803564" y="4079874"/>
            <a:ext cx="10418618" cy="22224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1"/>
              </a:buClr>
              <a:buSzPct val="100000"/>
              <a:buNone/>
            </a:pPr>
            <a:r>
              <a:rPr lang="es-ES" sz="1800" dirty="0" smtClean="0">
                <a:solidFill>
                  <a:srgbClr val="872789"/>
                </a:solidFill>
                <a:latin typeface="Gotham Rounded" pitchFamily="50" charset="0"/>
                <a:ea typeface="Arial"/>
                <a:cs typeface="Arial"/>
                <a:sym typeface="Arial"/>
              </a:rPr>
              <a:t>Ejemplo: </a:t>
            </a:r>
            <a:endParaRPr sz="1800" dirty="0">
              <a:solidFill>
                <a:srgbClr val="872789"/>
              </a:solidFill>
              <a:latin typeface="Gotham Rounded" pitchFamily="50" charset="0"/>
            </a:endParaRPr>
          </a:p>
          <a:p>
            <a:pPr marL="0" lvl="0" indent="0" algn="ctr" rtl="0">
              <a:lnSpc>
                <a:spcPct val="90000"/>
              </a:lnSpc>
              <a:spcBef>
                <a:spcPts val="1000"/>
              </a:spcBef>
              <a:spcAft>
                <a:spcPts val="0"/>
              </a:spcAft>
              <a:buClr>
                <a:schemeClr val="dk1"/>
              </a:buClr>
              <a:buSzPct val="100000"/>
              <a:buNone/>
            </a:pPr>
            <a:r>
              <a:rPr lang="es-ES" sz="1800" dirty="0">
                <a:latin typeface="Gotham Rounded" pitchFamily="50" charset="0"/>
                <a:ea typeface="Arial"/>
                <a:cs typeface="Arial"/>
                <a:sym typeface="Arial"/>
              </a:rPr>
              <a:t>Comercio – Compra, venta, monitoreo de mercadería, stock</a:t>
            </a:r>
            <a:endParaRPr sz="1800" dirty="0">
              <a:latin typeface="Gotham Rounded" pitchFamily="50" charset="0"/>
            </a:endParaRPr>
          </a:p>
          <a:p>
            <a:pPr marL="0" lvl="0" indent="0" algn="ctr" rtl="0">
              <a:lnSpc>
                <a:spcPct val="90000"/>
              </a:lnSpc>
              <a:spcBef>
                <a:spcPts val="1000"/>
              </a:spcBef>
              <a:spcAft>
                <a:spcPts val="0"/>
              </a:spcAft>
              <a:buClr>
                <a:schemeClr val="dk1"/>
              </a:buClr>
              <a:buSzPct val="100000"/>
              <a:buNone/>
            </a:pPr>
            <a:r>
              <a:rPr lang="es-ES" sz="1800" dirty="0">
                <a:latin typeface="Gotham Rounded" pitchFamily="50" charset="0"/>
                <a:ea typeface="Arial"/>
                <a:cs typeface="Arial"/>
                <a:sym typeface="Arial"/>
              </a:rPr>
              <a:t>Transferencias bancarias - billeteras virtuales</a:t>
            </a:r>
            <a:endParaRPr sz="1800" dirty="0">
              <a:latin typeface="Gotham Rounded" pitchFamily="50" charset="0"/>
            </a:endParaRPr>
          </a:p>
          <a:p>
            <a:pPr marL="0" lvl="0" indent="0" algn="ctr" rtl="0">
              <a:lnSpc>
                <a:spcPct val="90000"/>
              </a:lnSpc>
              <a:spcBef>
                <a:spcPts val="1000"/>
              </a:spcBef>
              <a:spcAft>
                <a:spcPts val="0"/>
              </a:spcAft>
              <a:buClr>
                <a:schemeClr val="dk1"/>
              </a:buClr>
              <a:buSzPct val="100000"/>
              <a:buNone/>
            </a:pPr>
            <a:r>
              <a:rPr lang="es-ES" sz="1800" dirty="0">
                <a:latin typeface="Gotham Rounded" pitchFamily="50" charset="0"/>
                <a:ea typeface="Arial"/>
                <a:cs typeface="Arial"/>
                <a:sym typeface="Arial"/>
              </a:rPr>
              <a:t>Transporte</a:t>
            </a:r>
            <a:endParaRPr sz="1800" dirty="0">
              <a:latin typeface="Gotham Rounded" pitchFamily="50" charset="0"/>
            </a:endParaRPr>
          </a:p>
          <a:p>
            <a:pPr marL="0" lvl="0" indent="0" algn="ctr" rtl="0">
              <a:lnSpc>
                <a:spcPct val="90000"/>
              </a:lnSpc>
              <a:spcBef>
                <a:spcPts val="1000"/>
              </a:spcBef>
              <a:spcAft>
                <a:spcPts val="0"/>
              </a:spcAft>
              <a:buClr>
                <a:schemeClr val="dk1"/>
              </a:buClr>
              <a:buSzPct val="100000"/>
              <a:buNone/>
            </a:pPr>
            <a:r>
              <a:rPr lang="es-ES" sz="1800" dirty="0">
                <a:latin typeface="Gotham Rounded" pitchFamily="50" charset="0"/>
                <a:ea typeface="Arial"/>
                <a:cs typeface="Arial"/>
                <a:sym typeface="Arial"/>
              </a:rPr>
              <a:t>Filtros ATS (o </a:t>
            </a:r>
            <a:r>
              <a:rPr lang="es-ES" sz="1800" dirty="0" err="1">
                <a:latin typeface="Gotham Rounded" pitchFamily="50" charset="0"/>
                <a:ea typeface="Arial"/>
                <a:cs typeface="Arial"/>
                <a:sym typeface="Arial"/>
              </a:rPr>
              <a:t>Applicant</a:t>
            </a:r>
            <a:r>
              <a:rPr lang="es-ES" sz="1800" dirty="0">
                <a:latin typeface="Gotham Rounded" pitchFamily="50" charset="0"/>
                <a:ea typeface="Arial"/>
                <a:cs typeface="Arial"/>
                <a:sym typeface="Arial"/>
              </a:rPr>
              <a:t> Tracking </a:t>
            </a:r>
            <a:r>
              <a:rPr lang="es-ES" sz="1800" dirty="0" err="1">
                <a:latin typeface="Gotham Rounded" pitchFamily="50" charset="0"/>
                <a:ea typeface="Arial"/>
                <a:cs typeface="Arial"/>
                <a:sym typeface="Arial"/>
              </a:rPr>
              <a:t>System</a:t>
            </a:r>
            <a:r>
              <a:rPr lang="es-ES" sz="1800" dirty="0">
                <a:latin typeface="Gotham Rounded" pitchFamily="50" charset="0"/>
                <a:ea typeface="Arial"/>
                <a:cs typeface="Arial"/>
                <a:sym typeface="Arial"/>
              </a:rPr>
              <a:t>- filtros de CV para toda búsqueda masiva para un puesto)</a:t>
            </a:r>
            <a:endParaRPr sz="1800" dirty="0">
              <a:latin typeface="Gotham Rounded" pitchFamily="50" charset="0"/>
              <a:ea typeface="Arial"/>
              <a:cs typeface="Arial"/>
              <a:sym typeface="Arial"/>
            </a:endParaRPr>
          </a:p>
        </p:txBody>
      </p:sp>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Shape 1865"/>
        <p:cNvGrpSpPr/>
        <p:nvPr/>
      </p:nvGrpSpPr>
      <p:grpSpPr>
        <a:xfrm>
          <a:off x="0" y="0"/>
          <a:ext cx="0" cy="0"/>
          <a:chOff x="0" y="0"/>
          <a:chExt cx="0" cy="0"/>
        </a:xfrm>
      </p:grpSpPr>
      <p:pic>
        <p:nvPicPr>
          <p:cNvPr id="6" name="Picture 2" descr="https://lh5.googleusercontent.com/RQHtm0a5CsmQnnzvYeG5EDiQ87hqeq_pqRD5vsdIXKOSgs4DNLeOOiEHdrqGxQWJfyPTm5zzf5If-n4Wcli-iTtAENbaDQgyeBK58BBLxbLVU0CdDCSCvoV33SX1T-n_jOVkfjQ3OhnotS4K3LUF7xDXsvBmYushSQ4wi43hauBIjVawqsaHr5inTrwMtbygq4o2vA=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8180730" y="2586480"/>
            <a:ext cx="6379942" cy="1642597"/>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n 2"/>
          <p:cNvPicPr>
            <a:picLocks noChangeAspect="1"/>
          </p:cNvPicPr>
          <p:nvPr/>
        </p:nvPicPr>
        <p:blipFill rotWithShape="1">
          <a:blip r:embed="rId4">
            <a:extLst>
              <a:ext uri="{28A0092B-C50C-407E-A947-70E740481C1C}">
                <a14:useLocalDpi xmlns:a14="http://schemas.microsoft.com/office/drawing/2010/main" val="0"/>
              </a:ext>
            </a:extLst>
          </a:blip>
          <a:srcRect l="22554" t="27294" b="11836"/>
          <a:stretch/>
        </p:blipFill>
        <p:spPr>
          <a:xfrm>
            <a:off x="365759" y="1842868"/>
            <a:ext cx="4617867" cy="3629465"/>
          </a:xfrm>
          <a:prstGeom prst="rect">
            <a:avLst/>
          </a:prstGeom>
        </p:spPr>
      </p:pic>
      <p:sp>
        <p:nvSpPr>
          <p:cNvPr id="1867" name="Google Shape;1867;p166"/>
          <p:cNvSpPr txBox="1">
            <a:spLocks noGrp="1"/>
          </p:cNvSpPr>
          <p:nvPr>
            <p:ph type="title"/>
          </p:nvPr>
        </p:nvSpPr>
        <p:spPr>
          <a:xfrm>
            <a:off x="1617786" y="548640"/>
            <a:ext cx="9273516" cy="129422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800"/>
              <a:buFont typeface="Arial"/>
              <a:buNone/>
            </a:pPr>
            <a:r>
              <a:rPr lang="es-ES" sz="4800" b="1" dirty="0" smtClean="0">
                <a:solidFill>
                  <a:schemeClr val="tx1"/>
                </a:solidFill>
                <a:latin typeface="Gotham Rounded Medium" panose="02000000000000000000" pitchFamily="50" charset="0"/>
                <a:ea typeface="Arial"/>
                <a:cs typeface="Arial"/>
                <a:sym typeface="Arial"/>
              </a:rPr>
              <a:t>¿Cómo llegar a un destino?</a:t>
            </a:r>
            <a:endParaRPr dirty="0">
              <a:solidFill>
                <a:schemeClr val="tx1"/>
              </a:solidFill>
              <a:latin typeface="Gotham Rounded Medium" panose="02000000000000000000" pitchFamily="50" charset="0"/>
            </a:endParaRPr>
          </a:p>
        </p:txBody>
      </p:sp>
      <p:sp>
        <p:nvSpPr>
          <p:cNvPr id="5" name="Google Shape;1898;p170"/>
          <p:cNvSpPr txBox="1"/>
          <p:nvPr/>
        </p:nvSpPr>
        <p:spPr>
          <a:xfrm>
            <a:off x="5090300" y="2173701"/>
            <a:ext cx="5459102" cy="2367915"/>
          </a:xfrm>
          <a:prstGeom prst="rect">
            <a:avLst/>
          </a:prstGeom>
          <a:noFill/>
          <a:ln>
            <a:noFill/>
          </a:ln>
        </p:spPr>
        <p:txBody>
          <a:bodyPr spcFirstLastPara="1" wrap="square" lIns="91425" tIns="45700" rIns="91425" bIns="45700" anchor="ctr" anchorCtr="0">
            <a:normAutofit fontScale="62500" lnSpcReduction="20000"/>
          </a:bodyPr>
          <a:lstStyle/>
          <a:p>
            <a:pPr marL="0" marR="0" lvl="0" indent="0" rtl="0">
              <a:lnSpc>
                <a:spcPct val="90000"/>
              </a:lnSpc>
              <a:spcBef>
                <a:spcPts val="0"/>
              </a:spcBef>
              <a:spcAft>
                <a:spcPts val="0"/>
              </a:spcAft>
              <a:buClr>
                <a:schemeClr val="dk1"/>
              </a:buClr>
              <a:buSzPct val="100000"/>
              <a:buFont typeface="Arial"/>
              <a:buNone/>
            </a:pPr>
            <a:r>
              <a:rPr lang="es-ES" sz="4400" b="0" i="0" u="none" strike="noStrike" cap="none" dirty="0" smtClean="0">
                <a:solidFill>
                  <a:srgbClr val="872789"/>
                </a:solidFill>
                <a:latin typeface="Gotham Rounded" pitchFamily="50" charset="0"/>
                <a:sym typeface="Arial"/>
              </a:rPr>
              <a:t>Descomponer- Variables</a:t>
            </a:r>
          </a:p>
          <a:p>
            <a:pPr marL="0" marR="0" lvl="0" indent="0" rtl="0">
              <a:lnSpc>
                <a:spcPct val="90000"/>
              </a:lnSpc>
              <a:spcBef>
                <a:spcPts val="0"/>
              </a:spcBef>
              <a:spcAft>
                <a:spcPts val="0"/>
              </a:spcAft>
              <a:buClr>
                <a:schemeClr val="dk1"/>
              </a:buClr>
              <a:buSzPct val="100000"/>
              <a:buFont typeface="Arial"/>
              <a:buNone/>
            </a:pPr>
            <a:endParaRPr lang="es-ES" sz="4400" b="0" i="0" u="none" strike="noStrike" cap="none" dirty="0" smtClean="0">
              <a:solidFill>
                <a:schemeClr val="dk1"/>
              </a:solidFill>
              <a:latin typeface="Gotham Rounded" pitchFamily="50" charset="0"/>
              <a:sym typeface="Arial"/>
            </a:endParaRPr>
          </a:p>
          <a:p>
            <a:pPr marL="571500" marR="0" lvl="0" indent="-571500" rtl="0">
              <a:lnSpc>
                <a:spcPct val="90000"/>
              </a:lnSpc>
              <a:spcBef>
                <a:spcPts val="0"/>
              </a:spcBef>
              <a:spcAft>
                <a:spcPts val="0"/>
              </a:spcAft>
              <a:buClr>
                <a:schemeClr val="dk1"/>
              </a:buClr>
              <a:buSzPct val="100000"/>
              <a:buFont typeface="Arial"/>
              <a:buChar char="•"/>
            </a:pPr>
            <a:r>
              <a:rPr lang="es-ES" sz="4400" b="0" i="0" u="none" strike="noStrike" cap="none" dirty="0" smtClean="0">
                <a:solidFill>
                  <a:schemeClr val="dk1"/>
                </a:solidFill>
                <a:latin typeface="Gotham Rounded" pitchFamily="50" charset="0"/>
                <a:sym typeface="Arial"/>
              </a:rPr>
              <a:t>Distancia</a:t>
            </a:r>
          </a:p>
          <a:p>
            <a:pPr marL="571500" marR="0" lvl="0" indent="-571500" rtl="0">
              <a:lnSpc>
                <a:spcPct val="90000"/>
              </a:lnSpc>
              <a:spcBef>
                <a:spcPts val="0"/>
              </a:spcBef>
              <a:spcAft>
                <a:spcPts val="0"/>
              </a:spcAft>
              <a:buClr>
                <a:schemeClr val="dk1"/>
              </a:buClr>
              <a:buSzPct val="100000"/>
              <a:buFont typeface="Arial"/>
              <a:buChar char="•"/>
            </a:pPr>
            <a:r>
              <a:rPr lang="es-ES" sz="4400" dirty="0" smtClean="0">
                <a:solidFill>
                  <a:schemeClr val="dk1"/>
                </a:solidFill>
                <a:latin typeface="Gotham Rounded" pitchFamily="50" charset="0"/>
              </a:rPr>
              <a:t>Medios de Transporte</a:t>
            </a:r>
          </a:p>
          <a:p>
            <a:pPr marL="571500" marR="0" lvl="0" indent="-571500" rtl="0">
              <a:lnSpc>
                <a:spcPct val="90000"/>
              </a:lnSpc>
              <a:spcBef>
                <a:spcPts val="0"/>
              </a:spcBef>
              <a:spcAft>
                <a:spcPts val="0"/>
              </a:spcAft>
              <a:buClr>
                <a:schemeClr val="dk1"/>
              </a:buClr>
              <a:buSzPct val="100000"/>
              <a:buFont typeface="Arial"/>
              <a:buChar char="•"/>
            </a:pPr>
            <a:r>
              <a:rPr lang="es-ES" sz="4400" b="0" i="0" u="none" strike="noStrike" cap="none" dirty="0" smtClean="0">
                <a:solidFill>
                  <a:schemeClr val="dk1"/>
                </a:solidFill>
                <a:latin typeface="Gotham Rounded" pitchFamily="50" charset="0"/>
                <a:sym typeface="Arial"/>
              </a:rPr>
              <a:t>Dinero Disponible</a:t>
            </a:r>
          </a:p>
          <a:p>
            <a:pPr marL="571500" marR="0" lvl="0" indent="-571500" rtl="0">
              <a:lnSpc>
                <a:spcPct val="90000"/>
              </a:lnSpc>
              <a:spcBef>
                <a:spcPts val="0"/>
              </a:spcBef>
              <a:spcAft>
                <a:spcPts val="0"/>
              </a:spcAft>
              <a:buClr>
                <a:schemeClr val="dk1"/>
              </a:buClr>
              <a:buSzPct val="100000"/>
              <a:buFont typeface="Arial"/>
              <a:buChar char="•"/>
            </a:pPr>
            <a:r>
              <a:rPr lang="es-ES" sz="4400" dirty="0" smtClean="0">
                <a:solidFill>
                  <a:schemeClr val="dk1"/>
                </a:solidFill>
                <a:latin typeface="Gotham Rounded" pitchFamily="50" charset="0"/>
              </a:rPr>
              <a:t>Clima</a:t>
            </a:r>
          </a:p>
          <a:p>
            <a:pPr marL="571500" marR="0" lvl="0" indent="-571500" rtl="0">
              <a:lnSpc>
                <a:spcPct val="90000"/>
              </a:lnSpc>
              <a:spcBef>
                <a:spcPts val="0"/>
              </a:spcBef>
              <a:spcAft>
                <a:spcPts val="0"/>
              </a:spcAft>
              <a:buClr>
                <a:schemeClr val="dk1"/>
              </a:buClr>
              <a:buSzPct val="100000"/>
              <a:buFont typeface="Arial"/>
              <a:buChar char="•"/>
            </a:pPr>
            <a:r>
              <a:rPr lang="es-ES" sz="4400" b="0" i="0" u="none" strike="noStrike" cap="none" dirty="0" smtClean="0">
                <a:solidFill>
                  <a:schemeClr val="dk1"/>
                </a:solidFill>
                <a:latin typeface="Gotham Rounded" pitchFamily="50" charset="0"/>
                <a:sym typeface="Arial"/>
              </a:rPr>
              <a:t>Tránsito</a:t>
            </a:r>
          </a:p>
        </p:txBody>
      </p:sp>
    </p:spTree>
    <p:extLst>
      <p:ext uri="{BB962C8B-B14F-4D97-AF65-F5344CB8AC3E}">
        <p14:creationId xmlns:p14="http://schemas.microsoft.com/office/powerpoint/2010/main" val="1878717870"/>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Shape 1865"/>
        <p:cNvGrpSpPr/>
        <p:nvPr/>
      </p:nvGrpSpPr>
      <p:grpSpPr>
        <a:xfrm>
          <a:off x="0" y="0"/>
          <a:ext cx="0" cy="0"/>
          <a:chOff x="0" y="0"/>
          <a:chExt cx="0" cy="0"/>
        </a:xfrm>
      </p:grpSpPr>
      <p:pic>
        <p:nvPicPr>
          <p:cNvPr id="6" name="Picture 2" descr="https://lh5.googleusercontent.com/RQHtm0a5CsmQnnzvYeG5EDiQ87hqeq_pqRD5vsdIXKOSgs4DNLeOOiEHdrqGxQWJfyPTm5zzf5If-n4Wcli-iTtAENbaDQgyeBK58BBLxbLVU0CdDCSCvoV33SX1T-n_jOVkfjQ3OhnotS4K3LUF7xDXsvBmYushSQ4wi43hauBIjVawqsaHr5inTrwMtbygq4o2vA=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8180730" y="2586480"/>
            <a:ext cx="6379942" cy="1642597"/>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n 2"/>
          <p:cNvPicPr>
            <a:picLocks noChangeAspect="1"/>
          </p:cNvPicPr>
          <p:nvPr/>
        </p:nvPicPr>
        <p:blipFill rotWithShape="1">
          <a:blip r:embed="rId4">
            <a:extLst>
              <a:ext uri="{28A0092B-C50C-407E-A947-70E740481C1C}">
                <a14:useLocalDpi xmlns:a14="http://schemas.microsoft.com/office/drawing/2010/main" val="0"/>
              </a:ext>
            </a:extLst>
          </a:blip>
          <a:srcRect l="22554" t="27294" b="11836"/>
          <a:stretch/>
        </p:blipFill>
        <p:spPr>
          <a:xfrm>
            <a:off x="6189783" y="1593045"/>
            <a:ext cx="4617867" cy="3629465"/>
          </a:xfrm>
          <a:prstGeom prst="rect">
            <a:avLst/>
          </a:prstGeom>
        </p:spPr>
      </p:pic>
      <p:pic>
        <p:nvPicPr>
          <p:cNvPr id="7" name="Google Shape;1904;p171" descr="Imagen que contiene Calendario&#10;&#10;Descripción generada automáticamente"/>
          <p:cNvPicPr preferRelativeResize="0"/>
          <p:nvPr/>
        </p:nvPicPr>
        <p:blipFill rotWithShape="1">
          <a:blip r:embed="rId5">
            <a:alphaModFix/>
          </a:blip>
          <a:srcRect/>
          <a:stretch/>
        </p:blipFill>
        <p:spPr>
          <a:xfrm>
            <a:off x="673544" y="1593045"/>
            <a:ext cx="5164548" cy="3629465"/>
          </a:xfrm>
          <a:prstGeom prst="rect">
            <a:avLst/>
          </a:prstGeom>
          <a:noFill/>
          <a:ln>
            <a:noFill/>
          </a:ln>
        </p:spPr>
      </p:pic>
    </p:spTree>
    <p:extLst>
      <p:ext uri="{BB962C8B-B14F-4D97-AF65-F5344CB8AC3E}">
        <p14:creationId xmlns:p14="http://schemas.microsoft.com/office/powerpoint/2010/main" val="4279509648"/>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Shape 1908"/>
        <p:cNvGrpSpPr/>
        <p:nvPr/>
      </p:nvGrpSpPr>
      <p:grpSpPr>
        <a:xfrm>
          <a:off x="0" y="0"/>
          <a:ext cx="0" cy="0"/>
          <a:chOff x="0" y="0"/>
          <a:chExt cx="0" cy="0"/>
        </a:xfrm>
      </p:grpSpPr>
      <p:pic>
        <p:nvPicPr>
          <p:cNvPr id="4" name="Google Shape;252;p6"/>
          <p:cNvPicPr preferRelativeResize="0"/>
          <p:nvPr/>
        </p:nvPicPr>
        <p:blipFill rotWithShape="1">
          <a:blip r:embed="rId3">
            <a:alphaModFix/>
          </a:blip>
          <a:srcRect/>
          <a:stretch/>
        </p:blipFill>
        <p:spPr>
          <a:xfrm>
            <a:off x="0" y="1254"/>
            <a:ext cx="12192000" cy="6856745"/>
          </a:xfrm>
          <a:prstGeom prst="rect">
            <a:avLst/>
          </a:prstGeom>
          <a:noFill/>
          <a:ln>
            <a:noFill/>
          </a:ln>
        </p:spPr>
      </p:pic>
      <p:sp>
        <p:nvSpPr>
          <p:cNvPr id="1909" name="Google Shape;1909;p172"/>
          <p:cNvSpPr/>
          <p:nvPr/>
        </p:nvSpPr>
        <p:spPr>
          <a:xfrm>
            <a:off x="844062" y="486328"/>
            <a:ext cx="5122629" cy="587512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4000"/>
              <a:buFont typeface="Arial"/>
              <a:buNone/>
            </a:pPr>
            <a:r>
              <a:rPr lang="es-ES" sz="4000" b="0" i="0" u="none" strike="noStrike" cap="none" dirty="0" smtClean="0">
                <a:solidFill>
                  <a:srgbClr val="262626"/>
                </a:solidFill>
                <a:latin typeface="Gotham Rounded Medium" panose="02000000000000000000" pitchFamily="50" charset="0"/>
                <a:ea typeface="Source Sans Pro Black"/>
                <a:cs typeface="Source Sans Pro Black"/>
                <a:sym typeface="Source Sans Pro Black"/>
              </a:rPr>
              <a:t>1.Descomposición</a:t>
            </a:r>
            <a:endParaRPr sz="1400" b="0" i="0" u="none" strike="noStrike" cap="none" dirty="0">
              <a:solidFill>
                <a:srgbClr val="000000"/>
              </a:solidFill>
              <a:latin typeface="Gotham Rounded Medium" panose="02000000000000000000" pitchFamily="50" charset="0"/>
              <a:sym typeface="Arial"/>
            </a:endParaRPr>
          </a:p>
          <a:p>
            <a:pPr marL="0" marR="0" lvl="0" indent="0" algn="l" rtl="0">
              <a:lnSpc>
                <a:spcPct val="100000"/>
              </a:lnSpc>
              <a:spcBef>
                <a:spcPts val="0"/>
              </a:spcBef>
              <a:spcAft>
                <a:spcPts val="0"/>
              </a:spcAft>
              <a:buClr>
                <a:srgbClr val="000000"/>
              </a:buClr>
              <a:buSzPts val="4000"/>
              <a:buFont typeface="Arial"/>
              <a:buNone/>
            </a:pPr>
            <a:r>
              <a:rPr lang="es-ES" sz="4000" b="0" i="0" u="none" strike="noStrike" cap="none" dirty="0">
                <a:solidFill>
                  <a:srgbClr val="00B050"/>
                </a:solidFill>
                <a:latin typeface="Gotham Rounded Medium" panose="02000000000000000000" pitchFamily="50" charset="0"/>
                <a:ea typeface="Source Sans Pro Black"/>
                <a:cs typeface="Source Sans Pro Black"/>
                <a:sym typeface="Source Sans Pro Black"/>
              </a:rPr>
              <a:t>en </a:t>
            </a:r>
            <a:r>
              <a:rPr lang="es-ES" sz="4000" b="0" i="0" u="none" strike="noStrike" cap="none" dirty="0" err="1">
                <a:solidFill>
                  <a:srgbClr val="00B050"/>
                </a:solidFill>
                <a:latin typeface="Gotham Rounded Medium" panose="02000000000000000000" pitchFamily="50" charset="0"/>
                <a:ea typeface="Source Sans Pro Black"/>
                <a:cs typeface="Source Sans Pro Black"/>
                <a:sym typeface="Source Sans Pro Black"/>
              </a:rPr>
              <a:t>subproblemas</a:t>
            </a:r>
            <a:endParaRPr sz="4000" b="0" i="0" u="none" strike="noStrike" cap="none" dirty="0">
              <a:solidFill>
                <a:srgbClr val="00B050"/>
              </a:solidFill>
              <a:latin typeface="Gotham Rounded Medium" panose="02000000000000000000" pitchFamily="50" charset="0"/>
              <a:ea typeface="Calibri"/>
              <a:cs typeface="Calibri"/>
              <a:sym typeface="Calibri"/>
            </a:endParaRPr>
          </a:p>
        </p:txBody>
      </p:sp>
      <p:sp>
        <p:nvSpPr>
          <p:cNvPr id="1910" name="Google Shape;1910;p172"/>
          <p:cNvSpPr/>
          <p:nvPr/>
        </p:nvSpPr>
        <p:spPr>
          <a:xfrm>
            <a:off x="5966691" y="826629"/>
            <a:ext cx="5467318" cy="5196113"/>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Clr>
                <a:srgbClr val="000000"/>
              </a:buClr>
              <a:buSzPts val="2800"/>
              <a:buFont typeface="Arial"/>
              <a:buNone/>
            </a:pPr>
            <a:r>
              <a:rPr lang="es-ES" sz="2400" b="0" i="0" strike="noStrike" cap="none" dirty="0">
                <a:solidFill>
                  <a:srgbClr val="0C0C0C"/>
                </a:solidFill>
                <a:latin typeface="Gotham Rounded" pitchFamily="50" charset="0"/>
                <a:sym typeface="Arial"/>
              </a:rPr>
              <a:t>Es un proceso por el cual se fragmentan los datos, procesos o problemas en partes pequeñas y manejables. </a:t>
            </a:r>
            <a:endParaRPr lang="es-ES" sz="2400" b="0" i="0" strike="noStrike" cap="none" dirty="0" smtClean="0">
              <a:solidFill>
                <a:srgbClr val="0C0C0C"/>
              </a:solidFill>
              <a:latin typeface="Gotham Rounded" pitchFamily="50" charset="0"/>
              <a:sym typeface="Arial"/>
            </a:endParaRPr>
          </a:p>
          <a:p>
            <a:pPr marL="0" marR="0" lvl="0" indent="0" algn="just" rtl="0">
              <a:lnSpc>
                <a:spcPct val="100000"/>
              </a:lnSpc>
              <a:spcBef>
                <a:spcPts val="0"/>
              </a:spcBef>
              <a:spcAft>
                <a:spcPts val="0"/>
              </a:spcAft>
              <a:buClr>
                <a:srgbClr val="000000"/>
              </a:buClr>
              <a:buSzPts val="2800"/>
              <a:buFont typeface="Arial"/>
              <a:buNone/>
            </a:pPr>
            <a:endParaRPr lang="es-ES" sz="2400" b="0" i="0" strike="noStrike" cap="none" dirty="0" smtClean="0">
              <a:solidFill>
                <a:srgbClr val="0C0C0C"/>
              </a:solidFill>
              <a:latin typeface="Gotham Rounded" pitchFamily="50" charset="0"/>
              <a:sym typeface="Arial"/>
            </a:endParaRPr>
          </a:p>
          <a:p>
            <a:pPr marL="0" marR="0" lvl="0" indent="0" algn="just" rtl="0">
              <a:lnSpc>
                <a:spcPct val="100000"/>
              </a:lnSpc>
              <a:spcBef>
                <a:spcPts val="0"/>
              </a:spcBef>
              <a:spcAft>
                <a:spcPts val="0"/>
              </a:spcAft>
              <a:buClr>
                <a:srgbClr val="000000"/>
              </a:buClr>
              <a:buSzPts val="2800"/>
              <a:buFont typeface="Arial"/>
              <a:buNone/>
            </a:pPr>
            <a:r>
              <a:rPr lang="es-ES" sz="2400" b="0" i="0" strike="noStrike" cap="none" dirty="0" smtClean="0">
                <a:solidFill>
                  <a:srgbClr val="0C0C0C"/>
                </a:solidFill>
                <a:latin typeface="Gotham Rounded" pitchFamily="50" charset="0"/>
                <a:sym typeface="Arial"/>
              </a:rPr>
              <a:t>Cada </a:t>
            </a:r>
            <a:r>
              <a:rPr lang="es-ES" sz="2400" b="0" i="0" strike="noStrike" cap="none" dirty="0">
                <a:solidFill>
                  <a:srgbClr val="0C0C0C"/>
                </a:solidFill>
                <a:latin typeface="Gotham Rounded" pitchFamily="50" charset="0"/>
                <a:sym typeface="Arial"/>
              </a:rPr>
              <a:t>pieza debe entenderse, solucionarse, desarrollarse y evaluarse por separado. </a:t>
            </a:r>
            <a:endParaRPr lang="es-ES" sz="2400" b="0" i="0" strike="noStrike" cap="none" dirty="0" smtClean="0">
              <a:solidFill>
                <a:srgbClr val="0C0C0C"/>
              </a:solidFill>
              <a:latin typeface="Gotham Rounded" pitchFamily="50" charset="0"/>
              <a:sym typeface="Arial"/>
            </a:endParaRPr>
          </a:p>
          <a:p>
            <a:pPr marL="0" marR="0" lvl="0" indent="0" algn="just" rtl="0">
              <a:lnSpc>
                <a:spcPct val="100000"/>
              </a:lnSpc>
              <a:spcBef>
                <a:spcPts val="0"/>
              </a:spcBef>
              <a:spcAft>
                <a:spcPts val="0"/>
              </a:spcAft>
              <a:buClr>
                <a:srgbClr val="000000"/>
              </a:buClr>
              <a:buSzPts val="2800"/>
              <a:buFont typeface="Arial"/>
              <a:buNone/>
            </a:pPr>
            <a:endParaRPr lang="es-ES" sz="2400" dirty="0">
              <a:solidFill>
                <a:srgbClr val="0C0C0C"/>
              </a:solidFill>
              <a:latin typeface="Gotham Rounded" pitchFamily="50" charset="0"/>
            </a:endParaRPr>
          </a:p>
          <a:p>
            <a:pPr marL="0" marR="0" lvl="0" indent="0" algn="just" rtl="0">
              <a:lnSpc>
                <a:spcPct val="100000"/>
              </a:lnSpc>
              <a:spcBef>
                <a:spcPts val="0"/>
              </a:spcBef>
              <a:spcAft>
                <a:spcPts val="0"/>
              </a:spcAft>
              <a:buClr>
                <a:srgbClr val="000000"/>
              </a:buClr>
              <a:buSzPts val="2800"/>
              <a:buFont typeface="Arial"/>
              <a:buNone/>
            </a:pPr>
            <a:r>
              <a:rPr lang="es-ES" sz="2400" b="0" i="0" strike="noStrike" cap="none" dirty="0" smtClean="0">
                <a:solidFill>
                  <a:srgbClr val="0C0C0C"/>
                </a:solidFill>
                <a:latin typeface="Gotham Rounded" pitchFamily="50" charset="0"/>
                <a:sym typeface="Arial"/>
              </a:rPr>
              <a:t>Esto </a:t>
            </a:r>
            <a:r>
              <a:rPr lang="es-ES" sz="2400" b="0" i="0" strike="noStrike" cap="none" dirty="0">
                <a:solidFill>
                  <a:srgbClr val="0C0C0C"/>
                </a:solidFill>
                <a:latin typeface="Gotham Rounded" pitchFamily="50" charset="0"/>
                <a:sym typeface="Arial"/>
              </a:rPr>
              <a:t>hace que sea más fácil resolver problemas complejos y diseñar sistemas grandes.</a:t>
            </a:r>
            <a:endParaRPr sz="1200" b="0" i="0" strike="noStrike" cap="none" dirty="0">
              <a:solidFill>
                <a:srgbClr val="000000"/>
              </a:solidFill>
              <a:latin typeface="Gotham Rounded" pitchFamily="50" charset="0"/>
              <a:sym typeface="Arial"/>
            </a:endParaRPr>
          </a:p>
        </p:txBody>
      </p:sp>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Shape 1914"/>
        <p:cNvGrpSpPr/>
        <p:nvPr/>
      </p:nvGrpSpPr>
      <p:grpSpPr>
        <a:xfrm>
          <a:off x="0" y="0"/>
          <a:ext cx="0" cy="0"/>
          <a:chOff x="0" y="0"/>
          <a:chExt cx="0" cy="0"/>
        </a:xfrm>
      </p:grpSpPr>
      <p:pic>
        <p:nvPicPr>
          <p:cNvPr id="4" name="Google Shape;252;p6"/>
          <p:cNvPicPr preferRelativeResize="0"/>
          <p:nvPr/>
        </p:nvPicPr>
        <p:blipFill rotWithShape="1">
          <a:blip r:embed="rId3">
            <a:alphaModFix/>
          </a:blip>
          <a:srcRect/>
          <a:stretch/>
        </p:blipFill>
        <p:spPr>
          <a:xfrm>
            <a:off x="0" y="1255"/>
            <a:ext cx="12192000" cy="6856745"/>
          </a:xfrm>
          <a:prstGeom prst="rect">
            <a:avLst/>
          </a:prstGeom>
          <a:noFill/>
          <a:ln>
            <a:noFill/>
          </a:ln>
        </p:spPr>
      </p:pic>
      <p:sp>
        <p:nvSpPr>
          <p:cNvPr id="1915" name="Google Shape;1915;p173"/>
          <p:cNvSpPr/>
          <p:nvPr/>
        </p:nvSpPr>
        <p:spPr>
          <a:xfrm>
            <a:off x="393896" y="487121"/>
            <a:ext cx="4826214" cy="587512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4000"/>
              <a:buFont typeface="Arial"/>
              <a:buNone/>
            </a:pPr>
            <a:r>
              <a:rPr lang="es-ES" sz="4000" b="0" i="0" u="none" strike="noStrike" cap="none" dirty="0" smtClean="0">
                <a:solidFill>
                  <a:srgbClr val="262626"/>
                </a:solidFill>
                <a:latin typeface="Gotham Rounded Medium" panose="02000000000000000000" pitchFamily="50" charset="0"/>
                <a:ea typeface="Source Sans Pro Black"/>
                <a:cs typeface="Source Sans Pro Black"/>
                <a:sym typeface="Source Sans Pro Black"/>
              </a:rPr>
              <a:t>2.Reconocimiento</a:t>
            </a:r>
            <a:endParaRPr sz="1400" b="0" i="0" u="none" strike="noStrike" cap="none" dirty="0">
              <a:solidFill>
                <a:srgbClr val="000000"/>
              </a:solidFill>
              <a:latin typeface="Gotham Rounded Medium" panose="02000000000000000000" pitchFamily="50" charset="0"/>
              <a:sym typeface="Arial"/>
            </a:endParaRPr>
          </a:p>
          <a:p>
            <a:pPr marL="0" marR="0" lvl="0" indent="0" algn="l" rtl="0">
              <a:lnSpc>
                <a:spcPct val="100000"/>
              </a:lnSpc>
              <a:spcBef>
                <a:spcPts val="0"/>
              </a:spcBef>
              <a:spcAft>
                <a:spcPts val="0"/>
              </a:spcAft>
              <a:buClr>
                <a:srgbClr val="000000"/>
              </a:buClr>
              <a:buSzPts val="4000"/>
              <a:buFont typeface="Arial"/>
              <a:buNone/>
            </a:pPr>
            <a:r>
              <a:rPr lang="es-ES" sz="4000" b="0" i="0" u="none" strike="noStrike" cap="none" dirty="0">
                <a:solidFill>
                  <a:srgbClr val="00B050"/>
                </a:solidFill>
                <a:latin typeface="Gotham Rounded Medium" panose="02000000000000000000" pitchFamily="50" charset="0"/>
                <a:ea typeface="Source Sans Pro Black"/>
                <a:cs typeface="Source Sans Pro Black"/>
                <a:sym typeface="Source Sans Pro Black"/>
              </a:rPr>
              <a:t>de patrones</a:t>
            </a:r>
            <a:endParaRPr sz="4000" b="0" i="0" u="none" strike="noStrike" cap="none" dirty="0">
              <a:solidFill>
                <a:srgbClr val="00B050"/>
              </a:solidFill>
              <a:latin typeface="Gotham Rounded Medium" panose="02000000000000000000" pitchFamily="50" charset="0"/>
              <a:ea typeface="Calibri"/>
              <a:cs typeface="Calibri"/>
              <a:sym typeface="Calibri"/>
            </a:endParaRPr>
          </a:p>
        </p:txBody>
      </p:sp>
      <p:sp>
        <p:nvSpPr>
          <p:cNvPr id="1916" name="Google Shape;1916;p173"/>
          <p:cNvSpPr/>
          <p:nvPr/>
        </p:nvSpPr>
        <p:spPr>
          <a:xfrm>
            <a:off x="5966691" y="826629"/>
            <a:ext cx="5467318" cy="5196113"/>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800"/>
              <a:buFont typeface="Arial"/>
              <a:buNone/>
            </a:pPr>
            <a:r>
              <a:rPr lang="es-ES" sz="2800" b="0" i="0" u="none" strike="noStrike" cap="none" dirty="0">
                <a:solidFill>
                  <a:srgbClr val="0C0C0C"/>
                </a:solidFill>
                <a:latin typeface="Gotham Rounded" pitchFamily="50" charset="0"/>
                <a:sym typeface="Arial"/>
              </a:rPr>
              <a:t>Los </a:t>
            </a:r>
            <a:r>
              <a:rPr lang="es-ES" sz="2800" b="1" i="0" strike="noStrike" cap="none" dirty="0">
                <a:solidFill>
                  <a:srgbClr val="00B050"/>
                </a:solidFill>
                <a:latin typeface="Gotham Rounded" pitchFamily="50" charset="0"/>
                <a:sym typeface="Arial"/>
              </a:rPr>
              <a:t>patrones son regularidades</a:t>
            </a:r>
            <a:r>
              <a:rPr lang="es-ES" sz="2800" b="0" i="0" u="none" strike="noStrike" cap="none" dirty="0">
                <a:solidFill>
                  <a:srgbClr val="0C0C0C"/>
                </a:solidFill>
                <a:latin typeface="Gotham Rounded" pitchFamily="50" charset="0"/>
                <a:sym typeface="Arial"/>
              </a:rPr>
              <a:t>, elementos constantes dentro de un conjunto de datos que son variables. Su </a:t>
            </a:r>
            <a:r>
              <a:rPr lang="es-ES" sz="2800" b="1" i="0" strike="noStrike" cap="none" dirty="0">
                <a:solidFill>
                  <a:srgbClr val="00B050"/>
                </a:solidFill>
                <a:latin typeface="Gotham Rounded" pitchFamily="50" charset="0"/>
                <a:sym typeface="Arial"/>
              </a:rPr>
              <a:t>reconocimiento permite encontrar elementos comunes</a:t>
            </a:r>
            <a:r>
              <a:rPr lang="es-ES" sz="2800" b="0" i="0" u="none" strike="noStrike" cap="none" dirty="0">
                <a:solidFill>
                  <a:srgbClr val="0C0C0C"/>
                </a:solidFill>
                <a:latin typeface="Gotham Rounded" pitchFamily="50" charset="0"/>
                <a:sym typeface="Arial"/>
              </a:rPr>
              <a:t> con problemas que ya fueron resueltos anteriormente.</a:t>
            </a:r>
            <a:endParaRPr sz="1400" b="0" i="0" u="none" strike="noStrike" cap="none" dirty="0">
              <a:solidFill>
                <a:srgbClr val="000000"/>
              </a:solidFill>
              <a:latin typeface="Gotham Rounded" pitchFamily="50" charset="0"/>
              <a:sym typeface="Arial"/>
            </a:endParaRPr>
          </a:p>
        </p:txBody>
      </p:sp>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Shape 1920"/>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a:off x="-529" y="-297"/>
            <a:ext cx="12193057" cy="6858594"/>
          </a:xfrm>
          <a:prstGeom prst="rect">
            <a:avLst/>
          </a:prstGeom>
        </p:spPr>
      </p:pic>
      <p:sp>
        <p:nvSpPr>
          <p:cNvPr id="1921" name="Google Shape;1921;p174"/>
          <p:cNvSpPr/>
          <p:nvPr/>
        </p:nvSpPr>
        <p:spPr>
          <a:xfrm>
            <a:off x="928468" y="486328"/>
            <a:ext cx="5038223" cy="587512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4000"/>
              <a:buFont typeface="Arial"/>
              <a:buNone/>
            </a:pPr>
            <a:r>
              <a:rPr lang="es-ES" sz="4000" b="0" i="0" u="none" strike="noStrike" cap="none" dirty="0" smtClean="0">
                <a:solidFill>
                  <a:srgbClr val="262626"/>
                </a:solidFill>
                <a:latin typeface="Gotham Rounded Medium" panose="02000000000000000000" pitchFamily="50" charset="0"/>
                <a:ea typeface="Source Sans Pro Black"/>
                <a:cs typeface="Source Sans Pro Black"/>
                <a:sym typeface="Source Sans Pro Black"/>
              </a:rPr>
              <a:t>3.Construcción </a:t>
            </a:r>
            <a:r>
              <a:rPr lang="es-ES" sz="4000" b="0" i="0" u="none" strike="noStrike" cap="none" dirty="0">
                <a:solidFill>
                  <a:srgbClr val="262626"/>
                </a:solidFill>
                <a:latin typeface="Gotham Rounded Medium" panose="02000000000000000000" pitchFamily="50" charset="0"/>
                <a:ea typeface="Source Sans Pro Black"/>
                <a:cs typeface="Source Sans Pro Black"/>
                <a:sym typeface="Source Sans Pro Black"/>
              </a:rPr>
              <a:t>de</a:t>
            </a:r>
            <a:endParaRPr sz="1400" b="0" i="0" u="none" strike="noStrike" cap="none" dirty="0">
              <a:solidFill>
                <a:srgbClr val="000000"/>
              </a:solidFill>
              <a:latin typeface="Gotham Rounded Medium" panose="02000000000000000000" pitchFamily="50" charset="0"/>
              <a:sym typeface="Arial"/>
            </a:endParaRPr>
          </a:p>
          <a:p>
            <a:pPr marL="0" marR="0" lvl="0" indent="0" algn="l" rtl="0">
              <a:lnSpc>
                <a:spcPct val="100000"/>
              </a:lnSpc>
              <a:spcBef>
                <a:spcPts val="0"/>
              </a:spcBef>
              <a:spcAft>
                <a:spcPts val="0"/>
              </a:spcAft>
              <a:buClr>
                <a:srgbClr val="000000"/>
              </a:buClr>
              <a:buSzPts val="4000"/>
              <a:buFont typeface="Arial"/>
              <a:buNone/>
            </a:pPr>
            <a:r>
              <a:rPr lang="es-ES" sz="4000" b="0" i="0" u="none" strike="noStrike" cap="none" dirty="0">
                <a:solidFill>
                  <a:srgbClr val="00B050"/>
                </a:solidFill>
                <a:latin typeface="Gotham Rounded Medium" panose="02000000000000000000" pitchFamily="50" charset="0"/>
                <a:ea typeface="Source Sans Pro Black"/>
                <a:cs typeface="Source Sans Pro Black"/>
                <a:sym typeface="Source Sans Pro Black"/>
              </a:rPr>
              <a:t>abstracciones</a:t>
            </a:r>
            <a:endParaRPr sz="4000" b="0" i="0" u="none" strike="noStrike" cap="none" dirty="0">
              <a:solidFill>
                <a:srgbClr val="00B050"/>
              </a:solidFill>
              <a:latin typeface="Gotham Rounded Medium" panose="02000000000000000000" pitchFamily="50" charset="0"/>
              <a:ea typeface="Calibri"/>
              <a:cs typeface="Calibri"/>
              <a:sym typeface="Calibri"/>
            </a:endParaRPr>
          </a:p>
        </p:txBody>
      </p:sp>
      <p:sp>
        <p:nvSpPr>
          <p:cNvPr id="1922" name="Google Shape;1922;p174"/>
          <p:cNvSpPr/>
          <p:nvPr/>
        </p:nvSpPr>
        <p:spPr>
          <a:xfrm>
            <a:off x="5966691" y="486329"/>
            <a:ext cx="5467318" cy="5536414"/>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rgbClr val="000000"/>
              </a:buClr>
              <a:buSzPts val="2800"/>
              <a:buFont typeface="Arial"/>
              <a:buNone/>
            </a:pPr>
            <a:r>
              <a:rPr lang="es-ES" sz="2400" b="0" i="0" strike="noStrike" cap="none" dirty="0">
                <a:solidFill>
                  <a:srgbClr val="00B050"/>
                </a:solidFill>
                <a:latin typeface="Gotham Rounded" pitchFamily="50" charset="0"/>
                <a:sym typeface="Arial"/>
              </a:rPr>
              <a:t>Las abstracciones son generalizaciones </a:t>
            </a:r>
            <a:r>
              <a:rPr lang="es-ES" sz="2400" b="0" i="0" u="none" strike="noStrike" cap="none" dirty="0">
                <a:solidFill>
                  <a:srgbClr val="0C0C0C"/>
                </a:solidFill>
                <a:latin typeface="Gotham Rounded" pitchFamily="50" charset="0"/>
                <a:sym typeface="Arial"/>
              </a:rPr>
              <a:t>o síntesis que realizamos en las que identificamos los aspectos centrales de un conjunto y descartamos los factores que son irrelevantes. </a:t>
            </a:r>
            <a:endParaRPr lang="es-ES" sz="2400" b="0" i="0" u="none" strike="noStrike" cap="none" dirty="0" smtClean="0">
              <a:solidFill>
                <a:srgbClr val="0C0C0C"/>
              </a:solidFill>
              <a:latin typeface="Gotham Rounded" pitchFamily="50" charset="0"/>
              <a:sym typeface="Arial"/>
            </a:endParaRPr>
          </a:p>
          <a:p>
            <a:pPr marL="0" marR="0" lvl="0" indent="0" rtl="0">
              <a:lnSpc>
                <a:spcPct val="100000"/>
              </a:lnSpc>
              <a:spcBef>
                <a:spcPts val="0"/>
              </a:spcBef>
              <a:spcAft>
                <a:spcPts val="0"/>
              </a:spcAft>
              <a:buClr>
                <a:srgbClr val="000000"/>
              </a:buClr>
              <a:buSzPts val="2800"/>
              <a:buFont typeface="Arial"/>
              <a:buNone/>
            </a:pPr>
            <a:endParaRPr lang="es-ES" sz="2400" b="0" i="0" u="none" strike="noStrike" cap="none" dirty="0" smtClean="0">
              <a:solidFill>
                <a:srgbClr val="0C0C0C"/>
              </a:solidFill>
              <a:latin typeface="Gotham Rounded" pitchFamily="50" charset="0"/>
              <a:sym typeface="Arial"/>
            </a:endParaRPr>
          </a:p>
          <a:p>
            <a:pPr marL="0" marR="0" lvl="0" indent="0" rtl="0">
              <a:lnSpc>
                <a:spcPct val="100000"/>
              </a:lnSpc>
              <a:spcBef>
                <a:spcPts val="0"/>
              </a:spcBef>
              <a:spcAft>
                <a:spcPts val="0"/>
              </a:spcAft>
              <a:buClr>
                <a:srgbClr val="000000"/>
              </a:buClr>
              <a:buSzPts val="2800"/>
              <a:buFont typeface="Arial"/>
              <a:buNone/>
            </a:pPr>
            <a:r>
              <a:rPr lang="es-ES" sz="2400" b="0" i="0" u="none" strike="noStrike" cap="none" dirty="0" smtClean="0">
                <a:solidFill>
                  <a:srgbClr val="0C0C0C"/>
                </a:solidFill>
                <a:latin typeface="Gotham Rounded" pitchFamily="50" charset="0"/>
                <a:sym typeface="Arial"/>
              </a:rPr>
              <a:t>Es </a:t>
            </a:r>
            <a:r>
              <a:rPr lang="es-ES" sz="2400" b="0" i="0" u="none" strike="noStrike" cap="none" dirty="0">
                <a:solidFill>
                  <a:srgbClr val="0C0C0C"/>
                </a:solidFill>
                <a:latin typeface="Gotham Rounded" pitchFamily="50" charset="0"/>
                <a:sym typeface="Arial"/>
              </a:rPr>
              <a:t>al mismo tiempo un </a:t>
            </a:r>
            <a:r>
              <a:rPr lang="es-ES" sz="2400" b="1" i="1" strike="noStrike" cap="none" dirty="0">
                <a:solidFill>
                  <a:srgbClr val="00B050"/>
                </a:solidFill>
                <a:latin typeface="Gotham Rounded" pitchFamily="50" charset="0"/>
                <a:sym typeface="Arial"/>
              </a:rPr>
              <a:t>proceso</a:t>
            </a:r>
            <a:r>
              <a:rPr lang="es-ES" sz="2400" b="1" i="0" strike="noStrike" cap="none" dirty="0">
                <a:solidFill>
                  <a:srgbClr val="00B050"/>
                </a:solidFill>
                <a:latin typeface="Gotham Rounded" pitchFamily="50" charset="0"/>
                <a:sym typeface="Arial"/>
              </a:rPr>
              <a:t> y un </a:t>
            </a:r>
            <a:r>
              <a:rPr lang="es-ES" sz="2400" b="1" i="1" strike="noStrike" cap="none" dirty="0">
                <a:solidFill>
                  <a:srgbClr val="00B050"/>
                </a:solidFill>
                <a:latin typeface="Gotham Rounded" pitchFamily="50" charset="0"/>
                <a:sym typeface="Arial"/>
              </a:rPr>
              <a:t>producto</a:t>
            </a:r>
            <a:r>
              <a:rPr lang="es-ES" sz="2400" b="1" i="0" strike="noStrike" cap="none" dirty="0">
                <a:solidFill>
                  <a:srgbClr val="00B050"/>
                </a:solidFill>
                <a:latin typeface="Gotham Rounded" pitchFamily="50" charset="0"/>
                <a:sym typeface="Arial"/>
              </a:rPr>
              <a:t>. </a:t>
            </a:r>
            <a:endParaRPr lang="es-ES" sz="2400" b="1" i="0" strike="noStrike" cap="none" dirty="0" smtClean="0">
              <a:solidFill>
                <a:srgbClr val="00B050"/>
              </a:solidFill>
              <a:latin typeface="Gotham Rounded" pitchFamily="50" charset="0"/>
              <a:sym typeface="Arial"/>
            </a:endParaRPr>
          </a:p>
          <a:p>
            <a:pPr marL="0" marR="0" lvl="0" indent="0" rtl="0">
              <a:lnSpc>
                <a:spcPct val="100000"/>
              </a:lnSpc>
              <a:spcBef>
                <a:spcPts val="0"/>
              </a:spcBef>
              <a:spcAft>
                <a:spcPts val="0"/>
              </a:spcAft>
              <a:buClr>
                <a:srgbClr val="000000"/>
              </a:buClr>
              <a:buSzPts val="2800"/>
              <a:buFont typeface="Arial"/>
              <a:buNone/>
            </a:pPr>
            <a:endParaRPr lang="es-ES" sz="2400" dirty="0">
              <a:solidFill>
                <a:srgbClr val="0C0C0C"/>
              </a:solidFill>
              <a:latin typeface="Gotham Rounded" pitchFamily="50" charset="0"/>
            </a:endParaRPr>
          </a:p>
          <a:p>
            <a:pPr marL="0" marR="0" lvl="0" indent="0" rtl="0">
              <a:lnSpc>
                <a:spcPct val="100000"/>
              </a:lnSpc>
              <a:spcBef>
                <a:spcPts val="0"/>
              </a:spcBef>
              <a:spcAft>
                <a:spcPts val="0"/>
              </a:spcAft>
              <a:buClr>
                <a:srgbClr val="000000"/>
              </a:buClr>
              <a:buSzPts val="2800"/>
              <a:buFont typeface="Arial"/>
              <a:buNone/>
            </a:pPr>
            <a:r>
              <a:rPr lang="es-ES" sz="2400" b="0" i="0" u="none" strike="noStrike" cap="none" dirty="0" smtClean="0">
                <a:solidFill>
                  <a:srgbClr val="0C0C0C"/>
                </a:solidFill>
                <a:latin typeface="Gotham Rounded" pitchFamily="50" charset="0"/>
                <a:sym typeface="Arial"/>
              </a:rPr>
              <a:t>Por </a:t>
            </a:r>
            <a:r>
              <a:rPr lang="es-ES" sz="2400" b="0" i="0" u="none" strike="noStrike" cap="none" dirty="0">
                <a:solidFill>
                  <a:srgbClr val="0C0C0C"/>
                </a:solidFill>
                <a:latin typeface="Gotham Rounded" pitchFamily="50" charset="0"/>
                <a:sym typeface="Arial"/>
              </a:rPr>
              <a:t>ejemplo, un patrón es un </a:t>
            </a:r>
            <a:r>
              <a:rPr lang="es-ES" sz="2400" b="0" i="1" u="none" strike="noStrike" cap="none" dirty="0">
                <a:solidFill>
                  <a:srgbClr val="0C0C0C"/>
                </a:solidFill>
                <a:latin typeface="Gotham Rounded" pitchFamily="50" charset="0"/>
                <a:sym typeface="Arial"/>
              </a:rPr>
              <a:t>producto </a:t>
            </a:r>
            <a:r>
              <a:rPr lang="es-ES" sz="2400" b="0" i="0" u="none" strike="noStrike" cap="none" dirty="0">
                <a:solidFill>
                  <a:srgbClr val="0C0C0C"/>
                </a:solidFill>
                <a:latin typeface="Gotham Rounded" pitchFamily="50" charset="0"/>
                <a:sym typeface="Arial"/>
              </a:rPr>
              <a:t>del </a:t>
            </a:r>
            <a:r>
              <a:rPr lang="es-ES" sz="2400" b="0" i="1" u="none" strike="noStrike" cap="none" dirty="0">
                <a:solidFill>
                  <a:srgbClr val="0C0C0C"/>
                </a:solidFill>
                <a:latin typeface="Gotham Rounded" pitchFamily="50" charset="0"/>
                <a:sym typeface="Arial"/>
              </a:rPr>
              <a:t>proceso </a:t>
            </a:r>
            <a:r>
              <a:rPr lang="es-ES" sz="2400" b="0" i="0" u="none" strike="noStrike" cap="none" dirty="0">
                <a:solidFill>
                  <a:srgbClr val="0C0C0C"/>
                </a:solidFill>
                <a:latin typeface="Gotham Rounded" pitchFamily="50" charset="0"/>
                <a:sym typeface="Arial"/>
              </a:rPr>
              <a:t>de hacer una abstracción.</a:t>
            </a:r>
            <a:endParaRPr sz="1200" b="0" i="0" u="none" strike="noStrike" cap="none" dirty="0">
              <a:solidFill>
                <a:srgbClr val="000000"/>
              </a:solidFill>
              <a:latin typeface="Gotham Rounded" pitchFamily="50" charset="0"/>
              <a:sym typeface="Arial"/>
            </a:endParaRPr>
          </a:p>
        </p:txBody>
      </p:sp>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Shape 1926"/>
        <p:cNvGrpSpPr/>
        <p:nvPr/>
      </p:nvGrpSpPr>
      <p:grpSpPr>
        <a:xfrm>
          <a:off x="0" y="0"/>
          <a:ext cx="0" cy="0"/>
          <a:chOff x="0" y="0"/>
          <a:chExt cx="0" cy="0"/>
        </a:xfrm>
      </p:grpSpPr>
      <p:pic>
        <p:nvPicPr>
          <p:cNvPr id="4" name="Google Shape;252;p6"/>
          <p:cNvPicPr preferRelativeResize="0"/>
          <p:nvPr/>
        </p:nvPicPr>
        <p:blipFill rotWithShape="1">
          <a:blip r:embed="rId3">
            <a:alphaModFix/>
          </a:blip>
          <a:srcRect/>
          <a:stretch/>
        </p:blipFill>
        <p:spPr>
          <a:xfrm>
            <a:off x="0" y="1254"/>
            <a:ext cx="12192000" cy="6856745"/>
          </a:xfrm>
          <a:prstGeom prst="rect">
            <a:avLst/>
          </a:prstGeom>
          <a:noFill/>
          <a:ln>
            <a:noFill/>
          </a:ln>
        </p:spPr>
      </p:pic>
      <p:sp>
        <p:nvSpPr>
          <p:cNvPr id="1927" name="Google Shape;1927;p175"/>
          <p:cNvSpPr/>
          <p:nvPr/>
        </p:nvSpPr>
        <p:spPr>
          <a:xfrm>
            <a:off x="1267653" y="486328"/>
            <a:ext cx="4699038" cy="587512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4000"/>
              <a:buFont typeface="Arial"/>
              <a:buNone/>
            </a:pPr>
            <a:r>
              <a:rPr lang="es-ES" sz="4000" b="0" i="0" u="none" strike="noStrike" cap="none" dirty="0" smtClean="0">
                <a:solidFill>
                  <a:srgbClr val="262626"/>
                </a:solidFill>
                <a:latin typeface="Gotham Rounded Medium" panose="02000000000000000000" pitchFamily="50" charset="0"/>
                <a:ea typeface="Source Sans Pro Black"/>
                <a:cs typeface="Source Sans Pro Black"/>
                <a:sym typeface="Source Sans Pro Black"/>
              </a:rPr>
              <a:t>4.Creación </a:t>
            </a:r>
            <a:r>
              <a:rPr lang="es-ES" sz="4000" b="0" i="0" u="none" strike="noStrike" cap="none" dirty="0">
                <a:solidFill>
                  <a:srgbClr val="262626"/>
                </a:solidFill>
                <a:latin typeface="Gotham Rounded Medium" panose="02000000000000000000" pitchFamily="50" charset="0"/>
                <a:ea typeface="Source Sans Pro Black"/>
                <a:cs typeface="Source Sans Pro Black"/>
                <a:sym typeface="Source Sans Pro Black"/>
              </a:rPr>
              <a:t>de</a:t>
            </a:r>
            <a:endParaRPr sz="1400" b="0" i="0" u="none" strike="noStrike" cap="none" dirty="0">
              <a:solidFill>
                <a:srgbClr val="000000"/>
              </a:solidFill>
              <a:latin typeface="Gotham Rounded Medium" panose="02000000000000000000" pitchFamily="50" charset="0"/>
              <a:sym typeface="Arial"/>
            </a:endParaRPr>
          </a:p>
          <a:p>
            <a:pPr marL="0" marR="0" lvl="0" indent="0" algn="l" rtl="0">
              <a:lnSpc>
                <a:spcPct val="100000"/>
              </a:lnSpc>
              <a:spcBef>
                <a:spcPts val="0"/>
              </a:spcBef>
              <a:spcAft>
                <a:spcPts val="0"/>
              </a:spcAft>
              <a:buClr>
                <a:srgbClr val="000000"/>
              </a:buClr>
              <a:buSzPts val="4000"/>
              <a:buFont typeface="Arial"/>
              <a:buNone/>
            </a:pPr>
            <a:r>
              <a:rPr lang="es-ES" sz="4000" b="0" i="0" u="none" strike="noStrike" cap="none" dirty="0">
                <a:solidFill>
                  <a:srgbClr val="00B050"/>
                </a:solidFill>
                <a:latin typeface="Gotham Rounded Medium" panose="02000000000000000000" pitchFamily="50" charset="0"/>
                <a:ea typeface="Source Sans Pro Black"/>
                <a:cs typeface="Source Sans Pro Black"/>
                <a:sym typeface="Source Sans Pro Black"/>
              </a:rPr>
              <a:t>algoritmos</a:t>
            </a:r>
            <a:endParaRPr sz="4000" b="0" i="0" u="none" strike="noStrike" cap="none" dirty="0">
              <a:solidFill>
                <a:srgbClr val="00B050"/>
              </a:solidFill>
              <a:latin typeface="Gotham Rounded Medium" panose="02000000000000000000" pitchFamily="50" charset="0"/>
              <a:ea typeface="Calibri"/>
              <a:cs typeface="Calibri"/>
              <a:sym typeface="Calibri"/>
            </a:endParaRPr>
          </a:p>
        </p:txBody>
      </p:sp>
      <p:sp>
        <p:nvSpPr>
          <p:cNvPr id="1928" name="Google Shape;1928;p175"/>
          <p:cNvSpPr/>
          <p:nvPr/>
        </p:nvSpPr>
        <p:spPr>
          <a:xfrm>
            <a:off x="5966691" y="2606"/>
            <a:ext cx="5467318" cy="6853019"/>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Clr>
                <a:srgbClr val="000000"/>
              </a:buClr>
              <a:buSzPts val="2400"/>
              <a:buFont typeface="Arial"/>
              <a:buNone/>
            </a:pPr>
            <a:r>
              <a:rPr lang="es-ES" sz="2400" b="0" i="0" u="none" strike="noStrike" cap="none" dirty="0">
                <a:solidFill>
                  <a:srgbClr val="0C0C0C"/>
                </a:solidFill>
                <a:latin typeface="Gotham Rounded" pitchFamily="50" charset="0"/>
                <a:sym typeface="Arial"/>
              </a:rPr>
              <a:t>Un </a:t>
            </a:r>
            <a:r>
              <a:rPr lang="es-ES" sz="2400" b="1" i="0" strike="noStrike" cap="none" dirty="0">
                <a:solidFill>
                  <a:srgbClr val="00B050"/>
                </a:solidFill>
                <a:latin typeface="Gotham Rounded" pitchFamily="50" charset="0"/>
                <a:sym typeface="Arial"/>
              </a:rPr>
              <a:t>algoritmo</a:t>
            </a:r>
            <a:r>
              <a:rPr lang="es-ES" sz="2400" b="0" i="0" u="none" strike="noStrike" cap="none" dirty="0">
                <a:solidFill>
                  <a:srgbClr val="0C0C0C"/>
                </a:solidFill>
                <a:latin typeface="Gotham Rounded" pitchFamily="50" charset="0"/>
                <a:sym typeface="Arial"/>
              </a:rPr>
              <a:t> es un conjunto ordenado de operaciones, un paso a paso taxativo que indica cómo resolver un problema. Cuando pensamos el diseño del algoritmo partimos de un estado inicial y proyectamos un estado final.</a:t>
            </a:r>
            <a:endParaRPr sz="1400" b="0" i="0" u="none" strike="noStrike" cap="none" dirty="0">
              <a:solidFill>
                <a:srgbClr val="000000"/>
              </a:solidFill>
              <a:latin typeface="Gotham Rounded" pitchFamily="50" charset="0"/>
              <a:sym typeface="Arial"/>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dirty="0">
              <a:solidFill>
                <a:srgbClr val="0C0C0C"/>
              </a:solidFill>
              <a:latin typeface="Gotham Rounded" pitchFamily="50" charset="0"/>
              <a:sym typeface="Arial"/>
            </a:endParaRPr>
          </a:p>
          <a:p>
            <a:pPr marL="0" marR="0" lvl="0" indent="0" algn="just" rtl="0">
              <a:lnSpc>
                <a:spcPct val="100000"/>
              </a:lnSpc>
              <a:spcBef>
                <a:spcPts val="0"/>
              </a:spcBef>
              <a:spcAft>
                <a:spcPts val="0"/>
              </a:spcAft>
              <a:buClr>
                <a:srgbClr val="000000"/>
              </a:buClr>
              <a:buSzPts val="2400"/>
              <a:buFont typeface="Arial"/>
              <a:buNone/>
            </a:pPr>
            <a:r>
              <a:rPr lang="es-ES" sz="2400" b="0" i="0" u="none" strike="noStrike" cap="none" dirty="0">
                <a:solidFill>
                  <a:srgbClr val="0C0C0C"/>
                </a:solidFill>
                <a:latin typeface="Gotham Rounded" pitchFamily="50" charset="0"/>
                <a:sym typeface="Arial"/>
              </a:rPr>
              <a:t>En un algoritmo, encontramos patrones cuando repetimos acciones. A su vez, el algoritmo es una abstracción subjetiva de los paso a paso necesarios.</a:t>
            </a:r>
            <a:endParaRPr sz="1400" b="0" i="0" u="none" strike="noStrike" cap="none" dirty="0">
              <a:solidFill>
                <a:srgbClr val="000000"/>
              </a:solidFill>
              <a:latin typeface="Gotham Rounded" pitchFamily="50" charset="0"/>
              <a:sym typeface="Arial"/>
            </a:endParaRPr>
          </a:p>
        </p:txBody>
      </p:sp>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Shape 1932"/>
        <p:cNvGrpSpPr/>
        <p:nvPr/>
      </p:nvGrpSpPr>
      <p:grpSpPr>
        <a:xfrm>
          <a:off x="0" y="0"/>
          <a:ext cx="0" cy="0"/>
          <a:chOff x="0" y="0"/>
          <a:chExt cx="0" cy="0"/>
        </a:xfrm>
      </p:grpSpPr>
      <p:pic>
        <p:nvPicPr>
          <p:cNvPr id="3" name="Google Shape;214;p2"/>
          <p:cNvPicPr preferRelativeResize="0"/>
          <p:nvPr/>
        </p:nvPicPr>
        <p:blipFill rotWithShape="1">
          <a:blip r:embed="rId3">
            <a:alphaModFix/>
          </a:blip>
          <a:srcRect/>
          <a:stretch/>
        </p:blipFill>
        <p:spPr>
          <a:xfrm>
            <a:off x="0" y="1254"/>
            <a:ext cx="12192000" cy="6856745"/>
          </a:xfrm>
          <a:prstGeom prst="rect">
            <a:avLst/>
          </a:prstGeom>
          <a:noFill/>
          <a:ln>
            <a:noFill/>
          </a:ln>
        </p:spPr>
      </p:pic>
      <p:sp>
        <p:nvSpPr>
          <p:cNvPr id="1933" name="Google Shape;1933;p176"/>
          <p:cNvSpPr txBox="1">
            <a:spLocks noGrp="1"/>
          </p:cNvSpPr>
          <p:nvPr>
            <p:ph type="body" idx="1"/>
          </p:nvPr>
        </p:nvSpPr>
        <p:spPr>
          <a:xfrm>
            <a:off x="992945" y="2247656"/>
            <a:ext cx="10515600" cy="2141464"/>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4400"/>
              <a:buNone/>
            </a:pPr>
            <a:r>
              <a:rPr lang="es-MX" sz="4400" b="1" i="0" dirty="0" smtClean="0">
                <a:latin typeface="Gotham Rounded Medium" panose="02000000000000000000" pitchFamily="50" charset="0"/>
                <a:ea typeface="Arial"/>
                <a:cs typeface="Arial"/>
                <a:sym typeface="Arial"/>
              </a:rPr>
              <a:t>Pensamiento Computacional</a:t>
            </a:r>
          </a:p>
          <a:p>
            <a:pPr marL="0" lvl="0" indent="0" algn="ctr" rtl="0">
              <a:lnSpc>
                <a:spcPct val="90000"/>
              </a:lnSpc>
              <a:spcBef>
                <a:spcPts val="0"/>
              </a:spcBef>
              <a:spcAft>
                <a:spcPts val="0"/>
              </a:spcAft>
              <a:buClr>
                <a:schemeClr val="dk1"/>
              </a:buClr>
              <a:buSzPts val="4400"/>
              <a:buNone/>
            </a:pPr>
            <a:r>
              <a:rPr lang="es-MX" sz="4400" b="1" dirty="0" smtClean="0">
                <a:latin typeface="Gotham Rounded Medium" panose="02000000000000000000" pitchFamily="50" charset="0"/>
                <a:cs typeface="Arial"/>
                <a:sym typeface="Arial"/>
              </a:rPr>
              <a:t>Y</a:t>
            </a:r>
          </a:p>
          <a:p>
            <a:pPr marL="0" lvl="0" indent="0" algn="ctr" rtl="0">
              <a:lnSpc>
                <a:spcPct val="90000"/>
              </a:lnSpc>
              <a:spcBef>
                <a:spcPts val="0"/>
              </a:spcBef>
              <a:spcAft>
                <a:spcPts val="0"/>
              </a:spcAft>
              <a:buClr>
                <a:schemeClr val="dk1"/>
              </a:buClr>
              <a:buSzPts val="4400"/>
              <a:buNone/>
            </a:pPr>
            <a:r>
              <a:rPr lang="es-MX" sz="4400" b="1" dirty="0" smtClean="0">
                <a:latin typeface="Gotham Rounded Medium" panose="02000000000000000000" pitchFamily="50" charset="0"/>
                <a:cs typeface="Arial"/>
                <a:sym typeface="Arial"/>
              </a:rPr>
              <a:t>Programación</a:t>
            </a:r>
            <a:endParaRPr sz="4400" dirty="0">
              <a:latin typeface="Gotham Rounded Medium" panose="02000000000000000000" pitchFamily="50" charset="0"/>
            </a:endParaRPr>
          </a:p>
        </p:txBody>
      </p:sp>
    </p:spTree>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Shape 1937"/>
        <p:cNvGrpSpPr/>
        <p:nvPr/>
      </p:nvGrpSpPr>
      <p:grpSpPr>
        <a:xfrm>
          <a:off x="0" y="0"/>
          <a:ext cx="0" cy="0"/>
          <a:chOff x="0" y="0"/>
          <a:chExt cx="0" cy="0"/>
        </a:xfrm>
      </p:grpSpPr>
      <p:pic>
        <p:nvPicPr>
          <p:cNvPr id="4" name="Google Shape;227;p3"/>
          <p:cNvPicPr preferRelativeResize="0"/>
          <p:nvPr/>
        </p:nvPicPr>
        <p:blipFill rotWithShape="1">
          <a:blip r:embed="rId3">
            <a:alphaModFix/>
          </a:blip>
          <a:srcRect/>
          <a:stretch/>
        </p:blipFill>
        <p:spPr>
          <a:xfrm>
            <a:off x="0" y="1255"/>
            <a:ext cx="12192000" cy="6856745"/>
          </a:xfrm>
          <a:prstGeom prst="rect">
            <a:avLst/>
          </a:prstGeom>
          <a:noFill/>
          <a:ln>
            <a:noFill/>
          </a:ln>
        </p:spPr>
      </p:pic>
      <p:sp>
        <p:nvSpPr>
          <p:cNvPr id="1938" name="Google Shape;1938;p177"/>
          <p:cNvSpPr txBox="1">
            <a:spLocks noGrp="1"/>
          </p:cNvSpPr>
          <p:nvPr>
            <p:ph type="title"/>
          </p:nvPr>
        </p:nvSpPr>
        <p:spPr>
          <a:xfrm>
            <a:off x="838200" y="1181099"/>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s-ES" b="1" dirty="0" smtClean="0">
                <a:latin typeface="Gotham Rounded Medium" panose="02000000000000000000" pitchFamily="50" charset="0"/>
                <a:ea typeface="Arial"/>
                <a:cs typeface="Arial"/>
                <a:sym typeface="Arial"/>
              </a:rPr>
              <a:t>Programar</a:t>
            </a:r>
            <a:endParaRPr dirty="0">
              <a:latin typeface="Gotham Rounded Medium" panose="02000000000000000000" pitchFamily="50" charset="0"/>
            </a:endParaRPr>
          </a:p>
        </p:txBody>
      </p:sp>
      <p:sp>
        <p:nvSpPr>
          <p:cNvPr id="1939" name="Google Shape;1939;p177"/>
          <p:cNvSpPr txBox="1">
            <a:spLocks noGrp="1"/>
          </p:cNvSpPr>
          <p:nvPr>
            <p:ph type="body" idx="1"/>
          </p:nvPr>
        </p:nvSpPr>
        <p:spPr>
          <a:xfrm>
            <a:off x="838200" y="2506662"/>
            <a:ext cx="10515600" cy="2318556"/>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800"/>
              <a:buNone/>
            </a:pPr>
            <a:r>
              <a:rPr lang="es-ES" b="0" i="0" dirty="0">
                <a:latin typeface="Gotham Rounded" pitchFamily="50" charset="0"/>
                <a:ea typeface="Arial"/>
                <a:cs typeface="Arial"/>
                <a:sym typeface="Arial"/>
              </a:rPr>
              <a:t>Dar las instrucciones necesarias a una máquina o aparato para que realice su función de manera automática.</a:t>
            </a:r>
            <a:endParaRPr dirty="0">
              <a:latin typeface="Gotham Rounded" pitchFamily="50" charset="0"/>
            </a:endParaRPr>
          </a:p>
          <a:p>
            <a:pPr marL="0" lvl="0" indent="0" algn="just" rtl="0">
              <a:lnSpc>
                <a:spcPct val="90000"/>
              </a:lnSpc>
              <a:spcBef>
                <a:spcPts val="1000"/>
              </a:spcBef>
              <a:spcAft>
                <a:spcPts val="0"/>
              </a:spcAft>
              <a:buClr>
                <a:schemeClr val="dk1"/>
              </a:buClr>
              <a:buSzPts val="2800"/>
              <a:buNone/>
            </a:pPr>
            <a:r>
              <a:rPr lang="es-ES" dirty="0" smtClean="0">
                <a:solidFill>
                  <a:srgbClr val="00B050"/>
                </a:solidFill>
                <a:latin typeface="Gotham Rounded" pitchFamily="50" charset="0"/>
                <a:ea typeface="Arial"/>
                <a:cs typeface="Arial"/>
                <a:sym typeface="Arial"/>
              </a:rPr>
              <a:t>Ejemplo: </a:t>
            </a:r>
            <a:r>
              <a:rPr lang="es-ES" dirty="0">
                <a:latin typeface="Gotham Rounded" pitchFamily="50" charset="0"/>
                <a:ea typeface="Arial"/>
                <a:cs typeface="Arial"/>
                <a:sym typeface="Arial"/>
              </a:rPr>
              <a:t>Lavarropas, café de máquina, auto, desarrollo web, aplicaciones, software, seguridad informática, sistemas </a:t>
            </a:r>
            <a:r>
              <a:rPr lang="es-ES" dirty="0" smtClean="0">
                <a:latin typeface="Gotham Rounded" pitchFamily="50" charset="0"/>
                <a:ea typeface="Arial"/>
                <a:cs typeface="Arial"/>
                <a:sym typeface="Arial"/>
              </a:rPr>
              <a:t>operativos y videojuegos. </a:t>
            </a:r>
            <a:endParaRPr dirty="0">
              <a:latin typeface="Gotham Rounded" pitchFamily="50" charset="0"/>
              <a:ea typeface="Arial"/>
              <a:cs typeface="Arial"/>
              <a:sym typeface="Arial"/>
            </a:endParaRPr>
          </a:p>
        </p:txBody>
      </p:sp>
    </p:spTree>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Shape 1944"/>
        <p:cNvGrpSpPr/>
        <p:nvPr/>
      </p:nvGrpSpPr>
      <p:grpSpPr>
        <a:xfrm>
          <a:off x="0" y="0"/>
          <a:ext cx="0" cy="0"/>
          <a:chOff x="0" y="0"/>
          <a:chExt cx="0" cy="0"/>
        </a:xfrm>
      </p:grpSpPr>
      <p:sp>
        <p:nvSpPr>
          <p:cNvPr id="1945" name="Google Shape;1945;p178"/>
          <p:cNvSpPr/>
          <p:nvPr/>
        </p:nvSpPr>
        <p:spPr>
          <a:xfrm>
            <a:off x="7097484" y="1"/>
            <a:ext cx="5094516" cy="6858000"/>
          </a:xfrm>
          <a:prstGeom prst="rect">
            <a:avLst/>
          </a:prstGeom>
          <a:solidFill>
            <a:srgbClr val="1F23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946" name="Google Shape;1946;p178"/>
          <p:cNvGrpSpPr/>
          <p:nvPr/>
        </p:nvGrpSpPr>
        <p:grpSpPr>
          <a:xfrm>
            <a:off x="503854" y="611156"/>
            <a:ext cx="5946712" cy="5635688"/>
            <a:chOff x="503854" y="531846"/>
            <a:chExt cx="5946712" cy="5635688"/>
          </a:xfrm>
        </p:grpSpPr>
        <p:sp>
          <p:nvSpPr>
            <p:cNvPr id="1947" name="Google Shape;1947;p178"/>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48" name="Google Shape;1948;p178"/>
            <p:cNvSpPr/>
            <p:nvPr/>
          </p:nvSpPr>
          <p:spPr>
            <a:xfrm>
              <a:off x="1775928"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49" name="Google Shape;1949;p178"/>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50" name="Google Shape;1950;p178"/>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51" name="Google Shape;1951;p178"/>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52" name="Google Shape;1952;p178"/>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53" name="Google Shape;1953;p178"/>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54" name="Google Shape;1954;p178"/>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55" name="Google Shape;1955;p178"/>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56" name="Google Shape;1956;p178"/>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57" name="Google Shape;1957;p178"/>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58" name="Google Shape;1958;p178"/>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59" name="Google Shape;1959;p178"/>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60" name="Google Shape;1960;p178"/>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61" name="Google Shape;1961;p178"/>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62" name="Google Shape;1962;p178"/>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63" name="Google Shape;1963;p178"/>
            <p:cNvSpPr/>
            <p:nvPr/>
          </p:nvSpPr>
          <p:spPr>
            <a:xfrm>
              <a:off x="1775928" y="4114800"/>
              <a:ext cx="858416" cy="858416"/>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64" name="Google Shape;1964;p178"/>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65" name="Google Shape;1965;p178"/>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66" name="Google Shape;1966;p178"/>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67" name="Google Shape;1967;p178"/>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68" name="Google Shape;1968;p178"/>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69" name="Google Shape;1969;p178"/>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70" name="Google Shape;1970;p178"/>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71" name="Google Shape;1971;p178"/>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972" name="Google Shape;1972;p178" descr="Chequered Flag on Microsoft Windows 10"/>
          <p:cNvPicPr preferRelativeResize="0"/>
          <p:nvPr/>
        </p:nvPicPr>
        <p:blipFill rotWithShape="1">
          <a:blip r:embed="rId3">
            <a:alphaModFix/>
          </a:blip>
          <a:srcRect/>
          <a:stretch/>
        </p:blipFill>
        <p:spPr>
          <a:xfrm>
            <a:off x="4706609" y="2799472"/>
            <a:ext cx="730318" cy="730318"/>
          </a:xfrm>
          <a:prstGeom prst="rect">
            <a:avLst/>
          </a:prstGeom>
          <a:noFill/>
          <a:ln>
            <a:noFill/>
          </a:ln>
        </p:spPr>
      </p:pic>
      <p:cxnSp>
        <p:nvCxnSpPr>
          <p:cNvPr id="1973" name="Google Shape;1973;p178"/>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1974" name="Google Shape;1974;p178" descr="Angry birds,Red,Clip art,Cartoon,Video game software,Graphics,Beak #80529 -  Free Icon Library"/>
          <p:cNvPicPr preferRelativeResize="0"/>
          <p:nvPr/>
        </p:nvPicPr>
        <p:blipFill rotWithShape="1">
          <a:blip r:embed="rId4">
            <a:alphaModFix/>
          </a:blip>
          <a:srcRect/>
          <a:stretch/>
        </p:blipFill>
        <p:spPr>
          <a:xfrm>
            <a:off x="1878349" y="734504"/>
            <a:ext cx="653574" cy="602013"/>
          </a:xfrm>
          <a:prstGeom prst="rect">
            <a:avLst/>
          </a:prstGeom>
          <a:noFill/>
          <a:ln>
            <a:noFill/>
          </a:ln>
        </p:spPr>
      </p:pic>
      <p:sp>
        <p:nvSpPr>
          <p:cNvPr id="1975" name="Google Shape;1975;p178"/>
          <p:cNvSpPr/>
          <p:nvPr/>
        </p:nvSpPr>
        <p:spPr>
          <a:xfrm>
            <a:off x="7097484" y="0"/>
            <a:ext cx="5094515"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76" name="Google Shape;1976;p178"/>
          <p:cNvSpPr txBox="1"/>
          <p:nvPr/>
        </p:nvSpPr>
        <p:spPr>
          <a:xfrm>
            <a:off x="7421767" y="42482"/>
            <a:ext cx="195424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instrucciones.js</a:t>
            </a:r>
            <a:endParaRPr sz="1400" b="0" i="0" u="none" strike="noStrike" cap="none">
              <a:solidFill>
                <a:schemeClr val="lt1"/>
              </a:solidFill>
              <a:latin typeface="Arial"/>
              <a:ea typeface="Arial"/>
              <a:cs typeface="Arial"/>
              <a:sym typeface="Arial"/>
            </a:endParaRPr>
          </a:p>
        </p:txBody>
      </p:sp>
      <p:cxnSp>
        <p:nvCxnSpPr>
          <p:cNvPr id="1977" name="Google Shape;1977;p178"/>
          <p:cNvCxnSpPr/>
          <p:nvPr/>
        </p:nvCxnSpPr>
        <p:spPr>
          <a:xfrm>
            <a:off x="7421768" y="403200"/>
            <a:ext cx="1954241" cy="10457"/>
          </a:xfrm>
          <a:prstGeom prst="straightConnector1">
            <a:avLst/>
          </a:prstGeom>
          <a:noFill/>
          <a:ln w="15875" cap="flat" cmpd="sng">
            <a:solidFill>
              <a:srgbClr val="F2CD84"/>
            </a:solidFill>
            <a:prstDash val="solid"/>
            <a:miter lim="800000"/>
            <a:headEnd type="none" w="sm" len="sm"/>
            <a:tailEnd type="none" w="sm" len="sm"/>
          </a:ln>
        </p:spPr>
      </p:cxnSp>
      <p:sp>
        <p:nvSpPr>
          <p:cNvPr id="1978" name="Google Shape;1978;p178"/>
          <p:cNvSpPr txBox="1"/>
          <p:nvPr/>
        </p:nvSpPr>
        <p:spPr>
          <a:xfrm>
            <a:off x="7348158" y="677943"/>
            <a:ext cx="4716461" cy="4801314"/>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dirty="0">
                <a:solidFill>
                  <a:srgbClr val="F2CD84"/>
                </a:solidFill>
                <a:latin typeface="Tahoma"/>
                <a:ea typeface="Tahoma"/>
                <a:cs typeface="Tahoma"/>
                <a:sym typeface="Tahoma"/>
              </a:rPr>
              <a:t>repetir</a:t>
            </a:r>
            <a:r>
              <a:rPr lang="es-ES" sz="2400" b="0" i="0" u="none" strike="noStrike" cap="none" dirty="0">
                <a:solidFill>
                  <a:schemeClr val="lt1"/>
                </a:solidFill>
                <a:latin typeface="Tahoma"/>
                <a:ea typeface="Tahoma"/>
                <a:cs typeface="Tahoma"/>
                <a:sym typeface="Tahoma"/>
              </a:rPr>
              <a:t> </a:t>
            </a:r>
            <a:r>
              <a:rPr lang="es-ES" sz="2400" b="0" i="0" u="none" strike="noStrike" cap="none" dirty="0">
                <a:solidFill>
                  <a:srgbClr val="79D2EA"/>
                </a:solidFill>
                <a:latin typeface="Tahoma"/>
                <a:ea typeface="Tahoma"/>
                <a:cs typeface="Tahoma"/>
                <a:sym typeface="Tahoma"/>
              </a:rPr>
              <a:t>3 veces {</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dirty="0">
                <a:solidFill>
                  <a:schemeClr val="lt1"/>
                </a:solidFill>
                <a:latin typeface="Tahoma"/>
                <a:ea typeface="Tahoma"/>
                <a:cs typeface="Tahoma"/>
                <a:sym typeface="Tahoma"/>
              </a:rPr>
              <a:t>	abajo();</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dirty="0">
                <a:solidFill>
                  <a:srgbClr val="79D2EA"/>
                </a:solidFill>
                <a:latin typeface="Tahoma"/>
                <a:ea typeface="Tahoma"/>
                <a:cs typeface="Tahoma"/>
                <a:sym typeface="Tahoma"/>
              </a:rPr>
              <a:t>}</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dirty="0">
              <a:solidFill>
                <a:srgbClr val="79D2EA"/>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dirty="0">
                <a:solidFill>
                  <a:srgbClr val="F2CD84"/>
                </a:solidFill>
                <a:latin typeface="Tahoma"/>
                <a:ea typeface="Tahoma"/>
                <a:cs typeface="Tahoma"/>
                <a:sym typeface="Tahoma"/>
              </a:rPr>
              <a:t>si el casillero es de color       </a:t>
            </a:r>
            <a:r>
              <a:rPr lang="es-ES" sz="2400" b="0" i="0" u="none" strike="noStrike" cap="none" dirty="0">
                <a:solidFill>
                  <a:srgbClr val="79D2EA"/>
                </a:solidFill>
                <a:latin typeface="Tahoma"/>
                <a:ea typeface="Tahoma"/>
                <a:cs typeface="Tahoma"/>
                <a:sym typeface="Tahoma"/>
              </a:rPr>
              <a:t>{</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dirty="0">
                <a:solidFill>
                  <a:schemeClr val="lt1"/>
                </a:solidFill>
                <a:latin typeface="Tahoma"/>
                <a:ea typeface="Tahoma"/>
                <a:cs typeface="Tahoma"/>
                <a:sym typeface="Tahoma"/>
              </a:rPr>
              <a:t>	derecha();</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dirty="0">
                <a:solidFill>
                  <a:srgbClr val="79D2EA"/>
                </a:solidFill>
                <a:latin typeface="Tahoma"/>
                <a:ea typeface="Tahoma"/>
                <a:cs typeface="Tahoma"/>
                <a:sym typeface="Tahoma"/>
              </a:rPr>
              <a:t>} </a:t>
            </a:r>
            <a:r>
              <a:rPr lang="es-ES" sz="2400" b="0" i="0" u="none" strike="noStrike" cap="none" dirty="0">
                <a:solidFill>
                  <a:srgbClr val="F2CD84"/>
                </a:solidFill>
                <a:latin typeface="Tahoma"/>
                <a:ea typeface="Tahoma"/>
                <a:cs typeface="Tahoma"/>
                <a:sym typeface="Tahoma"/>
              </a:rPr>
              <a:t>sino</a:t>
            </a:r>
            <a:r>
              <a:rPr lang="es-ES" sz="2400" b="0" i="0" u="none" strike="noStrike" cap="none" dirty="0">
                <a:solidFill>
                  <a:srgbClr val="79D2EA"/>
                </a:solidFill>
                <a:latin typeface="Tahoma"/>
                <a:ea typeface="Tahoma"/>
                <a:cs typeface="Tahoma"/>
                <a:sym typeface="Tahoma"/>
              </a:rPr>
              <a:t> {</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dirty="0">
                <a:solidFill>
                  <a:srgbClr val="79D2EA"/>
                </a:solidFill>
                <a:latin typeface="Tahoma"/>
                <a:ea typeface="Tahoma"/>
                <a:cs typeface="Tahoma"/>
                <a:sym typeface="Tahoma"/>
              </a:rPr>
              <a:t>	</a:t>
            </a:r>
            <a:r>
              <a:rPr lang="es-ES" sz="2400" b="0" i="0" u="none" strike="noStrike" cap="none" dirty="0">
                <a:solidFill>
                  <a:schemeClr val="lt1"/>
                </a:solidFill>
                <a:latin typeface="Tahoma"/>
                <a:ea typeface="Tahoma"/>
                <a:cs typeface="Tahoma"/>
                <a:sym typeface="Tahoma"/>
              </a:rPr>
              <a:t>arriba();</a:t>
            </a:r>
            <a:endParaRPr sz="2400" b="0" i="0" u="none" strike="noStrike" cap="none" dirty="0">
              <a:solidFill>
                <a:srgbClr val="79D2EA"/>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dirty="0">
                <a:solidFill>
                  <a:srgbClr val="79D2EA"/>
                </a:solidFill>
                <a:latin typeface="Tahoma"/>
                <a:ea typeface="Tahoma"/>
                <a:cs typeface="Tahoma"/>
                <a:sym typeface="Tahoma"/>
              </a:rPr>
              <a:t>}</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lt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dirty="0">
                <a:solidFill>
                  <a:schemeClr val="lt1"/>
                </a:solidFill>
                <a:latin typeface="Tahoma"/>
                <a:ea typeface="Tahoma"/>
                <a:cs typeface="Tahoma"/>
                <a:sym typeface="Tahoma"/>
              </a:rPr>
              <a:t>derecha();</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dirty="0">
                <a:solidFill>
                  <a:schemeClr val="lt1"/>
                </a:solidFill>
                <a:latin typeface="Tahoma"/>
                <a:ea typeface="Tahoma"/>
                <a:cs typeface="Tahoma"/>
                <a:sym typeface="Tahoma"/>
              </a:rPr>
              <a:t>arriba();</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lt1"/>
              </a:solidFill>
              <a:latin typeface="Tahoma"/>
              <a:ea typeface="Tahoma"/>
              <a:cs typeface="Tahoma"/>
              <a:sym typeface="Tahoma"/>
            </a:endParaRPr>
          </a:p>
        </p:txBody>
      </p:sp>
      <p:sp>
        <p:nvSpPr>
          <p:cNvPr id="1979" name="Google Shape;1979;p178"/>
          <p:cNvSpPr/>
          <p:nvPr/>
        </p:nvSpPr>
        <p:spPr>
          <a:xfrm>
            <a:off x="11203882" y="2135854"/>
            <a:ext cx="443320" cy="443320"/>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80" name="Google Shape;1980;p178"/>
          <p:cNvSpPr/>
          <p:nvPr/>
        </p:nvSpPr>
        <p:spPr>
          <a:xfrm>
            <a:off x="4843843" y="5349924"/>
            <a:ext cx="7129793" cy="1287646"/>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r" rtl="0">
              <a:lnSpc>
                <a:spcPct val="150000"/>
              </a:lnSpc>
              <a:spcBef>
                <a:spcPts val="0"/>
              </a:spcBef>
              <a:spcAft>
                <a:spcPts val="0"/>
              </a:spcAft>
              <a:buClr>
                <a:srgbClr val="000000"/>
              </a:buClr>
              <a:buSzPts val="2000"/>
              <a:buFont typeface="Arial"/>
              <a:buNone/>
            </a:pPr>
            <a:r>
              <a:rPr lang="es-ES" sz="2000" b="0" i="0" u="none" strike="noStrike" cap="none" dirty="0">
                <a:solidFill>
                  <a:schemeClr val="lt1"/>
                </a:solidFill>
                <a:latin typeface="Gotham Rounded Medium" panose="02000000000000000000" pitchFamily="50" charset="0"/>
                <a:ea typeface="Tahoma"/>
                <a:cs typeface="Tahoma"/>
                <a:sym typeface="Tahoma"/>
              </a:rPr>
              <a:t>¿Podrá el ave llegar hasta la bandera a cuadros si sigue las instrucciones paso a paso? ¿Sí o No? </a:t>
            </a:r>
            <a:endParaRPr sz="2000" b="0" i="0" u="none" strike="noStrike" cap="none" dirty="0">
              <a:solidFill>
                <a:schemeClr val="lt1"/>
              </a:solidFill>
              <a:latin typeface="Gotham Rounded Medium" panose="02000000000000000000" pitchFamily="50" charset="0"/>
              <a:ea typeface="Tahoma"/>
              <a:cs typeface="Tahoma"/>
              <a:sym typeface="Tahoma"/>
            </a:endParaRPr>
          </a:p>
        </p:txBody>
      </p:sp>
      <p:sp>
        <p:nvSpPr>
          <p:cNvPr id="1981" name="Google Shape;1981;p178"/>
          <p:cNvSpPr/>
          <p:nvPr/>
        </p:nvSpPr>
        <p:spPr>
          <a:xfrm rot="5400000">
            <a:off x="7368555" y="793328"/>
            <a:ext cx="206207" cy="177765"/>
          </a:xfrm>
          <a:prstGeom prst="triangle">
            <a:avLst>
              <a:gd name="adj" fmla="val 50000"/>
            </a:avLst>
          </a:prstGeom>
          <a:solidFill>
            <a:srgbClr val="4A7B8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Shape 1986"/>
        <p:cNvGrpSpPr/>
        <p:nvPr/>
      </p:nvGrpSpPr>
      <p:grpSpPr>
        <a:xfrm>
          <a:off x="0" y="0"/>
          <a:ext cx="0" cy="0"/>
          <a:chOff x="0" y="0"/>
          <a:chExt cx="0" cy="0"/>
        </a:xfrm>
      </p:grpSpPr>
      <p:sp>
        <p:nvSpPr>
          <p:cNvPr id="1987" name="Google Shape;1987;p179"/>
          <p:cNvSpPr/>
          <p:nvPr/>
        </p:nvSpPr>
        <p:spPr>
          <a:xfrm>
            <a:off x="7097484" y="1"/>
            <a:ext cx="5094516" cy="6858000"/>
          </a:xfrm>
          <a:prstGeom prst="rect">
            <a:avLst/>
          </a:prstGeom>
          <a:solidFill>
            <a:srgbClr val="1F23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988" name="Google Shape;1988;p179"/>
          <p:cNvGrpSpPr/>
          <p:nvPr/>
        </p:nvGrpSpPr>
        <p:grpSpPr>
          <a:xfrm>
            <a:off x="503854" y="611156"/>
            <a:ext cx="5946712" cy="5635688"/>
            <a:chOff x="503854" y="531846"/>
            <a:chExt cx="5946712" cy="5635688"/>
          </a:xfrm>
        </p:grpSpPr>
        <p:sp>
          <p:nvSpPr>
            <p:cNvPr id="1989" name="Google Shape;1989;p179"/>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90" name="Google Shape;1990;p179"/>
            <p:cNvSpPr/>
            <p:nvPr/>
          </p:nvSpPr>
          <p:spPr>
            <a:xfrm>
              <a:off x="1775928"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91" name="Google Shape;1991;p179"/>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92" name="Google Shape;1992;p179"/>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93" name="Google Shape;1993;p179"/>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94" name="Google Shape;1994;p179"/>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95" name="Google Shape;1995;p179"/>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96" name="Google Shape;1996;p179"/>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97" name="Google Shape;1997;p179"/>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98" name="Google Shape;1998;p179"/>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99" name="Google Shape;1999;p179"/>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00" name="Google Shape;2000;p179"/>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01" name="Google Shape;2001;p179"/>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02" name="Google Shape;2002;p179"/>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03" name="Google Shape;2003;p179"/>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04" name="Google Shape;2004;p179"/>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05" name="Google Shape;2005;p179"/>
            <p:cNvSpPr/>
            <p:nvPr/>
          </p:nvSpPr>
          <p:spPr>
            <a:xfrm>
              <a:off x="1775928" y="4114800"/>
              <a:ext cx="858416" cy="858416"/>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06" name="Google Shape;2006;p179"/>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07" name="Google Shape;2007;p179"/>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08" name="Google Shape;2008;p179"/>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09" name="Google Shape;2009;p179"/>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10" name="Google Shape;2010;p179"/>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11" name="Google Shape;2011;p179"/>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12" name="Google Shape;2012;p179"/>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13" name="Google Shape;2013;p179"/>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2014" name="Google Shape;2014;p179" descr="Chequered Flag on Microsoft Windows 10"/>
          <p:cNvPicPr preferRelativeResize="0"/>
          <p:nvPr/>
        </p:nvPicPr>
        <p:blipFill rotWithShape="1">
          <a:blip r:embed="rId3">
            <a:alphaModFix/>
          </a:blip>
          <a:srcRect/>
          <a:stretch/>
        </p:blipFill>
        <p:spPr>
          <a:xfrm>
            <a:off x="4706609" y="2799472"/>
            <a:ext cx="730318" cy="730318"/>
          </a:xfrm>
          <a:prstGeom prst="rect">
            <a:avLst/>
          </a:prstGeom>
          <a:noFill/>
          <a:ln>
            <a:noFill/>
          </a:ln>
        </p:spPr>
      </p:pic>
      <p:cxnSp>
        <p:nvCxnSpPr>
          <p:cNvPr id="2015" name="Google Shape;2015;p179"/>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2016" name="Google Shape;2016;p179" descr="Angry birds,Red,Clip art,Cartoon,Video game software,Graphics,Beak #80529 -  Free Icon Library"/>
          <p:cNvPicPr preferRelativeResize="0"/>
          <p:nvPr/>
        </p:nvPicPr>
        <p:blipFill rotWithShape="1">
          <a:blip r:embed="rId4">
            <a:alphaModFix/>
          </a:blip>
          <a:srcRect/>
          <a:stretch/>
        </p:blipFill>
        <p:spPr>
          <a:xfrm>
            <a:off x="1878349" y="734504"/>
            <a:ext cx="653574" cy="602013"/>
          </a:xfrm>
          <a:prstGeom prst="rect">
            <a:avLst/>
          </a:prstGeom>
          <a:noFill/>
          <a:ln>
            <a:noFill/>
          </a:ln>
        </p:spPr>
      </p:pic>
      <p:sp>
        <p:nvSpPr>
          <p:cNvPr id="2017" name="Google Shape;2017;p179"/>
          <p:cNvSpPr/>
          <p:nvPr/>
        </p:nvSpPr>
        <p:spPr>
          <a:xfrm>
            <a:off x="7097484" y="0"/>
            <a:ext cx="5094515"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18" name="Google Shape;2018;p179"/>
          <p:cNvSpPr txBox="1"/>
          <p:nvPr/>
        </p:nvSpPr>
        <p:spPr>
          <a:xfrm>
            <a:off x="7421767" y="42482"/>
            <a:ext cx="195424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instrucciones.js</a:t>
            </a:r>
            <a:endParaRPr sz="1400" b="0" i="0" u="none" strike="noStrike" cap="none">
              <a:solidFill>
                <a:schemeClr val="lt1"/>
              </a:solidFill>
              <a:latin typeface="Arial"/>
              <a:ea typeface="Arial"/>
              <a:cs typeface="Arial"/>
              <a:sym typeface="Arial"/>
            </a:endParaRPr>
          </a:p>
        </p:txBody>
      </p:sp>
      <p:cxnSp>
        <p:nvCxnSpPr>
          <p:cNvPr id="2019" name="Google Shape;2019;p179"/>
          <p:cNvCxnSpPr/>
          <p:nvPr/>
        </p:nvCxnSpPr>
        <p:spPr>
          <a:xfrm>
            <a:off x="7421768" y="403200"/>
            <a:ext cx="1954241" cy="10457"/>
          </a:xfrm>
          <a:prstGeom prst="straightConnector1">
            <a:avLst/>
          </a:prstGeom>
          <a:noFill/>
          <a:ln w="15875" cap="flat" cmpd="sng">
            <a:solidFill>
              <a:srgbClr val="F2CD84"/>
            </a:solidFill>
            <a:prstDash val="solid"/>
            <a:miter lim="800000"/>
            <a:headEnd type="none" w="sm" len="sm"/>
            <a:tailEnd type="none" w="sm" len="sm"/>
          </a:ln>
        </p:spPr>
      </p:cxnSp>
      <p:sp>
        <p:nvSpPr>
          <p:cNvPr id="2020" name="Google Shape;2020;p179"/>
          <p:cNvSpPr txBox="1"/>
          <p:nvPr/>
        </p:nvSpPr>
        <p:spPr>
          <a:xfrm>
            <a:off x="7348158" y="677943"/>
            <a:ext cx="4716461" cy="4801314"/>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dirty="0">
                <a:solidFill>
                  <a:srgbClr val="F2CD84"/>
                </a:solidFill>
                <a:latin typeface="Tahoma"/>
                <a:ea typeface="Tahoma"/>
                <a:cs typeface="Tahoma"/>
                <a:sym typeface="Tahoma"/>
              </a:rPr>
              <a:t>repetir</a:t>
            </a:r>
            <a:r>
              <a:rPr lang="es-ES" sz="2400" b="0" i="0" u="none" strike="noStrike" cap="none" dirty="0">
                <a:solidFill>
                  <a:schemeClr val="lt1"/>
                </a:solidFill>
                <a:latin typeface="Tahoma"/>
                <a:ea typeface="Tahoma"/>
                <a:cs typeface="Tahoma"/>
                <a:sym typeface="Tahoma"/>
              </a:rPr>
              <a:t> </a:t>
            </a:r>
            <a:r>
              <a:rPr lang="es-ES" sz="2400" b="0" i="0" u="none" strike="noStrike" cap="none" dirty="0">
                <a:solidFill>
                  <a:srgbClr val="79D2EA"/>
                </a:solidFill>
                <a:latin typeface="Tahoma"/>
                <a:ea typeface="Tahoma"/>
                <a:cs typeface="Tahoma"/>
                <a:sym typeface="Tahoma"/>
              </a:rPr>
              <a:t>3 veces {</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dirty="0">
                <a:solidFill>
                  <a:schemeClr val="lt1"/>
                </a:solidFill>
                <a:latin typeface="Tahoma"/>
                <a:ea typeface="Tahoma"/>
                <a:cs typeface="Tahoma"/>
                <a:sym typeface="Tahoma"/>
              </a:rPr>
              <a:t>	abajo();</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dirty="0">
                <a:solidFill>
                  <a:srgbClr val="79D2EA"/>
                </a:solidFill>
                <a:latin typeface="Tahoma"/>
                <a:ea typeface="Tahoma"/>
                <a:cs typeface="Tahoma"/>
                <a:sym typeface="Tahoma"/>
              </a:rPr>
              <a:t>}</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dirty="0">
              <a:solidFill>
                <a:srgbClr val="79D2EA"/>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dirty="0">
                <a:solidFill>
                  <a:srgbClr val="F2CD84"/>
                </a:solidFill>
                <a:latin typeface="Tahoma"/>
                <a:ea typeface="Tahoma"/>
                <a:cs typeface="Tahoma"/>
                <a:sym typeface="Tahoma"/>
              </a:rPr>
              <a:t>si el casillero es de color       </a:t>
            </a:r>
            <a:r>
              <a:rPr lang="es-ES" sz="2400" b="0" i="0" u="none" strike="noStrike" cap="none" dirty="0">
                <a:solidFill>
                  <a:srgbClr val="79D2EA"/>
                </a:solidFill>
                <a:latin typeface="Tahoma"/>
                <a:ea typeface="Tahoma"/>
                <a:cs typeface="Tahoma"/>
                <a:sym typeface="Tahoma"/>
              </a:rPr>
              <a:t>{</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dirty="0">
                <a:solidFill>
                  <a:schemeClr val="lt1"/>
                </a:solidFill>
                <a:latin typeface="Tahoma"/>
                <a:ea typeface="Tahoma"/>
                <a:cs typeface="Tahoma"/>
                <a:sym typeface="Tahoma"/>
              </a:rPr>
              <a:t>	derecha();</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dirty="0">
                <a:solidFill>
                  <a:srgbClr val="79D2EA"/>
                </a:solidFill>
                <a:latin typeface="Tahoma"/>
                <a:ea typeface="Tahoma"/>
                <a:cs typeface="Tahoma"/>
                <a:sym typeface="Tahoma"/>
              </a:rPr>
              <a:t>} </a:t>
            </a:r>
            <a:r>
              <a:rPr lang="es-ES" sz="2400" b="0" i="0" u="none" strike="noStrike" cap="none" dirty="0">
                <a:solidFill>
                  <a:srgbClr val="F2CD84"/>
                </a:solidFill>
                <a:latin typeface="Tahoma"/>
                <a:ea typeface="Tahoma"/>
                <a:cs typeface="Tahoma"/>
                <a:sym typeface="Tahoma"/>
              </a:rPr>
              <a:t>sino</a:t>
            </a:r>
            <a:r>
              <a:rPr lang="es-ES" sz="2400" b="0" i="0" u="none" strike="noStrike" cap="none" dirty="0">
                <a:solidFill>
                  <a:srgbClr val="79D2EA"/>
                </a:solidFill>
                <a:latin typeface="Tahoma"/>
                <a:ea typeface="Tahoma"/>
                <a:cs typeface="Tahoma"/>
                <a:sym typeface="Tahoma"/>
              </a:rPr>
              <a:t> {</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dirty="0">
                <a:solidFill>
                  <a:srgbClr val="79D2EA"/>
                </a:solidFill>
                <a:latin typeface="Tahoma"/>
                <a:ea typeface="Tahoma"/>
                <a:cs typeface="Tahoma"/>
                <a:sym typeface="Tahoma"/>
              </a:rPr>
              <a:t>	</a:t>
            </a:r>
            <a:r>
              <a:rPr lang="es-ES" sz="2400" b="0" i="0" u="none" strike="noStrike" cap="none" dirty="0">
                <a:solidFill>
                  <a:schemeClr val="lt1"/>
                </a:solidFill>
                <a:latin typeface="Tahoma"/>
                <a:ea typeface="Tahoma"/>
                <a:cs typeface="Tahoma"/>
                <a:sym typeface="Tahoma"/>
              </a:rPr>
              <a:t>arriba();</a:t>
            </a:r>
            <a:endParaRPr sz="2400" b="0" i="0" u="none" strike="noStrike" cap="none" dirty="0">
              <a:solidFill>
                <a:srgbClr val="79D2EA"/>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dirty="0">
                <a:solidFill>
                  <a:srgbClr val="79D2EA"/>
                </a:solidFill>
                <a:latin typeface="Tahoma"/>
                <a:ea typeface="Tahoma"/>
                <a:cs typeface="Tahoma"/>
                <a:sym typeface="Tahoma"/>
              </a:rPr>
              <a:t>}</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lt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dirty="0">
                <a:solidFill>
                  <a:schemeClr val="lt1"/>
                </a:solidFill>
                <a:latin typeface="Tahoma"/>
                <a:ea typeface="Tahoma"/>
                <a:cs typeface="Tahoma"/>
                <a:sym typeface="Tahoma"/>
              </a:rPr>
              <a:t>derecha();</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dirty="0">
                <a:solidFill>
                  <a:schemeClr val="lt1"/>
                </a:solidFill>
                <a:latin typeface="Tahoma"/>
                <a:ea typeface="Tahoma"/>
                <a:cs typeface="Tahoma"/>
                <a:sym typeface="Tahoma"/>
              </a:rPr>
              <a:t>arriba();</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lt1"/>
              </a:solidFill>
              <a:latin typeface="Tahoma"/>
              <a:ea typeface="Tahoma"/>
              <a:cs typeface="Tahoma"/>
              <a:sym typeface="Tahoma"/>
            </a:endParaRPr>
          </a:p>
        </p:txBody>
      </p:sp>
      <p:sp>
        <p:nvSpPr>
          <p:cNvPr id="2021" name="Google Shape;2021;p179"/>
          <p:cNvSpPr/>
          <p:nvPr/>
        </p:nvSpPr>
        <p:spPr>
          <a:xfrm>
            <a:off x="11203882" y="2135854"/>
            <a:ext cx="443320" cy="443320"/>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22" name="Google Shape;2022;p179"/>
          <p:cNvSpPr/>
          <p:nvPr/>
        </p:nvSpPr>
        <p:spPr>
          <a:xfrm>
            <a:off x="4843843" y="5349924"/>
            <a:ext cx="7129793" cy="1287646"/>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r" rtl="0">
              <a:lnSpc>
                <a:spcPct val="150000"/>
              </a:lnSpc>
              <a:spcBef>
                <a:spcPts val="0"/>
              </a:spcBef>
              <a:spcAft>
                <a:spcPts val="0"/>
              </a:spcAft>
              <a:buClr>
                <a:srgbClr val="000000"/>
              </a:buClr>
              <a:buSzPts val="2000"/>
              <a:buFont typeface="Arial"/>
              <a:buNone/>
            </a:pPr>
            <a:r>
              <a:rPr lang="es-ES" sz="2000" b="0" i="0" u="none" strike="noStrike" cap="none" dirty="0">
                <a:solidFill>
                  <a:schemeClr val="lt1"/>
                </a:solidFill>
                <a:latin typeface="Gotham Rounded Medium" panose="02000000000000000000" pitchFamily="50" charset="0"/>
                <a:ea typeface="Tahoma"/>
                <a:cs typeface="Tahoma"/>
                <a:sym typeface="Tahoma"/>
              </a:rPr>
              <a:t>¿Podrá el ave llegar hasta la bandera a cuadros si sigue las instrucciones paso a paso? ¿Sí o No?</a:t>
            </a:r>
            <a:r>
              <a:rPr lang="es-ES" sz="2000" b="0" i="0" u="none" strike="noStrike" cap="none" dirty="0">
                <a:solidFill>
                  <a:schemeClr val="lt1"/>
                </a:solidFill>
                <a:latin typeface="Tahoma"/>
                <a:ea typeface="Tahoma"/>
                <a:cs typeface="Tahoma"/>
                <a:sym typeface="Tahoma"/>
              </a:rPr>
              <a:t> </a:t>
            </a:r>
            <a:endParaRPr sz="2000" b="0" i="0" u="none" strike="noStrike" cap="none" dirty="0">
              <a:solidFill>
                <a:schemeClr val="lt1"/>
              </a:solidFill>
              <a:latin typeface="Tahoma"/>
              <a:ea typeface="Tahoma"/>
              <a:cs typeface="Tahoma"/>
              <a:sym typeface="Tahoma"/>
            </a:endParaRPr>
          </a:p>
        </p:txBody>
      </p:sp>
      <p:sp>
        <p:nvSpPr>
          <p:cNvPr id="2023" name="Google Shape;2023;p179"/>
          <p:cNvSpPr/>
          <p:nvPr/>
        </p:nvSpPr>
        <p:spPr>
          <a:xfrm rot="5400000">
            <a:off x="7368555" y="793328"/>
            <a:ext cx="206207" cy="177765"/>
          </a:xfrm>
          <a:prstGeom prst="triangle">
            <a:avLst>
              <a:gd name="adj" fmla="val 50000"/>
            </a:avLst>
          </a:prstGeom>
          <a:solidFill>
            <a:srgbClr val="4A7B8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24" name="Google Shape;2024;p179"/>
          <p:cNvSpPr txBox="1"/>
          <p:nvPr/>
        </p:nvSpPr>
        <p:spPr>
          <a:xfrm>
            <a:off x="2058481" y="2624796"/>
            <a:ext cx="7883799" cy="1754326"/>
          </a:xfrm>
          <a:prstGeom prst="rect">
            <a:avLst/>
          </a:prstGeom>
          <a:solidFill>
            <a:srgbClr val="872789"/>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endParaRPr sz="3600" b="1"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3600"/>
              <a:buFont typeface="Arial"/>
              <a:buNone/>
            </a:pPr>
            <a:r>
              <a:rPr lang="es-MX" sz="3600" b="1" i="0" u="none" strike="noStrike" cap="none" dirty="0" smtClean="0">
                <a:solidFill>
                  <a:schemeClr val="bg1"/>
                </a:solidFill>
                <a:latin typeface="Calibri"/>
                <a:ea typeface="Calibri"/>
                <a:cs typeface="Calibri"/>
                <a:sym typeface="Calibri"/>
              </a:rPr>
              <a:t>Al final de la clase sabremos si funciona</a:t>
            </a:r>
            <a:endParaRPr sz="1400" b="0" i="0" u="none" strike="noStrike" cap="none" dirty="0">
              <a:solidFill>
                <a:schemeClr val="bg1"/>
              </a:solidFill>
              <a:sym typeface="Arial"/>
            </a:endParaRPr>
          </a:p>
          <a:p>
            <a:pPr marL="0" marR="0" lvl="0" indent="0" algn="ctr" rtl="0">
              <a:lnSpc>
                <a:spcPct val="100000"/>
              </a:lnSpc>
              <a:spcBef>
                <a:spcPts val="0"/>
              </a:spcBef>
              <a:spcAft>
                <a:spcPts val="0"/>
              </a:spcAft>
              <a:buClr>
                <a:srgbClr val="000000"/>
              </a:buClr>
              <a:buSzPts val="3600"/>
              <a:buFont typeface="Arial"/>
              <a:buNone/>
            </a:pPr>
            <a:endParaRPr sz="3600" b="1" i="0" u="none" strike="noStrike" cap="none"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Shape 2029"/>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a:off x="-6668" y="-5108"/>
            <a:ext cx="12198668" cy="6858000"/>
          </a:xfrm>
          <a:prstGeom prst="rect">
            <a:avLst/>
          </a:prstGeom>
        </p:spPr>
      </p:pic>
      <p:sp>
        <p:nvSpPr>
          <p:cNvPr id="2031" name="Google Shape;2031;p180"/>
          <p:cNvSpPr/>
          <p:nvPr/>
        </p:nvSpPr>
        <p:spPr>
          <a:xfrm>
            <a:off x="569154" y="486328"/>
            <a:ext cx="10361443"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000"/>
              <a:buFont typeface="Arial"/>
              <a:buNone/>
            </a:pPr>
            <a:r>
              <a:rPr lang="es-ES" sz="6000" b="0" i="0" strike="noStrike" cap="none" dirty="0">
                <a:solidFill>
                  <a:schemeClr val="tx1"/>
                </a:solidFill>
                <a:latin typeface="Gotham Rounded Medium" panose="02000000000000000000" pitchFamily="50" charset="0"/>
                <a:sym typeface="Arial"/>
              </a:rPr>
              <a:t>Una </a:t>
            </a:r>
            <a:r>
              <a:rPr lang="es-ES" sz="6000" b="0" i="0" strike="noStrike" cap="none" dirty="0">
                <a:solidFill>
                  <a:srgbClr val="872789"/>
                </a:solidFill>
                <a:latin typeface="Gotham Rounded Medium" panose="02000000000000000000" pitchFamily="50" charset="0"/>
                <a:sym typeface="Arial"/>
              </a:rPr>
              <a:t>herramienta visual </a:t>
            </a:r>
            <a:r>
              <a:rPr lang="es-ES" sz="6000" b="0" i="0" strike="noStrike" cap="none" dirty="0">
                <a:solidFill>
                  <a:schemeClr val="tx1"/>
                </a:solidFill>
                <a:latin typeface="Gotham Rounded Medium" panose="02000000000000000000" pitchFamily="50" charset="0"/>
                <a:sym typeface="Arial"/>
              </a:rPr>
              <a:t>para mejorar nuestro aprendizaje</a:t>
            </a:r>
            <a:r>
              <a:rPr lang="es-ES" sz="6000" b="0" i="0" u="none" strike="noStrike" cap="none" dirty="0">
                <a:solidFill>
                  <a:schemeClr val="lt1"/>
                </a:solidFill>
                <a:latin typeface="Arial"/>
                <a:ea typeface="Arial"/>
                <a:cs typeface="Arial"/>
                <a:sym typeface="Arial"/>
              </a:rPr>
              <a:t> </a:t>
            </a:r>
            <a:endParaRPr sz="6000" b="0" i="0" u="none" strike="noStrike" cap="none" dirty="0">
              <a:solidFill>
                <a:schemeClr val="lt1"/>
              </a:solidFill>
              <a:latin typeface="Calibri"/>
              <a:ea typeface="Calibri"/>
              <a:cs typeface="Calibri"/>
              <a:sym typeface="Calibri"/>
            </a:endParaRPr>
          </a:p>
        </p:txBody>
      </p:sp>
      <p:sp>
        <p:nvSpPr>
          <p:cNvPr id="8" name="Google Shape;840;p3"/>
          <p:cNvSpPr/>
          <p:nvPr/>
        </p:nvSpPr>
        <p:spPr>
          <a:xfrm>
            <a:off x="257756" y="195147"/>
            <a:ext cx="622796" cy="1168182"/>
          </a:xfrm>
          <a:custGeom>
            <a:avLst/>
            <a:gdLst/>
            <a:ahLst/>
            <a:cxnLst/>
            <a:rect l="l" t="t" r="r" b="b"/>
            <a:pathLst>
              <a:path w="919479" h="1838960" extrusionOk="0">
                <a:moveTo>
                  <a:pt x="0" y="0"/>
                </a:moveTo>
                <a:lnTo>
                  <a:pt x="0" y="560171"/>
                </a:lnTo>
                <a:lnTo>
                  <a:pt x="48725" y="563449"/>
                </a:lnTo>
                <a:lnTo>
                  <a:pt x="95456" y="572999"/>
                </a:lnTo>
                <a:lnTo>
                  <a:pt x="139763" y="588392"/>
                </a:lnTo>
                <a:lnTo>
                  <a:pt x="181221" y="609201"/>
                </a:lnTo>
                <a:lnTo>
                  <a:pt x="219402" y="634997"/>
                </a:lnTo>
                <a:lnTo>
                  <a:pt x="253879" y="665353"/>
                </a:lnTo>
                <a:lnTo>
                  <a:pt x="284224" y="699840"/>
                </a:lnTo>
                <a:lnTo>
                  <a:pt x="310009" y="738031"/>
                </a:lnTo>
                <a:lnTo>
                  <a:pt x="330809" y="779499"/>
                </a:lnTo>
                <a:lnTo>
                  <a:pt x="346194" y="823814"/>
                </a:lnTo>
                <a:lnTo>
                  <a:pt x="355739" y="870549"/>
                </a:lnTo>
                <a:lnTo>
                  <a:pt x="359016" y="919276"/>
                </a:lnTo>
                <a:lnTo>
                  <a:pt x="355739" y="967983"/>
                </a:lnTo>
                <a:lnTo>
                  <a:pt x="346194" y="1014701"/>
                </a:lnTo>
                <a:lnTo>
                  <a:pt x="330809" y="1059003"/>
                </a:lnTo>
                <a:lnTo>
                  <a:pt x="310009" y="1100459"/>
                </a:lnTo>
                <a:lnTo>
                  <a:pt x="284224" y="1138641"/>
                </a:lnTo>
                <a:lnTo>
                  <a:pt x="253879" y="1173122"/>
                </a:lnTo>
                <a:lnTo>
                  <a:pt x="219402" y="1203473"/>
                </a:lnTo>
                <a:lnTo>
                  <a:pt x="181221" y="1229266"/>
                </a:lnTo>
                <a:lnTo>
                  <a:pt x="139763" y="1250073"/>
                </a:lnTo>
                <a:lnTo>
                  <a:pt x="95456" y="1265465"/>
                </a:lnTo>
                <a:lnTo>
                  <a:pt x="48725" y="1275014"/>
                </a:lnTo>
                <a:lnTo>
                  <a:pt x="0" y="1278293"/>
                </a:lnTo>
                <a:lnTo>
                  <a:pt x="0" y="1838464"/>
                </a:lnTo>
                <a:lnTo>
                  <a:pt x="48825" y="1837190"/>
                </a:lnTo>
                <a:lnTo>
                  <a:pt x="96987" y="1833410"/>
                </a:lnTo>
                <a:lnTo>
                  <a:pt x="144421" y="1827187"/>
                </a:lnTo>
                <a:lnTo>
                  <a:pt x="191064" y="1818586"/>
                </a:lnTo>
                <a:lnTo>
                  <a:pt x="236852" y="1807669"/>
                </a:lnTo>
                <a:lnTo>
                  <a:pt x="281722" y="1794501"/>
                </a:lnTo>
                <a:lnTo>
                  <a:pt x="325610" y="1779144"/>
                </a:lnTo>
                <a:lnTo>
                  <a:pt x="368453" y="1761662"/>
                </a:lnTo>
                <a:lnTo>
                  <a:pt x="410187" y="1742120"/>
                </a:lnTo>
                <a:lnTo>
                  <a:pt x="450749" y="1720579"/>
                </a:lnTo>
                <a:lnTo>
                  <a:pt x="490076" y="1697105"/>
                </a:lnTo>
                <a:lnTo>
                  <a:pt x="528103" y="1671759"/>
                </a:lnTo>
                <a:lnTo>
                  <a:pt x="564767" y="1644607"/>
                </a:lnTo>
                <a:lnTo>
                  <a:pt x="600005" y="1615711"/>
                </a:lnTo>
                <a:lnTo>
                  <a:pt x="633753" y="1585135"/>
                </a:lnTo>
                <a:lnTo>
                  <a:pt x="665948" y="1552943"/>
                </a:lnTo>
                <a:lnTo>
                  <a:pt x="696526" y="1519197"/>
                </a:lnTo>
                <a:lnTo>
                  <a:pt x="725424" y="1483962"/>
                </a:lnTo>
                <a:lnTo>
                  <a:pt x="752578" y="1447301"/>
                </a:lnTo>
                <a:lnTo>
                  <a:pt x="777925" y="1409278"/>
                </a:lnTo>
                <a:lnTo>
                  <a:pt x="801401" y="1369956"/>
                </a:lnTo>
                <a:lnTo>
                  <a:pt x="822942" y="1329399"/>
                </a:lnTo>
                <a:lnTo>
                  <a:pt x="842486" y="1287670"/>
                </a:lnTo>
                <a:lnTo>
                  <a:pt x="859968" y="1244832"/>
                </a:lnTo>
                <a:lnTo>
                  <a:pt x="875325" y="1200950"/>
                </a:lnTo>
                <a:lnTo>
                  <a:pt x="888494" y="1156087"/>
                </a:lnTo>
                <a:lnTo>
                  <a:pt x="899411" y="1110306"/>
                </a:lnTo>
                <a:lnTo>
                  <a:pt x="908012" y="1063671"/>
                </a:lnTo>
                <a:lnTo>
                  <a:pt x="914235" y="1016245"/>
                </a:lnTo>
                <a:lnTo>
                  <a:pt x="918015" y="968093"/>
                </a:lnTo>
                <a:lnTo>
                  <a:pt x="919289" y="919276"/>
                </a:lnTo>
                <a:lnTo>
                  <a:pt x="918015" y="870452"/>
                </a:lnTo>
                <a:lnTo>
                  <a:pt x="914235" y="822291"/>
                </a:lnTo>
                <a:lnTo>
                  <a:pt x="908012" y="774858"/>
                </a:lnTo>
                <a:lnTo>
                  <a:pt x="899411" y="728216"/>
                </a:lnTo>
                <a:lnTo>
                  <a:pt x="888494" y="682429"/>
                </a:lnTo>
                <a:lnTo>
                  <a:pt x="875325" y="637560"/>
                </a:lnTo>
                <a:lnTo>
                  <a:pt x="859968" y="593673"/>
                </a:lnTo>
                <a:lnTo>
                  <a:pt x="842486" y="550830"/>
                </a:lnTo>
                <a:lnTo>
                  <a:pt x="822942" y="509097"/>
                </a:lnTo>
                <a:lnTo>
                  <a:pt x="801401" y="468535"/>
                </a:lnTo>
                <a:lnTo>
                  <a:pt x="777925" y="429209"/>
                </a:lnTo>
                <a:lnTo>
                  <a:pt x="752578" y="391183"/>
                </a:lnTo>
                <a:lnTo>
                  <a:pt x="725424" y="354519"/>
                </a:lnTo>
                <a:lnTo>
                  <a:pt x="696526" y="319281"/>
                </a:lnTo>
                <a:lnTo>
                  <a:pt x="665948" y="285533"/>
                </a:lnTo>
                <a:lnTo>
                  <a:pt x="633753" y="253339"/>
                </a:lnTo>
                <a:lnTo>
                  <a:pt x="600005" y="222761"/>
                </a:lnTo>
                <a:lnTo>
                  <a:pt x="564767" y="193863"/>
                </a:lnTo>
                <a:lnTo>
                  <a:pt x="528103" y="166710"/>
                </a:lnTo>
                <a:lnTo>
                  <a:pt x="490076" y="141363"/>
                </a:lnTo>
                <a:lnTo>
                  <a:pt x="450749" y="117887"/>
                </a:lnTo>
                <a:lnTo>
                  <a:pt x="410187" y="96346"/>
                </a:lnTo>
                <a:lnTo>
                  <a:pt x="368453" y="76803"/>
                </a:lnTo>
                <a:lnTo>
                  <a:pt x="325610" y="59321"/>
                </a:lnTo>
                <a:lnTo>
                  <a:pt x="281722" y="43963"/>
                </a:lnTo>
                <a:lnTo>
                  <a:pt x="236852" y="30795"/>
                </a:lnTo>
                <a:lnTo>
                  <a:pt x="191064" y="19878"/>
                </a:lnTo>
                <a:lnTo>
                  <a:pt x="144421" y="11276"/>
                </a:lnTo>
                <a:lnTo>
                  <a:pt x="96987" y="5054"/>
                </a:lnTo>
                <a:lnTo>
                  <a:pt x="48825" y="1274"/>
                </a:lnTo>
                <a:lnTo>
                  <a:pt x="0" y="0"/>
                </a:lnTo>
                <a:close/>
              </a:path>
            </a:pathLst>
          </a:custGeom>
          <a:solidFill>
            <a:srgbClr val="A2206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1" name="Google Shape;839;p3"/>
          <p:cNvSpPr/>
          <p:nvPr/>
        </p:nvSpPr>
        <p:spPr>
          <a:xfrm>
            <a:off x="8211863" y="5983289"/>
            <a:ext cx="1071398" cy="869603"/>
          </a:xfrm>
          <a:custGeom>
            <a:avLst/>
            <a:gdLst/>
            <a:ahLst/>
            <a:cxnLst/>
            <a:rect l="l" t="t" r="r" b="b"/>
            <a:pathLst>
              <a:path w="1581784" h="1190625" extrusionOk="0">
                <a:moveTo>
                  <a:pt x="790663" y="0"/>
                </a:moveTo>
                <a:lnTo>
                  <a:pt x="0" y="1190550"/>
                </a:lnTo>
                <a:lnTo>
                  <a:pt x="1581337" y="1190550"/>
                </a:lnTo>
                <a:lnTo>
                  <a:pt x="790663" y="0"/>
                </a:lnTo>
                <a:close/>
              </a:path>
            </a:pathLst>
          </a:custGeom>
          <a:solidFill>
            <a:srgbClr val="ECB31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2" name="Google Shape;841;p3"/>
          <p:cNvSpPr/>
          <p:nvPr/>
        </p:nvSpPr>
        <p:spPr>
          <a:xfrm>
            <a:off x="2791932" y="4976019"/>
            <a:ext cx="1217204" cy="1007270"/>
          </a:xfrm>
          <a:custGeom>
            <a:avLst/>
            <a:gdLst/>
            <a:ahLst/>
            <a:cxnLst/>
            <a:rect l="l" t="t" r="r" b="b"/>
            <a:pathLst>
              <a:path w="1797050" h="1299845" extrusionOk="0">
                <a:moveTo>
                  <a:pt x="927000" y="0"/>
                </a:moveTo>
                <a:lnTo>
                  <a:pt x="869668" y="0"/>
                </a:lnTo>
                <a:lnTo>
                  <a:pt x="812440" y="830"/>
                </a:lnTo>
                <a:lnTo>
                  <a:pt x="755524" y="2490"/>
                </a:lnTo>
                <a:lnTo>
                  <a:pt x="699126" y="4980"/>
                </a:lnTo>
                <a:lnTo>
                  <a:pt x="643456" y="8300"/>
                </a:lnTo>
                <a:lnTo>
                  <a:pt x="588720" y="12451"/>
                </a:lnTo>
                <a:lnTo>
                  <a:pt x="535126" y="17431"/>
                </a:lnTo>
                <a:lnTo>
                  <a:pt x="482881" y="23242"/>
                </a:lnTo>
                <a:lnTo>
                  <a:pt x="432195" y="29883"/>
                </a:lnTo>
                <a:lnTo>
                  <a:pt x="383273" y="37354"/>
                </a:lnTo>
                <a:lnTo>
                  <a:pt x="336324" y="45655"/>
                </a:lnTo>
                <a:lnTo>
                  <a:pt x="291556" y="54786"/>
                </a:lnTo>
                <a:lnTo>
                  <a:pt x="249176" y="64747"/>
                </a:lnTo>
                <a:lnTo>
                  <a:pt x="209391" y="75538"/>
                </a:lnTo>
                <a:lnTo>
                  <a:pt x="172410" y="87159"/>
                </a:lnTo>
                <a:lnTo>
                  <a:pt x="107689" y="112892"/>
                </a:lnTo>
                <a:lnTo>
                  <a:pt x="56674" y="141946"/>
                </a:lnTo>
                <a:lnTo>
                  <a:pt x="21025" y="174319"/>
                </a:lnTo>
                <a:lnTo>
                  <a:pt x="2405" y="210013"/>
                </a:lnTo>
                <a:lnTo>
                  <a:pt x="0" y="229105"/>
                </a:lnTo>
                <a:lnTo>
                  <a:pt x="0" y="1070303"/>
                </a:lnTo>
                <a:lnTo>
                  <a:pt x="9483" y="1107658"/>
                </a:lnTo>
                <a:lnTo>
                  <a:pt x="36825" y="1141694"/>
                </a:lnTo>
                <a:lnTo>
                  <a:pt x="80364" y="1172408"/>
                </a:lnTo>
                <a:lnTo>
                  <a:pt x="138440" y="1199803"/>
                </a:lnTo>
                <a:lnTo>
                  <a:pt x="209391" y="1223876"/>
                </a:lnTo>
                <a:lnTo>
                  <a:pt x="249176" y="1234668"/>
                </a:lnTo>
                <a:lnTo>
                  <a:pt x="291556" y="1244629"/>
                </a:lnTo>
                <a:lnTo>
                  <a:pt x="336324" y="1253761"/>
                </a:lnTo>
                <a:lnTo>
                  <a:pt x="383273" y="1262062"/>
                </a:lnTo>
                <a:lnTo>
                  <a:pt x="432195" y="1269533"/>
                </a:lnTo>
                <a:lnTo>
                  <a:pt x="482881" y="1276174"/>
                </a:lnTo>
                <a:lnTo>
                  <a:pt x="535126" y="1281985"/>
                </a:lnTo>
                <a:lnTo>
                  <a:pt x="588720" y="1286966"/>
                </a:lnTo>
                <a:lnTo>
                  <a:pt x="643456" y="1291117"/>
                </a:lnTo>
                <a:lnTo>
                  <a:pt x="699126" y="1294437"/>
                </a:lnTo>
                <a:lnTo>
                  <a:pt x="755524" y="1296928"/>
                </a:lnTo>
                <a:lnTo>
                  <a:pt x="812440" y="1298588"/>
                </a:lnTo>
                <a:lnTo>
                  <a:pt x="869668" y="1299418"/>
                </a:lnTo>
                <a:lnTo>
                  <a:pt x="927000" y="1299418"/>
                </a:lnTo>
                <a:lnTo>
                  <a:pt x="984228" y="1298588"/>
                </a:lnTo>
                <a:lnTo>
                  <a:pt x="1041144" y="1296928"/>
                </a:lnTo>
                <a:lnTo>
                  <a:pt x="1097542" y="1294437"/>
                </a:lnTo>
                <a:lnTo>
                  <a:pt x="1153212" y="1291117"/>
                </a:lnTo>
                <a:lnTo>
                  <a:pt x="1207948" y="1286966"/>
                </a:lnTo>
                <a:lnTo>
                  <a:pt x="1261542" y="1281985"/>
                </a:lnTo>
                <a:lnTo>
                  <a:pt x="1313787" y="1276174"/>
                </a:lnTo>
                <a:lnTo>
                  <a:pt x="1364473" y="1269533"/>
                </a:lnTo>
                <a:lnTo>
                  <a:pt x="1413395" y="1262062"/>
                </a:lnTo>
                <a:lnTo>
                  <a:pt x="1460344" y="1253761"/>
                </a:lnTo>
                <a:lnTo>
                  <a:pt x="1505112" y="1244629"/>
                </a:lnTo>
                <a:lnTo>
                  <a:pt x="1547492" y="1234668"/>
                </a:lnTo>
                <a:lnTo>
                  <a:pt x="1587277" y="1223876"/>
                </a:lnTo>
                <a:lnTo>
                  <a:pt x="1624258" y="1212254"/>
                </a:lnTo>
                <a:lnTo>
                  <a:pt x="1688979" y="1186520"/>
                </a:lnTo>
                <a:lnTo>
                  <a:pt x="1739994" y="1157466"/>
                </a:lnTo>
                <a:lnTo>
                  <a:pt x="1775643" y="1125091"/>
                </a:lnTo>
                <a:lnTo>
                  <a:pt x="1794263" y="1089395"/>
                </a:lnTo>
                <a:lnTo>
                  <a:pt x="1796669" y="1070303"/>
                </a:lnTo>
                <a:lnTo>
                  <a:pt x="1796669" y="229105"/>
                </a:lnTo>
                <a:lnTo>
                  <a:pt x="1787185" y="191751"/>
                </a:lnTo>
                <a:lnTo>
                  <a:pt x="1759843" y="157717"/>
                </a:lnTo>
                <a:lnTo>
                  <a:pt x="1716304" y="127004"/>
                </a:lnTo>
                <a:lnTo>
                  <a:pt x="1658228" y="99611"/>
                </a:lnTo>
                <a:lnTo>
                  <a:pt x="1587277" y="75538"/>
                </a:lnTo>
                <a:lnTo>
                  <a:pt x="1547492" y="64747"/>
                </a:lnTo>
                <a:lnTo>
                  <a:pt x="1505112" y="54786"/>
                </a:lnTo>
                <a:lnTo>
                  <a:pt x="1460344" y="45655"/>
                </a:lnTo>
                <a:lnTo>
                  <a:pt x="1413395" y="37354"/>
                </a:lnTo>
                <a:lnTo>
                  <a:pt x="1364473" y="29883"/>
                </a:lnTo>
                <a:lnTo>
                  <a:pt x="1313787" y="23242"/>
                </a:lnTo>
                <a:lnTo>
                  <a:pt x="1261542" y="17431"/>
                </a:lnTo>
                <a:lnTo>
                  <a:pt x="1207948" y="12451"/>
                </a:lnTo>
                <a:lnTo>
                  <a:pt x="1153212" y="8300"/>
                </a:lnTo>
                <a:lnTo>
                  <a:pt x="1097542" y="4980"/>
                </a:lnTo>
                <a:lnTo>
                  <a:pt x="1041144" y="2490"/>
                </a:lnTo>
                <a:lnTo>
                  <a:pt x="984228" y="830"/>
                </a:lnTo>
                <a:lnTo>
                  <a:pt x="927000" y="0"/>
                </a:lnTo>
                <a:close/>
              </a:path>
            </a:pathLst>
          </a:custGeom>
          <a:solidFill>
            <a:srgbClr val="793B8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Shape 2036"/>
        <p:cNvGrpSpPr/>
        <p:nvPr/>
      </p:nvGrpSpPr>
      <p:grpSpPr>
        <a:xfrm>
          <a:off x="0" y="0"/>
          <a:ext cx="0" cy="0"/>
          <a:chOff x="0" y="0"/>
          <a:chExt cx="0" cy="0"/>
        </a:xfrm>
      </p:grpSpPr>
      <p:sp>
        <p:nvSpPr>
          <p:cNvPr id="2037" name="Google Shape;2037;p181"/>
          <p:cNvSpPr/>
          <p:nvPr/>
        </p:nvSpPr>
        <p:spPr>
          <a:xfrm>
            <a:off x="1267653" y="486328"/>
            <a:ext cx="4699038" cy="5875128"/>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4000"/>
              <a:buFont typeface="Arial"/>
              <a:buNone/>
            </a:pPr>
            <a:r>
              <a:rPr lang="es-ES" sz="4000" b="0" i="0" u="none" strike="noStrike" cap="none" dirty="0">
                <a:solidFill>
                  <a:srgbClr val="262626"/>
                </a:solidFill>
                <a:latin typeface="Gotham Rounded Medium" panose="02000000000000000000" pitchFamily="50" charset="0"/>
                <a:ea typeface="Source Sans Pro Black"/>
                <a:cs typeface="Source Sans Pro Black"/>
                <a:sym typeface="Source Sans Pro Black"/>
              </a:rPr>
              <a:t>Diagrama de</a:t>
            </a:r>
            <a:endParaRPr sz="1800" b="0" i="0" u="none" strike="noStrike" cap="none" dirty="0">
              <a:solidFill>
                <a:srgbClr val="262626"/>
              </a:solidFill>
              <a:latin typeface="Gotham Rounded Medium" panose="02000000000000000000" pitchFamily="50" charset="0"/>
              <a:ea typeface="Calibri"/>
              <a:cs typeface="Calibri"/>
              <a:sym typeface="Calibri"/>
            </a:endParaRPr>
          </a:p>
          <a:p>
            <a:pPr marL="0" marR="0" lvl="0" indent="0" algn="l" rtl="0">
              <a:lnSpc>
                <a:spcPct val="100000"/>
              </a:lnSpc>
              <a:spcBef>
                <a:spcPts val="0"/>
              </a:spcBef>
              <a:spcAft>
                <a:spcPts val="0"/>
              </a:spcAft>
              <a:buClr>
                <a:srgbClr val="000000"/>
              </a:buClr>
              <a:buSzPts val="4000"/>
              <a:buFont typeface="Arial"/>
              <a:buNone/>
            </a:pPr>
            <a:r>
              <a:rPr lang="es-ES" sz="4000" b="0" i="0" u="none" strike="noStrike" cap="none" dirty="0">
                <a:solidFill>
                  <a:schemeClr val="dk1"/>
                </a:solidFill>
                <a:latin typeface="Gotham Rounded Medium" panose="02000000000000000000" pitchFamily="50" charset="0"/>
                <a:ea typeface="Source Sans Pro Black"/>
                <a:cs typeface="Source Sans Pro Black"/>
                <a:sym typeface="Source Sans Pro Black"/>
              </a:rPr>
              <a:t>flujos </a:t>
            </a:r>
            <a:endParaRPr lang="es-ES" sz="4000" b="0" i="0" u="none" strike="noStrike" cap="none" dirty="0" smtClean="0">
              <a:solidFill>
                <a:schemeClr val="dk1"/>
              </a:solidFill>
              <a:latin typeface="Gotham Rounded Medium" panose="02000000000000000000" pitchFamily="50" charset="0"/>
              <a:ea typeface="Source Sans Pro Black"/>
              <a:cs typeface="Source Sans Pro Black"/>
              <a:sym typeface="Source Sans Pro Black"/>
            </a:endParaRPr>
          </a:p>
          <a:p>
            <a:pPr marL="0" marR="0" lvl="0" indent="0" algn="l" rtl="0">
              <a:lnSpc>
                <a:spcPct val="100000"/>
              </a:lnSpc>
              <a:spcBef>
                <a:spcPts val="0"/>
              </a:spcBef>
              <a:spcAft>
                <a:spcPts val="0"/>
              </a:spcAft>
              <a:buClr>
                <a:srgbClr val="000000"/>
              </a:buClr>
              <a:buSzPts val="4000"/>
              <a:buFont typeface="Arial"/>
              <a:buNone/>
            </a:pPr>
            <a:endParaRPr sz="1400" b="0" i="0" u="none" strike="noStrike" cap="none" dirty="0">
              <a:solidFill>
                <a:srgbClr val="000000"/>
              </a:solidFill>
              <a:latin typeface="Gotham Rounded Medium" panose="02000000000000000000" pitchFamily="50" charset="0"/>
              <a:sym typeface="Arial"/>
            </a:endParaRPr>
          </a:p>
          <a:p>
            <a:pPr marL="0" marR="0" lvl="0" indent="0" algn="l" rtl="0">
              <a:lnSpc>
                <a:spcPct val="100000"/>
              </a:lnSpc>
              <a:spcBef>
                <a:spcPts val="0"/>
              </a:spcBef>
              <a:spcAft>
                <a:spcPts val="0"/>
              </a:spcAft>
              <a:buClr>
                <a:srgbClr val="000000"/>
              </a:buClr>
              <a:buSzPts val="4000"/>
              <a:buFont typeface="Arial"/>
              <a:buNone/>
            </a:pPr>
            <a:r>
              <a:rPr lang="es-ES" sz="4000" b="0" i="0" u="none" strike="noStrike" cap="none" dirty="0">
                <a:solidFill>
                  <a:srgbClr val="B91E89"/>
                </a:solidFill>
                <a:latin typeface="Gotham Rounded Medium" panose="02000000000000000000" pitchFamily="50" charset="0"/>
                <a:ea typeface="Source Sans Pro Black"/>
                <a:cs typeface="Source Sans Pro Black"/>
                <a:sym typeface="Source Sans Pro Black"/>
              </a:rPr>
              <a:t>Aprender a aprender</a:t>
            </a:r>
            <a:endParaRPr sz="1800" b="0" i="0" u="none" strike="noStrike" cap="none" dirty="0">
              <a:solidFill>
                <a:schemeClr val="lt1"/>
              </a:solidFill>
              <a:latin typeface="Gotham Rounded Medium" panose="02000000000000000000" pitchFamily="50" charset="0"/>
              <a:ea typeface="Calibri"/>
              <a:cs typeface="Calibri"/>
              <a:sym typeface="Calibri"/>
            </a:endParaRPr>
          </a:p>
          <a:p>
            <a:pPr marL="0" marR="0" lvl="0" indent="0" algn="l" rtl="0">
              <a:lnSpc>
                <a:spcPct val="100000"/>
              </a:lnSpc>
              <a:spcBef>
                <a:spcPts val="0"/>
              </a:spcBef>
              <a:spcAft>
                <a:spcPts val="0"/>
              </a:spcAft>
              <a:buClr>
                <a:srgbClr val="000000"/>
              </a:buClr>
              <a:buSzPts val="4000"/>
              <a:buFont typeface="Arial"/>
              <a:buNone/>
            </a:pPr>
            <a:endParaRPr sz="4000" b="0" i="0" u="none" strike="noStrike" cap="none" dirty="0">
              <a:solidFill>
                <a:srgbClr val="B91E89"/>
              </a:solidFill>
              <a:latin typeface="Gotham Rounded Medium" panose="02000000000000000000" pitchFamily="50" charset="0"/>
              <a:ea typeface="Source Sans Pro Black"/>
              <a:cs typeface="Source Sans Pro Black"/>
              <a:sym typeface="Source Sans Pro Black"/>
            </a:endParaRPr>
          </a:p>
          <a:p>
            <a:pPr marL="0" marR="0" lvl="0" indent="0" algn="l" rtl="0">
              <a:lnSpc>
                <a:spcPct val="100000"/>
              </a:lnSpc>
              <a:spcBef>
                <a:spcPts val="0"/>
              </a:spcBef>
              <a:spcAft>
                <a:spcPts val="0"/>
              </a:spcAft>
              <a:buClr>
                <a:srgbClr val="000000"/>
              </a:buClr>
              <a:buSzPts val="2400"/>
              <a:buFont typeface="Arial"/>
              <a:buNone/>
            </a:pPr>
            <a:r>
              <a:rPr lang="es-ES" sz="2400" b="0" i="0" u="none" strike="noStrike" cap="none" dirty="0">
                <a:solidFill>
                  <a:srgbClr val="0C0C0C"/>
                </a:solidFill>
                <a:latin typeface="Gotham Rounded Medium" panose="02000000000000000000" pitchFamily="50" charset="0"/>
                <a:sym typeface="Arial"/>
              </a:rPr>
              <a:t>Sintetizar la información en diagramas visuales nos permite afianzar y relacionar mejor nuestros aprendizajes.</a:t>
            </a:r>
            <a:endParaRPr sz="1400" b="0" i="0" u="none" strike="noStrike" cap="none" dirty="0">
              <a:solidFill>
                <a:srgbClr val="000000"/>
              </a:solidFill>
              <a:latin typeface="Gotham Rounded Medium" panose="02000000000000000000" pitchFamily="50" charset="0"/>
              <a:sym typeface="Arial"/>
            </a:endParaRPr>
          </a:p>
        </p:txBody>
      </p:sp>
      <p:pic>
        <p:nvPicPr>
          <p:cNvPr id="2038" name="Google Shape;2038;p181" descr="Imagen que contiene texto, reloj, señal&#10;&#10;Descripción generada automáticamente"/>
          <p:cNvPicPr preferRelativeResize="0"/>
          <p:nvPr/>
        </p:nvPicPr>
        <p:blipFill rotWithShape="1">
          <a:blip r:embed="rId3">
            <a:alphaModFix/>
          </a:blip>
          <a:srcRect/>
          <a:stretch/>
        </p:blipFill>
        <p:spPr>
          <a:xfrm>
            <a:off x="6968454" y="856183"/>
            <a:ext cx="3765395" cy="5126791"/>
          </a:xfrm>
          <a:prstGeom prst="rect">
            <a:avLst/>
          </a:prstGeom>
          <a:noFill/>
          <a:ln>
            <a:noFill/>
          </a:ln>
        </p:spPr>
      </p:pic>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Shape 2043"/>
        <p:cNvGrpSpPr/>
        <p:nvPr/>
      </p:nvGrpSpPr>
      <p:grpSpPr>
        <a:xfrm>
          <a:off x="0" y="0"/>
          <a:ext cx="0" cy="0"/>
          <a:chOff x="0" y="0"/>
          <a:chExt cx="0" cy="0"/>
        </a:xfrm>
      </p:grpSpPr>
      <p:grpSp>
        <p:nvGrpSpPr>
          <p:cNvPr id="4" name="Google Shape;846;p4"/>
          <p:cNvGrpSpPr/>
          <p:nvPr/>
        </p:nvGrpSpPr>
        <p:grpSpPr>
          <a:xfrm>
            <a:off x="0" y="0"/>
            <a:ext cx="12192000" cy="6858000"/>
            <a:chOff x="0" y="0"/>
            <a:chExt cx="17348200" cy="9753663"/>
          </a:xfrm>
        </p:grpSpPr>
        <p:pic>
          <p:nvPicPr>
            <p:cNvPr id="5" name="Google Shape;847;p4"/>
            <p:cNvPicPr preferRelativeResize="0"/>
            <p:nvPr/>
          </p:nvPicPr>
          <p:blipFill rotWithShape="1">
            <a:blip r:embed="rId3">
              <a:alphaModFix/>
            </a:blip>
            <a:srcRect/>
            <a:stretch/>
          </p:blipFill>
          <p:spPr>
            <a:xfrm>
              <a:off x="0" y="0"/>
              <a:ext cx="17348200" cy="9753600"/>
            </a:xfrm>
            <a:prstGeom prst="rect">
              <a:avLst/>
            </a:prstGeom>
            <a:noFill/>
            <a:ln>
              <a:noFill/>
            </a:ln>
          </p:spPr>
        </p:pic>
        <p:sp>
          <p:nvSpPr>
            <p:cNvPr id="6" name="Google Shape;848;p4"/>
            <p:cNvSpPr/>
            <p:nvPr/>
          </p:nvSpPr>
          <p:spPr>
            <a:xfrm>
              <a:off x="11279758" y="8563038"/>
              <a:ext cx="1581785" cy="1190625"/>
            </a:xfrm>
            <a:custGeom>
              <a:avLst/>
              <a:gdLst/>
              <a:ahLst/>
              <a:cxnLst/>
              <a:rect l="l" t="t" r="r" b="b"/>
              <a:pathLst>
                <a:path w="1581784" h="1190625" extrusionOk="0">
                  <a:moveTo>
                    <a:pt x="790689" y="0"/>
                  </a:moveTo>
                  <a:lnTo>
                    <a:pt x="0" y="1190561"/>
                  </a:lnTo>
                  <a:lnTo>
                    <a:pt x="1581353" y="1190561"/>
                  </a:lnTo>
                  <a:lnTo>
                    <a:pt x="790689"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7" name="Google Shape;849;p4"/>
            <p:cNvSpPr/>
            <p:nvPr/>
          </p:nvSpPr>
          <p:spPr>
            <a:xfrm>
              <a:off x="844969" y="3504285"/>
              <a:ext cx="1343025" cy="2684780"/>
            </a:xfrm>
            <a:custGeom>
              <a:avLst/>
              <a:gdLst/>
              <a:ahLst/>
              <a:cxnLst/>
              <a:rect l="l" t="t" r="r" b="b"/>
              <a:pathLst>
                <a:path w="1343025" h="2684779" extrusionOk="0">
                  <a:moveTo>
                    <a:pt x="0" y="0"/>
                  </a:moveTo>
                  <a:lnTo>
                    <a:pt x="0" y="818019"/>
                  </a:lnTo>
                  <a:lnTo>
                    <a:pt x="47728" y="820162"/>
                  </a:lnTo>
                  <a:lnTo>
                    <a:pt x="94255" y="826468"/>
                  </a:lnTo>
                  <a:lnTo>
                    <a:pt x="139394" y="836752"/>
                  </a:lnTo>
                  <a:lnTo>
                    <a:pt x="182960" y="850827"/>
                  </a:lnTo>
                  <a:lnTo>
                    <a:pt x="224770" y="868511"/>
                  </a:lnTo>
                  <a:lnTo>
                    <a:pt x="264637" y="889616"/>
                  </a:lnTo>
                  <a:lnTo>
                    <a:pt x="302377" y="913959"/>
                  </a:lnTo>
                  <a:lnTo>
                    <a:pt x="337806" y="941353"/>
                  </a:lnTo>
                  <a:lnTo>
                    <a:pt x="370738" y="971615"/>
                  </a:lnTo>
                  <a:lnTo>
                    <a:pt x="400988" y="1004558"/>
                  </a:lnTo>
                  <a:lnTo>
                    <a:pt x="428372" y="1039997"/>
                  </a:lnTo>
                  <a:lnTo>
                    <a:pt x="452705" y="1077748"/>
                  </a:lnTo>
                  <a:lnTo>
                    <a:pt x="473801" y="1117626"/>
                  </a:lnTo>
                  <a:lnTo>
                    <a:pt x="491476" y="1159444"/>
                  </a:lnTo>
                  <a:lnTo>
                    <a:pt x="505545" y="1203019"/>
                  </a:lnTo>
                  <a:lnTo>
                    <a:pt x="515824" y="1248164"/>
                  </a:lnTo>
                  <a:lnTo>
                    <a:pt x="522126" y="1294696"/>
                  </a:lnTo>
                  <a:lnTo>
                    <a:pt x="524268" y="1342428"/>
                  </a:lnTo>
                  <a:lnTo>
                    <a:pt x="522126" y="1390138"/>
                  </a:lnTo>
                  <a:lnTo>
                    <a:pt x="515824" y="1436649"/>
                  </a:lnTo>
                  <a:lnTo>
                    <a:pt x="505545" y="1481778"/>
                  </a:lnTo>
                  <a:lnTo>
                    <a:pt x="491476" y="1525337"/>
                  </a:lnTo>
                  <a:lnTo>
                    <a:pt x="473801" y="1567142"/>
                  </a:lnTo>
                  <a:lnTo>
                    <a:pt x="452705" y="1607009"/>
                  </a:lnTo>
                  <a:lnTo>
                    <a:pt x="428372" y="1644750"/>
                  </a:lnTo>
                  <a:lnTo>
                    <a:pt x="400988" y="1680182"/>
                  </a:lnTo>
                  <a:lnTo>
                    <a:pt x="370738" y="1713118"/>
                  </a:lnTo>
                  <a:lnTo>
                    <a:pt x="337806" y="1743375"/>
                  </a:lnTo>
                  <a:lnTo>
                    <a:pt x="302377" y="1770765"/>
                  </a:lnTo>
                  <a:lnTo>
                    <a:pt x="264637" y="1795105"/>
                  </a:lnTo>
                  <a:lnTo>
                    <a:pt x="224770" y="1816208"/>
                  </a:lnTo>
                  <a:lnTo>
                    <a:pt x="182960" y="1833890"/>
                  </a:lnTo>
                  <a:lnTo>
                    <a:pt x="139394" y="1847965"/>
                  </a:lnTo>
                  <a:lnTo>
                    <a:pt x="94255" y="1858248"/>
                  </a:lnTo>
                  <a:lnTo>
                    <a:pt x="47728" y="1864553"/>
                  </a:lnTo>
                  <a:lnTo>
                    <a:pt x="0" y="1866696"/>
                  </a:lnTo>
                  <a:lnTo>
                    <a:pt x="0" y="2684716"/>
                  </a:lnTo>
                  <a:lnTo>
                    <a:pt x="48151" y="2683869"/>
                  </a:lnTo>
                  <a:lnTo>
                    <a:pt x="95876" y="2681346"/>
                  </a:lnTo>
                  <a:lnTo>
                    <a:pt x="143146" y="2677175"/>
                  </a:lnTo>
                  <a:lnTo>
                    <a:pt x="189932" y="2671386"/>
                  </a:lnTo>
                  <a:lnTo>
                    <a:pt x="236207" y="2664006"/>
                  </a:lnTo>
                  <a:lnTo>
                    <a:pt x="281941" y="2655065"/>
                  </a:lnTo>
                  <a:lnTo>
                    <a:pt x="327107" y="2644589"/>
                  </a:lnTo>
                  <a:lnTo>
                    <a:pt x="371675" y="2632608"/>
                  </a:lnTo>
                  <a:lnTo>
                    <a:pt x="415618" y="2619150"/>
                  </a:lnTo>
                  <a:lnTo>
                    <a:pt x="458908" y="2604244"/>
                  </a:lnTo>
                  <a:lnTo>
                    <a:pt x="501515" y="2587917"/>
                  </a:lnTo>
                  <a:lnTo>
                    <a:pt x="543411" y="2570199"/>
                  </a:lnTo>
                  <a:lnTo>
                    <a:pt x="584569" y="2551117"/>
                  </a:lnTo>
                  <a:lnTo>
                    <a:pt x="624959" y="2530701"/>
                  </a:lnTo>
                  <a:lnTo>
                    <a:pt x="664554" y="2508978"/>
                  </a:lnTo>
                  <a:lnTo>
                    <a:pt x="703324" y="2485976"/>
                  </a:lnTo>
                  <a:lnTo>
                    <a:pt x="741242" y="2461725"/>
                  </a:lnTo>
                  <a:lnTo>
                    <a:pt x="778279" y="2436253"/>
                  </a:lnTo>
                  <a:lnTo>
                    <a:pt x="814407" y="2409587"/>
                  </a:lnTo>
                  <a:lnTo>
                    <a:pt x="849597" y="2381757"/>
                  </a:lnTo>
                  <a:lnTo>
                    <a:pt x="883821" y="2352791"/>
                  </a:lnTo>
                  <a:lnTo>
                    <a:pt x="917051" y="2322717"/>
                  </a:lnTo>
                  <a:lnTo>
                    <a:pt x="949258" y="2291564"/>
                  </a:lnTo>
                  <a:lnTo>
                    <a:pt x="980413" y="2259359"/>
                  </a:lnTo>
                  <a:lnTo>
                    <a:pt x="1010489" y="2226132"/>
                  </a:lnTo>
                  <a:lnTo>
                    <a:pt x="1039457" y="2191911"/>
                  </a:lnTo>
                  <a:lnTo>
                    <a:pt x="1067289" y="2156724"/>
                  </a:lnTo>
                  <a:lnTo>
                    <a:pt x="1093956" y="2120599"/>
                  </a:lnTo>
                  <a:lnTo>
                    <a:pt x="1119430" y="2083566"/>
                  </a:lnTo>
                  <a:lnTo>
                    <a:pt x="1143682" y="2045652"/>
                  </a:lnTo>
                  <a:lnTo>
                    <a:pt x="1166684" y="2006885"/>
                  </a:lnTo>
                  <a:lnTo>
                    <a:pt x="1188409" y="1967295"/>
                  </a:lnTo>
                  <a:lnTo>
                    <a:pt x="1208826" y="1926909"/>
                  </a:lnTo>
                  <a:lnTo>
                    <a:pt x="1227908" y="1885756"/>
                  </a:lnTo>
                  <a:lnTo>
                    <a:pt x="1245627" y="1843865"/>
                  </a:lnTo>
                  <a:lnTo>
                    <a:pt x="1261954" y="1801263"/>
                  </a:lnTo>
                  <a:lnTo>
                    <a:pt x="1276861" y="1757979"/>
                  </a:lnTo>
                  <a:lnTo>
                    <a:pt x="1290319" y="1714042"/>
                  </a:lnTo>
                  <a:lnTo>
                    <a:pt x="1302300" y="1669480"/>
                  </a:lnTo>
                  <a:lnTo>
                    <a:pt x="1312776" y="1624321"/>
                  </a:lnTo>
                  <a:lnTo>
                    <a:pt x="1321718" y="1578594"/>
                  </a:lnTo>
                  <a:lnTo>
                    <a:pt x="1329098" y="1532327"/>
                  </a:lnTo>
                  <a:lnTo>
                    <a:pt x="1334887" y="1485548"/>
                  </a:lnTo>
                  <a:lnTo>
                    <a:pt x="1339057" y="1438287"/>
                  </a:lnTo>
                  <a:lnTo>
                    <a:pt x="1341580" y="1390570"/>
                  </a:lnTo>
                  <a:lnTo>
                    <a:pt x="1342428" y="1342428"/>
                  </a:lnTo>
                  <a:lnTo>
                    <a:pt x="1341580" y="1294276"/>
                  </a:lnTo>
                  <a:lnTo>
                    <a:pt x="1339057" y="1246551"/>
                  </a:lnTo>
                  <a:lnTo>
                    <a:pt x="1334887" y="1199281"/>
                  </a:lnTo>
                  <a:lnTo>
                    <a:pt x="1329098" y="1152495"/>
                  </a:lnTo>
                  <a:lnTo>
                    <a:pt x="1321718" y="1106220"/>
                  </a:lnTo>
                  <a:lnTo>
                    <a:pt x="1312776" y="1060486"/>
                  </a:lnTo>
                  <a:lnTo>
                    <a:pt x="1302300" y="1015321"/>
                  </a:lnTo>
                  <a:lnTo>
                    <a:pt x="1290319" y="970752"/>
                  </a:lnTo>
                  <a:lnTo>
                    <a:pt x="1276861" y="926809"/>
                  </a:lnTo>
                  <a:lnTo>
                    <a:pt x="1261954" y="883519"/>
                  </a:lnTo>
                  <a:lnTo>
                    <a:pt x="1245627" y="840912"/>
                  </a:lnTo>
                  <a:lnTo>
                    <a:pt x="1227908" y="799016"/>
                  </a:lnTo>
                  <a:lnTo>
                    <a:pt x="1208826" y="757858"/>
                  </a:lnTo>
                  <a:lnTo>
                    <a:pt x="1188409" y="717468"/>
                  </a:lnTo>
                  <a:lnTo>
                    <a:pt x="1166684" y="677873"/>
                  </a:lnTo>
                  <a:lnTo>
                    <a:pt x="1143682" y="639103"/>
                  </a:lnTo>
                  <a:lnTo>
                    <a:pt x="1119430" y="601185"/>
                  </a:lnTo>
                  <a:lnTo>
                    <a:pt x="1093956" y="564148"/>
                  </a:lnTo>
                  <a:lnTo>
                    <a:pt x="1067289" y="528020"/>
                  </a:lnTo>
                  <a:lnTo>
                    <a:pt x="1039457" y="492830"/>
                  </a:lnTo>
                  <a:lnTo>
                    <a:pt x="1010489" y="458606"/>
                  </a:lnTo>
                  <a:lnTo>
                    <a:pt x="980413" y="425376"/>
                  </a:lnTo>
                  <a:lnTo>
                    <a:pt x="949258" y="393169"/>
                  </a:lnTo>
                  <a:lnTo>
                    <a:pt x="917051" y="362014"/>
                  </a:lnTo>
                  <a:lnTo>
                    <a:pt x="883821" y="331938"/>
                  </a:lnTo>
                  <a:lnTo>
                    <a:pt x="849597" y="302970"/>
                  </a:lnTo>
                  <a:lnTo>
                    <a:pt x="814407" y="275138"/>
                  </a:lnTo>
                  <a:lnTo>
                    <a:pt x="778279" y="248471"/>
                  </a:lnTo>
                  <a:lnTo>
                    <a:pt x="741242" y="222997"/>
                  </a:lnTo>
                  <a:lnTo>
                    <a:pt x="703324" y="198745"/>
                  </a:lnTo>
                  <a:lnTo>
                    <a:pt x="664554" y="175743"/>
                  </a:lnTo>
                  <a:lnTo>
                    <a:pt x="624959" y="154019"/>
                  </a:lnTo>
                  <a:lnTo>
                    <a:pt x="584569" y="133601"/>
                  </a:lnTo>
                  <a:lnTo>
                    <a:pt x="543411" y="114519"/>
                  </a:lnTo>
                  <a:lnTo>
                    <a:pt x="501515" y="96800"/>
                  </a:lnTo>
                  <a:lnTo>
                    <a:pt x="458908" y="80473"/>
                  </a:lnTo>
                  <a:lnTo>
                    <a:pt x="415618" y="65566"/>
                  </a:lnTo>
                  <a:lnTo>
                    <a:pt x="371675" y="52108"/>
                  </a:lnTo>
                  <a:lnTo>
                    <a:pt x="327107" y="40127"/>
                  </a:lnTo>
                  <a:lnTo>
                    <a:pt x="281941" y="29651"/>
                  </a:lnTo>
                  <a:lnTo>
                    <a:pt x="236207" y="20709"/>
                  </a:lnTo>
                  <a:lnTo>
                    <a:pt x="189932" y="13329"/>
                  </a:lnTo>
                  <a:lnTo>
                    <a:pt x="143146" y="7540"/>
                  </a:lnTo>
                  <a:lnTo>
                    <a:pt x="95876" y="3370"/>
                  </a:lnTo>
                  <a:lnTo>
                    <a:pt x="48151" y="847"/>
                  </a:lnTo>
                  <a:lnTo>
                    <a:pt x="0" y="0"/>
                  </a:lnTo>
                  <a:close/>
                </a:path>
              </a:pathLst>
            </a:custGeom>
            <a:solidFill>
              <a:srgbClr val="E3702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8" name="Google Shape;850;p4"/>
            <p:cNvSpPr/>
            <p:nvPr/>
          </p:nvSpPr>
          <p:spPr>
            <a:xfrm>
              <a:off x="13263753" y="1239738"/>
              <a:ext cx="1797050" cy="1299845"/>
            </a:xfrm>
            <a:custGeom>
              <a:avLst/>
              <a:gdLst/>
              <a:ahLst/>
              <a:cxnLst/>
              <a:rect l="l" t="t" r="r" b="b"/>
              <a:pathLst>
                <a:path w="1797050" h="1299845" extrusionOk="0">
                  <a:moveTo>
                    <a:pt x="926998" y="0"/>
                  </a:moveTo>
                  <a:lnTo>
                    <a:pt x="869667" y="0"/>
                  </a:lnTo>
                  <a:lnTo>
                    <a:pt x="812439" y="830"/>
                  </a:lnTo>
                  <a:lnTo>
                    <a:pt x="755522" y="2490"/>
                  </a:lnTo>
                  <a:lnTo>
                    <a:pt x="699125" y="4980"/>
                  </a:lnTo>
                  <a:lnTo>
                    <a:pt x="643455" y="8300"/>
                  </a:lnTo>
                  <a:lnTo>
                    <a:pt x="588719" y="12451"/>
                  </a:lnTo>
                  <a:lnTo>
                    <a:pt x="535125" y="17431"/>
                  </a:lnTo>
                  <a:lnTo>
                    <a:pt x="482881" y="23242"/>
                  </a:lnTo>
                  <a:lnTo>
                    <a:pt x="432194" y="29883"/>
                  </a:lnTo>
                  <a:lnTo>
                    <a:pt x="383273" y="37354"/>
                  </a:lnTo>
                  <a:lnTo>
                    <a:pt x="336324" y="45655"/>
                  </a:lnTo>
                  <a:lnTo>
                    <a:pt x="291556" y="54786"/>
                  </a:lnTo>
                  <a:lnTo>
                    <a:pt x="249176" y="64747"/>
                  </a:lnTo>
                  <a:lnTo>
                    <a:pt x="209391" y="75538"/>
                  </a:lnTo>
                  <a:lnTo>
                    <a:pt x="172410" y="87159"/>
                  </a:lnTo>
                  <a:lnTo>
                    <a:pt x="107689" y="112892"/>
                  </a:lnTo>
                  <a:lnTo>
                    <a:pt x="56674" y="141946"/>
                  </a:lnTo>
                  <a:lnTo>
                    <a:pt x="21025" y="174319"/>
                  </a:lnTo>
                  <a:lnTo>
                    <a:pt x="2405" y="210013"/>
                  </a:lnTo>
                  <a:lnTo>
                    <a:pt x="0" y="229105"/>
                  </a:lnTo>
                  <a:lnTo>
                    <a:pt x="0" y="1070303"/>
                  </a:lnTo>
                  <a:lnTo>
                    <a:pt x="9483" y="1107657"/>
                  </a:lnTo>
                  <a:lnTo>
                    <a:pt x="36825" y="1141691"/>
                  </a:lnTo>
                  <a:lnTo>
                    <a:pt x="80364" y="1172404"/>
                  </a:lnTo>
                  <a:lnTo>
                    <a:pt x="138439" y="1199797"/>
                  </a:lnTo>
                  <a:lnTo>
                    <a:pt x="209390" y="1223870"/>
                  </a:lnTo>
                  <a:lnTo>
                    <a:pt x="249174" y="1234661"/>
                  </a:lnTo>
                  <a:lnTo>
                    <a:pt x="291554" y="1244622"/>
                  </a:lnTo>
                  <a:lnTo>
                    <a:pt x="336322" y="1253753"/>
                  </a:lnTo>
                  <a:lnTo>
                    <a:pt x="383270" y="1262054"/>
                  </a:lnTo>
                  <a:lnTo>
                    <a:pt x="432192" y="1269525"/>
                  </a:lnTo>
                  <a:lnTo>
                    <a:pt x="482878" y="1276166"/>
                  </a:lnTo>
                  <a:lnTo>
                    <a:pt x="535122" y="1281976"/>
                  </a:lnTo>
                  <a:lnTo>
                    <a:pt x="588715" y="1286957"/>
                  </a:lnTo>
                  <a:lnTo>
                    <a:pt x="643451" y="1291107"/>
                  </a:lnTo>
                  <a:lnTo>
                    <a:pt x="699121" y="1294428"/>
                  </a:lnTo>
                  <a:lnTo>
                    <a:pt x="755518" y="1296918"/>
                  </a:lnTo>
                  <a:lnTo>
                    <a:pt x="812434" y="1298578"/>
                  </a:lnTo>
                  <a:lnTo>
                    <a:pt x="869662" y="1299408"/>
                  </a:lnTo>
                  <a:lnTo>
                    <a:pt x="926993" y="1299408"/>
                  </a:lnTo>
                  <a:lnTo>
                    <a:pt x="984221" y="1298578"/>
                  </a:lnTo>
                  <a:lnTo>
                    <a:pt x="1041137" y="1296918"/>
                  </a:lnTo>
                  <a:lnTo>
                    <a:pt x="1097534" y="1294428"/>
                  </a:lnTo>
                  <a:lnTo>
                    <a:pt x="1153204" y="1291107"/>
                  </a:lnTo>
                  <a:lnTo>
                    <a:pt x="1207940" y="1286957"/>
                  </a:lnTo>
                  <a:lnTo>
                    <a:pt x="1261533" y="1281976"/>
                  </a:lnTo>
                  <a:lnTo>
                    <a:pt x="1313777" y="1276166"/>
                  </a:lnTo>
                  <a:lnTo>
                    <a:pt x="1364464" y="1269525"/>
                  </a:lnTo>
                  <a:lnTo>
                    <a:pt x="1413385" y="1262054"/>
                  </a:lnTo>
                  <a:lnTo>
                    <a:pt x="1460333" y="1253753"/>
                  </a:lnTo>
                  <a:lnTo>
                    <a:pt x="1505101" y="1244622"/>
                  </a:lnTo>
                  <a:lnTo>
                    <a:pt x="1547481" y="1234661"/>
                  </a:lnTo>
                  <a:lnTo>
                    <a:pt x="1587265" y="1223870"/>
                  </a:lnTo>
                  <a:lnTo>
                    <a:pt x="1624246" y="1212249"/>
                  </a:lnTo>
                  <a:lnTo>
                    <a:pt x="1688967" y="1186516"/>
                  </a:lnTo>
                  <a:lnTo>
                    <a:pt x="1739982" y="1157462"/>
                  </a:lnTo>
                  <a:lnTo>
                    <a:pt x="1775630" y="1125089"/>
                  </a:lnTo>
                  <a:lnTo>
                    <a:pt x="1794250" y="1089395"/>
                  </a:lnTo>
                  <a:lnTo>
                    <a:pt x="1796656" y="1070303"/>
                  </a:lnTo>
                  <a:lnTo>
                    <a:pt x="1796656" y="229105"/>
                  </a:lnTo>
                  <a:lnTo>
                    <a:pt x="1787174" y="191751"/>
                  </a:lnTo>
                  <a:lnTo>
                    <a:pt x="1759833" y="157717"/>
                  </a:lnTo>
                  <a:lnTo>
                    <a:pt x="1716295" y="127004"/>
                  </a:lnTo>
                  <a:lnTo>
                    <a:pt x="1658220" y="99611"/>
                  </a:lnTo>
                  <a:lnTo>
                    <a:pt x="1587270" y="75538"/>
                  </a:lnTo>
                  <a:lnTo>
                    <a:pt x="1547486" y="64747"/>
                  </a:lnTo>
                  <a:lnTo>
                    <a:pt x="1505107" y="54786"/>
                  </a:lnTo>
                  <a:lnTo>
                    <a:pt x="1460339" y="45655"/>
                  </a:lnTo>
                  <a:lnTo>
                    <a:pt x="1413390" y="37354"/>
                  </a:lnTo>
                  <a:lnTo>
                    <a:pt x="1364469" y="29883"/>
                  </a:lnTo>
                  <a:lnTo>
                    <a:pt x="1313783" y="23242"/>
                  </a:lnTo>
                  <a:lnTo>
                    <a:pt x="1261539" y="17431"/>
                  </a:lnTo>
                  <a:lnTo>
                    <a:pt x="1207945" y="12451"/>
                  </a:lnTo>
                  <a:lnTo>
                    <a:pt x="1153210" y="8300"/>
                  </a:lnTo>
                  <a:lnTo>
                    <a:pt x="1097539" y="4980"/>
                  </a:lnTo>
                  <a:lnTo>
                    <a:pt x="1041142" y="2490"/>
                  </a:lnTo>
                  <a:lnTo>
                    <a:pt x="984226" y="830"/>
                  </a:lnTo>
                  <a:lnTo>
                    <a:pt x="926998" y="0"/>
                  </a:lnTo>
                  <a:close/>
                </a:path>
              </a:pathLst>
            </a:custGeom>
            <a:solidFill>
              <a:srgbClr val="FFFFFF">
                <a:alpha val="72941"/>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grpSp>
      <p:sp>
        <p:nvSpPr>
          <p:cNvPr id="2045" name="Google Shape;2045;p182"/>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4000" b="0" i="0" u="none" strike="noStrike" cap="none" dirty="0">
                <a:solidFill>
                  <a:schemeClr val="tx1"/>
                </a:solidFill>
                <a:latin typeface="Gotham Rounded Medium" panose="02000000000000000000" pitchFamily="50" charset="0"/>
                <a:sym typeface="Arial"/>
              </a:rPr>
              <a:t>¿Cómo darle lógica a la pagina web?</a:t>
            </a: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r>
              <a:rPr lang="es-ES" sz="4000" b="0" i="0" u="none" strike="noStrike" cap="none" dirty="0">
                <a:solidFill>
                  <a:schemeClr val="tx1"/>
                </a:solidFill>
                <a:latin typeface="Gotham Rounded Medium" panose="02000000000000000000" pitchFamily="50" charset="0"/>
                <a:sym typeface="Arial"/>
              </a:rPr>
              <a:t>¿Qué lenguaje voy a utilizar?</a:t>
            </a:r>
            <a:endParaRPr sz="4000" b="0" i="0" u="none" strike="noStrike" cap="none" dirty="0">
              <a:solidFill>
                <a:schemeClr val="tx1"/>
              </a:solidFill>
              <a:latin typeface="Gotham Rounded Medium" panose="02000000000000000000" pitchFamily="50" charset="0"/>
              <a:sym typeface="Arial"/>
            </a:endParaRPr>
          </a:p>
        </p:txBody>
      </p:sp>
    </p:spTree>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Shape 2050"/>
        <p:cNvGrpSpPr/>
        <p:nvPr/>
      </p:nvGrpSpPr>
      <p:grpSpPr>
        <a:xfrm>
          <a:off x="0" y="0"/>
          <a:ext cx="0" cy="0"/>
          <a:chOff x="0" y="0"/>
          <a:chExt cx="0" cy="0"/>
        </a:xfrm>
      </p:grpSpPr>
      <p:sp>
        <p:nvSpPr>
          <p:cNvPr id="5" name="Google Shape;246;p5"/>
          <p:cNvSpPr/>
          <p:nvPr/>
        </p:nvSpPr>
        <p:spPr>
          <a:xfrm>
            <a:off x="5036233" y="1041009"/>
            <a:ext cx="6485206" cy="5064369"/>
          </a:xfrm>
          <a:prstGeom prst="roundRect">
            <a:avLst>
              <a:gd name="adj" fmla="val 6142"/>
            </a:avLst>
          </a:prstGeom>
          <a:solidFill>
            <a:srgbClr val="94619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4" name="Google Shape;241;p5"/>
          <p:cNvPicPr preferRelativeResize="0"/>
          <p:nvPr/>
        </p:nvPicPr>
        <p:blipFill rotWithShape="1">
          <a:blip r:embed="rId3">
            <a:alphaModFix amt="10000"/>
          </a:blip>
          <a:srcRect/>
          <a:stretch/>
        </p:blipFill>
        <p:spPr>
          <a:xfrm>
            <a:off x="98474" y="0"/>
            <a:ext cx="12093526" cy="7447589"/>
          </a:xfrm>
          <a:prstGeom prst="rect">
            <a:avLst/>
          </a:prstGeom>
          <a:noFill/>
          <a:ln>
            <a:noFill/>
          </a:ln>
        </p:spPr>
      </p:pic>
      <p:pic>
        <p:nvPicPr>
          <p:cNvPr id="2052" name="Google Shape;2052;p183" descr="Imagen que contiene dibujo&#10;&#10;Descripción generada automáticamente"/>
          <p:cNvPicPr preferRelativeResize="0"/>
          <p:nvPr/>
        </p:nvPicPr>
        <p:blipFill rotWithShape="1">
          <a:blip r:embed="rId4">
            <a:alphaModFix/>
          </a:blip>
          <a:srcRect l="20966" t="35249"/>
          <a:stretch/>
        </p:blipFill>
        <p:spPr>
          <a:xfrm>
            <a:off x="1126461" y="2437772"/>
            <a:ext cx="2916700" cy="2377440"/>
          </a:xfrm>
          <a:prstGeom prst="rect">
            <a:avLst/>
          </a:prstGeom>
          <a:noFill/>
          <a:ln>
            <a:noFill/>
          </a:ln>
        </p:spPr>
      </p:pic>
      <p:sp>
        <p:nvSpPr>
          <p:cNvPr id="6" name="Google Shape;2051;p183"/>
          <p:cNvSpPr/>
          <p:nvPr/>
        </p:nvSpPr>
        <p:spPr>
          <a:xfrm>
            <a:off x="5036233" y="139730"/>
            <a:ext cx="6485206" cy="6880048"/>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rgbClr val="000000"/>
              </a:buClr>
              <a:buSzPts val="3200"/>
              <a:buFont typeface="Arial"/>
              <a:buNone/>
            </a:pPr>
            <a:r>
              <a:rPr lang="es-ES" sz="2800" b="0" i="0" u="none" strike="noStrike" cap="none" dirty="0" smtClean="0">
                <a:solidFill>
                  <a:schemeClr val="bg1"/>
                </a:solidFill>
                <a:latin typeface="Arial"/>
                <a:ea typeface="Arial"/>
                <a:cs typeface="Arial"/>
                <a:sym typeface="Arial"/>
              </a:rPr>
              <a:t>Es </a:t>
            </a:r>
            <a:r>
              <a:rPr lang="es-ES" sz="2800" b="0" i="0" u="none" strike="noStrike" cap="none" dirty="0">
                <a:solidFill>
                  <a:schemeClr val="bg1"/>
                </a:solidFill>
                <a:latin typeface="Arial"/>
                <a:ea typeface="Arial"/>
                <a:cs typeface="Arial"/>
                <a:sym typeface="Arial"/>
              </a:rPr>
              <a:t>un </a:t>
            </a:r>
            <a:r>
              <a:rPr lang="es-ES" sz="2800" b="1" i="0" u="none" strike="noStrike" cap="none" dirty="0">
                <a:solidFill>
                  <a:schemeClr val="bg1"/>
                </a:solidFill>
                <a:latin typeface="Arial"/>
                <a:ea typeface="Arial"/>
                <a:cs typeface="Arial"/>
                <a:sym typeface="Arial"/>
              </a:rPr>
              <a:t>lenguaje de programación </a:t>
            </a:r>
            <a:r>
              <a:rPr lang="es-ES" sz="2800" b="0" i="0" u="none" strike="noStrike" cap="none" dirty="0">
                <a:solidFill>
                  <a:schemeClr val="bg1"/>
                </a:solidFill>
                <a:latin typeface="Arial"/>
                <a:ea typeface="Arial"/>
                <a:cs typeface="Arial"/>
                <a:sym typeface="Arial"/>
              </a:rPr>
              <a:t>que está diseñado para manipular de forma dinámica el código HTML de nuestra web.</a:t>
            </a:r>
            <a:endParaRPr sz="1200" b="0" i="0" u="none" strike="noStrike" cap="none" dirty="0">
              <a:solidFill>
                <a:schemeClr val="bg1"/>
              </a:solidFill>
              <a:latin typeface="Arial"/>
              <a:ea typeface="Arial"/>
              <a:cs typeface="Arial"/>
              <a:sym typeface="Arial"/>
            </a:endParaRPr>
          </a:p>
          <a:p>
            <a:pPr marL="0" marR="0" lvl="0" indent="0" rtl="0">
              <a:lnSpc>
                <a:spcPct val="100000"/>
              </a:lnSpc>
              <a:spcBef>
                <a:spcPts val="0"/>
              </a:spcBef>
              <a:spcAft>
                <a:spcPts val="0"/>
              </a:spcAft>
              <a:buClr>
                <a:srgbClr val="000000"/>
              </a:buClr>
              <a:buSzPts val="3200"/>
              <a:buFont typeface="Arial"/>
              <a:buNone/>
            </a:pPr>
            <a:endParaRPr sz="2800" b="0" i="0" u="none" strike="noStrike" cap="none" dirty="0">
              <a:solidFill>
                <a:schemeClr val="bg1"/>
              </a:solidFill>
              <a:latin typeface="Arial"/>
              <a:ea typeface="Arial"/>
              <a:cs typeface="Arial"/>
              <a:sym typeface="Arial"/>
            </a:endParaRPr>
          </a:p>
          <a:p>
            <a:pPr marL="0" marR="0" lvl="0" indent="0" rtl="0">
              <a:lnSpc>
                <a:spcPct val="100000"/>
              </a:lnSpc>
              <a:spcBef>
                <a:spcPts val="0"/>
              </a:spcBef>
              <a:spcAft>
                <a:spcPts val="0"/>
              </a:spcAft>
              <a:buClr>
                <a:srgbClr val="000000"/>
              </a:buClr>
              <a:buSzPts val="2400"/>
              <a:buFont typeface="Arial"/>
              <a:buNone/>
            </a:pPr>
            <a:r>
              <a:rPr lang="es-ES" sz="2000" b="0" i="0" u="none" strike="noStrike" cap="none" dirty="0">
                <a:solidFill>
                  <a:schemeClr val="bg1"/>
                </a:solidFill>
                <a:latin typeface="Arial"/>
                <a:ea typeface="Arial"/>
                <a:cs typeface="Arial"/>
                <a:sym typeface="Arial"/>
              </a:rPr>
              <a:t>Por ejemplo, JavaScript permite leer y validar los datos que un usuario ingresa en un formulario corroborando si su contraseña es segura o si respeta la cantidad mínima de caracteres requeridos. Además, permite que, al tocar botones, sucedan cosas como cambiar el color o tamaño de un texto o mostrar una alerta en pantalla, entre otras tantas cosas</a:t>
            </a:r>
            <a:r>
              <a:rPr lang="es-ES" sz="1800" b="0" i="0" u="none" strike="noStrike" cap="none" dirty="0">
                <a:solidFill>
                  <a:srgbClr val="7F7F7F"/>
                </a:solidFill>
                <a:latin typeface="Arial"/>
                <a:ea typeface="Arial"/>
                <a:cs typeface="Arial"/>
                <a:sym typeface="Arial"/>
              </a:rPr>
              <a:t>.</a:t>
            </a:r>
            <a:endParaRPr sz="1100" b="0" i="0" u="none" strike="noStrike" cap="none" dirty="0">
              <a:solidFill>
                <a:srgbClr val="000000"/>
              </a:solidFill>
              <a:latin typeface="Arial"/>
              <a:ea typeface="Arial"/>
              <a:cs typeface="Arial"/>
              <a:sym typeface="Arial"/>
            </a:endParaRPr>
          </a:p>
        </p:txBody>
      </p:sp>
      <p:cxnSp>
        <p:nvCxnSpPr>
          <p:cNvPr id="7" name="Google Shape;243;p5"/>
          <p:cNvCxnSpPr/>
          <p:nvPr/>
        </p:nvCxnSpPr>
        <p:spPr>
          <a:xfrm>
            <a:off x="567668" y="1244362"/>
            <a:ext cx="3782700" cy="0"/>
          </a:xfrm>
          <a:prstGeom prst="straightConnector1">
            <a:avLst/>
          </a:prstGeom>
          <a:noFill/>
          <a:ln w="28575" cap="flat" cmpd="sng">
            <a:solidFill>
              <a:srgbClr val="F0C14E"/>
            </a:solidFill>
            <a:prstDash val="solid"/>
            <a:round/>
            <a:headEnd type="none" w="sm" len="sm"/>
            <a:tailEnd type="none" w="sm" len="sm"/>
          </a:ln>
        </p:spPr>
      </p:cxnSp>
      <p:sp>
        <p:nvSpPr>
          <p:cNvPr id="9" name="Google Shape;2051;p183"/>
          <p:cNvSpPr/>
          <p:nvPr/>
        </p:nvSpPr>
        <p:spPr>
          <a:xfrm>
            <a:off x="874875" y="244574"/>
            <a:ext cx="3168286" cy="119341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4000" b="1" i="0" u="none" strike="noStrike" cap="none" dirty="0" err="1" smtClean="0">
                <a:solidFill>
                  <a:schemeClr val="tx1"/>
                </a:solidFill>
                <a:latin typeface="Gotham Rounded Medium" panose="02000000000000000000" pitchFamily="50" charset="0"/>
                <a:sym typeface="Arial"/>
              </a:rPr>
              <a:t>Javascript</a:t>
            </a:r>
            <a:endParaRPr sz="4000" b="1" i="0" u="none" strike="noStrike" cap="none" dirty="0">
              <a:solidFill>
                <a:schemeClr val="tx1"/>
              </a:solidFill>
              <a:latin typeface="Gotham Rounded Medium" panose="02000000000000000000" pitchFamily="50" charset="0"/>
              <a:sym typeface="Arial"/>
            </a:endParaRPr>
          </a:p>
        </p:txBody>
      </p:sp>
    </p:spTree>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Shape 2057"/>
        <p:cNvGrpSpPr/>
        <p:nvPr/>
      </p:nvGrpSpPr>
      <p:grpSpPr>
        <a:xfrm>
          <a:off x="0" y="0"/>
          <a:ext cx="0" cy="0"/>
          <a:chOff x="0" y="0"/>
          <a:chExt cx="0" cy="0"/>
        </a:xfrm>
      </p:grpSpPr>
      <p:sp>
        <p:nvSpPr>
          <p:cNvPr id="2058" name="Google Shape;2058;p184"/>
          <p:cNvSpPr/>
          <p:nvPr/>
        </p:nvSpPr>
        <p:spPr>
          <a:xfrm>
            <a:off x="6784326" y="0"/>
            <a:ext cx="5407674" cy="6858000"/>
          </a:xfrm>
          <a:prstGeom prst="rect">
            <a:avLst/>
          </a:prstGeom>
          <a:solidFill>
            <a:srgbClr val="87278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059" name="Google Shape;2059;p184" descr="Imagen que contiene dibujo&#10;&#10;Descripción generada automáticamente"/>
          <p:cNvPicPr preferRelativeResize="0"/>
          <p:nvPr/>
        </p:nvPicPr>
        <p:blipFill rotWithShape="1">
          <a:blip r:embed="rId3">
            <a:alphaModFix/>
          </a:blip>
          <a:srcRect/>
          <a:stretch/>
        </p:blipFill>
        <p:spPr>
          <a:xfrm>
            <a:off x="361983" y="728330"/>
            <a:ext cx="1679945" cy="1679945"/>
          </a:xfrm>
          <a:prstGeom prst="rect">
            <a:avLst/>
          </a:prstGeom>
          <a:noFill/>
          <a:ln>
            <a:noFill/>
          </a:ln>
        </p:spPr>
      </p:pic>
      <p:pic>
        <p:nvPicPr>
          <p:cNvPr id="2060" name="Google Shape;2060;p184" descr="Imagen que contiene reloj&#10;&#10;Descripción generada automáticamente"/>
          <p:cNvPicPr preferRelativeResize="0"/>
          <p:nvPr/>
        </p:nvPicPr>
        <p:blipFill rotWithShape="1">
          <a:blip r:embed="rId4">
            <a:alphaModFix/>
          </a:blip>
          <a:srcRect/>
          <a:stretch/>
        </p:blipFill>
        <p:spPr>
          <a:xfrm>
            <a:off x="2667716" y="3931417"/>
            <a:ext cx="1606181" cy="2571528"/>
          </a:xfrm>
          <a:prstGeom prst="rect">
            <a:avLst/>
          </a:prstGeom>
          <a:noFill/>
          <a:ln>
            <a:noFill/>
          </a:ln>
        </p:spPr>
      </p:pic>
      <p:pic>
        <p:nvPicPr>
          <p:cNvPr id="2061" name="Google Shape;2061;p184" descr="Imagen que contiene monitor, dibujo&#10;&#10;Descripción generada automáticamente"/>
          <p:cNvPicPr preferRelativeResize="0"/>
          <p:nvPr/>
        </p:nvPicPr>
        <p:blipFill rotWithShape="1">
          <a:blip r:embed="rId5">
            <a:alphaModFix/>
          </a:blip>
          <a:srcRect/>
          <a:stretch/>
        </p:blipFill>
        <p:spPr>
          <a:xfrm>
            <a:off x="4875553" y="413877"/>
            <a:ext cx="1605421" cy="2304446"/>
          </a:xfrm>
          <a:prstGeom prst="rect">
            <a:avLst/>
          </a:prstGeom>
          <a:noFill/>
          <a:ln>
            <a:noFill/>
          </a:ln>
        </p:spPr>
      </p:pic>
      <p:cxnSp>
        <p:nvCxnSpPr>
          <p:cNvPr id="2062" name="Google Shape;2062;p184"/>
          <p:cNvCxnSpPr/>
          <p:nvPr/>
        </p:nvCxnSpPr>
        <p:spPr>
          <a:xfrm>
            <a:off x="1170056" y="2865475"/>
            <a:ext cx="1242237" cy="1180213"/>
          </a:xfrm>
          <a:prstGeom prst="straightConnector1">
            <a:avLst/>
          </a:prstGeom>
          <a:noFill/>
          <a:ln w="28575" cap="flat" cmpd="sng">
            <a:solidFill>
              <a:srgbClr val="4472C4"/>
            </a:solidFill>
            <a:prstDash val="dot"/>
            <a:miter lim="800000"/>
            <a:headEnd type="triangle" w="med" len="med"/>
            <a:tailEnd type="triangle" w="med" len="med"/>
          </a:ln>
        </p:spPr>
      </p:cxnSp>
      <p:sp>
        <p:nvSpPr>
          <p:cNvPr id="2063" name="Google Shape;2063;p184"/>
          <p:cNvSpPr/>
          <p:nvPr/>
        </p:nvSpPr>
        <p:spPr>
          <a:xfrm>
            <a:off x="7081466" y="2606"/>
            <a:ext cx="4847937" cy="6853019"/>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a:solidFill>
                  <a:schemeClr val="bg1"/>
                </a:solidFill>
                <a:latin typeface="Gotham Rounded Medium" panose="02000000000000000000" pitchFamily="50" charset="0"/>
                <a:sym typeface="Arial"/>
              </a:rPr>
              <a:t>Entonces</a:t>
            </a:r>
            <a:endParaRPr sz="1400" b="0" i="0" u="none" strike="noStrike" cap="none" dirty="0">
              <a:solidFill>
                <a:schemeClr val="bg1"/>
              </a:solidFill>
              <a:latin typeface="Gotham Rounded Medium" panose="02000000000000000000" pitchFamily="50" charset="0"/>
              <a:sym typeface="Arial"/>
            </a:endParaRPr>
          </a:p>
          <a:p>
            <a:pPr marL="0" marR="0" lvl="0" indent="0" algn="r" rtl="0">
              <a:lnSpc>
                <a:spcPct val="100000"/>
              </a:lnSpc>
              <a:spcBef>
                <a:spcPts val="0"/>
              </a:spcBef>
              <a:spcAft>
                <a:spcPts val="0"/>
              </a:spcAft>
              <a:buClr>
                <a:srgbClr val="000000"/>
              </a:buClr>
              <a:buSzPts val="2000"/>
              <a:buFont typeface="Arial"/>
              <a:buNone/>
            </a:pPr>
            <a:endParaRPr sz="2000" b="0" i="0" u="none" strike="noStrike" cap="none" dirty="0">
              <a:solidFill>
                <a:schemeClr val="bg1"/>
              </a:solidFill>
              <a:latin typeface="Gotham Rounded Medium" panose="02000000000000000000" pitchFamily="50" charset="0"/>
              <a:sym typeface="Arial"/>
            </a:endParaRPr>
          </a:p>
          <a:p>
            <a:pPr marL="0" marR="0" lvl="0" indent="0" algn="r" rtl="0">
              <a:lnSpc>
                <a:spcPct val="100000"/>
              </a:lnSpc>
              <a:spcBef>
                <a:spcPts val="0"/>
              </a:spcBef>
              <a:spcAft>
                <a:spcPts val="0"/>
              </a:spcAft>
              <a:buClr>
                <a:srgbClr val="000000"/>
              </a:buClr>
              <a:buSzPts val="2000"/>
              <a:buFont typeface="Arial"/>
              <a:buNone/>
            </a:pPr>
            <a:r>
              <a:rPr lang="es-ES" sz="2000" b="0" i="0" u="none" strike="noStrike" cap="none" dirty="0">
                <a:solidFill>
                  <a:schemeClr val="bg1"/>
                </a:solidFill>
                <a:latin typeface="Gotham Rounded Medium" panose="02000000000000000000" pitchFamily="50" charset="0"/>
                <a:sym typeface="Arial"/>
              </a:rPr>
              <a:t>Podemos imaginar que </a:t>
            </a:r>
            <a:r>
              <a:rPr lang="es-ES" sz="2000" b="0" i="0" u="sng" strike="noStrike" cap="none" dirty="0">
                <a:solidFill>
                  <a:schemeClr val="bg1"/>
                </a:solidFill>
                <a:latin typeface="Gotham Rounded Medium" panose="02000000000000000000" pitchFamily="50" charset="0"/>
                <a:sym typeface="Arial"/>
              </a:rPr>
              <a:t>HTML es el lenguaje base</a:t>
            </a:r>
            <a:r>
              <a:rPr lang="es-ES" sz="2000" b="0" i="0" u="none" strike="noStrike" cap="none" dirty="0">
                <a:solidFill>
                  <a:schemeClr val="bg1"/>
                </a:solidFill>
                <a:latin typeface="Gotham Rounded Medium" panose="02000000000000000000" pitchFamily="50" charset="0"/>
                <a:sym typeface="Arial"/>
              </a:rPr>
              <a:t> sobre el cual van a operar los lenguajes CSS y JavaScript.</a:t>
            </a:r>
            <a:endParaRPr sz="1400" b="0" i="0" u="none" strike="noStrike" cap="none" dirty="0">
              <a:solidFill>
                <a:schemeClr val="bg1"/>
              </a:solidFill>
              <a:latin typeface="Gotham Rounded Medium" panose="02000000000000000000" pitchFamily="50" charset="0"/>
              <a:sym typeface="Arial"/>
            </a:endParaRPr>
          </a:p>
          <a:p>
            <a:pPr marL="0" marR="0" lvl="0" indent="0" algn="r" rtl="0">
              <a:lnSpc>
                <a:spcPct val="100000"/>
              </a:lnSpc>
              <a:spcBef>
                <a:spcPts val="0"/>
              </a:spcBef>
              <a:spcAft>
                <a:spcPts val="0"/>
              </a:spcAft>
              <a:buClr>
                <a:srgbClr val="000000"/>
              </a:buClr>
              <a:buSzPts val="2000"/>
              <a:buFont typeface="Arial"/>
              <a:buNone/>
            </a:pPr>
            <a:endParaRPr sz="2000" b="0" i="0" u="none" strike="noStrike" cap="none" dirty="0">
              <a:solidFill>
                <a:schemeClr val="bg1"/>
              </a:solidFill>
              <a:latin typeface="Gotham Rounded Medium" panose="02000000000000000000" pitchFamily="50" charset="0"/>
              <a:sym typeface="Arial"/>
            </a:endParaRPr>
          </a:p>
          <a:p>
            <a:pPr marL="0" marR="0" lvl="0" indent="0" algn="r" rtl="0">
              <a:lnSpc>
                <a:spcPct val="100000"/>
              </a:lnSpc>
              <a:spcBef>
                <a:spcPts val="0"/>
              </a:spcBef>
              <a:spcAft>
                <a:spcPts val="0"/>
              </a:spcAft>
              <a:buClr>
                <a:srgbClr val="000000"/>
              </a:buClr>
              <a:buSzPts val="2000"/>
              <a:buFont typeface="Arial"/>
              <a:buNone/>
            </a:pPr>
            <a:r>
              <a:rPr lang="es-ES" sz="2000" b="0" i="0" u="none" strike="noStrike" cap="none" dirty="0">
                <a:solidFill>
                  <a:schemeClr val="bg1"/>
                </a:solidFill>
                <a:latin typeface="Gotham Rounded Medium" panose="02000000000000000000" pitchFamily="50" charset="0"/>
                <a:sym typeface="Arial"/>
              </a:rPr>
              <a:t>CSS va a operar introduciendo cambios de estilo directos, o sea, solo visuales: colores, tipografías, márgenes, bordes, etc.</a:t>
            </a:r>
            <a:endParaRPr sz="1400" b="0" i="0" u="none" strike="noStrike" cap="none" dirty="0">
              <a:solidFill>
                <a:schemeClr val="bg1"/>
              </a:solidFill>
              <a:latin typeface="Gotham Rounded Medium" panose="02000000000000000000" pitchFamily="50" charset="0"/>
              <a:sym typeface="Arial"/>
            </a:endParaRPr>
          </a:p>
          <a:p>
            <a:pPr marL="0" marR="0" lvl="0" indent="0" algn="r" rtl="0">
              <a:lnSpc>
                <a:spcPct val="100000"/>
              </a:lnSpc>
              <a:spcBef>
                <a:spcPts val="0"/>
              </a:spcBef>
              <a:spcAft>
                <a:spcPts val="0"/>
              </a:spcAft>
              <a:buClr>
                <a:srgbClr val="000000"/>
              </a:buClr>
              <a:buSzPts val="2000"/>
              <a:buFont typeface="Arial"/>
              <a:buNone/>
            </a:pPr>
            <a:endParaRPr sz="2000" b="0" i="0" u="none" strike="noStrike" cap="none" dirty="0">
              <a:solidFill>
                <a:schemeClr val="bg1"/>
              </a:solidFill>
              <a:latin typeface="Gotham Rounded Medium" panose="02000000000000000000" pitchFamily="50" charset="0"/>
              <a:sym typeface="Arial"/>
            </a:endParaRPr>
          </a:p>
          <a:p>
            <a:pPr marL="0" marR="0" lvl="0" indent="0" algn="r" rtl="0">
              <a:lnSpc>
                <a:spcPct val="100000"/>
              </a:lnSpc>
              <a:spcBef>
                <a:spcPts val="0"/>
              </a:spcBef>
              <a:spcAft>
                <a:spcPts val="0"/>
              </a:spcAft>
              <a:buClr>
                <a:srgbClr val="000000"/>
              </a:buClr>
              <a:buSzPts val="2000"/>
              <a:buFont typeface="Arial"/>
              <a:buNone/>
            </a:pPr>
            <a:r>
              <a:rPr lang="es-ES" sz="2000" b="0" i="0" u="sng" strike="noStrike" cap="none" dirty="0">
                <a:solidFill>
                  <a:schemeClr val="bg1"/>
                </a:solidFill>
                <a:latin typeface="Gotham Rounded Medium" panose="02000000000000000000" pitchFamily="50" charset="0"/>
                <a:sym typeface="Arial"/>
              </a:rPr>
              <a:t>JavaScript va a trabajar de forma dinámica leyendo el HTML e introduciendo cambios en vivo sobre él.</a:t>
            </a:r>
            <a:r>
              <a:rPr lang="es-ES" sz="2000" b="0" i="0" u="none" strike="noStrike" cap="none" dirty="0">
                <a:solidFill>
                  <a:schemeClr val="bg1"/>
                </a:solidFill>
                <a:latin typeface="Gotham Rounded Medium" panose="02000000000000000000" pitchFamily="50" charset="0"/>
                <a:sym typeface="Arial"/>
              </a:rPr>
              <a:t> JavaScript es muy poderoso, puede modificar TODO lo que vemos en el sitio y también hacer operaciones lógicas para validar datos.</a:t>
            </a:r>
            <a:endParaRPr sz="1400" b="0" i="0" u="none" strike="noStrike" cap="none" dirty="0">
              <a:solidFill>
                <a:schemeClr val="bg1"/>
              </a:solidFill>
              <a:latin typeface="Gotham Rounded Medium" panose="02000000000000000000" pitchFamily="50" charset="0"/>
              <a:sym typeface="Arial"/>
            </a:endParaRPr>
          </a:p>
        </p:txBody>
      </p:sp>
      <p:sp>
        <p:nvSpPr>
          <p:cNvPr id="2064" name="Google Shape;2064;p184"/>
          <p:cNvSpPr txBox="1"/>
          <p:nvPr/>
        </p:nvSpPr>
        <p:spPr>
          <a:xfrm>
            <a:off x="2116910" y="825795"/>
            <a:ext cx="1478618"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Arial"/>
                <a:ea typeface="Arial"/>
                <a:cs typeface="Arial"/>
                <a:sym typeface="Arial"/>
              </a:rPr>
              <a:t>Capa de operación lógica</a:t>
            </a:r>
            <a:endParaRPr sz="2400" b="0" i="0" u="none" strike="noStrike" cap="none">
              <a:solidFill>
                <a:schemeClr val="dk1"/>
              </a:solidFill>
              <a:latin typeface="Calibri"/>
              <a:ea typeface="Calibri"/>
              <a:cs typeface="Calibri"/>
              <a:sym typeface="Calibri"/>
            </a:endParaRPr>
          </a:p>
        </p:txBody>
      </p:sp>
      <p:sp>
        <p:nvSpPr>
          <p:cNvPr id="2065" name="Google Shape;2065;p184"/>
          <p:cNvSpPr txBox="1"/>
          <p:nvPr/>
        </p:nvSpPr>
        <p:spPr>
          <a:xfrm>
            <a:off x="4400914" y="4502888"/>
            <a:ext cx="1092464"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Arial"/>
                <a:ea typeface="Arial"/>
                <a:cs typeface="Arial"/>
                <a:sym typeface="Arial"/>
              </a:rPr>
              <a:t>Capa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Arial"/>
                <a:ea typeface="Arial"/>
                <a:cs typeface="Arial"/>
                <a:sym typeface="Arial"/>
              </a:rPr>
              <a:t>base</a:t>
            </a:r>
            <a:endParaRPr sz="2000" b="0" i="0" u="none" strike="noStrike" cap="none">
              <a:solidFill>
                <a:srgbClr val="7F7F7F"/>
              </a:solidFill>
              <a:latin typeface="Arial"/>
              <a:ea typeface="Arial"/>
              <a:cs typeface="Arial"/>
              <a:sym typeface="Arial"/>
            </a:endParaRPr>
          </a:p>
        </p:txBody>
      </p:sp>
      <p:sp>
        <p:nvSpPr>
          <p:cNvPr id="2066" name="Google Shape;2066;p184"/>
          <p:cNvSpPr txBox="1"/>
          <p:nvPr/>
        </p:nvSpPr>
        <p:spPr>
          <a:xfrm>
            <a:off x="3583438" y="1841458"/>
            <a:ext cx="1274513" cy="83099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Arial"/>
                <a:ea typeface="Arial"/>
                <a:cs typeface="Arial"/>
                <a:sym typeface="Arial"/>
              </a:rPr>
              <a:t>Capa de estilo</a:t>
            </a:r>
            <a:endParaRPr sz="2400" b="0" i="0" u="none" strike="noStrike" cap="none">
              <a:solidFill>
                <a:schemeClr val="dk1"/>
              </a:solidFill>
              <a:latin typeface="Calibri"/>
              <a:ea typeface="Calibri"/>
              <a:cs typeface="Calibri"/>
              <a:sym typeface="Calibri"/>
            </a:endParaRPr>
          </a:p>
        </p:txBody>
      </p:sp>
      <p:cxnSp>
        <p:nvCxnSpPr>
          <p:cNvPr id="2067" name="Google Shape;2067;p184"/>
          <p:cNvCxnSpPr/>
          <p:nvPr/>
        </p:nvCxnSpPr>
        <p:spPr>
          <a:xfrm flipH="1">
            <a:off x="4512224" y="2865475"/>
            <a:ext cx="1052621" cy="1286539"/>
          </a:xfrm>
          <a:prstGeom prst="straightConnector1">
            <a:avLst/>
          </a:prstGeom>
          <a:noFill/>
          <a:ln w="28575" cap="flat" cmpd="sng">
            <a:solidFill>
              <a:srgbClr val="4472C4"/>
            </a:solidFill>
            <a:prstDash val="solid"/>
            <a:miter lim="800000"/>
            <a:headEnd type="none" w="sm" len="sm"/>
            <a:tailEnd type="triangle" w="med" len="med"/>
          </a:ln>
        </p:spPr>
      </p:cxnSp>
    </p:spTree>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Shape 2072"/>
        <p:cNvGrpSpPr/>
        <p:nvPr/>
      </p:nvGrpSpPr>
      <p:grpSpPr>
        <a:xfrm>
          <a:off x="0" y="0"/>
          <a:ext cx="0" cy="0"/>
          <a:chOff x="0" y="0"/>
          <a:chExt cx="0" cy="0"/>
        </a:xfrm>
      </p:grpSpPr>
      <p:grpSp>
        <p:nvGrpSpPr>
          <p:cNvPr id="3" name="Google Shape;971;p5"/>
          <p:cNvGrpSpPr/>
          <p:nvPr/>
        </p:nvGrpSpPr>
        <p:grpSpPr>
          <a:xfrm>
            <a:off x="0" y="-112541"/>
            <a:ext cx="12192000" cy="6970542"/>
            <a:chOff x="0" y="0"/>
            <a:chExt cx="17348200" cy="9753600"/>
          </a:xfrm>
        </p:grpSpPr>
        <p:pic>
          <p:nvPicPr>
            <p:cNvPr id="4" name="Google Shape;972;p5"/>
            <p:cNvPicPr preferRelativeResize="0"/>
            <p:nvPr/>
          </p:nvPicPr>
          <p:blipFill rotWithShape="1">
            <a:blip r:embed="rId3">
              <a:alphaModFix/>
            </a:blip>
            <a:srcRect/>
            <a:stretch/>
          </p:blipFill>
          <p:spPr>
            <a:xfrm>
              <a:off x="0" y="0"/>
              <a:ext cx="17348200" cy="9753600"/>
            </a:xfrm>
            <a:prstGeom prst="rect">
              <a:avLst/>
            </a:prstGeom>
            <a:noFill/>
            <a:ln>
              <a:noFill/>
            </a:ln>
          </p:spPr>
        </p:pic>
        <p:sp>
          <p:nvSpPr>
            <p:cNvPr id="5" name="Google Shape;973;p5"/>
            <p:cNvSpPr/>
            <p:nvPr/>
          </p:nvSpPr>
          <p:spPr>
            <a:xfrm>
              <a:off x="7468819" y="516686"/>
              <a:ext cx="2740660" cy="891540"/>
            </a:xfrm>
            <a:custGeom>
              <a:avLst/>
              <a:gdLst/>
              <a:ahLst/>
              <a:cxnLst/>
              <a:rect l="l" t="t" r="r" b="b"/>
              <a:pathLst>
                <a:path w="2740659" h="891540" extrusionOk="0">
                  <a:moveTo>
                    <a:pt x="2740177" y="0"/>
                  </a:moveTo>
                  <a:lnTo>
                    <a:pt x="2283434" y="136270"/>
                  </a:lnTo>
                  <a:lnTo>
                    <a:pt x="1826704" y="0"/>
                  </a:lnTo>
                  <a:lnTo>
                    <a:pt x="1370025" y="136270"/>
                  </a:lnTo>
                  <a:lnTo>
                    <a:pt x="913333" y="0"/>
                  </a:lnTo>
                  <a:lnTo>
                    <a:pt x="456666" y="136270"/>
                  </a:lnTo>
                  <a:lnTo>
                    <a:pt x="0" y="0"/>
                  </a:lnTo>
                  <a:lnTo>
                    <a:pt x="0" y="754811"/>
                  </a:lnTo>
                  <a:lnTo>
                    <a:pt x="456666" y="891070"/>
                  </a:lnTo>
                  <a:lnTo>
                    <a:pt x="913333" y="754811"/>
                  </a:lnTo>
                  <a:lnTo>
                    <a:pt x="1370025" y="891070"/>
                  </a:lnTo>
                  <a:lnTo>
                    <a:pt x="1826704" y="754811"/>
                  </a:lnTo>
                  <a:lnTo>
                    <a:pt x="2283434" y="891070"/>
                  </a:lnTo>
                  <a:lnTo>
                    <a:pt x="2740177" y="754811"/>
                  </a:lnTo>
                  <a:lnTo>
                    <a:pt x="2740177" y="0"/>
                  </a:lnTo>
                  <a:close/>
                </a:path>
              </a:pathLst>
            </a:custGeom>
            <a:solidFill>
              <a:srgbClr val="009733">
                <a:alpha val="862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6" name="Google Shape;974;p5"/>
            <p:cNvSpPr/>
            <p:nvPr/>
          </p:nvSpPr>
          <p:spPr>
            <a:xfrm>
              <a:off x="15582341" y="2075243"/>
              <a:ext cx="1310640" cy="2620010"/>
            </a:xfrm>
            <a:custGeom>
              <a:avLst/>
              <a:gdLst/>
              <a:ahLst/>
              <a:cxnLst/>
              <a:rect l="l" t="t" r="r" b="b"/>
              <a:pathLst>
                <a:path w="1310640" h="2620010" extrusionOk="0">
                  <a:moveTo>
                    <a:pt x="0" y="0"/>
                  </a:moveTo>
                  <a:lnTo>
                    <a:pt x="0" y="798296"/>
                  </a:lnTo>
                  <a:lnTo>
                    <a:pt x="46579" y="800388"/>
                  </a:lnTo>
                  <a:lnTo>
                    <a:pt x="91985" y="806542"/>
                  </a:lnTo>
                  <a:lnTo>
                    <a:pt x="136037" y="816577"/>
                  </a:lnTo>
                  <a:lnTo>
                    <a:pt x="178554" y="830314"/>
                  </a:lnTo>
                  <a:lnTo>
                    <a:pt x="219355" y="847572"/>
                  </a:lnTo>
                  <a:lnTo>
                    <a:pt x="258262" y="868169"/>
                  </a:lnTo>
                  <a:lnTo>
                    <a:pt x="295093" y="891925"/>
                  </a:lnTo>
                  <a:lnTo>
                    <a:pt x="329667" y="918659"/>
                  </a:lnTo>
                  <a:lnTo>
                    <a:pt x="361805" y="948191"/>
                  </a:lnTo>
                  <a:lnTo>
                    <a:pt x="391326" y="980340"/>
                  </a:lnTo>
                  <a:lnTo>
                    <a:pt x="418049" y="1014925"/>
                  </a:lnTo>
                  <a:lnTo>
                    <a:pt x="441795" y="1051766"/>
                  </a:lnTo>
                  <a:lnTo>
                    <a:pt x="462382" y="1090681"/>
                  </a:lnTo>
                  <a:lnTo>
                    <a:pt x="479631" y="1131490"/>
                  </a:lnTo>
                  <a:lnTo>
                    <a:pt x="493361" y="1174013"/>
                  </a:lnTo>
                  <a:lnTo>
                    <a:pt x="503391" y="1218069"/>
                  </a:lnTo>
                  <a:lnTo>
                    <a:pt x="509541" y="1263476"/>
                  </a:lnTo>
                  <a:lnTo>
                    <a:pt x="511632" y="1310055"/>
                  </a:lnTo>
                  <a:lnTo>
                    <a:pt x="509541" y="1356616"/>
                  </a:lnTo>
                  <a:lnTo>
                    <a:pt x="503391" y="1402007"/>
                  </a:lnTo>
                  <a:lnTo>
                    <a:pt x="493361" y="1446048"/>
                  </a:lnTo>
                  <a:lnTo>
                    <a:pt x="479631" y="1488558"/>
                  </a:lnTo>
                  <a:lnTo>
                    <a:pt x="462382" y="1529356"/>
                  </a:lnTo>
                  <a:lnTo>
                    <a:pt x="441795" y="1568261"/>
                  </a:lnTo>
                  <a:lnTo>
                    <a:pt x="418049" y="1605093"/>
                  </a:lnTo>
                  <a:lnTo>
                    <a:pt x="391326" y="1639671"/>
                  </a:lnTo>
                  <a:lnTo>
                    <a:pt x="361805" y="1671813"/>
                  </a:lnTo>
                  <a:lnTo>
                    <a:pt x="329667" y="1701340"/>
                  </a:lnTo>
                  <a:lnTo>
                    <a:pt x="295093" y="1728070"/>
                  </a:lnTo>
                  <a:lnTo>
                    <a:pt x="258262" y="1751822"/>
                  </a:lnTo>
                  <a:lnTo>
                    <a:pt x="219355" y="1772417"/>
                  </a:lnTo>
                  <a:lnTo>
                    <a:pt x="178554" y="1789672"/>
                  </a:lnTo>
                  <a:lnTo>
                    <a:pt x="136037" y="1803408"/>
                  </a:lnTo>
                  <a:lnTo>
                    <a:pt x="91985" y="1813443"/>
                  </a:lnTo>
                  <a:lnTo>
                    <a:pt x="46579" y="1819596"/>
                  </a:lnTo>
                  <a:lnTo>
                    <a:pt x="0" y="1821688"/>
                  </a:lnTo>
                  <a:lnTo>
                    <a:pt x="0" y="2619984"/>
                  </a:lnTo>
                  <a:lnTo>
                    <a:pt x="48029" y="2619120"/>
                  </a:lnTo>
                  <a:lnTo>
                    <a:pt x="95624" y="2616548"/>
                  </a:lnTo>
                  <a:lnTo>
                    <a:pt x="142753" y="2612297"/>
                  </a:lnTo>
                  <a:lnTo>
                    <a:pt x="189386" y="2606398"/>
                  </a:lnTo>
                  <a:lnTo>
                    <a:pt x="235496" y="2598879"/>
                  </a:lnTo>
                  <a:lnTo>
                    <a:pt x="281051" y="2589770"/>
                  </a:lnTo>
                  <a:lnTo>
                    <a:pt x="326023" y="2579102"/>
                  </a:lnTo>
                  <a:lnTo>
                    <a:pt x="370381" y="2566902"/>
                  </a:lnTo>
                  <a:lnTo>
                    <a:pt x="414096" y="2553202"/>
                  </a:lnTo>
                  <a:lnTo>
                    <a:pt x="457139" y="2538030"/>
                  </a:lnTo>
                  <a:lnTo>
                    <a:pt x="499480" y="2521417"/>
                  </a:lnTo>
                  <a:lnTo>
                    <a:pt x="541089" y="2503391"/>
                  </a:lnTo>
                  <a:lnTo>
                    <a:pt x="581937" y="2483983"/>
                  </a:lnTo>
                  <a:lnTo>
                    <a:pt x="621994" y="2463222"/>
                  </a:lnTo>
                  <a:lnTo>
                    <a:pt x="661230" y="2441138"/>
                  </a:lnTo>
                  <a:lnTo>
                    <a:pt x="699617" y="2417760"/>
                  </a:lnTo>
                  <a:lnTo>
                    <a:pt x="737124" y="2393118"/>
                  </a:lnTo>
                  <a:lnTo>
                    <a:pt x="773721" y="2367241"/>
                  </a:lnTo>
                  <a:lnTo>
                    <a:pt x="809380" y="2340159"/>
                  </a:lnTo>
                  <a:lnTo>
                    <a:pt x="844071" y="2311902"/>
                  </a:lnTo>
                  <a:lnTo>
                    <a:pt x="877763" y="2282499"/>
                  </a:lnTo>
                  <a:lnTo>
                    <a:pt x="910428" y="2251980"/>
                  </a:lnTo>
                  <a:lnTo>
                    <a:pt x="942036" y="2220374"/>
                  </a:lnTo>
                  <a:lnTo>
                    <a:pt x="972557" y="2187711"/>
                  </a:lnTo>
                  <a:lnTo>
                    <a:pt x="1001962" y="2154021"/>
                  </a:lnTo>
                  <a:lnTo>
                    <a:pt x="1030221" y="2119333"/>
                  </a:lnTo>
                  <a:lnTo>
                    <a:pt x="1057304" y="2083678"/>
                  </a:lnTo>
                  <a:lnTo>
                    <a:pt x="1083182" y="2047083"/>
                  </a:lnTo>
                  <a:lnTo>
                    <a:pt x="1107825" y="2009579"/>
                  </a:lnTo>
                  <a:lnTo>
                    <a:pt x="1131204" y="1971197"/>
                  </a:lnTo>
                  <a:lnTo>
                    <a:pt x="1153290" y="1931964"/>
                  </a:lnTo>
                  <a:lnTo>
                    <a:pt x="1174052" y="1891911"/>
                  </a:lnTo>
                  <a:lnTo>
                    <a:pt x="1193460" y="1851068"/>
                  </a:lnTo>
                  <a:lnTo>
                    <a:pt x="1211486" y="1809463"/>
                  </a:lnTo>
                  <a:lnTo>
                    <a:pt x="1228100" y="1767127"/>
                  </a:lnTo>
                  <a:lnTo>
                    <a:pt x="1243272" y="1724090"/>
                  </a:lnTo>
                  <a:lnTo>
                    <a:pt x="1256973" y="1680380"/>
                  </a:lnTo>
                  <a:lnTo>
                    <a:pt x="1269172" y="1636028"/>
                  </a:lnTo>
                  <a:lnTo>
                    <a:pt x="1279841" y="1591063"/>
                  </a:lnTo>
                  <a:lnTo>
                    <a:pt x="1288950" y="1545514"/>
                  </a:lnTo>
                  <a:lnTo>
                    <a:pt x="1296469" y="1499411"/>
                  </a:lnTo>
                  <a:lnTo>
                    <a:pt x="1302369" y="1452785"/>
                  </a:lnTo>
                  <a:lnTo>
                    <a:pt x="1306619" y="1405663"/>
                  </a:lnTo>
                  <a:lnTo>
                    <a:pt x="1309191" y="1358077"/>
                  </a:lnTo>
                  <a:lnTo>
                    <a:pt x="1310055" y="1310055"/>
                  </a:lnTo>
                  <a:lnTo>
                    <a:pt x="1309191" y="1262025"/>
                  </a:lnTo>
                  <a:lnTo>
                    <a:pt x="1306619" y="1214431"/>
                  </a:lnTo>
                  <a:lnTo>
                    <a:pt x="1302369" y="1167302"/>
                  </a:lnTo>
                  <a:lnTo>
                    <a:pt x="1296469" y="1120668"/>
                  </a:lnTo>
                  <a:lnTo>
                    <a:pt x="1288950" y="1074559"/>
                  </a:lnTo>
                  <a:lnTo>
                    <a:pt x="1279841" y="1029004"/>
                  </a:lnTo>
                  <a:lnTo>
                    <a:pt x="1269172" y="984032"/>
                  </a:lnTo>
                  <a:lnTo>
                    <a:pt x="1256973" y="939674"/>
                  </a:lnTo>
                  <a:lnTo>
                    <a:pt x="1243272" y="895959"/>
                  </a:lnTo>
                  <a:lnTo>
                    <a:pt x="1228100" y="852916"/>
                  </a:lnTo>
                  <a:lnTo>
                    <a:pt x="1211486" y="810575"/>
                  </a:lnTo>
                  <a:lnTo>
                    <a:pt x="1193460" y="768966"/>
                  </a:lnTo>
                  <a:lnTo>
                    <a:pt x="1174052" y="728118"/>
                  </a:lnTo>
                  <a:lnTo>
                    <a:pt x="1153290" y="688061"/>
                  </a:lnTo>
                  <a:lnTo>
                    <a:pt x="1131204" y="648825"/>
                  </a:lnTo>
                  <a:lnTo>
                    <a:pt x="1107825" y="610438"/>
                  </a:lnTo>
                  <a:lnTo>
                    <a:pt x="1083182" y="572931"/>
                  </a:lnTo>
                  <a:lnTo>
                    <a:pt x="1057304" y="536334"/>
                  </a:lnTo>
                  <a:lnTo>
                    <a:pt x="1030221" y="500675"/>
                  </a:lnTo>
                  <a:lnTo>
                    <a:pt x="1001962" y="465984"/>
                  </a:lnTo>
                  <a:lnTo>
                    <a:pt x="972557" y="432292"/>
                  </a:lnTo>
                  <a:lnTo>
                    <a:pt x="942036" y="399627"/>
                  </a:lnTo>
                  <a:lnTo>
                    <a:pt x="910428" y="368019"/>
                  </a:lnTo>
                  <a:lnTo>
                    <a:pt x="877763" y="337498"/>
                  </a:lnTo>
                  <a:lnTo>
                    <a:pt x="844071" y="308093"/>
                  </a:lnTo>
                  <a:lnTo>
                    <a:pt x="809380" y="279834"/>
                  </a:lnTo>
                  <a:lnTo>
                    <a:pt x="773721" y="252751"/>
                  </a:lnTo>
                  <a:lnTo>
                    <a:pt x="737124" y="226873"/>
                  </a:lnTo>
                  <a:lnTo>
                    <a:pt x="699617" y="202229"/>
                  </a:lnTo>
                  <a:lnTo>
                    <a:pt x="661230" y="178850"/>
                  </a:lnTo>
                  <a:lnTo>
                    <a:pt x="621994" y="156765"/>
                  </a:lnTo>
                  <a:lnTo>
                    <a:pt x="581937" y="136003"/>
                  </a:lnTo>
                  <a:lnTo>
                    <a:pt x="541089" y="116595"/>
                  </a:lnTo>
                  <a:lnTo>
                    <a:pt x="499480" y="98568"/>
                  </a:lnTo>
                  <a:lnTo>
                    <a:pt x="457139" y="81955"/>
                  </a:lnTo>
                  <a:lnTo>
                    <a:pt x="414096" y="66783"/>
                  </a:lnTo>
                  <a:lnTo>
                    <a:pt x="370381" y="53082"/>
                  </a:lnTo>
                  <a:lnTo>
                    <a:pt x="326023" y="40882"/>
                  </a:lnTo>
                  <a:lnTo>
                    <a:pt x="281051" y="30214"/>
                  </a:lnTo>
                  <a:lnTo>
                    <a:pt x="235496" y="21105"/>
                  </a:lnTo>
                  <a:lnTo>
                    <a:pt x="189386" y="13586"/>
                  </a:lnTo>
                  <a:lnTo>
                    <a:pt x="142753" y="7686"/>
                  </a:lnTo>
                  <a:lnTo>
                    <a:pt x="95624" y="3436"/>
                  </a:lnTo>
                  <a:lnTo>
                    <a:pt x="48029" y="863"/>
                  </a:lnTo>
                  <a:lnTo>
                    <a:pt x="0" y="0"/>
                  </a:lnTo>
                  <a:close/>
                </a:path>
              </a:pathLst>
            </a:custGeom>
            <a:solidFill>
              <a:srgbClr val="A22063">
                <a:alpha val="862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7" name="Google Shape;975;p5"/>
            <p:cNvSpPr/>
            <p:nvPr/>
          </p:nvSpPr>
          <p:spPr>
            <a:xfrm>
              <a:off x="1903768" y="462724"/>
              <a:ext cx="2660015" cy="1330325"/>
            </a:xfrm>
            <a:custGeom>
              <a:avLst/>
              <a:gdLst/>
              <a:ahLst/>
              <a:cxnLst/>
              <a:rect l="l" t="t" r="r" b="b"/>
              <a:pathLst>
                <a:path w="2660015" h="1330325" extrusionOk="0">
                  <a:moveTo>
                    <a:pt x="1330032" y="0"/>
                  </a:moveTo>
                  <a:lnTo>
                    <a:pt x="1281270" y="877"/>
                  </a:lnTo>
                  <a:lnTo>
                    <a:pt x="1232950" y="3488"/>
                  </a:lnTo>
                  <a:lnTo>
                    <a:pt x="1185102" y="7803"/>
                  </a:lnTo>
                  <a:lnTo>
                    <a:pt x="1137757" y="13793"/>
                  </a:lnTo>
                  <a:lnTo>
                    <a:pt x="1090944" y="21426"/>
                  </a:lnTo>
                  <a:lnTo>
                    <a:pt x="1044694" y="30674"/>
                  </a:lnTo>
                  <a:lnTo>
                    <a:pt x="999037" y="41506"/>
                  </a:lnTo>
                  <a:lnTo>
                    <a:pt x="954002" y="53891"/>
                  </a:lnTo>
                  <a:lnTo>
                    <a:pt x="909620" y="67801"/>
                  </a:lnTo>
                  <a:lnTo>
                    <a:pt x="865921" y="83204"/>
                  </a:lnTo>
                  <a:lnTo>
                    <a:pt x="822935" y="100071"/>
                  </a:lnTo>
                  <a:lnTo>
                    <a:pt x="780691" y="118372"/>
                  </a:lnTo>
                  <a:lnTo>
                    <a:pt x="739220" y="138077"/>
                  </a:lnTo>
                  <a:lnTo>
                    <a:pt x="698552" y="159155"/>
                  </a:lnTo>
                  <a:lnTo>
                    <a:pt x="658717" y="181577"/>
                  </a:lnTo>
                  <a:lnTo>
                    <a:pt x="619746" y="205313"/>
                  </a:lnTo>
                  <a:lnTo>
                    <a:pt x="581667" y="230332"/>
                  </a:lnTo>
                  <a:lnTo>
                    <a:pt x="544511" y="256605"/>
                  </a:lnTo>
                  <a:lnTo>
                    <a:pt x="508308" y="284101"/>
                  </a:lnTo>
                  <a:lnTo>
                    <a:pt x="473089" y="312790"/>
                  </a:lnTo>
                  <a:lnTo>
                    <a:pt x="438883" y="342643"/>
                  </a:lnTo>
                  <a:lnTo>
                    <a:pt x="405720" y="373630"/>
                  </a:lnTo>
                  <a:lnTo>
                    <a:pt x="373630" y="405720"/>
                  </a:lnTo>
                  <a:lnTo>
                    <a:pt x="342643" y="438883"/>
                  </a:lnTo>
                  <a:lnTo>
                    <a:pt x="312790" y="473089"/>
                  </a:lnTo>
                  <a:lnTo>
                    <a:pt x="284101" y="508308"/>
                  </a:lnTo>
                  <a:lnTo>
                    <a:pt x="256605" y="544511"/>
                  </a:lnTo>
                  <a:lnTo>
                    <a:pt x="230332" y="581667"/>
                  </a:lnTo>
                  <a:lnTo>
                    <a:pt x="205313" y="619746"/>
                  </a:lnTo>
                  <a:lnTo>
                    <a:pt x="181577" y="658717"/>
                  </a:lnTo>
                  <a:lnTo>
                    <a:pt x="159155" y="698552"/>
                  </a:lnTo>
                  <a:lnTo>
                    <a:pt x="138077" y="739220"/>
                  </a:lnTo>
                  <a:lnTo>
                    <a:pt x="118372" y="780691"/>
                  </a:lnTo>
                  <a:lnTo>
                    <a:pt x="100071" y="822935"/>
                  </a:lnTo>
                  <a:lnTo>
                    <a:pt x="83204" y="865921"/>
                  </a:lnTo>
                  <a:lnTo>
                    <a:pt x="67801" y="909620"/>
                  </a:lnTo>
                  <a:lnTo>
                    <a:pt x="53891" y="954002"/>
                  </a:lnTo>
                  <a:lnTo>
                    <a:pt x="41506" y="999037"/>
                  </a:lnTo>
                  <a:lnTo>
                    <a:pt x="30674" y="1044694"/>
                  </a:lnTo>
                  <a:lnTo>
                    <a:pt x="21426" y="1090944"/>
                  </a:lnTo>
                  <a:lnTo>
                    <a:pt x="13793" y="1137757"/>
                  </a:lnTo>
                  <a:lnTo>
                    <a:pt x="7803" y="1185102"/>
                  </a:lnTo>
                  <a:lnTo>
                    <a:pt x="3488" y="1232950"/>
                  </a:lnTo>
                  <a:lnTo>
                    <a:pt x="877" y="1281270"/>
                  </a:lnTo>
                  <a:lnTo>
                    <a:pt x="0" y="1330032"/>
                  </a:lnTo>
                  <a:lnTo>
                    <a:pt x="810475" y="1330032"/>
                  </a:lnTo>
                  <a:lnTo>
                    <a:pt x="812599" y="1282743"/>
                  </a:lnTo>
                  <a:lnTo>
                    <a:pt x="818846" y="1236646"/>
                  </a:lnTo>
                  <a:lnTo>
                    <a:pt x="829034" y="1191923"/>
                  </a:lnTo>
                  <a:lnTo>
                    <a:pt x="842980" y="1148758"/>
                  </a:lnTo>
                  <a:lnTo>
                    <a:pt x="860500" y="1107334"/>
                  </a:lnTo>
                  <a:lnTo>
                    <a:pt x="881410" y="1067835"/>
                  </a:lnTo>
                  <a:lnTo>
                    <a:pt x="905527" y="1030443"/>
                  </a:lnTo>
                  <a:lnTo>
                    <a:pt x="932669" y="995341"/>
                  </a:lnTo>
                  <a:lnTo>
                    <a:pt x="962650" y="962713"/>
                  </a:lnTo>
                  <a:lnTo>
                    <a:pt x="995288" y="932743"/>
                  </a:lnTo>
                  <a:lnTo>
                    <a:pt x="1030400" y="905612"/>
                  </a:lnTo>
                  <a:lnTo>
                    <a:pt x="1067802" y="881504"/>
                  </a:lnTo>
                  <a:lnTo>
                    <a:pt x="1107310" y="860603"/>
                  </a:lnTo>
                  <a:lnTo>
                    <a:pt x="1148742" y="843091"/>
                  </a:lnTo>
                  <a:lnTo>
                    <a:pt x="1191913" y="829152"/>
                  </a:lnTo>
                  <a:lnTo>
                    <a:pt x="1236641" y="818969"/>
                  </a:lnTo>
                  <a:lnTo>
                    <a:pt x="1282742" y="812725"/>
                  </a:lnTo>
                  <a:lnTo>
                    <a:pt x="1330032" y="810602"/>
                  </a:lnTo>
                  <a:lnTo>
                    <a:pt x="1377303" y="812725"/>
                  </a:lnTo>
                  <a:lnTo>
                    <a:pt x="1423386" y="818969"/>
                  </a:lnTo>
                  <a:lnTo>
                    <a:pt x="1468098" y="829152"/>
                  </a:lnTo>
                  <a:lnTo>
                    <a:pt x="1511256" y="843091"/>
                  </a:lnTo>
                  <a:lnTo>
                    <a:pt x="1552675" y="860603"/>
                  </a:lnTo>
                  <a:lnTo>
                    <a:pt x="1592174" y="881504"/>
                  </a:lnTo>
                  <a:lnTo>
                    <a:pt x="1629567" y="905612"/>
                  </a:lnTo>
                  <a:lnTo>
                    <a:pt x="1664671" y="932743"/>
                  </a:lnTo>
                  <a:lnTo>
                    <a:pt x="1697304" y="962713"/>
                  </a:lnTo>
                  <a:lnTo>
                    <a:pt x="1727280" y="995341"/>
                  </a:lnTo>
                  <a:lnTo>
                    <a:pt x="1754418" y="1030443"/>
                  </a:lnTo>
                  <a:lnTo>
                    <a:pt x="1778532" y="1067835"/>
                  </a:lnTo>
                  <a:lnTo>
                    <a:pt x="1799441" y="1107334"/>
                  </a:lnTo>
                  <a:lnTo>
                    <a:pt x="1816959" y="1148758"/>
                  </a:lnTo>
                  <a:lnTo>
                    <a:pt x="1830904" y="1191923"/>
                  </a:lnTo>
                  <a:lnTo>
                    <a:pt x="1841092" y="1236646"/>
                  </a:lnTo>
                  <a:lnTo>
                    <a:pt x="1847339" y="1282743"/>
                  </a:lnTo>
                  <a:lnTo>
                    <a:pt x="1849462" y="1330032"/>
                  </a:lnTo>
                  <a:lnTo>
                    <a:pt x="2659938" y="1330032"/>
                  </a:lnTo>
                  <a:lnTo>
                    <a:pt x="2659061" y="1281270"/>
                  </a:lnTo>
                  <a:lnTo>
                    <a:pt x="2656450" y="1232950"/>
                  </a:lnTo>
                  <a:lnTo>
                    <a:pt x="2652134" y="1185102"/>
                  </a:lnTo>
                  <a:lnTo>
                    <a:pt x="2646145" y="1137757"/>
                  </a:lnTo>
                  <a:lnTo>
                    <a:pt x="2638511" y="1090944"/>
                  </a:lnTo>
                  <a:lnTo>
                    <a:pt x="2629263" y="1044694"/>
                  </a:lnTo>
                  <a:lnTo>
                    <a:pt x="2618432" y="999037"/>
                  </a:lnTo>
                  <a:lnTo>
                    <a:pt x="2606046" y="954002"/>
                  </a:lnTo>
                  <a:lnTo>
                    <a:pt x="2592137" y="909620"/>
                  </a:lnTo>
                  <a:lnTo>
                    <a:pt x="2576734" y="865921"/>
                  </a:lnTo>
                  <a:lnTo>
                    <a:pt x="2559867" y="822935"/>
                  </a:lnTo>
                  <a:lnTo>
                    <a:pt x="2541566" y="780691"/>
                  </a:lnTo>
                  <a:lnTo>
                    <a:pt x="2521862" y="739220"/>
                  </a:lnTo>
                  <a:lnTo>
                    <a:pt x="2500784" y="698552"/>
                  </a:lnTo>
                  <a:lnTo>
                    <a:pt x="2478363" y="658717"/>
                  </a:lnTo>
                  <a:lnTo>
                    <a:pt x="2454628" y="619746"/>
                  </a:lnTo>
                  <a:lnTo>
                    <a:pt x="2429609" y="581667"/>
                  </a:lnTo>
                  <a:lnTo>
                    <a:pt x="2403338" y="544511"/>
                  </a:lnTo>
                  <a:lnTo>
                    <a:pt x="2375843" y="508308"/>
                  </a:lnTo>
                  <a:lnTo>
                    <a:pt x="2347154" y="473089"/>
                  </a:lnTo>
                  <a:lnTo>
                    <a:pt x="2317303" y="438883"/>
                  </a:lnTo>
                  <a:lnTo>
                    <a:pt x="2286318" y="405720"/>
                  </a:lnTo>
                  <a:lnTo>
                    <a:pt x="2254230" y="373630"/>
                  </a:lnTo>
                  <a:lnTo>
                    <a:pt x="2221069" y="342643"/>
                  </a:lnTo>
                  <a:lnTo>
                    <a:pt x="2186865" y="312790"/>
                  </a:lnTo>
                  <a:lnTo>
                    <a:pt x="2151649" y="284101"/>
                  </a:lnTo>
                  <a:lnTo>
                    <a:pt x="2115449" y="256605"/>
                  </a:lnTo>
                  <a:lnTo>
                    <a:pt x="2078296" y="230332"/>
                  </a:lnTo>
                  <a:lnTo>
                    <a:pt x="2040221" y="205313"/>
                  </a:lnTo>
                  <a:lnTo>
                    <a:pt x="2001252" y="181577"/>
                  </a:lnTo>
                  <a:lnTo>
                    <a:pt x="1961421" y="159155"/>
                  </a:lnTo>
                  <a:lnTo>
                    <a:pt x="1920758" y="138077"/>
                  </a:lnTo>
                  <a:lnTo>
                    <a:pt x="1879292" y="118372"/>
                  </a:lnTo>
                  <a:lnTo>
                    <a:pt x="1837053" y="100071"/>
                  </a:lnTo>
                  <a:lnTo>
                    <a:pt x="1794071" y="83204"/>
                  </a:lnTo>
                  <a:lnTo>
                    <a:pt x="1750378" y="67801"/>
                  </a:lnTo>
                  <a:lnTo>
                    <a:pt x="1706002" y="53891"/>
                  </a:lnTo>
                  <a:lnTo>
                    <a:pt x="1660973" y="41506"/>
                  </a:lnTo>
                  <a:lnTo>
                    <a:pt x="1615322" y="30674"/>
                  </a:lnTo>
                  <a:lnTo>
                    <a:pt x="1569079" y="21426"/>
                  </a:lnTo>
                  <a:lnTo>
                    <a:pt x="1522274" y="13793"/>
                  </a:lnTo>
                  <a:lnTo>
                    <a:pt x="1474937" y="7803"/>
                  </a:lnTo>
                  <a:lnTo>
                    <a:pt x="1427097" y="3488"/>
                  </a:lnTo>
                  <a:lnTo>
                    <a:pt x="1378786" y="877"/>
                  </a:lnTo>
                  <a:lnTo>
                    <a:pt x="1330032" y="0"/>
                  </a:lnTo>
                  <a:close/>
                </a:path>
              </a:pathLst>
            </a:custGeom>
            <a:solidFill>
              <a:srgbClr val="E3702C">
                <a:alpha val="862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grpSp>
      <p:sp>
        <p:nvSpPr>
          <p:cNvPr id="2073" name="Google Shape;2073;p185"/>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Medium" panose="02000000000000000000" pitchFamily="50" charset="0"/>
                <a:sym typeface="Arial"/>
              </a:rPr>
              <a:t>- Conceptos básicos para programar -</a:t>
            </a:r>
            <a:endParaRPr sz="72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rgbClr val="872789"/>
                </a:solidFill>
                <a:latin typeface="Gotham Rounded Medium" panose="02000000000000000000" pitchFamily="50" charset="0"/>
                <a:sym typeface="Arial"/>
              </a:rPr>
              <a:t>Variables</a:t>
            </a:r>
            <a:endParaRPr sz="1400" b="0" i="0" u="none" strike="noStrike" cap="none" dirty="0">
              <a:solidFill>
                <a:srgbClr val="872789"/>
              </a:solidFill>
              <a:latin typeface="Gotham Rounded Medium" panose="02000000000000000000" pitchFamily="50" charset="0"/>
              <a:sym typeface="Arial"/>
            </a:endParaRPr>
          </a:p>
        </p:txBody>
      </p:sp>
    </p:spTree>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Shape 2078"/>
        <p:cNvGrpSpPr/>
        <p:nvPr/>
      </p:nvGrpSpPr>
      <p:grpSpPr>
        <a:xfrm>
          <a:off x="0" y="0"/>
          <a:ext cx="0" cy="0"/>
          <a:chOff x="0" y="0"/>
          <a:chExt cx="0" cy="0"/>
        </a:xfrm>
      </p:grpSpPr>
      <p:sp>
        <p:nvSpPr>
          <p:cNvPr id="2079" name="Google Shape;2079;p186"/>
          <p:cNvSpPr/>
          <p:nvPr/>
        </p:nvSpPr>
        <p:spPr>
          <a:xfrm>
            <a:off x="3742006" y="269541"/>
            <a:ext cx="8156237" cy="6318913"/>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3200" b="1" i="0" u="none" strike="noStrike" cap="none" dirty="0">
                <a:solidFill>
                  <a:srgbClr val="7030A0"/>
                </a:solidFill>
                <a:latin typeface="Gotham Rounded Medium" panose="02000000000000000000" pitchFamily="50" charset="0"/>
                <a:sym typeface="Arial"/>
              </a:rPr>
              <a:t>Variable</a:t>
            </a:r>
            <a:endParaRPr sz="1800" b="0" i="0" u="none" strike="noStrike" cap="none" dirty="0">
              <a:solidFill>
                <a:srgbClr val="7030A0"/>
              </a:solidFill>
              <a:latin typeface="Gotham Rounded Medium" panose="02000000000000000000"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just" rtl="0">
              <a:lnSpc>
                <a:spcPct val="100000"/>
              </a:lnSpc>
              <a:spcBef>
                <a:spcPts val="0"/>
              </a:spcBef>
              <a:spcAft>
                <a:spcPts val="0"/>
              </a:spcAft>
              <a:buClr>
                <a:srgbClr val="000000"/>
              </a:buClr>
              <a:buSzPts val="2800"/>
              <a:buFont typeface="Arial"/>
              <a:buNone/>
            </a:pPr>
            <a:r>
              <a:rPr lang="es-ES" sz="2800" b="0" i="0" u="none" strike="noStrike" cap="none" dirty="0">
                <a:solidFill>
                  <a:schemeClr val="tx1"/>
                </a:solidFill>
                <a:latin typeface="Gotham Rounded Medium" panose="02000000000000000000" pitchFamily="50" charset="0"/>
                <a:sym typeface="Arial"/>
              </a:rPr>
              <a:t>En programación, una variable es </a:t>
            </a:r>
            <a:r>
              <a:rPr lang="es-ES" sz="2800" b="1" i="0" strike="noStrike" cap="none" dirty="0">
                <a:solidFill>
                  <a:srgbClr val="7030A0"/>
                </a:solidFill>
                <a:latin typeface="Gotham Rounded Medium" panose="02000000000000000000" pitchFamily="50" charset="0"/>
                <a:sym typeface="Arial"/>
              </a:rPr>
              <a:t>un espacio reservado de memoria</a:t>
            </a:r>
            <a:r>
              <a:rPr lang="es-ES" sz="2800" b="0" i="0" u="none" strike="noStrike" cap="none" dirty="0">
                <a:solidFill>
                  <a:schemeClr val="tx1"/>
                </a:solidFill>
                <a:latin typeface="Gotham Rounded Medium" panose="02000000000000000000" pitchFamily="50" charset="0"/>
                <a:sym typeface="Arial"/>
              </a:rPr>
              <a:t> donde podemos almacenar un </a:t>
            </a:r>
            <a:r>
              <a:rPr lang="es-ES" sz="2800" b="1" i="0" strike="noStrike" cap="none" dirty="0">
                <a:solidFill>
                  <a:srgbClr val="7030A0"/>
                </a:solidFill>
                <a:latin typeface="Gotham Rounded Medium" panose="02000000000000000000" pitchFamily="50" charset="0"/>
                <a:sym typeface="Arial"/>
              </a:rPr>
              <a:t>valor</a:t>
            </a:r>
            <a:r>
              <a:rPr lang="es-ES" sz="2800" b="0" i="0" u="none" strike="noStrike" cap="none" dirty="0">
                <a:solidFill>
                  <a:schemeClr val="tx1"/>
                </a:solidFill>
                <a:latin typeface="Gotham Rounded Medium" panose="02000000000000000000" pitchFamily="50" charset="0"/>
                <a:sym typeface="Arial"/>
              </a:rPr>
              <a:t>. Las variables nos van a permitir almacenar y operar con datos de forma temporal. Podemos crear todas las que necesitemos.</a:t>
            </a:r>
            <a:endParaRPr sz="1400" b="0" i="0" u="none" strike="noStrike" cap="none" dirty="0">
              <a:solidFill>
                <a:schemeClr val="tx1"/>
              </a:solidFill>
              <a:latin typeface="Gotham Rounded Medium" panose="02000000000000000000" pitchFamily="50" charset="0"/>
              <a:sym typeface="Arial"/>
            </a:endParaRPr>
          </a:p>
          <a:p>
            <a:pPr marL="0" marR="0" lvl="0" indent="0" algn="just" rtl="0">
              <a:lnSpc>
                <a:spcPct val="100000"/>
              </a:lnSpc>
              <a:spcBef>
                <a:spcPts val="0"/>
              </a:spcBef>
              <a:spcAft>
                <a:spcPts val="0"/>
              </a:spcAft>
              <a:buClr>
                <a:srgbClr val="000000"/>
              </a:buClr>
              <a:buSzPts val="2800"/>
              <a:buFont typeface="Arial"/>
              <a:buNone/>
            </a:pPr>
            <a:endParaRPr sz="2800" b="0" i="0" u="none" strike="noStrike" cap="none" dirty="0">
              <a:solidFill>
                <a:schemeClr val="tx1"/>
              </a:solidFill>
              <a:latin typeface="Gotham Rounded Medium" panose="02000000000000000000" pitchFamily="50" charset="0"/>
              <a:sym typeface="Arial"/>
            </a:endParaRPr>
          </a:p>
          <a:p>
            <a:pPr marL="0" marR="0" lvl="0" indent="0" algn="just" rtl="0">
              <a:lnSpc>
                <a:spcPct val="100000"/>
              </a:lnSpc>
              <a:spcBef>
                <a:spcPts val="0"/>
              </a:spcBef>
              <a:spcAft>
                <a:spcPts val="0"/>
              </a:spcAft>
              <a:buClr>
                <a:srgbClr val="000000"/>
              </a:buClr>
              <a:buSzPts val="2800"/>
              <a:buFont typeface="Arial"/>
              <a:buNone/>
            </a:pPr>
            <a:r>
              <a:rPr lang="es-ES" sz="2800" b="0" i="0" u="none" strike="noStrike" cap="none" dirty="0">
                <a:solidFill>
                  <a:schemeClr val="tx1"/>
                </a:solidFill>
                <a:latin typeface="Gotham Rounded Medium" panose="02000000000000000000" pitchFamily="50" charset="0"/>
                <a:sym typeface="Arial"/>
              </a:rPr>
              <a:t>Las variables tienen siempre un </a:t>
            </a:r>
            <a:r>
              <a:rPr lang="es-ES" sz="2800" b="1" i="0" strike="noStrike" cap="none" dirty="0">
                <a:solidFill>
                  <a:srgbClr val="7030A0"/>
                </a:solidFill>
                <a:latin typeface="Gotham Rounded Medium" panose="02000000000000000000" pitchFamily="50" charset="0"/>
                <a:sym typeface="Arial"/>
              </a:rPr>
              <a:t>nombre único</a:t>
            </a:r>
            <a:r>
              <a:rPr lang="es-ES" sz="2800" b="0" i="0" strike="noStrike" cap="none" dirty="0">
                <a:solidFill>
                  <a:srgbClr val="7030A0"/>
                </a:solidFill>
                <a:latin typeface="Gotham Rounded Medium" panose="02000000000000000000" pitchFamily="50" charset="0"/>
                <a:sym typeface="Arial"/>
              </a:rPr>
              <a:t> </a:t>
            </a:r>
            <a:r>
              <a:rPr lang="es-ES" sz="2800" b="0" i="0" u="none" strike="noStrike" cap="none" dirty="0">
                <a:solidFill>
                  <a:schemeClr val="tx1"/>
                </a:solidFill>
                <a:latin typeface="Gotham Rounded Medium" panose="02000000000000000000" pitchFamily="50" charset="0"/>
                <a:sym typeface="Arial"/>
              </a:rPr>
              <a:t>por el cuál las identificamos</a:t>
            </a:r>
            <a:r>
              <a:rPr lang="es-ES" sz="3200" b="0" i="0" u="none" strike="noStrike" cap="none" dirty="0">
                <a:solidFill>
                  <a:schemeClr val="tx1"/>
                </a:solidFill>
                <a:latin typeface="Gotham Rounded Medium" panose="02000000000000000000" pitchFamily="50" charset="0"/>
                <a:sym typeface="Arial"/>
              </a:rPr>
              <a:t>.</a:t>
            </a:r>
            <a:endParaRPr sz="1400" b="0" i="0" u="none" strike="noStrike" cap="none" dirty="0">
              <a:solidFill>
                <a:schemeClr val="tx1"/>
              </a:solidFill>
              <a:latin typeface="Gotham Rounded Medium" panose="02000000000000000000" pitchFamily="50" charset="0"/>
              <a:sym typeface="Arial"/>
            </a:endParaRPr>
          </a:p>
          <a:p>
            <a:pPr marL="0" marR="0" lvl="0" indent="0" algn="just" rtl="0">
              <a:lnSpc>
                <a:spcPct val="100000"/>
              </a:lnSpc>
              <a:spcBef>
                <a:spcPts val="0"/>
              </a:spcBef>
              <a:spcAft>
                <a:spcPts val="0"/>
              </a:spcAft>
              <a:buClr>
                <a:srgbClr val="000000"/>
              </a:buClr>
              <a:buSzPts val="2400"/>
              <a:buFont typeface="Arial"/>
              <a:buNone/>
            </a:pPr>
            <a:endParaRPr sz="2400" b="0" i="1" u="none" strike="noStrike" cap="none" dirty="0">
              <a:solidFill>
                <a:schemeClr val="tx1"/>
              </a:solidFill>
              <a:latin typeface="Gotham Rounded Medium" panose="02000000000000000000" pitchFamily="50" charset="0"/>
              <a:sym typeface="Arial"/>
            </a:endParaRPr>
          </a:p>
          <a:p>
            <a:pPr marL="0" marR="0" lvl="0" indent="0" algn="just" rtl="0">
              <a:lnSpc>
                <a:spcPct val="100000"/>
              </a:lnSpc>
              <a:spcBef>
                <a:spcPts val="0"/>
              </a:spcBef>
              <a:spcAft>
                <a:spcPts val="0"/>
              </a:spcAft>
              <a:buClr>
                <a:srgbClr val="000000"/>
              </a:buClr>
              <a:buSzPts val="2000"/>
              <a:buFont typeface="Arial"/>
              <a:buNone/>
            </a:pPr>
            <a:r>
              <a:rPr lang="es-ES" sz="2000" b="0" i="1" u="none" strike="noStrike" cap="none" dirty="0">
                <a:solidFill>
                  <a:schemeClr val="tx1"/>
                </a:solidFill>
                <a:latin typeface="Gotham Rounded Medium" panose="02000000000000000000" pitchFamily="50" charset="0"/>
                <a:sym typeface="Arial"/>
              </a:rPr>
              <a:t>Podemos pensarlo como cuando durante una mudanza se utilizan cajas escritas, con nombres </a:t>
            </a:r>
            <a:r>
              <a:rPr lang="es-ES" sz="2000" b="0" i="1" u="none" strike="noStrike" cap="none" dirty="0" err="1">
                <a:solidFill>
                  <a:schemeClr val="tx1"/>
                </a:solidFill>
                <a:latin typeface="Gotham Rounded Medium" panose="02000000000000000000" pitchFamily="50" charset="0"/>
                <a:sym typeface="Arial"/>
              </a:rPr>
              <a:t>identificatorios</a:t>
            </a:r>
            <a:r>
              <a:rPr lang="es-ES" sz="2000" b="0" i="1" u="none" strike="noStrike" cap="none" dirty="0">
                <a:solidFill>
                  <a:schemeClr val="tx1"/>
                </a:solidFill>
                <a:latin typeface="Gotham Rounded Medium" panose="02000000000000000000" pitchFamily="50" charset="0"/>
                <a:sym typeface="Arial"/>
              </a:rPr>
              <a:t>, para poder guardar temporalmente los objetos y ubicarlos luego fácilmente</a:t>
            </a:r>
            <a:r>
              <a:rPr lang="es-ES" sz="2000" b="0" i="1" u="none" strike="noStrike" cap="none" dirty="0">
                <a:solidFill>
                  <a:schemeClr val="lt1"/>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p:txBody>
      </p:sp>
      <p:pic>
        <p:nvPicPr>
          <p:cNvPr id="2080" name="Google Shape;2080;p186" descr="Box"/>
          <p:cNvPicPr preferRelativeResize="0"/>
          <p:nvPr/>
        </p:nvPicPr>
        <p:blipFill rotWithShape="1">
          <a:blip r:embed="rId3">
            <a:alphaModFix/>
            <a:duotone>
              <a:prstClr val="black"/>
              <a:schemeClr val="accent2">
                <a:tint val="45000"/>
                <a:satMod val="400000"/>
              </a:schemeClr>
            </a:duotone>
          </a:blip>
          <a:srcRect/>
          <a:stretch/>
        </p:blipFill>
        <p:spPr>
          <a:xfrm>
            <a:off x="717452" y="2229420"/>
            <a:ext cx="2708135" cy="2609866"/>
          </a:xfrm>
          <a:prstGeom prst="rect">
            <a:avLst/>
          </a:prstGeom>
          <a:noFill/>
          <a:ln>
            <a:noFill/>
          </a:ln>
        </p:spPr>
      </p:pic>
      <p:pic>
        <p:nvPicPr>
          <p:cNvPr id="4" name="Google Shape;1102;p6"/>
          <p:cNvPicPr preferRelativeResize="0"/>
          <p:nvPr/>
        </p:nvPicPr>
        <p:blipFill rotWithShape="1">
          <a:blip r:embed="rId4">
            <a:alphaModFix/>
          </a:blip>
          <a:srcRect/>
          <a:stretch/>
        </p:blipFill>
        <p:spPr>
          <a:xfrm>
            <a:off x="3742007" y="0"/>
            <a:ext cx="8449994" cy="6858000"/>
          </a:xfrm>
          <a:prstGeom prst="rect">
            <a:avLst/>
          </a:prstGeom>
          <a:noFill/>
          <a:ln>
            <a:noFill/>
          </a:ln>
        </p:spPr>
      </p:pic>
    </p:spTree>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Shape 2085"/>
        <p:cNvGrpSpPr/>
        <p:nvPr/>
      </p:nvGrpSpPr>
      <p:grpSpPr>
        <a:xfrm>
          <a:off x="0" y="0"/>
          <a:ext cx="0" cy="0"/>
          <a:chOff x="0" y="0"/>
          <a:chExt cx="0" cy="0"/>
        </a:xfrm>
      </p:grpSpPr>
      <p:sp>
        <p:nvSpPr>
          <p:cNvPr id="2086" name="Google Shape;2086;p187"/>
          <p:cNvSpPr/>
          <p:nvPr/>
        </p:nvSpPr>
        <p:spPr>
          <a:xfrm>
            <a:off x="4898571" y="1387293"/>
            <a:ext cx="6535437" cy="407478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a:solidFill>
                  <a:schemeClr val="tx1"/>
                </a:solidFill>
                <a:latin typeface="Gotham Rounded Medium" panose="02000000000000000000" pitchFamily="50" charset="0"/>
                <a:sym typeface="Arial"/>
              </a:rPr>
              <a:t>Variable</a:t>
            </a:r>
            <a:endParaRPr sz="1400" b="0" i="0" u="none" strike="noStrike" cap="none" dirty="0">
              <a:solidFill>
                <a:schemeClr val="tx1"/>
              </a:solidFill>
              <a:latin typeface="Gotham Rounded Medium" panose="02000000000000000000"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r" rtl="0">
              <a:lnSpc>
                <a:spcPct val="100000"/>
              </a:lnSpc>
              <a:spcBef>
                <a:spcPts val="0"/>
              </a:spcBef>
              <a:spcAft>
                <a:spcPts val="0"/>
              </a:spcAft>
              <a:buClr>
                <a:srgbClr val="000000"/>
              </a:buClr>
              <a:buSzPts val="3600"/>
              <a:buFont typeface="Arial"/>
              <a:buNone/>
            </a:pPr>
            <a:r>
              <a:rPr lang="es-ES" sz="3600" b="0" i="0" u="none" strike="noStrike" cap="none" dirty="0">
                <a:solidFill>
                  <a:schemeClr val="tx1"/>
                </a:solidFill>
                <a:latin typeface="Gotham Rounded Medium" panose="02000000000000000000" pitchFamily="50" charset="0"/>
                <a:sym typeface="Arial"/>
              </a:rPr>
              <a:t>En </a:t>
            </a:r>
            <a:r>
              <a:rPr lang="es-ES" sz="3600" b="1" i="0" strike="noStrike" cap="none" dirty="0">
                <a:solidFill>
                  <a:srgbClr val="7030A0"/>
                </a:solidFill>
                <a:latin typeface="Gotham Rounded Medium" panose="02000000000000000000" pitchFamily="50" charset="0"/>
                <a:sym typeface="Arial"/>
              </a:rPr>
              <a:t>JavaScript</a:t>
            </a:r>
            <a:r>
              <a:rPr lang="es-ES" sz="3600" b="0" i="0" strike="noStrike" cap="none" dirty="0">
                <a:solidFill>
                  <a:srgbClr val="7030A0"/>
                </a:solidFill>
                <a:latin typeface="Gotham Rounded Medium" panose="02000000000000000000" pitchFamily="50" charset="0"/>
                <a:sym typeface="Arial"/>
              </a:rPr>
              <a:t>, </a:t>
            </a:r>
            <a:r>
              <a:rPr lang="es-ES" sz="3600" b="0" i="0" u="none" strike="noStrike" cap="none" dirty="0">
                <a:solidFill>
                  <a:schemeClr val="tx1"/>
                </a:solidFill>
                <a:latin typeface="Gotham Rounded Medium" panose="02000000000000000000" pitchFamily="50" charset="0"/>
                <a:sym typeface="Arial"/>
              </a:rPr>
              <a:t>para crear nuestras variables, podemos hacerlo a través de una palabra reservada, </a:t>
            </a:r>
            <a:r>
              <a:rPr lang="es-ES" sz="3600" b="1" i="0" u="none" strike="noStrike" cap="none" dirty="0" err="1">
                <a:solidFill>
                  <a:schemeClr val="tx1"/>
                </a:solidFill>
                <a:latin typeface="Gotham Rounded Medium" panose="02000000000000000000" pitchFamily="50" charset="0"/>
                <a:sym typeface="Arial"/>
              </a:rPr>
              <a:t>let</a:t>
            </a:r>
            <a:endParaRPr sz="3600" b="1" i="0" u="none" strike="noStrike" cap="none" dirty="0">
              <a:solidFill>
                <a:schemeClr val="tx1"/>
              </a:solidFill>
              <a:latin typeface="Gotham Rounded Medium" panose="02000000000000000000" pitchFamily="50" charset="0"/>
              <a:sym typeface="Arial"/>
            </a:endParaRPr>
          </a:p>
          <a:p>
            <a:pPr marL="0" marR="0" lvl="0" indent="0" algn="r" rtl="0">
              <a:lnSpc>
                <a:spcPct val="100000"/>
              </a:lnSpc>
              <a:spcBef>
                <a:spcPts val="0"/>
              </a:spcBef>
              <a:spcAft>
                <a:spcPts val="0"/>
              </a:spcAft>
              <a:buClr>
                <a:srgbClr val="000000"/>
              </a:buClr>
              <a:buSzPts val="3600"/>
              <a:buFont typeface="Arial"/>
              <a:buNone/>
            </a:pPr>
            <a:endParaRPr sz="3600" b="1" i="0" u="none" strike="noStrike" cap="none" dirty="0">
              <a:solidFill>
                <a:schemeClr val="tx1"/>
              </a:solidFill>
              <a:latin typeface="Gotham Rounded Medium" panose="02000000000000000000" pitchFamily="50" charset="0"/>
              <a:sym typeface="Arial"/>
            </a:endParaRPr>
          </a:p>
          <a:p>
            <a:pPr marL="0" marR="0" lvl="0" indent="0" algn="r" rtl="0">
              <a:lnSpc>
                <a:spcPct val="100000"/>
              </a:lnSpc>
              <a:spcBef>
                <a:spcPts val="0"/>
              </a:spcBef>
              <a:spcAft>
                <a:spcPts val="0"/>
              </a:spcAft>
              <a:buClr>
                <a:srgbClr val="000000"/>
              </a:buClr>
              <a:buSzPts val="3600"/>
              <a:buFont typeface="Arial"/>
              <a:buNone/>
            </a:pPr>
            <a:r>
              <a:rPr lang="es-ES" sz="3600" b="1" i="0" u="none" strike="noStrike" cap="none" dirty="0">
                <a:solidFill>
                  <a:srgbClr val="7030A0"/>
                </a:solidFill>
                <a:latin typeface="Gotham Rounded Medium" panose="02000000000000000000" pitchFamily="50" charset="0"/>
                <a:sym typeface="Arial"/>
              </a:rPr>
              <a:t>Pero ¿cómo hacemos esto? </a:t>
            </a:r>
            <a:r>
              <a:rPr lang="es-ES" sz="3600" b="0" i="0" u="none" strike="noStrike" cap="none" dirty="0">
                <a:solidFill>
                  <a:schemeClr val="tx1"/>
                </a:solidFill>
                <a:latin typeface="Gotham Rounded Medium" panose="02000000000000000000" pitchFamily="50" charset="0"/>
                <a:sym typeface="Arial"/>
              </a:rPr>
              <a:t>🡪</a:t>
            </a:r>
            <a:endParaRPr sz="3600" b="0" i="0" u="none" strike="noStrike" cap="none" dirty="0">
              <a:solidFill>
                <a:schemeClr val="tx1"/>
              </a:solidFill>
              <a:latin typeface="Gotham Rounded Medium" panose="02000000000000000000" pitchFamily="50" charset="0"/>
              <a:sym typeface="Arial"/>
            </a:endParaRPr>
          </a:p>
        </p:txBody>
      </p:sp>
      <p:grpSp>
        <p:nvGrpSpPr>
          <p:cNvPr id="2087" name="Google Shape;2087;p187"/>
          <p:cNvGrpSpPr/>
          <p:nvPr/>
        </p:nvGrpSpPr>
        <p:grpSpPr>
          <a:xfrm>
            <a:off x="1244795" y="1731413"/>
            <a:ext cx="2184499" cy="3386545"/>
            <a:chOff x="1254126" y="1573905"/>
            <a:chExt cx="2184499" cy="3386545"/>
          </a:xfrm>
        </p:grpSpPr>
        <p:pic>
          <p:nvPicPr>
            <p:cNvPr id="2088" name="Google Shape;2088;p187" descr="Box"/>
            <p:cNvPicPr preferRelativeResize="0"/>
            <p:nvPr/>
          </p:nvPicPr>
          <p:blipFill rotWithShape="1">
            <a:blip r:embed="rId3">
              <a:alphaModFix/>
              <a:duotone>
                <a:prstClr val="black"/>
                <a:schemeClr val="accent2">
                  <a:tint val="45000"/>
                  <a:satMod val="400000"/>
                </a:schemeClr>
              </a:duotone>
            </a:blip>
            <a:srcRect/>
            <a:stretch/>
          </p:blipFill>
          <p:spPr>
            <a:xfrm>
              <a:off x="1254126" y="2941565"/>
              <a:ext cx="2018885" cy="2018885"/>
            </a:xfrm>
            <a:prstGeom prst="rect">
              <a:avLst/>
            </a:prstGeom>
            <a:noFill/>
            <a:ln>
              <a:noFill/>
            </a:ln>
          </p:spPr>
        </p:pic>
        <p:sp>
          <p:nvSpPr>
            <p:cNvPr id="2089" name="Google Shape;2089;p187"/>
            <p:cNvSpPr txBox="1"/>
            <p:nvPr/>
          </p:nvSpPr>
          <p:spPr>
            <a:xfrm>
              <a:off x="1254126" y="1573905"/>
              <a:ext cx="2184499"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err="1">
                  <a:solidFill>
                    <a:schemeClr val="tx1"/>
                  </a:solidFill>
                  <a:latin typeface="Quattrocento Sans"/>
                  <a:ea typeface="Quattrocento Sans"/>
                  <a:cs typeface="Quattrocento Sans"/>
                  <a:sym typeface="Quattrocento Sans"/>
                </a:rPr>
                <a:t>let</a:t>
              </a:r>
              <a:endParaRPr sz="7200" b="0" i="0" u="none" strike="noStrike" cap="none" dirty="0">
                <a:solidFill>
                  <a:schemeClr val="tx1"/>
                </a:solidFill>
                <a:latin typeface="Quattrocento Sans"/>
                <a:ea typeface="Quattrocento Sans"/>
                <a:cs typeface="Quattrocento Sans"/>
                <a:sym typeface="Quattrocento Sans"/>
              </a:endParaRPr>
            </a:p>
          </p:txBody>
        </p:sp>
      </p:grpSp>
      <p:pic>
        <p:nvPicPr>
          <p:cNvPr id="6" name="Google Shape;1102;p6"/>
          <p:cNvPicPr preferRelativeResize="0"/>
          <p:nvPr/>
        </p:nvPicPr>
        <p:blipFill rotWithShape="1">
          <a:blip r:embed="rId4">
            <a:alphaModFix/>
          </a:blip>
          <a:srcRect/>
          <a:stretch/>
        </p:blipFill>
        <p:spPr>
          <a:xfrm>
            <a:off x="5205046" y="0"/>
            <a:ext cx="6986954" cy="6858000"/>
          </a:xfrm>
          <a:prstGeom prst="rect">
            <a:avLst/>
          </a:prstGeom>
          <a:noFill/>
          <a:ln>
            <a:noFill/>
          </a:ln>
        </p:spPr>
      </p:pic>
    </p:spTree>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Shape 2093"/>
        <p:cNvGrpSpPr/>
        <p:nvPr/>
      </p:nvGrpSpPr>
      <p:grpSpPr>
        <a:xfrm>
          <a:off x="0" y="0"/>
          <a:ext cx="0" cy="0"/>
          <a:chOff x="0" y="0"/>
          <a:chExt cx="0" cy="0"/>
        </a:xfrm>
      </p:grpSpPr>
      <p:pic>
        <p:nvPicPr>
          <p:cNvPr id="2094" name="Google Shape;2094;p188"/>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095" name="Google Shape;2095;p188"/>
          <p:cNvSpPr/>
          <p:nvPr/>
        </p:nvSpPr>
        <p:spPr>
          <a:xfrm>
            <a:off x="4425476" y="3564565"/>
            <a:ext cx="7018293" cy="2133600"/>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just"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Primero vamos a ver un ejemplo paso a paso para entender cómo se crea una variable utilizando el lenguaje JavaScript</a:t>
            </a:r>
            <a:r>
              <a:rPr lang="es-ES" sz="1800" b="0" i="0" u="none" strike="noStrike" cap="none" dirty="0">
                <a:solidFill>
                  <a:schemeClr val="lt1"/>
                </a:solidFill>
                <a:latin typeface="Tahoma"/>
                <a:ea typeface="Tahoma"/>
                <a:cs typeface="Tahoma"/>
                <a:sym typeface="Tahoma"/>
              </a:rPr>
              <a:t>. </a:t>
            </a:r>
            <a:endParaRPr sz="1800" b="0" i="0" u="none" strike="noStrike" cap="none" dirty="0">
              <a:solidFill>
                <a:schemeClr val="lt1"/>
              </a:solidFill>
              <a:latin typeface="Tahoma"/>
              <a:ea typeface="Tahoma"/>
              <a:cs typeface="Tahoma"/>
              <a:sym typeface="Tahoma"/>
            </a:endParaRPr>
          </a:p>
        </p:txBody>
      </p:sp>
    </p:spTree>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Shape 2099"/>
        <p:cNvGrpSpPr/>
        <p:nvPr/>
      </p:nvGrpSpPr>
      <p:grpSpPr>
        <a:xfrm>
          <a:off x="0" y="0"/>
          <a:ext cx="0" cy="0"/>
          <a:chOff x="0" y="0"/>
          <a:chExt cx="0" cy="0"/>
        </a:xfrm>
      </p:grpSpPr>
      <p:pic>
        <p:nvPicPr>
          <p:cNvPr id="2100" name="Google Shape;2100;p189"/>
          <p:cNvPicPr preferRelativeResize="0"/>
          <p:nvPr/>
        </p:nvPicPr>
        <p:blipFill rotWithShape="1">
          <a:blip r:embed="rId3">
            <a:alphaModFix/>
          </a:blip>
          <a:srcRect/>
          <a:stretch/>
        </p:blipFill>
        <p:spPr>
          <a:xfrm>
            <a:off x="0" y="0"/>
            <a:ext cx="12192000" cy="6857999"/>
          </a:xfrm>
          <a:prstGeom prst="rect">
            <a:avLst/>
          </a:prstGeom>
          <a:noFill/>
          <a:ln>
            <a:noFill/>
          </a:ln>
        </p:spPr>
      </p:pic>
      <p:sp>
        <p:nvSpPr>
          <p:cNvPr id="2101" name="Google Shape;2101;p189"/>
          <p:cNvSpPr/>
          <p:nvPr/>
        </p:nvSpPr>
        <p:spPr>
          <a:xfrm>
            <a:off x="2578199" y="2433711"/>
            <a:ext cx="9264294" cy="4138837"/>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Antes de ver como se escribe una variable, queremos indicar que en este ejemplo la primera línea de código es un comentario interno de JavaScript, es decir que no tiene efecto sobre el código, es solo para poder hacer anotaciones propias.</a:t>
            </a:r>
            <a:endParaRPr sz="1400" b="0" i="0" u="none" strike="noStrike" cap="none" dirty="0">
              <a:solidFill>
                <a:srgbClr val="000000"/>
              </a:solidFill>
              <a:latin typeface="Gotham Rounded Medium" panose="02000000000000000000" pitchFamily="50" charset="0"/>
              <a:sym typeface="Arial"/>
            </a:endParaRPr>
          </a:p>
          <a:p>
            <a:pPr marL="0" marR="0" lvl="0" indent="0" algn="l" rtl="0">
              <a:lnSpc>
                <a:spcPct val="150000"/>
              </a:lnSpc>
              <a:spcBef>
                <a:spcPts val="0"/>
              </a:spcBef>
              <a:spcAft>
                <a:spcPts val="0"/>
              </a:spcAft>
              <a:buClr>
                <a:srgbClr val="000000"/>
              </a:buClr>
              <a:buSzPts val="1800"/>
              <a:buFont typeface="Arial"/>
              <a:buNone/>
            </a:pPr>
            <a:endParaRPr sz="1800" b="0" i="0" u="none" strike="noStrike" cap="none" dirty="0">
              <a:solidFill>
                <a:schemeClr val="lt1"/>
              </a:solidFill>
              <a:latin typeface="Gotham Rounded Medium" panose="02000000000000000000" pitchFamily="50" charset="0"/>
              <a:ea typeface="Tahoma"/>
              <a:cs typeface="Tahoma"/>
              <a:sym typeface="Tahoma"/>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Los </a:t>
            </a:r>
            <a:r>
              <a:rPr lang="es-ES" sz="1800" b="1" i="0" u="none" strike="noStrike" cap="none" dirty="0">
                <a:solidFill>
                  <a:schemeClr val="lt1"/>
                </a:solidFill>
                <a:latin typeface="Gotham Rounded Medium" panose="02000000000000000000" pitchFamily="50" charset="0"/>
                <a:ea typeface="Tahoma"/>
                <a:cs typeface="Tahoma"/>
                <a:sym typeface="Tahoma"/>
              </a:rPr>
              <a:t>comentarios</a:t>
            </a:r>
            <a:r>
              <a:rPr lang="es-ES" sz="1800" b="0" i="0" u="none" strike="noStrike" cap="none" dirty="0">
                <a:solidFill>
                  <a:schemeClr val="lt1"/>
                </a:solidFill>
                <a:latin typeface="Gotham Rounded Medium" panose="02000000000000000000" pitchFamily="50" charset="0"/>
                <a:ea typeface="Tahoma"/>
                <a:cs typeface="Tahoma"/>
                <a:sym typeface="Tahoma"/>
              </a:rPr>
              <a:t> que ocupan más de una línea en JavaScript se escriben entre</a:t>
            </a:r>
            <a:br>
              <a:rPr lang="es-ES" sz="1800" b="0" i="0" u="none" strike="noStrike" cap="none" dirty="0">
                <a:solidFill>
                  <a:schemeClr val="lt1"/>
                </a:solidFill>
                <a:latin typeface="Gotham Rounded Medium" panose="02000000000000000000" pitchFamily="50" charset="0"/>
                <a:ea typeface="Tahoma"/>
                <a:cs typeface="Tahoma"/>
                <a:sym typeface="Tahoma"/>
              </a:rPr>
            </a:br>
            <a:r>
              <a:rPr lang="es-ES" sz="1800" b="1" i="0" u="none" strike="noStrike" cap="none" dirty="0">
                <a:solidFill>
                  <a:schemeClr val="lt1"/>
                </a:solidFill>
                <a:latin typeface="Gotham Rounded Medium" panose="02000000000000000000" pitchFamily="50" charset="0"/>
                <a:ea typeface="Tahoma"/>
                <a:cs typeface="Tahoma"/>
                <a:sym typeface="Tahoma"/>
              </a:rPr>
              <a:t>/* Comentario */</a:t>
            </a:r>
            <a:r>
              <a:rPr lang="es-ES" sz="1800" b="0" i="0" u="none" strike="noStrike" cap="none" dirty="0">
                <a:solidFill>
                  <a:schemeClr val="lt1"/>
                </a:solidFill>
                <a:latin typeface="Gotham Rounded Medium" panose="02000000000000000000" pitchFamily="50" charset="0"/>
                <a:ea typeface="Tahoma"/>
                <a:cs typeface="Tahoma"/>
                <a:sym typeface="Tahoma"/>
              </a:rPr>
              <a:t>. A los comentarios que solo ocupan una línea se les coloca al principio </a:t>
            </a:r>
            <a:r>
              <a:rPr lang="es-ES" sz="1800" b="1" i="0" u="none" strike="noStrike" cap="none" dirty="0">
                <a:solidFill>
                  <a:schemeClr val="lt1"/>
                </a:solidFill>
                <a:latin typeface="Gotham Rounded Medium" panose="02000000000000000000" pitchFamily="50" charset="0"/>
                <a:ea typeface="Tahoma"/>
                <a:cs typeface="Tahoma"/>
                <a:sym typeface="Tahoma"/>
              </a:rPr>
              <a:t>//</a:t>
            </a:r>
            <a:r>
              <a:rPr lang="es-ES" sz="1800" b="0" i="0" u="none" strike="noStrike" cap="none" dirty="0">
                <a:solidFill>
                  <a:schemeClr val="lt1"/>
                </a:solidFill>
                <a:latin typeface="Gotham Rounded Medium" panose="02000000000000000000" pitchFamily="50" charset="0"/>
                <a:ea typeface="Tahoma"/>
                <a:cs typeface="Tahoma"/>
                <a:sym typeface="Tahoma"/>
              </a:rPr>
              <a:t> (doble barra) y así se </a:t>
            </a:r>
            <a:r>
              <a:rPr lang="es-ES" sz="1800" b="0" i="0" u="none" strike="noStrike" cap="none" dirty="0" err="1">
                <a:solidFill>
                  <a:schemeClr val="lt1"/>
                </a:solidFill>
                <a:latin typeface="Gotham Rounded Medium" panose="02000000000000000000" pitchFamily="50" charset="0"/>
                <a:ea typeface="Tahoma"/>
                <a:cs typeface="Tahoma"/>
                <a:sym typeface="Tahoma"/>
              </a:rPr>
              <a:t>conveirten</a:t>
            </a:r>
            <a:r>
              <a:rPr lang="es-ES" sz="1800" b="0" i="0" u="none" strike="noStrike" cap="none" dirty="0">
                <a:solidFill>
                  <a:schemeClr val="lt1"/>
                </a:solidFill>
                <a:latin typeface="Gotham Rounded Medium" panose="02000000000000000000" pitchFamily="50" charset="0"/>
                <a:ea typeface="Tahoma"/>
                <a:cs typeface="Tahoma"/>
                <a:sym typeface="Tahoma"/>
              </a:rPr>
              <a:t> en comentario automáticamente.</a:t>
            </a:r>
            <a:endParaRPr sz="1800" b="0" i="0" u="none" strike="noStrike" cap="none" dirty="0">
              <a:solidFill>
                <a:schemeClr val="lt1"/>
              </a:solidFill>
              <a:latin typeface="Gotham Rounded Medium" panose="02000000000000000000" pitchFamily="50" charset="0"/>
              <a:ea typeface="Tahoma"/>
              <a:cs typeface="Tahoma"/>
              <a:sym typeface="Tahoma"/>
            </a:endParaRPr>
          </a:p>
        </p:txBody>
      </p:sp>
      <p:sp>
        <p:nvSpPr>
          <p:cNvPr id="2102" name="Google Shape;2102;p189"/>
          <p:cNvSpPr/>
          <p:nvPr/>
        </p:nvSpPr>
        <p:spPr>
          <a:xfrm>
            <a:off x="5380074" y="1222744"/>
            <a:ext cx="5741582" cy="244549"/>
          </a:xfrm>
          <a:prstGeom prst="rect">
            <a:avLst/>
          </a:prstGeom>
          <a:noFill/>
          <a:ln w="19050" cap="flat" cmpd="sng">
            <a:solidFill>
              <a:srgbClr val="FFFF00"/>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Shape 2106"/>
        <p:cNvGrpSpPr/>
        <p:nvPr/>
      </p:nvGrpSpPr>
      <p:grpSpPr>
        <a:xfrm>
          <a:off x="0" y="0"/>
          <a:ext cx="0" cy="0"/>
          <a:chOff x="0" y="0"/>
          <a:chExt cx="0" cy="0"/>
        </a:xfrm>
      </p:grpSpPr>
      <p:pic>
        <p:nvPicPr>
          <p:cNvPr id="2107" name="Google Shape;2107;p190"/>
          <p:cNvPicPr preferRelativeResize="0"/>
          <p:nvPr/>
        </p:nvPicPr>
        <p:blipFill rotWithShape="1">
          <a:blip r:embed="rId3">
            <a:alphaModFix/>
          </a:blip>
          <a:srcRect/>
          <a:stretch/>
        </p:blipFill>
        <p:spPr>
          <a:xfrm>
            <a:off x="0" y="-1"/>
            <a:ext cx="12192000" cy="6762307"/>
          </a:xfrm>
          <a:prstGeom prst="rect">
            <a:avLst/>
          </a:prstGeom>
          <a:solidFill>
            <a:srgbClr val="872789"/>
          </a:solidFill>
          <a:ln>
            <a:noFill/>
          </a:ln>
        </p:spPr>
      </p:pic>
      <p:sp>
        <p:nvSpPr>
          <p:cNvPr id="2108" name="Google Shape;2108;p190"/>
          <p:cNvSpPr/>
          <p:nvPr/>
        </p:nvSpPr>
        <p:spPr>
          <a:xfrm>
            <a:off x="2267803" y="4037428"/>
            <a:ext cx="9309908" cy="1715970"/>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Bien, empecemos… </a:t>
            </a:r>
            <a:r>
              <a:rPr lang="es-ES" sz="2400" b="1" i="0" u="none" strike="noStrike" cap="none" dirty="0">
                <a:solidFill>
                  <a:schemeClr val="lt1"/>
                </a:solidFill>
                <a:latin typeface="Gotham Rounded Medium" panose="02000000000000000000" pitchFamily="50" charset="0"/>
                <a:ea typeface="Tahoma"/>
                <a:cs typeface="Tahoma"/>
                <a:sym typeface="Tahoma"/>
              </a:rPr>
              <a:t>“</a:t>
            </a:r>
            <a:r>
              <a:rPr lang="es-ES" sz="2400" b="1" i="0" u="none" strike="noStrike" cap="none" dirty="0" err="1">
                <a:solidFill>
                  <a:schemeClr val="lt1"/>
                </a:solidFill>
                <a:latin typeface="Gotham Rounded Medium" panose="02000000000000000000" pitchFamily="50" charset="0"/>
                <a:ea typeface="Tahoma"/>
                <a:cs typeface="Tahoma"/>
                <a:sym typeface="Tahoma"/>
              </a:rPr>
              <a:t>let</a:t>
            </a:r>
            <a:r>
              <a:rPr lang="es-ES" sz="2400" b="1" i="0" u="none" strike="noStrike" cap="none" dirty="0">
                <a:solidFill>
                  <a:schemeClr val="lt1"/>
                </a:solidFill>
                <a:latin typeface="Gotham Rounded Medium" panose="02000000000000000000" pitchFamily="50" charset="0"/>
                <a:ea typeface="Tahoma"/>
                <a:cs typeface="Tahoma"/>
                <a:sym typeface="Tahoma"/>
              </a:rPr>
              <a:t>” </a:t>
            </a:r>
            <a:r>
              <a:rPr lang="es-ES" sz="1800" b="0" i="0" u="none" strike="noStrike" cap="none" dirty="0">
                <a:solidFill>
                  <a:schemeClr val="lt1"/>
                </a:solidFill>
                <a:latin typeface="Gotham Rounded Medium" panose="02000000000000000000" pitchFamily="50" charset="0"/>
                <a:ea typeface="Tahoma"/>
                <a:cs typeface="Tahoma"/>
                <a:sym typeface="Tahoma"/>
              </a:rPr>
              <a:t>es la palabra reservada que se usa para decirle a JavaScript que queremos crear una variable. Debemos utilizarla al principio de nuestra línea de código así JavaScript ya entiende qué es lo que queremos hacer</a:t>
            </a:r>
            <a:r>
              <a:rPr lang="es-ES" sz="1800" b="0" i="0" u="none" strike="noStrike" cap="none" dirty="0">
                <a:solidFill>
                  <a:schemeClr val="lt1"/>
                </a:solidFill>
                <a:latin typeface="Tahoma"/>
                <a:ea typeface="Tahoma"/>
                <a:cs typeface="Tahoma"/>
                <a:sym typeface="Tahoma"/>
              </a:rPr>
              <a:t>.</a:t>
            </a:r>
            <a:endParaRPr sz="1800" b="0" i="0" u="none" strike="noStrike" cap="none" dirty="0">
              <a:solidFill>
                <a:schemeClr val="lt1"/>
              </a:solidFill>
              <a:latin typeface="Tahoma"/>
              <a:ea typeface="Tahoma"/>
              <a:cs typeface="Tahoma"/>
              <a:sym typeface="Tahoma"/>
            </a:endParaRPr>
          </a:p>
        </p:txBody>
      </p:sp>
      <p:sp>
        <p:nvSpPr>
          <p:cNvPr id="2109" name="Google Shape;2109;p190"/>
          <p:cNvSpPr/>
          <p:nvPr/>
        </p:nvSpPr>
        <p:spPr>
          <a:xfrm>
            <a:off x="5348177" y="1403498"/>
            <a:ext cx="489097" cy="308344"/>
          </a:xfrm>
          <a:prstGeom prst="rect">
            <a:avLst/>
          </a:prstGeom>
          <a:noFill/>
          <a:ln w="19050" cap="flat" cmpd="sng">
            <a:solidFill>
              <a:srgbClr val="FFFF00"/>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Shape 2113"/>
        <p:cNvGrpSpPr/>
        <p:nvPr/>
      </p:nvGrpSpPr>
      <p:grpSpPr>
        <a:xfrm>
          <a:off x="0" y="0"/>
          <a:ext cx="0" cy="0"/>
          <a:chOff x="0" y="0"/>
          <a:chExt cx="0" cy="0"/>
        </a:xfrm>
      </p:grpSpPr>
      <p:pic>
        <p:nvPicPr>
          <p:cNvPr id="2114" name="Google Shape;2114;p191"/>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115" name="Google Shape;2115;p191"/>
          <p:cNvSpPr/>
          <p:nvPr/>
        </p:nvSpPr>
        <p:spPr>
          <a:xfrm>
            <a:off x="3108960" y="3615937"/>
            <a:ext cx="8949690" cy="2942245"/>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Luego de escribir </a:t>
            </a:r>
            <a:r>
              <a:rPr lang="es-ES" sz="2000" b="1" i="0" u="none" strike="noStrike" cap="none" dirty="0">
                <a:solidFill>
                  <a:schemeClr val="lt1"/>
                </a:solidFill>
                <a:latin typeface="Gotham Rounded Medium" panose="02000000000000000000" pitchFamily="50" charset="0"/>
                <a:ea typeface="Tahoma"/>
                <a:cs typeface="Tahoma"/>
                <a:sym typeface="Tahoma"/>
              </a:rPr>
              <a:t>“</a:t>
            </a:r>
            <a:r>
              <a:rPr lang="es-ES" sz="2000" b="1" i="0" u="none" strike="noStrike" cap="none" dirty="0" err="1">
                <a:solidFill>
                  <a:schemeClr val="lt1"/>
                </a:solidFill>
                <a:latin typeface="Gotham Rounded Medium" panose="02000000000000000000" pitchFamily="50" charset="0"/>
                <a:ea typeface="Tahoma"/>
                <a:cs typeface="Tahoma"/>
                <a:sym typeface="Tahoma"/>
              </a:rPr>
              <a:t>let</a:t>
            </a:r>
            <a:r>
              <a:rPr lang="es-ES" sz="2000" b="1" i="0" u="none" strike="noStrike" cap="none" dirty="0">
                <a:solidFill>
                  <a:schemeClr val="lt1"/>
                </a:solidFill>
                <a:latin typeface="Gotham Rounded Medium" panose="02000000000000000000" pitchFamily="50" charset="0"/>
                <a:ea typeface="Tahoma"/>
                <a:cs typeface="Tahoma"/>
                <a:sym typeface="Tahoma"/>
              </a:rPr>
              <a:t>” </a:t>
            </a:r>
            <a:r>
              <a:rPr lang="es-ES" sz="1800" b="0" i="0" u="none" strike="noStrike" cap="none" dirty="0">
                <a:solidFill>
                  <a:schemeClr val="lt1"/>
                </a:solidFill>
                <a:latin typeface="Gotham Rounded Medium" panose="02000000000000000000" pitchFamily="50" charset="0"/>
                <a:ea typeface="Tahoma"/>
                <a:cs typeface="Tahoma"/>
                <a:sym typeface="Tahoma"/>
              </a:rPr>
              <a:t>presionamos la “Barra espaciadora” y JavaScript nos va a pedir que le pongamos un nombre único por el cuál luego llamaremos e identificaremos a esta variable.</a:t>
            </a:r>
            <a:endParaRPr sz="1400" b="0" i="0" u="none" strike="noStrike" cap="none" dirty="0">
              <a:solidFill>
                <a:srgbClr val="000000"/>
              </a:solidFill>
              <a:latin typeface="Gotham Rounded Medium" panose="02000000000000000000" pitchFamily="50" charset="0"/>
              <a:sym typeface="Arial"/>
            </a:endParaRPr>
          </a:p>
          <a:p>
            <a:pPr marL="0" marR="0" lvl="0" indent="0" algn="l" rtl="0">
              <a:lnSpc>
                <a:spcPct val="150000"/>
              </a:lnSpc>
              <a:spcBef>
                <a:spcPts val="0"/>
              </a:spcBef>
              <a:spcAft>
                <a:spcPts val="0"/>
              </a:spcAft>
              <a:buClr>
                <a:srgbClr val="000000"/>
              </a:buClr>
              <a:buSzPts val="1800"/>
              <a:buFont typeface="Arial"/>
              <a:buNone/>
            </a:pPr>
            <a:endParaRPr sz="1800" b="0" i="0" u="none" strike="noStrike" cap="none" dirty="0">
              <a:solidFill>
                <a:schemeClr val="lt1"/>
              </a:solidFill>
              <a:latin typeface="Gotham Rounded Medium" panose="02000000000000000000" pitchFamily="50" charset="0"/>
              <a:ea typeface="Tahoma"/>
              <a:cs typeface="Tahoma"/>
              <a:sym typeface="Tahoma"/>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Es importante saber que hay ciertas restricciones a la hora de elegir nombres para nuestras variables, les contamos más en la siguiente diapositiva.</a:t>
            </a:r>
            <a:endParaRPr sz="1400" b="0" i="0" u="none" strike="noStrike" cap="none" dirty="0">
              <a:solidFill>
                <a:srgbClr val="000000"/>
              </a:solidFill>
              <a:latin typeface="Gotham Rounded Medium" panose="02000000000000000000" pitchFamily="50" charset="0"/>
              <a:sym typeface="Arial"/>
            </a:endParaRPr>
          </a:p>
        </p:txBody>
      </p:sp>
      <p:sp>
        <p:nvSpPr>
          <p:cNvPr id="2116" name="Google Shape;2116;p191"/>
          <p:cNvSpPr/>
          <p:nvPr/>
        </p:nvSpPr>
        <p:spPr>
          <a:xfrm>
            <a:off x="5826642" y="1424763"/>
            <a:ext cx="1977656" cy="340242"/>
          </a:xfrm>
          <a:prstGeom prst="rect">
            <a:avLst/>
          </a:prstGeom>
          <a:noFill/>
          <a:ln w="19050" cap="flat" cmpd="sng">
            <a:solidFill>
              <a:srgbClr val="FFFF00"/>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Shape 2120"/>
        <p:cNvGrpSpPr/>
        <p:nvPr/>
      </p:nvGrpSpPr>
      <p:grpSpPr>
        <a:xfrm>
          <a:off x="0" y="0"/>
          <a:ext cx="0" cy="0"/>
          <a:chOff x="0" y="0"/>
          <a:chExt cx="0" cy="0"/>
        </a:xfrm>
      </p:grpSpPr>
      <p:pic>
        <p:nvPicPr>
          <p:cNvPr id="2121" name="Google Shape;2121;p192"/>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122" name="Google Shape;2122;p192"/>
          <p:cNvSpPr/>
          <p:nvPr/>
        </p:nvSpPr>
        <p:spPr>
          <a:xfrm>
            <a:off x="914400" y="2813538"/>
            <a:ext cx="10696353" cy="3846568"/>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Los nombres de las variables pueden ser de un solo </a:t>
            </a:r>
            <a:r>
              <a:rPr lang="es-ES" sz="1800" b="0" i="0" u="none" strike="noStrike" cap="none" dirty="0" err="1">
                <a:solidFill>
                  <a:schemeClr val="lt1"/>
                </a:solidFill>
                <a:latin typeface="Gotham Rounded Medium" panose="02000000000000000000" pitchFamily="50" charset="0"/>
                <a:ea typeface="Tahoma"/>
                <a:cs typeface="Tahoma"/>
                <a:sym typeface="Tahoma"/>
              </a:rPr>
              <a:t>caracter</a:t>
            </a:r>
            <a:r>
              <a:rPr lang="es-ES" sz="1800" b="0" i="0" u="none" strike="noStrike" cap="none" dirty="0">
                <a:solidFill>
                  <a:schemeClr val="lt1"/>
                </a:solidFill>
                <a:latin typeface="Gotham Rounded Medium" panose="02000000000000000000" pitchFamily="50" charset="0"/>
                <a:ea typeface="Tahoma"/>
                <a:cs typeface="Tahoma"/>
                <a:sym typeface="Tahoma"/>
              </a:rPr>
              <a:t> o de muchos. Lo importante es que el primero debe ser siempre una letra</a:t>
            </a:r>
            <a:r>
              <a:rPr lang="es-ES" sz="1800" b="1" i="0" u="none" strike="noStrike" cap="none" dirty="0">
                <a:solidFill>
                  <a:schemeClr val="lt1"/>
                </a:solidFill>
                <a:latin typeface="Gotham Rounded Medium" panose="02000000000000000000" pitchFamily="50" charset="0"/>
                <a:ea typeface="Tahoma"/>
                <a:cs typeface="Tahoma"/>
                <a:sym typeface="Tahoma"/>
              </a:rPr>
              <a:t> mayúscula</a:t>
            </a:r>
            <a:r>
              <a:rPr lang="es-ES" sz="1800" b="0" i="0" u="none" strike="noStrike" cap="none" dirty="0">
                <a:solidFill>
                  <a:schemeClr val="lt1"/>
                </a:solidFill>
                <a:latin typeface="Gotham Rounded Medium" panose="02000000000000000000" pitchFamily="50" charset="0"/>
                <a:ea typeface="Tahoma"/>
                <a:cs typeface="Tahoma"/>
                <a:sym typeface="Tahoma"/>
              </a:rPr>
              <a:t>, </a:t>
            </a:r>
            <a:r>
              <a:rPr lang="es-ES" sz="1800" b="1" i="0" u="none" strike="noStrike" cap="none" dirty="0">
                <a:solidFill>
                  <a:schemeClr val="lt1"/>
                </a:solidFill>
                <a:latin typeface="Gotham Rounded Medium" panose="02000000000000000000" pitchFamily="50" charset="0"/>
                <a:ea typeface="Tahoma"/>
                <a:cs typeface="Tahoma"/>
                <a:sym typeface="Tahoma"/>
              </a:rPr>
              <a:t>minúscula</a:t>
            </a:r>
            <a:r>
              <a:rPr lang="es-ES" sz="1800" b="0" i="0" u="none" strike="noStrike" cap="none" dirty="0">
                <a:solidFill>
                  <a:schemeClr val="lt1"/>
                </a:solidFill>
                <a:latin typeface="Gotham Rounded Medium" panose="02000000000000000000" pitchFamily="50" charset="0"/>
                <a:ea typeface="Tahoma"/>
                <a:cs typeface="Tahoma"/>
                <a:sym typeface="Tahoma"/>
              </a:rPr>
              <a:t> (A, z), un </a:t>
            </a:r>
            <a:r>
              <a:rPr lang="es-ES" sz="1800" b="1" i="0" u="none" strike="noStrike" cap="none" dirty="0">
                <a:solidFill>
                  <a:schemeClr val="lt1"/>
                </a:solidFill>
                <a:latin typeface="Gotham Rounded Medium" panose="02000000000000000000" pitchFamily="50" charset="0"/>
                <a:ea typeface="Tahoma"/>
                <a:cs typeface="Tahoma"/>
                <a:sym typeface="Tahoma"/>
              </a:rPr>
              <a:t>guion bajo “_” </a:t>
            </a:r>
            <a:r>
              <a:rPr lang="es-ES" sz="1800" b="0" i="0" u="none" strike="noStrike" cap="none" dirty="0">
                <a:solidFill>
                  <a:schemeClr val="lt1"/>
                </a:solidFill>
                <a:latin typeface="Gotham Rounded Medium" panose="02000000000000000000" pitchFamily="50" charset="0"/>
                <a:ea typeface="Tahoma"/>
                <a:cs typeface="Tahoma"/>
                <a:sym typeface="Tahoma"/>
              </a:rPr>
              <a:t>o un </a:t>
            </a:r>
            <a:r>
              <a:rPr lang="es-ES" sz="1800" b="1" i="0" u="none" strike="noStrike" cap="none" dirty="0">
                <a:solidFill>
                  <a:schemeClr val="lt1"/>
                </a:solidFill>
                <a:latin typeface="Gotham Rounded Medium" panose="02000000000000000000" pitchFamily="50" charset="0"/>
                <a:ea typeface="Tahoma"/>
                <a:cs typeface="Tahoma"/>
                <a:sym typeface="Tahoma"/>
              </a:rPr>
              <a:t>símbolo de dinero “$”. </a:t>
            </a:r>
            <a:r>
              <a:rPr lang="es-ES" sz="1800" b="0" i="0" u="none" strike="noStrike" cap="none" dirty="0">
                <a:solidFill>
                  <a:schemeClr val="lt1"/>
                </a:solidFill>
                <a:latin typeface="Gotham Rounded Medium" panose="02000000000000000000" pitchFamily="50" charset="0"/>
                <a:ea typeface="Tahoma"/>
                <a:cs typeface="Tahoma"/>
                <a:sym typeface="Tahoma"/>
              </a:rPr>
              <a:t>Los siguientes sí pueden ser caracteres numéricos y combinarse con los ya mencionados (A, z, “_” y “$”). Los caracteres de uso matemático, como el +, -, % o * no se pueden utilizar en los nombres de las variables. Algunos ejemplos:</a:t>
            </a:r>
            <a:endParaRPr sz="1400" b="0" i="0" u="none" strike="noStrike" cap="none" dirty="0">
              <a:solidFill>
                <a:srgbClr val="000000"/>
              </a:solidFill>
              <a:latin typeface="Gotham Rounded Medium" panose="02000000000000000000" pitchFamily="50" charset="0"/>
              <a:sym typeface="Arial"/>
            </a:endParaRPr>
          </a:p>
          <a:p>
            <a:pPr marL="0" marR="0" lvl="0" indent="0" algn="l" rtl="0">
              <a:lnSpc>
                <a:spcPct val="150000"/>
              </a:lnSpc>
              <a:spcBef>
                <a:spcPts val="0"/>
              </a:spcBef>
              <a:spcAft>
                <a:spcPts val="0"/>
              </a:spcAft>
              <a:buClr>
                <a:srgbClr val="000000"/>
              </a:buClr>
              <a:buSzPts val="1800"/>
              <a:buFont typeface="Arial"/>
              <a:buNone/>
            </a:pPr>
            <a:endParaRPr sz="1800" b="0" i="1" u="sng" strike="noStrike" cap="none" dirty="0">
              <a:solidFill>
                <a:schemeClr val="lt1"/>
              </a:solidFill>
              <a:latin typeface="Gotham Rounded Medium" panose="02000000000000000000" pitchFamily="50" charset="0"/>
              <a:ea typeface="Tahoma"/>
              <a:cs typeface="Tahoma"/>
              <a:sym typeface="Tahoma"/>
            </a:endParaRPr>
          </a:p>
          <a:p>
            <a:pPr marL="0" marR="0" lvl="0" indent="0" algn="l" rtl="0">
              <a:lnSpc>
                <a:spcPct val="150000"/>
              </a:lnSpc>
              <a:spcBef>
                <a:spcPts val="0"/>
              </a:spcBef>
              <a:spcAft>
                <a:spcPts val="0"/>
              </a:spcAft>
              <a:buClr>
                <a:srgbClr val="000000"/>
              </a:buClr>
              <a:buSzPts val="1800"/>
              <a:buFont typeface="Arial"/>
              <a:buNone/>
            </a:pPr>
            <a:r>
              <a:rPr lang="es-ES" sz="1800" b="0" i="1" u="sng" strike="noStrike" cap="none" dirty="0">
                <a:solidFill>
                  <a:schemeClr val="lt1"/>
                </a:solidFill>
                <a:latin typeface="Gotham Rounded Medium" panose="02000000000000000000" pitchFamily="50" charset="0"/>
                <a:ea typeface="Tahoma"/>
                <a:cs typeface="Tahoma"/>
                <a:sym typeface="Tahoma"/>
              </a:rPr>
              <a:t>Correctos:</a:t>
            </a:r>
            <a:r>
              <a:rPr lang="es-ES" sz="1800" b="0" i="1" u="none" strike="noStrike" cap="none" dirty="0">
                <a:solidFill>
                  <a:schemeClr val="lt1"/>
                </a:solidFill>
                <a:latin typeface="Gotham Rounded Medium" panose="02000000000000000000" pitchFamily="50" charset="0"/>
                <a:ea typeface="Tahoma"/>
                <a:cs typeface="Tahoma"/>
                <a:sym typeface="Tahoma"/>
              </a:rPr>
              <a:t> color1, _color, $color, Color_1, a1, A1, $dato1, $Dato1</a:t>
            </a:r>
            <a:endParaRPr sz="1800" b="0" i="1" u="none" strike="noStrike" cap="none" dirty="0">
              <a:solidFill>
                <a:schemeClr val="lt1"/>
              </a:solidFill>
              <a:latin typeface="Gotham Rounded Medium" panose="02000000000000000000" pitchFamily="50" charset="0"/>
              <a:ea typeface="Tahoma"/>
              <a:cs typeface="Tahoma"/>
              <a:sym typeface="Tahoma"/>
            </a:endParaRPr>
          </a:p>
          <a:p>
            <a:pPr marL="0" marR="0" lvl="0" indent="0" algn="l" rtl="0">
              <a:lnSpc>
                <a:spcPct val="150000"/>
              </a:lnSpc>
              <a:spcBef>
                <a:spcPts val="0"/>
              </a:spcBef>
              <a:spcAft>
                <a:spcPts val="0"/>
              </a:spcAft>
              <a:buClr>
                <a:srgbClr val="000000"/>
              </a:buClr>
              <a:buSzPts val="1800"/>
              <a:buFont typeface="Arial"/>
              <a:buNone/>
            </a:pPr>
            <a:r>
              <a:rPr lang="es-ES" sz="1800" b="0" i="1" u="sng" strike="noStrike" cap="none" dirty="0">
                <a:solidFill>
                  <a:schemeClr val="lt1"/>
                </a:solidFill>
                <a:latin typeface="Gotham Rounded Medium" panose="02000000000000000000" pitchFamily="50" charset="0"/>
                <a:ea typeface="Tahoma"/>
                <a:cs typeface="Tahoma"/>
                <a:sym typeface="Tahoma"/>
              </a:rPr>
              <a:t>Incorrectos:</a:t>
            </a:r>
            <a:r>
              <a:rPr lang="es-ES" sz="1800" b="0" i="1" u="none" strike="noStrike" cap="none" dirty="0">
                <a:solidFill>
                  <a:schemeClr val="lt1"/>
                </a:solidFill>
                <a:latin typeface="Gotham Rounded Medium" panose="02000000000000000000" pitchFamily="50" charset="0"/>
                <a:ea typeface="Tahoma"/>
                <a:cs typeface="Tahoma"/>
                <a:sym typeface="Tahoma"/>
              </a:rPr>
              <a:t> %color, 1color, #color, color-1, 33dato, .nombre</a:t>
            </a:r>
            <a:endParaRPr sz="1800" b="0" i="1" u="none" strike="noStrike" cap="none" dirty="0">
              <a:solidFill>
                <a:schemeClr val="lt1"/>
              </a:solidFill>
              <a:latin typeface="Gotham Rounded Medium" panose="02000000000000000000" pitchFamily="50" charset="0"/>
              <a:ea typeface="Tahoma"/>
              <a:cs typeface="Tahoma"/>
              <a:sym typeface="Tahoma"/>
            </a:endParaRPr>
          </a:p>
        </p:txBody>
      </p:sp>
      <p:sp>
        <p:nvSpPr>
          <p:cNvPr id="2123" name="Google Shape;2123;p192"/>
          <p:cNvSpPr/>
          <p:nvPr/>
        </p:nvSpPr>
        <p:spPr>
          <a:xfrm>
            <a:off x="5794744" y="1414131"/>
            <a:ext cx="2020186" cy="340242"/>
          </a:xfrm>
          <a:prstGeom prst="rect">
            <a:avLst/>
          </a:prstGeom>
          <a:noFill/>
          <a:ln w="19050" cap="flat" cmpd="sng">
            <a:solidFill>
              <a:srgbClr val="FFFF00"/>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Shape 2128"/>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a:off x="0" y="1"/>
            <a:ext cx="12221582" cy="6858000"/>
          </a:xfrm>
          <a:prstGeom prst="rect">
            <a:avLst/>
          </a:prstGeom>
        </p:spPr>
      </p:pic>
      <p:sp>
        <p:nvSpPr>
          <p:cNvPr id="2130" name="Google Shape;2130;p193"/>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Medium" panose="02000000000000000000" pitchFamily="50" charset="0"/>
                <a:sym typeface="Arial"/>
              </a:rPr>
              <a:t>- ¿Son correctas las siguientes opciones? -</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Gotham Rounded Medium" panose="02000000000000000000" pitchFamily="50" charset="0"/>
                <a:sym typeface="Arial"/>
              </a:rPr>
              <a:t>Revisemos nombres</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1" i="0" u="none" strike="noStrike" cap="none" dirty="0">
                <a:solidFill>
                  <a:srgbClr val="872789"/>
                </a:solidFill>
                <a:latin typeface="Gotham Rounded Medium" panose="02000000000000000000" pitchFamily="50" charset="0"/>
                <a:sym typeface="Arial"/>
              </a:rPr>
              <a:t>de variables</a:t>
            </a:r>
            <a:endParaRPr sz="1400" b="0" i="0" u="none" strike="noStrike" cap="none" dirty="0">
              <a:solidFill>
                <a:srgbClr val="872789"/>
              </a:solidFill>
              <a:latin typeface="Gotham Rounded Medium" panose="02000000000000000000" pitchFamily="50" charset="0"/>
              <a:sym typeface="Arial"/>
            </a:endParaRPr>
          </a:p>
        </p:txBody>
      </p:sp>
    </p:spTree>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Shape 2136"/>
        <p:cNvGrpSpPr/>
        <p:nvPr/>
      </p:nvGrpSpPr>
      <p:grpSpPr>
        <a:xfrm>
          <a:off x="0" y="0"/>
          <a:ext cx="0" cy="0"/>
          <a:chOff x="0" y="0"/>
          <a:chExt cx="0" cy="0"/>
        </a:xfrm>
      </p:grpSpPr>
      <p:sp>
        <p:nvSpPr>
          <p:cNvPr id="11" name="Google Shape;2039;p15"/>
          <p:cNvSpPr/>
          <p:nvPr/>
        </p:nvSpPr>
        <p:spPr>
          <a:xfrm>
            <a:off x="13918" y="-4314"/>
            <a:ext cx="12189124" cy="6862313"/>
          </a:xfrm>
          <a:custGeom>
            <a:avLst/>
            <a:gdLst/>
            <a:ahLst/>
            <a:cxnLst/>
            <a:rect l="l" t="t" r="r" b="b"/>
            <a:pathLst>
              <a:path w="17348200" h="9753600" extrusionOk="0">
                <a:moveTo>
                  <a:pt x="17348200" y="0"/>
                </a:moveTo>
                <a:lnTo>
                  <a:pt x="0" y="0"/>
                </a:lnTo>
                <a:lnTo>
                  <a:pt x="0" y="9753600"/>
                </a:lnTo>
                <a:lnTo>
                  <a:pt x="17348200" y="9753600"/>
                </a:lnTo>
                <a:lnTo>
                  <a:pt x="17348200" y="0"/>
                </a:lnTo>
                <a:close/>
              </a:path>
            </a:pathLst>
          </a:custGeom>
          <a:solidFill>
            <a:srgbClr val="EEEEE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138" name="Google Shape;2138;p194"/>
          <p:cNvSpPr/>
          <p:nvPr/>
        </p:nvSpPr>
        <p:spPr>
          <a:xfrm>
            <a:off x="5208539" y="627076"/>
            <a:ext cx="5272360" cy="1299479"/>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4000" b="1" i="0" u="none" strike="noStrike" cap="none" dirty="0">
                <a:solidFill>
                  <a:srgbClr val="872789"/>
                </a:solidFill>
                <a:latin typeface="Gotham Rounded Medium" panose="02000000000000000000" pitchFamily="50" charset="0"/>
                <a:sym typeface="Arial"/>
              </a:rPr>
              <a:t>¿Este nombre de variable es válido?</a:t>
            </a:r>
            <a:endParaRPr sz="2400" b="0" i="0" u="none" strike="noStrike" cap="none" dirty="0">
              <a:solidFill>
                <a:srgbClr val="872789"/>
              </a:solidFill>
              <a:latin typeface="Gotham Rounded Medium" panose="02000000000000000000" pitchFamily="50" charset="0"/>
              <a:sym typeface="Arial"/>
            </a:endParaRPr>
          </a:p>
        </p:txBody>
      </p:sp>
      <p:pic>
        <p:nvPicPr>
          <p:cNvPr id="2139" name="Google Shape;2139;p194" descr="Help"/>
          <p:cNvPicPr preferRelativeResize="0"/>
          <p:nvPr/>
        </p:nvPicPr>
        <p:blipFill rotWithShape="1">
          <a:blip r:embed="rId3">
            <a:alphaModFix/>
            <a:duotone>
              <a:prstClr val="black"/>
              <a:schemeClr val="accent2">
                <a:tint val="45000"/>
                <a:satMod val="400000"/>
              </a:schemeClr>
            </a:duotone>
          </a:blip>
          <a:srcRect/>
          <a:stretch/>
        </p:blipFill>
        <p:spPr>
          <a:xfrm>
            <a:off x="730053" y="1926555"/>
            <a:ext cx="2814842" cy="2814842"/>
          </a:xfrm>
          <a:prstGeom prst="rect">
            <a:avLst/>
          </a:prstGeom>
          <a:noFill/>
          <a:ln>
            <a:noFill/>
          </a:ln>
        </p:spPr>
      </p:pic>
      <p:sp>
        <p:nvSpPr>
          <p:cNvPr id="2140" name="Google Shape;2140;p194"/>
          <p:cNvSpPr/>
          <p:nvPr/>
        </p:nvSpPr>
        <p:spPr>
          <a:xfrm>
            <a:off x="4940490" y="2128156"/>
            <a:ext cx="6493519" cy="2601687"/>
          </a:xfrm>
          <a:prstGeom prst="roundRect">
            <a:avLst>
              <a:gd name="adj" fmla="val 4602"/>
            </a:avLst>
          </a:prstGeom>
          <a:solidFill>
            <a:srgbClr val="1F232F"/>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141" name="Google Shape;2141;p194"/>
          <p:cNvGrpSpPr/>
          <p:nvPr/>
        </p:nvGrpSpPr>
        <p:grpSpPr>
          <a:xfrm>
            <a:off x="4940489" y="2128155"/>
            <a:ext cx="6493519" cy="413657"/>
            <a:chOff x="3383283" y="0"/>
            <a:chExt cx="5094515" cy="413657"/>
          </a:xfrm>
        </p:grpSpPr>
        <p:sp>
          <p:nvSpPr>
            <p:cNvPr id="2142" name="Google Shape;2142;p194"/>
            <p:cNvSpPr/>
            <p:nvPr/>
          </p:nvSpPr>
          <p:spPr>
            <a:xfrm>
              <a:off x="3383283" y="0"/>
              <a:ext cx="5094515"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43" name="Google Shape;2143;p194"/>
            <p:cNvSpPr txBox="1"/>
            <p:nvPr/>
          </p:nvSpPr>
          <p:spPr>
            <a:xfrm>
              <a:off x="3707566" y="42482"/>
              <a:ext cx="195424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variables.js</a:t>
              </a:r>
              <a:endParaRPr sz="1400" b="0" i="0" u="none" strike="noStrike" cap="none">
                <a:solidFill>
                  <a:schemeClr val="lt1"/>
                </a:solidFill>
                <a:latin typeface="Arial"/>
                <a:ea typeface="Arial"/>
                <a:cs typeface="Arial"/>
                <a:sym typeface="Arial"/>
              </a:endParaRPr>
            </a:p>
          </p:txBody>
        </p:sp>
        <p:cxnSp>
          <p:nvCxnSpPr>
            <p:cNvPr id="2144" name="Google Shape;2144;p194"/>
            <p:cNvCxnSpPr/>
            <p:nvPr/>
          </p:nvCxnSpPr>
          <p:spPr>
            <a:xfrm>
              <a:off x="3707567" y="403200"/>
              <a:ext cx="1954241" cy="10457"/>
            </a:xfrm>
            <a:prstGeom prst="straightConnector1">
              <a:avLst/>
            </a:prstGeom>
            <a:noFill/>
            <a:ln w="15875" cap="flat" cmpd="sng">
              <a:solidFill>
                <a:srgbClr val="F2CD84"/>
              </a:solidFill>
              <a:prstDash val="solid"/>
              <a:miter lim="800000"/>
              <a:headEnd type="none" w="sm" len="sm"/>
              <a:tailEnd type="none" w="sm" len="sm"/>
            </a:ln>
          </p:spPr>
        </p:cxnSp>
      </p:grpSp>
      <p:sp>
        <p:nvSpPr>
          <p:cNvPr id="2145" name="Google Shape;2145;p194"/>
          <p:cNvSpPr txBox="1"/>
          <p:nvPr/>
        </p:nvSpPr>
        <p:spPr>
          <a:xfrm>
            <a:off x="4940489" y="3056187"/>
            <a:ext cx="4716461" cy="861774"/>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3200"/>
              <a:buFont typeface="Arial"/>
              <a:buNone/>
            </a:pPr>
            <a:r>
              <a:rPr lang="es-ES" sz="3200" b="0" i="0" u="none" strike="noStrike" cap="none">
                <a:solidFill>
                  <a:schemeClr val="accent1"/>
                </a:solidFill>
                <a:latin typeface="Tahoma"/>
                <a:ea typeface="Tahoma"/>
                <a:cs typeface="Tahoma"/>
                <a:sym typeface="Tahoma"/>
              </a:rPr>
              <a:t>var  </a:t>
            </a:r>
            <a:r>
              <a:rPr lang="es-ES" sz="3200" b="0" i="0" u="none" strike="noStrike" cap="none">
                <a:solidFill>
                  <a:schemeClr val="lt1"/>
                </a:solidFill>
                <a:latin typeface="Tahoma"/>
                <a:ea typeface="Tahoma"/>
                <a:cs typeface="Tahoma"/>
                <a:sym typeface="Tahoma"/>
              </a:rPr>
              <a:t>$color_principal1</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ahoma"/>
              <a:ea typeface="Tahoma"/>
              <a:cs typeface="Tahoma"/>
              <a:sym typeface="Tahoma"/>
            </a:endParaRPr>
          </a:p>
        </p:txBody>
      </p:sp>
      <p:pic>
        <p:nvPicPr>
          <p:cNvPr id="12" name="Google Shape;2040;p15"/>
          <p:cNvPicPr preferRelativeResize="0"/>
          <p:nvPr/>
        </p:nvPicPr>
        <p:blipFill rotWithShape="1">
          <a:blip r:embed="rId4">
            <a:alphaModFix/>
          </a:blip>
          <a:srcRect/>
          <a:stretch/>
        </p:blipFill>
        <p:spPr>
          <a:xfrm>
            <a:off x="964654" y="0"/>
            <a:ext cx="689975" cy="1262743"/>
          </a:xfrm>
          <a:prstGeom prst="rect">
            <a:avLst/>
          </a:prstGeom>
          <a:noFill/>
          <a:ln>
            <a:noFill/>
          </a:ln>
        </p:spPr>
      </p:pic>
      <p:sp>
        <p:nvSpPr>
          <p:cNvPr id="15" name="Google Shape;2161;p15"/>
          <p:cNvSpPr/>
          <p:nvPr/>
        </p:nvSpPr>
        <p:spPr>
          <a:xfrm>
            <a:off x="0" y="5500381"/>
            <a:ext cx="730053" cy="1357619"/>
          </a:xfrm>
          <a:custGeom>
            <a:avLst/>
            <a:gdLst/>
            <a:ahLst/>
            <a:cxnLst/>
            <a:rect l="l" t="t" r="r" b="b"/>
            <a:pathLst>
              <a:path w="1708785" h="3416934" extrusionOk="0">
                <a:moveTo>
                  <a:pt x="0" y="0"/>
                </a:moveTo>
                <a:lnTo>
                  <a:pt x="0" y="1041120"/>
                </a:lnTo>
                <a:lnTo>
                  <a:pt x="47663" y="1042796"/>
                </a:lnTo>
                <a:lnTo>
                  <a:pt x="94420" y="1047748"/>
                </a:lnTo>
                <a:lnTo>
                  <a:pt x="140158" y="1055864"/>
                </a:lnTo>
                <a:lnTo>
                  <a:pt x="184765" y="1067030"/>
                </a:lnTo>
                <a:lnTo>
                  <a:pt x="228127" y="1081134"/>
                </a:lnTo>
                <a:lnTo>
                  <a:pt x="270131" y="1098063"/>
                </a:lnTo>
                <a:lnTo>
                  <a:pt x="310666" y="1117703"/>
                </a:lnTo>
                <a:lnTo>
                  <a:pt x="349618" y="1139942"/>
                </a:lnTo>
                <a:lnTo>
                  <a:pt x="386874" y="1164666"/>
                </a:lnTo>
                <a:lnTo>
                  <a:pt x="422321" y="1191763"/>
                </a:lnTo>
                <a:lnTo>
                  <a:pt x="455848" y="1221121"/>
                </a:lnTo>
                <a:lnTo>
                  <a:pt x="487340" y="1252624"/>
                </a:lnTo>
                <a:lnTo>
                  <a:pt x="516686" y="1286162"/>
                </a:lnTo>
                <a:lnTo>
                  <a:pt x="543772" y="1321621"/>
                </a:lnTo>
                <a:lnTo>
                  <a:pt x="568486" y="1358888"/>
                </a:lnTo>
                <a:lnTo>
                  <a:pt x="590714" y="1397850"/>
                </a:lnTo>
                <a:lnTo>
                  <a:pt x="610345" y="1438394"/>
                </a:lnTo>
                <a:lnTo>
                  <a:pt x="627265" y="1480407"/>
                </a:lnTo>
                <a:lnTo>
                  <a:pt x="641362" y="1523776"/>
                </a:lnTo>
                <a:lnTo>
                  <a:pt x="652522" y="1568389"/>
                </a:lnTo>
                <a:lnTo>
                  <a:pt x="660633" y="1614132"/>
                </a:lnTo>
                <a:lnTo>
                  <a:pt x="665583" y="1660892"/>
                </a:lnTo>
                <a:lnTo>
                  <a:pt x="667258" y="1708556"/>
                </a:lnTo>
                <a:lnTo>
                  <a:pt x="665583" y="1756198"/>
                </a:lnTo>
                <a:lnTo>
                  <a:pt x="660633" y="1802938"/>
                </a:lnTo>
                <a:lnTo>
                  <a:pt x="652522" y="1848662"/>
                </a:lnTo>
                <a:lnTo>
                  <a:pt x="641362" y="1893257"/>
                </a:lnTo>
                <a:lnTo>
                  <a:pt x="627265" y="1936611"/>
                </a:lnTo>
                <a:lnTo>
                  <a:pt x="610345" y="1978610"/>
                </a:lnTo>
                <a:lnTo>
                  <a:pt x="590714" y="2019141"/>
                </a:lnTo>
                <a:lnTo>
                  <a:pt x="568486" y="2058092"/>
                </a:lnTo>
                <a:lnTo>
                  <a:pt x="543772" y="2095349"/>
                </a:lnTo>
                <a:lnTo>
                  <a:pt x="516686" y="2130799"/>
                </a:lnTo>
                <a:lnTo>
                  <a:pt x="487340" y="2164329"/>
                </a:lnTo>
                <a:lnTo>
                  <a:pt x="455848" y="2195826"/>
                </a:lnTo>
                <a:lnTo>
                  <a:pt x="422321" y="2225178"/>
                </a:lnTo>
                <a:lnTo>
                  <a:pt x="386874" y="2252270"/>
                </a:lnTo>
                <a:lnTo>
                  <a:pt x="349618" y="2276991"/>
                </a:lnTo>
                <a:lnTo>
                  <a:pt x="310666" y="2299226"/>
                </a:lnTo>
                <a:lnTo>
                  <a:pt x="270131" y="2318864"/>
                </a:lnTo>
                <a:lnTo>
                  <a:pt x="228127" y="2335790"/>
                </a:lnTo>
                <a:lnTo>
                  <a:pt x="184765" y="2349893"/>
                </a:lnTo>
                <a:lnTo>
                  <a:pt x="140158" y="2361058"/>
                </a:lnTo>
                <a:lnTo>
                  <a:pt x="94420" y="2369173"/>
                </a:lnTo>
                <a:lnTo>
                  <a:pt x="47663" y="2374125"/>
                </a:lnTo>
                <a:lnTo>
                  <a:pt x="0" y="2375801"/>
                </a:lnTo>
                <a:lnTo>
                  <a:pt x="0" y="3416935"/>
                </a:lnTo>
                <a:lnTo>
                  <a:pt x="48647" y="3416255"/>
                </a:lnTo>
                <a:lnTo>
                  <a:pt x="96958" y="3414230"/>
                </a:lnTo>
                <a:lnTo>
                  <a:pt x="144914" y="3410877"/>
                </a:lnTo>
                <a:lnTo>
                  <a:pt x="192496" y="3406213"/>
                </a:lnTo>
                <a:lnTo>
                  <a:pt x="239688" y="3400257"/>
                </a:lnTo>
                <a:lnTo>
                  <a:pt x="286471" y="3393027"/>
                </a:lnTo>
                <a:lnTo>
                  <a:pt x="332827" y="3384541"/>
                </a:lnTo>
                <a:lnTo>
                  <a:pt x="378738" y="3374817"/>
                </a:lnTo>
                <a:lnTo>
                  <a:pt x="424186" y="3363873"/>
                </a:lnTo>
                <a:lnTo>
                  <a:pt x="469153" y="3351727"/>
                </a:lnTo>
                <a:lnTo>
                  <a:pt x="513620" y="3338397"/>
                </a:lnTo>
                <a:lnTo>
                  <a:pt x="557571" y="3323902"/>
                </a:lnTo>
                <a:lnTo>
                  <a:pt x="600986" y="3308258"/>
                </a:lnTo>
                <a:lnTo>
                  <a:pt x="643848" y="3291484"/>
                </a:lnTo>
                <a:lnTo>
                  <a:pt x="686139" y="3273599"/>
                </a:lnTo>
                <a:lnTo>
                  <a:pt x="727841" y="3254620"/>
                </a:lnTo>
                <a:lnTo>
                  <a:pt x="768936" y="3234565"/>
                </a:lnTo>
                <a:lnTo>
                  <a:pt x="809405" y="3213452"/>
                </a:lnTo>
                <a:lnTo>
                  <a:pt x="849231" y="3191299"/>
                </a:lnTo>
                <a:lnTo>
                  <a:pt x="888395" y="3168125"/>
                </a:lnTo>
                <a:lnTo>
                  <a:pt x="926881" y="3143947"/>
                </a:lnTo>
                <a:lnTo>
                  <a:pt x="964669" y="3118784"/>
                </a:lnTo>
                <a:lnTo>
                  <a:pt x="1001741" y="3092653"/>
                </a:lnTo>
                <a:lnTo>
                  <a:pt x="1038080" y="3065572"/>
                </a:lnTo>
                <a:lnTo>
                  <a:pt x="1073668" y="3037560"/>
                </a:lnTo>
                <a:lnTo>
                  <a:pt x="1108486" y="3008634"/>
                </a:lnTo>
                <a:lnTo>
                  <a:pt x="1142517" y="2978813"/>
                </a:lnTo>
                <a:lnTo>
                  <a:pt x="1175742" y="2948114"/>
                </a:lnTo>
                <a:lnTo>
                  <a:pt x="1208144" y="2916556"/>
                </a:lnTo>
                <a:lnTo>
                  <a:pt x="1239704" y="2884157"/>
                </a:lnTo>
                <a:lnTo>
                  <a:pt x="1270405" y="2850934"/>
                </a:lnTo>
                <a:lnTo>
                  <a:pt x="1300228" y="2816905"/>
                </a:lnTo>
                <a:lnTo>
                  <a:pt x="1329155" y="2782090"/>
                </a:lnTo>
                <a:lnTo>
                  <a:pt x="1357169" y="2746505"/>
                </a:lnTo>
                <a:lnTo>
                  <a:pt x="1384251" y="2710169"/>
                </a:lnTo>
                <a:lnTo>
                  <a:pt x="1410384" y="2673099"/>
                </a:lnTo>
                <a:lnTo>
                  <a:pt x="1435548" y="2635315"/>
                </a:lnTo>
                <a:lnTo>
                  <a:pt x="1459727" y="2596833"/>
                </a:lnTo>
                <a:lnTo>
                  <a:pt x="1482902" y="2557672"/>
                </a:lnTo>
                <a:lnTo>
                  <a:pt x="1505056" y="2517850"/>
                </a:lnTo>
                <a:lnTo>
                  <a:pt x="1526169" y="2477385"/>
                </a:lnTo>
                <a:lnTo>
                  <a:pt x="1546225" y="2436295"/>
                </a:lnTo>
                <a:lnTo>
                  <a:pt x="1565205" y="2394598"/>
                </a:lnTo>
                <a:lnTo>
                  <a:pt x="1583091" y="2352312"/>
                </a:lnTo>
                <a:lnTo>
                  <a:pt x="1599865" y="2309455"/>
                </a:lnTo>
                <a:lnTo>
                  <a:pt x="1615509" y="2266044"/>
                </a:lnTo>
                <a:lnTo>
                  <a:pt x="1630005" y="2222099"/>
                </a:lnTo>
                <a:lnTo>
                  <a:pt x="1643335" y="2177638"/>
                </a:lnTo>
                <a:lnTo>
                  <a:pt x="1655481" y="2132677"/>
                </a:lnTo>
                <a:lnTo>
                  <a:pt x="1666426" y="2087235"/>
                </a:lnTo>
                <a:lnTo>
                  <a:pt x="1676150" y="2041331"/>
                </a:lnTo>
                <a:lnTo>
                  <a:pt x="1684636" y="1994982"/>
                </a:lnTo>
                <a:lnTo>
                  <a:pt x="1691866" y="1948206"/>
                </a:lnTo>
                <a:lnTo>
                  <a:pt x="1697822" y="1901021"/>
                </a:lnTo>
                <a:lnTo>
                  <a:pt x="1702485" y="1853446"/>
                </a:lnTo>
                <a:lnTo>
                  <a:pt x="1705839" y="1805498"/>
                </a:lnTo>
                <a:lnTo>
                  <a:pt x="1707864" y="1757195"/>
                </a:lnTo>
                <a:lnTo>
                  <a:pt x="1708543" y="1708556"/>
                </a:lnTo>
                <a:lnTo>
                  <a:pt x="1707864" y="1659908"/>
                </a:lnTo>
                <a:lnTo>
                  <a:pt x="1705839" y="1611596"/>
                </a:lnTo>
                <a:lnTo>
                  <a:pt x="1702485" y="1563640"/>
                </a:lnTo>
                <a:lnTo>
                  <a:pt x="1697822" y="1516056"/>
                </a:lnTo>
                <a:lnTo>
                  <a:pt x="1691866" y="1468864"/>
                </a:lnTo>
                <a:lnTo>
                  <a:pt x="1684636" y="1422081"/>
                </a:lnTo>
                <a:lnTo>
                  <a:pt x="1676150" y="1375724"/>
                </a:lnTo>
                <a:lnTo>
                  <a:pt x="1666426" y="1329813"/>
                </a:lnTo>
                <a:lnTo>
                  <a:pt x="1655481" y="1284364"/>
                </a:lnTo>
                <a:lnTo>
                  <a:pt x="1643335" y="1239397"/>
                </a:lnTo>
                <a:lnTo>
                  <a:pt x="1630005" y="1194929"/>
                </a:lnTo>
                <a:lnTo>
                  <a:pt x="1615509" y="1150978"/>
                </a:lnTo>
                <a:lnTo>
                  <a:pt x="1599865" y="1107562"/>
                </a:lnTo>
                <a:lnTo>
                  <a:pt x="1583091" y="1064700"/>
                </a:lnTo>
                <a:lnTo>
                  <a:pt x="1565205" y="1022409"/>
                </a:lnTo>
                <a:lnTo>
                  <a:pt x="1546225" y="980706"/>
                </a:lnTo>
                <a:lnTo>
                  <a:pt x="1526169" y="939612"/>
                </a:lnTo>
                <a:lnTo>
                  <a:pt x="1505056" y="899142"/>
                </a:lnTo>
                <a:lnTo>
                  <a:pt x="1482902" y="859316"/>
                </a:lnTo>
                <a:lnTo>
                  <a:pt x="1459727" y="820151"/>
                </a:lnTo>
                <a:lnTo>
                  <a:pt x="1435548" y="781665"/>
                </a:lnTo>
                <a:lnTo>
                  <a:pt x="1410384" y="743877"/>
                </a:lnTo>
                <a:lnTo>
                  <a:pt x="1384251" y="706804"/>
                </a:lnTo>
                <a:lnTo>
                  <a:pt x="1357169" y="670465"/>
                </a:lnTo>
                <a:lnTo>
                  <a:pt x="1329155" y="634877"/>
                </a:lnTo>
                <a:lnTo>
                  <a:pt x="1300228" y="600058"/>
                </a:lnTo>
                <a:lnTo>
                  <a:pt x="1270405" y="566027"/>
                </a:lnTo>
                <a:lnTo>
                  <a:pt x="1239704" y="532802"/>
                </a:lnTo>
                <a:lnTo>
                  <a:pt x="1208144" y="500400"/>
                </a:lnTo>
                <a:lnTo>
                  <a:pt x="1175742" y="468840"/>
                </a:lnTo>
                <a:lnTo>
                  <a:pt x="1142517" y="438139"/>
                </a:lnTo>
                <a:lnTo>
                  <a:pt x="1108486" y="408316"/>
                </a:lnTo>
                <a:lnTo>
                  <a:pt x="1073668" y="379388"/>
                </a:lnTo>
                <a:lnTo>
                  <a:pt x="1038080" y="351375"/>
                </a:lnTo>
                <a:lnTo>
                  <a:pt x="1001741" y="324292"/>
                </a:lnTo>
                <a:lnTo>
                  <a:pt x="964669" y="298160"/>
                </a:lnTo>
                <a:lnTo>
                  <a:pt x="926881" y="272995"/>
                </a:lnTo>
                <a:lnTo>
                  <a:pt x="888395" y="248816"/>
                </a:lnTo>
                <a:lnTo>
                  <a:pt x="849231" y="225641"/>
                </a:lnTo>
                <a:lnTo>
                  <a:pt x="809405" y="203487"/>
                </a:lnTo>
                <a:lnTo>
                  <a:pt x="768936" y="182374"/>
                </a:lnTo>
                <a:lnTo>
                  <a:pt x="727841" y="162318"/>
                </a:lnTo>
                <a:lnTo>
                  <a:pt x="686139" y="143338"/>
                </a:lnTo>
                <a:lnTo>
                  <a:pt x="643848" y="125452"/>
                </a:lnTo>
                <a:lnTo>
                  <a:pt x="600986" y="108678"/>
                </a:lnTo>
                <a:lnTo>
                  <a:pt x="557571" y="93034"/>
                </a:lnTo>
                <a:lnTo>
                  <a:pt x="513620" y="78538"/>
                </a:lnTo>
                <a:lnTo>
                  <a:pt x="469153" y="65208"/>
                </a:lnTo>
                <a:lnTo>
                  <a:pt x="424186" y="53061"/>
                </a:lnTo>
                <a:lnTo>
                  <a:pt x="378738" y="42117"/>
                </a:lnTo>
                <a:lnTo>
                  <a:pt x="332827" y="32393"/>
                </a:lnTo>
                <a:lnTo>
                  <a:pt x="286471" y="23907"/>
                </a:lnTo>
                <a:lnTo>
                  <a:pt x="239688" y="16677"/>
                </a:lnTo>
                <a:lnTo>
                  <a:pt x="192496" y="10721"/>
                </a:lnTo>
                <a:lnTo>
                  <a:pt x="144914" y="6057"/>
                </a:lnTo>
                <a:lnTo>
                  <a:pt x="96958" y="2704"/>
                </a:lnTo>
                <a:lnTo>
                  <a:pt x="48647" y="679"/>
                </a:lnTo>
                <a:lnTo>
                  <a:pt x="0" y="0"/>
                </a:lnTo>
                <a:close/>
              </a:path>
            </a:pathLst>
          </a:custGeom>
          <a:solidFill>
            <a:srgbClr val="FFFFFF">
              <a:alpha val="69803"/>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6" name="Google Shape;2041;p15"/>
          <p:cNvSpPr/>
          <p:nvPr/>
        </p:nvSpPr>
        <p:spPr>
          <a:xfrm>
            <a:off x="11603291" y="5500381"/>
            <a:ext cx="588709" cy="1362307"/>
          </a:xfrm>
          <a:custGeom>
            <a:avLst/>
            <a:gdLst/>
            <a:ahLst/>
            <a:cxnLst/>
            <a:rect l="l" t="t" r="r" b="b"/>
            <a:pathLst>
              <a:path w="827405" h="2684779" extrusionOk="0">
                <a:moveTo>
                  <a:pt x="0" y="0"/>
                </a:moveTo>
                <a:lnTo>
                  <a:pt x="12" y="818032"/>
                </a:lnTo>
                <a:lnTo>
                  <a:pt x="47741" y="820175"/>
                </a:lnTo>
                <a:lnTo>
                  <a:pt x="94267" y="826481"/>
                </a:lnTo>
                <a:lnTo>
                  <a:pt x="139405" y="836764"/>
                </a:lnTo>
                <a:lnTo>
                  <a:pt x="182971" y="850840"/>
                </a:lnTo>
                <a:lnTo>
                  <a:pt x="224780" y="868523"/>
                </a:lnTo>
                <a:lnTo>
                  <a:pt x="264646" y="889629"/>
                </a:lnTo>
                <a:lnTo>
                  <a:pt x="302386" y="913971"/>
                </a:lnTo>
                <a:lnTo>
                  <a:pt x="337813" y="941366"/>
                </a:lnTo>
                <a:lnTo>
                  <a:pt x="370744" y="971627"/>
                </a:lnTo>
                <a:lnTo>
                  <a:pt x="400994" y="1004570"/>
                </a:lnTo>
                <a:lnTo>
                  <a:pt x="428376" y="1040010"/>
                </a:lnTo>
                <a:lnTo>
                  <a:pt x="452708" y="1077761"/>
                </a:lnTo>
                <a:lnTo>
                  <a:pt x="473803" y="1117638"/>
                </a:lnTo>
                <a:lnTo>
                  <a:pt x="491478" y="1159457"/>
                </a:lnTo>
                <a:lnTo>
                  <a:pt x="505546" y="1203032"/>
                </a:lnTo>
                <a:lnTo>
                  <a:pt x="515824" y="1248177"/>
                </a:lnTo>
                <a:lnTo>
                  <a:pt x="522126" y="1294708"/>
                </a:lnTo>
                <a:lnTo>
                  <a:pt x="524268" y="1342440"/>
                </a:lnTo>
                <a:lnTo>
                  <a:pt x="522126" y="1390150"/>
                </a:lnTo>
                <a:lnTo>
                  <a:pt x="515824" y="1436662"/>
                </a:lnTo>
                <a:lnTo>
                  <a:pt x="505546" y="1481790"/>
                </a:lnTo>
                <a:lnTo>
                  <a:pt x="491478" y="1525350"/>
                </a:lnTo>
                <a:lnTo>
                  <a:pt x="473803" y="1567155"/>
                </a:lnTo>
                <a:lnTo>
                  <a:pt x="452708" y="1607021"/>
                </a:lnTo>
                <a:lnTo>
                  <a:pt x="428376" y="1644763"/>
                </a:lnTo>
                <a:lnTo>
                  <a:pt x="400994" y="1680195"/>
                </a:lnTo>
                <a:lnTo>
                  <a:pt x="370744" y="1713131"/>
                </a:lnTo>
                <a:lnTo>
                  <a:pt x="337813" y="1743387"/>
                </a:lnTo>
                <a:lnTo>
                  <a:pt x="302386" y="1770778"/>
                </a:lnTo>
                <a:lnTo>
                  <a:pt x="264646" y="1795117"/>
                </a:lnTo>
                <a:lnTo>
                  <a:pt x="224780" y="1816221"/>
                </a:lnTo>
                <a:lnTo>
                  <a:pt x="182971" y="1833902"/>
                </a:lnTo>
                <a:lnTo>
                  <a:pt x="139405" y="1847977"/>
                </a:lnTo>
                <a:lnTo>
                  <a:pt x="94267" y="1858260"/>
                </a:lnTo>
                <a:lnTo>
                  <a:pt x="47741" y="1864566"/>
                </a:lnTo>
                <a:lnTo>
                  <a:pt x="12" y="1866709"/>
                </a:lnTo>
                <a:lnTo>
                  <a:pt x="12" y="2684729"/>
                </a:lnTo>
                <a:lnTo>
                  <a:pt x="48164" y="2683881"/>
                </a:lnTo>
                <a:lnTo>
                  <a:pt x="95889" y="2681358"/>
                </a:lnTo>
                <a:lnTo>
                  <a:pt x="143159" y="2677188"/>
                </a:lnTo>
                <a:lnTo>
                  <a:pt x="189945" y="2671399"/>
                </a:lnTo>
                <a:lnTo>
                  <a:pt x="236219" y="2664019"/>
                </a:lnTo>
                <a:lnTo>
                  <a:pt x="281954" y="2655077"/>
                </a:lnTo>
                <a:lnTo>
                  <a:pt x="327119" y="2644602"/>
                </a:lnTo>
                <a:lnTo>
                  <a:pt x="371688" y="2632621"/>
                </a:lnTo>
                <a:lnTo>
                  <a:pt x="415631" y="2619163"/>
                </a:lnTo>
                <a:lnTo>
                  <a:pt x="458920" y="2604257"/>
                </a:lnTo>
                <a:lnTo>
                  <a:pt x="501528" y="2587930"/>
                </a:lnTo>
                <a:lnTo>
                  <a:pt x="543424" y="2570212"/>
                </a:lnTo>
                <a:lnTo>
                  <a:pt x="584582" y="2551130"/>
                </a:lnTo>
                <a:lnTo>
                  <a:pt x="624972" y="2530714"/>
                </a:lnTo>
                <a:lnTo>
                  <a:pt x="664567" y="2508990"/>
                </a:lnTo>
                <a:lnTo>
                  <a:pt x="703337" y="2485989"/>
                </a:lnTo>
                <a:lnTo>
                  <a:pt x="741255" y="2461738"/>
                </a:lnTo>
                <a:lnTo>
                  <a:pt x="778292" y="2436266"/>
                </a:lnTo>
                <a:lnTo>
                  <a:pt x="814420" y="2409600"/>
                </a:lnTo>
                <a:lnTo>
                  <a:pt x="827328" y="2399392"/>
                </a:lnTo>
                <a:lnTo>
                  <a:pt x="827328" y="285353"/>
                </a:lnTo>
                <a:lnTo>
                  <a:pt x="778286" y="248472"/>
                </a:lnTo>
                <a:lnTo>
                  <a:pt x="741249" y="222998"/>
                </a:lnTo>
                <a:lnTo>
                  <a:pt x="703331" y="198746"/>
                </a:lnTo>
                <a:lnTo>
                  <a:pt x="664560" y="175743"/>
                </a:lnTo>
                <a:lnTo>
                  <a:pt x="624965" y="154019"/>
                </a:lnTo>
                <a:lnTo>
                  <a:pt x="584575" y="133601"/>
                </a:lnTo>
                <a:lnTo>
                  <a:pt x="543417" y="114519"/>
                </a:lnTo>
                <a:lnTo>
                  <a:pt x="501520" y="96800"/>
                </a:lnTo>
                <a:lnTo>
                  <a:pt x="458913" y="80473"/>
                </a:lnTo>
                <a:lnTo>
                  <a:pt x="415623" y="65566"/>
                </a:lnTo>
                <a:lnTo>
                  <a:pt x="371680" y="52108"/>
                </a:lnTo>
                <a:lnTo>
                  <a:pt x="327111" y="40127"/>
                </a:lnTo>
                <a:lnTo>
                  <a:pt x="281945" y="29651"/>
                </a:lnTo>
                <a:lnTo>
                  <a:pt x="236210" y="20709"/>
                </a:lnTo>
                <a:lnTo>
                  <a:pt x="189935" y="13329"/>
                </a:lnTo>
                <a:lnTo>
                  <a:pt x="143148" y="7540"/>
                </a:lnTo>
                <a:lnTo>
                  <a:pt x="95878" y="3370"/>
                </a:lnTo>
                <a:lnTo>
                  <a:pt x="48152" y="847"/>
                </a:lnTo>
                <a:lnTo>
                  <a:pt x="0" y="0"/>
                </a:lnTo>
                <a:close/>
              </a:path>
            </a:pathLst>
          </a:custGeom>
          <a:solidFill>
            <a:srgbClr val="EA9F3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Tree>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Shape 2136"/>
        <p:cNvGrpSpPr/>
        <p:nvPr/>
      </p:nvGrpSpPr>
      <p:grpSpPr>
        <a:xfrm>
          <a:off x="0" y="0"/>
          <a:ext cx="0" cy="0"/>
          <a:chOff x="0" y="0"/>
          <a:chExt cx="0" cy="0"/>
        </a:xfrm>
      </p:grpSpPr>
      <p:sp>
        <p:nvSpPr>
          <p:cNvPr id="11" name="Google Shape;2039;p15"/>
          <p:cNvSpPr/>
          <p:nvPr/>
        </p:nvSpPr>
        <p:spPr>
          <a:xfrm>
            <a:off x="13918" y="-4314"/>
            <a:ext cx="12189124" cy="6862313"/>
          </a:xfrm>
          <a:custGeom>
            <a:avLst/>
            <a:gdLst/>
            <a:ahLst/>
            <a:cxnLst/>
            <a:rect l="l" t="t" r="r" b="b"/>
            <a:pathLst>
              <a:path w="17348200" h="9753600" extrusionOk="0">
                <a:moveTo>
                  <a:pt x="17348200" y="0"/>
                </a:moveTo>
                <a:lnTo>
                  <a:pt x="0" y="0"/>
                </a:lnTo>
                <a:lnTo>
                  <a:pt x="0" y="9753600"/>
                </a:lnTo>
                <a:lnTo>
                  <a:pt x="17348200" y="9753600"/>
                </a:lnTo>
                <a:lnTo>
                  <a:pt x="17348200" y="0"/>
                </a:lnTo>
                <a:close/>
              </a:path>
            </a:pathLst>
          </a:custGeom>
          <a:solidFill>
            <a:srgbClr val="EEEEE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138" name="Google Shape;2138;p194"/>
          <p:cNvSpPr/>
          <p:nvPr/>
        </p:nvSpPr>
        <p:spPr>
          <a:xfrm>
            <a:off x="5208539" y="627076"/>
            <a:ext cx="5272360" cy="1299479"/>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4000" b="1" i="0" u="none" strike="noStrike" cap="none" dirty="0">
                <a:solidFill>
                  <a:srgbClr val="872789"/>
                </a:solidFill>
                <a:latin typeface="Gotham Rounded Medium" panose="02000000000000000000" pitchFamily="50" charset="0"/>
                <a:sym typeface="Arial"/>
              </a:rPr>
              <a:t>¿Este nombre de variable es válido?</a:t>
            </a:r>
            <a:endParaRPr sz="2400" b="0" i="0" u="none" strike="noStrike" cap="none" dirty="0">
              <a:solidFill>
                <a:srgbClr val="872789"/>
              </a:solidFill>
              <a:latin typeface="Gotham Rounded Medium" panose="02000000000000000000" pitchFamily="50" charset="0"/>
              <a:sym typeface="Arial"/>
            </a:endParaRPr>
          </a:p>
        </p:txBody>
      </p:sp>
      <p:sp>
        <p:nvSpPr>
          <p:cNvPr id="2140" name="Google Shape;2140;p194"/>
          <p:cNvSpPr/>
          <p:nvPr/>
        </p:nvSpPr>
        <p:spPr>
          <a:xfrm>
            <a:off x="4940490" y="2128156"/>
            <a:ext cx="6493519" cy="2601687"/>
          </a:xfrm>
          <a:prstGeom prst="roundRect">
            <a:avLst>
              <a:gd name="adj" fmla="val 4602"/>
            </a:avLst>
          </a:prstGeom>
          <a:solidFill>
            <a:srgbClr val="1F232F"/>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141" name="Google Shape;2141;p194"/>
          <p:cNvGrpSpPr/>
          <p:nvPr/>
        </p:nvGrpSpPr>
        <p:grpSpPr>
          <a:xfrm>
            <a:off x="4940489" y="2128155"/>
            <a:ext cx="6493519" cy="413657"/>
            <a:chOff x="3383283" y="0"/>
            <a:chExt cx="5094515" cy="413657"/>
          </a:xfrm>
        </p:grpSpPr>
        <p:sp>
          <p:nvSpPr>
            <p:cNvPr id="2142" name="Google Shape;2142;p194"/>
            <p:cNvSpPr/>
            <p:nvPr/>
          </p:nvSpPr>
          <p:spPr>
            <a:xfrm>
              <a:off x="3383283" y="0"/>
              <a:ext cx="5094515"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43" name="Google Shape;2143;p194"/>
            <p:cNvSpPr txBox="1"/>
            <p:nvPr/>
          </p:nvSpPr>
          <p:spPr>
            <a:xfrm>
              <a:off x="3707566" y="42482"/>
              <a:ext cx="195424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variables.js</a:t>
              </a:r>
              <a:endParaRPr sz="1400" b="0" i="0" u="none" strike="noStrike" cap="none">
                <a:solidFill>
                  <a:schemeClr val="lt1"/>
                </a:solidFill>
                <a:latin typeface="Arial"/>
                <a:ea typeface="Arial"/>
                <a:cs typeface="Arial"/>
                <a:sym typeface="Arial"/>
              </a:endParaRPr>
            </a:p>
          </p:txBody>
        </p:sp>
        <p:cxnSp>
          <p:nvCxnSpPr>
            <p:cNvPr id="2144" name="Google Shape;2144;p194"/>
            <p:cNvCxnSpPr/>
            <p:nvPr/>
          </p:nvCxnSpPr>
          <p:spPr>
            <a:xfrm>
              <a:off x="3707567" y="403200"/>
              <a:ext cx="1954241" cy="10457"/>
            </a:xfrm>
            <a:prstGeom prst="straightConnector1">
              <a:avLst/>
            </a:prstGeom>
            <a:noFill/>
            <a:ln w="15875" cap="flat" cmpd="sng">
              <a:solidFill>
                <a:srgbClr val="F2CD84"/>
              </a:solidFill>
              <a:prstDash val="solid"/>
              <a:miter lim="800000"/>
              <a:headEnd type="none" w="sm" len="sm"/>
              <a:tailEnd type="none" w="sm" len="sm"/>
            </a:ln>
          </p:spPr>
        </p:cxnSp>
      </p:grpSp>
      <p:sp>
        <p:nvSpPr>
          <p:cNvPr id="2145" name="Google Shape;2145;p194"/>
          <p:cNvSpPr txBox="1"/>
          <p:nvPr/>
        </p:nvSpPr>
        <p:spPr>
          <a:xfrm>
            <a:off x="4940489" y="3056187"/>
            <a:ext cx="4716461" cy="861774"/>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3200"/>
              <a:buFont typeface="Arial"/>
              <a:buNone/>
            </a:pPr>
            <a:r>
              <a:rPr lang="es-ES" sz="3200" b="0" i="0" u="none" strike="noStrike" cap="none">
                <a:solidFill>
                  <a:schemeClr val="accent1"/>
                </a:solidFill>
                <a:latin typeface="Tahoma"/>
                <a:ea typeface="Tahoma"/>
                <a:cs typeface="Tahoma"/>
                <a:sym typeface="Tahoma"/>
              </a:rPr>
              <a:t>var  </a:t>
            </a:r>
            <a:r>
              <a:rPr lang="es-ES" sz="3200" b="0" i="0" u="none" strike="noStrike" cap="none">
                <a:solidFill>
                  <a:schemeClr val="lt1"/>
                </a:solidFill>
                <a:latin typeface="Tahoma"/>
                <a:ea typeface="Tahoma"/>
                <a:cs typeface="Tahoma"/>
                <a:sym typeface="Tahoma"/>
              </a:rPr>
              <a:t>$color_principal1</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ahoma"/>
              <a:ea typeface="Tahoma"/>
              <a:cs typeface="Tahoma"/>
              <a:sym typeface="Tahoma"/>
            </a:endParaRPr>
          </a:p>
        </p:txBody>
      </p:sp>
      <p:pic>
        <p:nvPicPr>
          <p:cNvPr id="12" name="Google Shape;2040;p15"/>
          <p:cNvPicPr preferRelativeResize="0"/>
          <p:nvPr/>
        </p:nvPicPr>
        <p:blipFill rotWithShape="1">
          <a:blip r:embed="rId3">
            <a:alphaModFix/>
          </a:blip>
          <a:srcRect/>
          <a:stretch/>
        </p:blipFill>
        <p:spPr>
          <a:xfrm>
            <a:off x="964654" y="0"/>
            <a:ext cx="689975" cy="1262743"/>
          </a:xfrm>
          <a:prstGeom prst="rect">
            <a:avLst/>
          </a:prstGeom>
          <a:noFill/>
          <a:ln>
            <a:noFill/>
          </a:ln>
        </p:spPr>
      </p:pic>
      <p:sp>
        <p:nvSpPr>
          <p:cNvPr id="15" name="Google Shape;2161;p15"/>
          <p:cNvSpPr/>
          <p:nvPr/>
        </p:nvSpPr>
        <p:spPr>
          <a:xfrm>
            <a:off x="0" y="5500381"/>
            <a:ext cx="730053" cy="1357619"/>
          </a:xfrm>
          <a:custGeom>
            <a:avLst/>
            <a:gdLst/>
            <a:ahLst/>
            <a:cxnLst/>
            <a:rect l="l" t="t" r="r" b="b"/>
            <a:pathLst>
              <a:path w="1708785" h="3416934" extrusionOk="0">
                <a:moveTo>
                  <a:pt x="0" y="0"/>
                </a:moveTo>
                <a:lnTo>
                  <a:pt x="0" y="1041120"/>
                </a:lnTo>
                <a:lnTo>
                  <a:pt x="47663" y="1042796"/>
                </a:lnTo>
                <a:lnTo>
                  <a:pt x="94420" y="1047748"/>
                </a:lnTo>
                <a:lnTo>
                  <a:pt x="140158" y="1055864"/>
                </a:lnTo>
                <a:lnTo>
                  <a:pt x="184765" y="1067030"/>
                </a:lnTo>
                <a:lnTo>
                  <a:pt x="228127" y="1081134"/>
                </a:lnTo>
                <a:lnTo>
                  <a:pt x="270131" y="1098063"/>
                </a:lnTo>
                <a:lnTo>
                  <a:pt x="310666" y="1117703"/>
                </a:lnTo>
                <a:lnTo>
                  <a:pt x="349618" y="1139942"/>
                </a:lnTo>
                <a:lnTo>
                  <a:pt x="386874" y="1164666"/>
                </a:lnTo>
                <a:lnTo>
                  <a:pt x="422321" y="1191763"/>
                </a:lnTo>
                <a:lnTo>
                  <a:pt x="455848" y="1221121"/>
                </a:lnTo>
                <a:lnTo>
                  <a:pt x="487340" y="1252624"/>
                </a:lnTo>
                <a:lnTo>
                  <a:pt x="516686" y="1286162"/>
                </a:lnTo>
                <a:lnTo>
                  <a:pt x="543772" y="1321621"/>
                </a:lnTo>
                <a:lnTo>
                  <a:pt x="568486" y="1358888"/>
                </a:lnTo>
                <a:lnTo>
                  <a:pt x="590714" y="1397850"/>
                </a:lnTo>
                <a:lnTo>
                  <a:pt x="610345" y="1438394"/>
                </a:lnTo>
                <a:lnTo>
                  <a:pt x="627265" y="1480407"/>
                </a:lnTo>
                <a:lnTo>
                  <a:pt x="641362" y="1523776"/>
                </a:lnTo>
                <a:lnTo>
                  <a:pt x="652522" y="1568389"/>
                </a:lnTo>
                <a:lnTo>
                  <a:pt x="660633" y="1614132"/>
                </a:lnTo>
                <a:lnTo>
                  <a:pt x="665583" y="1660892"/>
                </a:lnTo>
                <a:lnTo>
                  <a:pt x="667258" y="1708556"/>
                </a:lnTo>
                <a:lnTo>
                  <a:pt x="665583" y="1756198"/>
                </a:lnTo>
                <a:lnTo>
                  <a:pt x="660633" y="1802938"/>
                </a:lnTo>
                <a:lnTo>
                  <a:pt x="652522" y="1848662"/>
                </a:lnTo>
                <a:lnTo>
                  <a:pt x="641362" y="1893257"/>
                </a:lnTo>
                <a:lnTo>
                  <a:pt x="627265" y="1936611"/>
                </a:lnTo>
                <a:lnTo>
                  <a:pt x="610345" y="1978610"/>
                </a:lnTo>
                <a:lnTo>
                  <a:pt x="590714" y="2019141"/>
                </a:lnTo>
                <a:lnTo>
                  <a:pt x="568486" y="2058092"/>
                </a:lnTo>
                <a:lnTo>
                  <a:pt x="543772" y="2095349"/>
                </a:lnTo>
                <a:lnTo>
                  <a:pt x="516686" y="2130799"/>
                </a:lnTo>
                <a:lnTo>
                  <a:pt x="487340" y="2164329"/>
                </a:lnTo>
                <a:lnTo>
                  <a:pt x="455848" y="2195826"/>
                </a:lnTo>
                <a:lnTo>
                  <a:pt x="422321" y="2225178"/>
                </a:lnTo>
                <a:lnTo>
                  <a:pt x="386874" y="2252270"/>
                </a:lnTo>
                <a:lnTo>
                  <a:pt x="349618" y="2276991"/>
                </a:lnTo>
                <a:lnTo>
                  <a:pt x="310666" y="2299226"/>
                </a:lnTo>
                <a:lnTo>
                  <a:pt x="270131" y="2318864"/>
                </a:lnTo>
                <a:lnTo>
                  <a:pt x="228127" y="2335790"/>
                </a:lnTo>
                <a:lnTo>
                  <a:pt x="184765" y="2349893"/>
                </a:lnTo>
                <a:lnTo>
                  <a:pt x="140158" y="2361058"/>
                </a:lnTo>
                <a:lnTo>
                  <a:pt x="94420" y="2369173"/>
                </a:lnTo>
                <a:lnTo>
                  <a:pt x="47663" y="2374125"/>
                </a:lnTo>
                <a:lnTo>
                  <a:pt x="0" y="2375801"/>
                </a:lnTo>
                <a:lnTo>
                  <a:pt x="0" y="3416935"/>
                </a:lnTo>
                <a:lnTo>
                  <a:pt x="48647" y="3416255"/>
                </a:lnTo>
                <a:lnTo>
                  <a:pt x="96958" y="3414230"/>
                </a:lnTo>
                <a:lnTo>
                  <a:pt x="144914" y="3410877"/>
                </a:lnTo>
                <a:lnTo>
                  <a:pt x="192496" y="3406213"/>
                </a:lnTo>
                <a:lnTo>
                  <a:pt x="239688" y="3400257"/>
                </a:lnTo>
                <a:lnTo>
                  <a:pt x="286471" y="3393027"/>
                </a:lnTo>
                <a:lnTo>
                  <a:pt x="332827" y="3384541"/>
                </a:lnTo>
                <a:lnTo>
                  <a:pt x="378738" y="3374817"/>
                </a:lnTo>
                <a:lnTo>
                  <a:pt x="424186" y="3363873"/>
                </a:lnTo>
                <a:lnTo>
                  <a:pt x="469153" y="3351727"/>
                </a:lnTo>
                <a:lnTo>
                  <a:pt x="513620" y="3338397"/>
                </a:lnTo>
                <a:lnTo>
                  <a:pt x="557571" y="3323902"/>
                </a:lnTo>
                <a:lnTo>
                  <a:pt x="600986" y="3308258"/>
                </a:lnTo>
                <a:lnTo>
                  <a:pt x="643848" y="3291484"/>
                </a:lnTo>
                <a:lnTo>
                  <a:pt x="686139" y="3273599"/>
                </a:lnTo>
                <a:lnTo>
                  <a:pt x="727841" y="3254620"/>
                </a:lnTo>
                <a:lnTo>
                  <a:pt x="768936" y="3234565"/>
                </a:lnTo>
                <a:lnTo>
                  <a:pt x="809405" y="3213452"/>
                </a:lnTo>
                <a:lnTo>
                  <a:pt x="849231" y="3191299"/>
                </a:lnTo>
                <a:lnTo>
                  <a:pt x="888395" y="3168125"/>
                </a:lnTo>
                <a:lnTo>
                  <a:pt x="926881" y="3143947"/>
                </a:lnTo>
                <a:lnTo>
                  <a:pt x="964669" y="3118784"/>
                </a:lnTo>
                <a:lnTo>
                  <a:pt x="1001741" y="3092653"/>
                </a:lnTo>
                <a:lnTo>
                  <a:pt x="1038080" y="3065572"/>
                </a:lnTo>
                <a:lnTo>
                  <a:pt x="1073668" y="3037560"/>
                </a:lnTo>
                <a:lnTo>
                  <a:pt x="1108486" y="3008634"/>
                </a:lnTo>
                <a:lnTo>
                  <a:pt x="1142517" y="2978813"/>
                </a:lnTo>
                <a:lnTo>
                  <a:pt x="1175742" y="2948114"/>
                </a:lnTo>
                <a:lnTo>
                  <a:pt x="1208144" y="2916556"/>
                </a:lnTo>
                <a:lnTo>
                  <a:pt x="1239704" y="2884157"/>
                </a:lnTo>
                <a:lnTo>
                  <a:pt x="1270405" y="2850934"/>
                </a:lnTo>
                <a:lnTo>
                  <a:pt x="1300228" y="2816905"/>
                </a:lnTo>
                <a:lnTo>
                  <a:pt x="1329155" y="2782090"/>
                </a:lnTo>
                <a:lnTo>
                  <a:pt x="1357169" y="2746505"/>
                </a:lnTo>
                <a:lnTo>
                  <a:pt x="1384251" y="2710169"/>
                </a:lnTo>
                <a:lnTo>
                  <a:pt x="1410384" y="2673099"/>
                </a:lnTo>
                <a:lnTo>
                  <a:pt x="1435548" y="2635315"/>
                </a:lnTo>
                <a:lnTo>
                  <a:pt x="1459727" y="2596833"/>
                </a:lnTo>
                <a:lnTo>
                  <a:pt x="1482902" y="2557672"/>
                </a:lnTo>
                <a:lnTo>
                  <a:pt x="1505056" y="2517850"/>
                </a:lnTo>
                <a:lnTo>
                  <a:pt x="1526169" y="2477385"/>
                </a:lnTo>
                <a:lnTo>
                  <a:pt x="1546225" y="2436295"/>
                </a:lnTo>
                <a:lnTo>
                  <a:pt x="1565205" y="2394598"/>
                </a:lnTo>
                <a:lnTo>
                  <a:pt x="1583091" y="2352312"/>
                </a:lnTo>
                <a:lnTo>
                  <a:pt x="1599865" y="2309455"/>
                </a:lnTo>
                <a:lnTo>
                  <a:pt x="1615509" y="2266044"/>
                </a:lnTo>
                <a:lnTo>
                  <a:pt x="1630005" y="2222099"/>
                </a:lnTo>
                <a:lnTo>
                  <a:pt x="1643335" y="2177638"/>
                </a:lnTo>
                <a:lnTo>
                  <a:pt x="1655481" y="2132677"/>
                </a:lnTo>
                <a:lnTo>
                  <a:pt x="1666426" y="2087235"/>
                </a:lnTo>
                <a:lnTo>
                  <a:pt x="1676150" y="2041331"/>
                </a:lnTo>
                <a:lnTo>
                  <a:pt x="1684636" y="1994982"/>
                </a:lnTo>
                <a:lnTo>
                  <a:pt x="1691866" y="1948206"/>
                </a:lnTo>
                <a:lnTo>
                  <a:pt x="1697822" y="1901021"/>
                </a:lnTo>
                <a:lnTo>
                  <a:pt x="1702485" y="1853446"/>
                </a:lnTo>
                <a:lnTo>
                  <a:pt x="1705839" y="1805498"/>
                </a:lnTo>
                <a:lnTo>
                  <a:pt x="1707864" y="1757195"/>
                </a:lnTo>
                <a:lnTo>
                  <a:pt x="1708543" y="1708556"/>
                </a:lnTo>
                <a:lnTo>
                  <a:pt x="1707864" y="1659908"/>
                </a:lnTo>
                <a:lnTo>
                  <a:pt x="1705839" y="1611596"/>
                </a:lnTo>
                <a:lnTo>
                  <a:pt x="1702485" y="1563640"/>
                </a:lnTo>
                <a:lnTo>
                  <a:pt x="1697822" y="1516056"/>
                </a:lnTo>
                <a:lnTo>
                  <a:pt x="1691866" y="1468864"/>
                </a:lnTo>
                <a:lnTo>
                  <a:pt x="1684636" y="1422081"/>
                </a:lnTo>
                <a:lnTo>
                  <a:pt x="1676150" y="1375724"/>
                </a:lnTo>
                <a:lnTo>
                  <a:pt x="1666426" y="1329813"/>
                </a:lnTo>
                <a:lnTo>
                  <a:pt x="1655481" y="1284364"/>
                </a:lnTo>
                <a:lnTo>
                  <a:pt x="1643335" y="1239397"/>
                </a:lnTo>
                <a:lnTo>
                  <a:pt x="1630005" y="1194929"/>
                </a:lnTo>
                <a:lnTo>
                  <a:pt x="1615509" y="1150978"/>
                </a:lnTo>
                <a:lnTo>
                  <a:pt x="1599865" y="1107562"/>
                </a:lnTo>
                <a:lnTo>
                  <a:pt x="1583091" y="1064700"/>
                </a:lnTo>
                <a:lnTo>
                  <a:pt x="1565205" y="1022409"/>
                </a:lnTo>
                <a:lnTo>
                  <a:pt x="1546225" y="980706"/>
                </a:lnTo>
                <a:lnTo>
                  <a:pt x="1526169" y="939612"/>
                </a:lnTo>
                <a:lnTo>
                  <a:pt x="1505056" y="899142"/>
                </a:lnTo>
                <a:lnTo>
                  <a:pt x="1482902" y="859316"/>
                </a:lnTo>
                <a:lnTo>
                  <a:pt x="1459727" y="820151"/>
                </a:lnTo>
                <a:lnTo>
                  <a:pt x="1435548" y="781665"/>
                </a:lnTo>
                <a:lnTo>
                  <a:pt x="1410384" y="743877"/>
                </a:lnTo>
                <a:lnTo>
                  <a:pt x="1384251" y="706804"/>
                </a:lnTo>
                <a:lnTo>
                  <a:pt x="1357169" y="670465"/>
                </a:lnTo>
                <a:lnTo>
                  <a:pt x="1329155" y="634877"/>
                </a:lnTo>
                <a:lnTo>
                  <a:pt x="1300228" y="600058"/>
                </a:lnTo>
                <a:lnTo>
                  <a:pt x="1270405" y="566027"/>
                </a:lnTo>
                <a:lnTo>
                  <a:pt x="1239704" y="532802"/>
                </a:lnTo>
                <a:lnTo>
                  <a:pt x="1208144" y="500400"/>
                </a:lnTo>
                <a:lnTo>
                  <a:pt x="1175742" y="468840"/>
                </a:lnTo>
                <a:lnTo>
                  <a:pt x="1142517" y="438139"/>
                </a:lnTo>
                <a:lnTo>
                  <a:pt x="1108486" y="408316"/>
                </a:lnTo>
                <a:lnTo>
                  <a:pt x="1073668" y="379388"/>
                </a:lnTo>
                <a:lnTo>
                  <a:pt x="1038080" y="351375"/>
                </a:lnTo>
                <a:lnTo>
                  <a:pt x="1001741" y="324292"/>
                </a:lnTo>
                <a:lnTo>
                  <a:pt x="964669" y="298160"/>
                </a:lnTo>
                <a:lnTo>
                  <a:pt x="926881" y="272995"/>
                </a:lnTo>
                <a:lnTo>
                  <a:pt x="888395" y="248816"/>
                </a:lnTo>
                <a:lnTo>
                  <a:pt x="849231" y="225641"/>
                </a:lnTo>
                <a:lnTo>
                  <a:pt x="809405" y="203487"/>
                </a:lnTo>
                <a:lnTo>
                  <a:pt x="768936" y="182374"/>
                </a:lnTo>
                <a:lnTo>
                  <a:pt x="727841" y="162318"/>
                </a:lnTo>
                <a:lnTo>
                  <a:pt x="686139" y="143338"/>
                </a:lnTo>
                <a:lnTo>
                  <a:pt x="643848" y="125452"/>
                </a:lnTo>
                <a:lnTo>
                  <a:pt x="600986" y="108678"/>
                </a:lnTo>
                <a:lnTo>
                  <a:pt x="557571" y="93034"/>
                </a:lnTo>
                <a:lnTo>
                  <a:pt x="513620" y="78538"/>
                </a:lnTo>
                <a:lnTo>
                  <a:pt x="469153" y="65208"/>
                </a:lnTo>
                <a:lnTo>
                  <a:pt x="424186" y="53061"/>
                </a:lnTo>
                <a:lnTo>
                  <a:pt x="378738" y="42117"/>
                </a:lnTo>
                <a:lnTo>
                  <a:pt x="332827" y="32393"/>
                </a:lnTo>
                <a:lnTo>
                  <a:pt x="286471" y="23907"/>
                </a:lnTo>
                <a:lnTo>
                  <a:pt x="239688" y="16677"/>
                </a:lnTo>
                <a:lnTo>
                  <a:pt x="192496" y="10721"/>
                </a:lnTo>
                <a:lnTo>
                  <a:pt x="144914" y="6057"/>
                </a:lnTo>
                <a:lnTo>
                  <a:pt x="96958" y="2704"/>
                </a:lnTo>
                <a:lnTo>
                  <a:pt x="48647" y="679"/>
                </a:lnTo>
                <a:lnTo>
                  <a:pt x="0" y="0"/>
                </a:lnTo>
                <a:close/>
              </a:path>
            </a:pathLst>
          </a:custGeom>
          <a:solidFill>
            <a:srgbClr val="FFFFFF">
              <a:alpha val="69803"/>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6" name="Google Shape;2041;p15"/>
          <p:cNvSpPr/>
          <p:nvPr/>
        </p:nvSpPr>
        <p:spPr>
          <a:xfrm>
            <a:off x="11603291" y="5500381"/>
            <a:ext cx="588709" cy="1362307"/>
          </a:xfrm>
          <a:custGeom>
            <a:avLst/>
            <a:gdLst/>
            <a:ahLst/>
            <a:cxnLst/>
            <a:rect l="l" t="t" r="r" b="b"/>
            <a:pathLst>
              <a:path w="827405" h="2684779" extrusionOk="0">
                <a:moveTo>
                  <a:pt x="0" y="0"/>
                </a:moveTo>
                <a:lnTo>
                  <a:pt x="12" y="818032"/>
                </a:lnTo>
                <a:lnTo>
                  <a:pt x="47741" y="820175"/>
                </a:lnTo>
                <a:lnTo>
                  <a:pt x="94267" y="826481"/>
                </a:lnTo>
                <a:lnTo>
                  <a:pt x="139405" y="836764"/>
                </a:lnTo>
                <a:lnTo>
                  <a:pt x="182971" y="850840"/>
                </a:lnTo>
                <a:lnTo>
                  <a:pt x="224780" y="868523"/>
                </a:lnTo>
                <a:lnTo>
                  <a:pt x="264646" y="889629"/>
                </a:lnTo>
                <a:lnTo>
                  <a:pt x="302386" y="913971"/>
                </a:lnTo>
                <a:lnTo>
                  <a:pt x="337813" y="941366"/>
                </a:lnTo>
                <a:lnTo>
                  <a:pt x="370744" y="971627"/>
                </a:lnTo>
                <a:lnTo>
                  <a:pt x="400994" y="1004570"/>
                </a:lnTo>
                <a:lnTo>
                  <a:pt x="428376" y="1040010"/>
                </a:lnTo>
                <a:lnTo>
                  <a:pt x="452708" y="1077761"/>
                </a:lnTo>
                <a:lnTo>
                  <a:pt x="473803" y="1117638"/>
                </a:lnTo>
                <a:lnTo>
                  <a:pt x="491478" y="1159457"/>
                </a:lnTo>
                <a:lnTo>
                  <a:pt x="505546" y="1203032"/>
                </a:lnTo>
                <a:lnTo>
                  <a:pt x="515824" y="1248177"/>
                </a:lnTo>
                <a:lnTo>
                  <a:pt x="522126" y="1294708"/>
                </a:lnTo>
                <a:lnTo>
                  <a:pt x="524268" y="1342440"/>
                </a:lnTo>
                <a:lnTo>
                  <a:pt x="522126" y="1390150"/>
                </a:lnTo>
                <a:lnTo>
                  <a:pt x="515824" y="1436662"/>
                </a:lnTo>
                <a:lnTo>
                  <a:pt x="505546" y="1481790"/>
                </a:lnTo>
                <a:lnTo>
                  <a:pt x="491478" y="1525350"/>
                </a:lnTo>
                <a:lnTo>
                  <a:pt x="473803" y="1567155"/>
                </a:lnTo>
                <a:lnTo>
                  <a:pt x="452708" y="1607021"/>
                </a:lnTo>
                <a:lnTo>
                  <a:pt x="428376" y="1644763"/>
                </a:lnTo>
                <a:lnTo>
                  <a:pt x="400994" y="1680195"/>
                </a:lnTo>
                <a:lnTo>
                  <a:pt x="370744" y="1713131"/>
                </a:lnTo>
                <a:lnTo>
                  <a:pt x="337813" y="1743387"/>
                </a:lnTo>
                <a:lnTo>
                  <a:pt x="302386" y="1770778"/>
                </a:lnTo>
                <a:lnTo>
                  <a:pt x="264646" y="1795117"/>
                </a:lnTo>
                <a:lnTo>
                  <a:pt x="224780" y="1816221"/>
                </a:lnTo>
                <a:lnTo>
                  <a:pt x="182971" y="1833902"/>
                </a:lnTo>
                <a:lnTo>
                  <a:pt x="139405" y="1847977"/>
                </a:lnTo>
                <a:lnTo>
                  <a:pt x="94267" y="1858260"/>
                </a:lnTo>
                <a:lnTo>
                  <a:pt x="47741" y="1864566"/>
                </a:lnTo>
                <a:lnTo>
                  <a:pt x="12" y="1866709"/>
                </a:lnTo>
                <a:lnTo>
                  <a:pt x="12" y="2684729"/>
                </a:lnTo>
                <a:lnTo>
                  <a:pt x="48164" y="2683881"/>
                </a:lnTo>
                <a:lnTo>
                  <a:pt x="95889" y="2681358"/>
                </a:lnTo>
                <a:lnTo>
                  <a:pt x="143159" y="2677188"/>
                </a:lnTo>
                <a:lnTo>
                  <a:pt x="189945" y="2671399"/>
                </a:lnTo>
                <a:lnTo>
                  <a:pt x="236219" y="2664019"/>
                </a:lnTo>
                <a:lnTo>
                  <a:pt x="281954" y="2655077"/>
                </a:lnTo>
                <a:lnTo>
                  <a:pt x="327119" y="2644602"/>
                </a:lnTo>
                <a:lnTo>
                  <a:pt x="371688" y="2632621"/>
                </a:lnTo>
                <a:lnTo>
                  <a:pt x="415631" y="2619163"/>
                </a:lnTo>
                <a:lnTo>
                  <a:pt x="458920" y="2604257"/>
                </a:lnTo>
                <a:lnTo>
                  <a:pt x="501528" y="2587930"/>
                </a:lnTo>
                <a:lnTo>
                  <a:pt x="543424" y="2570212"/>
                </a:lnTo>
                <a:lnTo>
                  <a:pt x="584582" y="2551130"/>
                </a:lnTo>
                <a:lnTo>
                  <a:pt x="624972" y="2530714"/>
                </a:lnTo>
                <a:lnTo>
                  <a:pt x="664567" y="2508990"/>
                </a:lnTo>
                <a:lnTo>
                  <a:pt x="703337" y="2485989"/>
                </a:lnTo>
                <a:lnTo>
                  <a:pt x="741255" y="2461738"/>
                </a:lnTo>
                <a:lnTo>
                  <a:pt x="778292" y="2436266"/>
                </a:lnTo>
                <a:lnTo>
                  <a:pt x="814420" y="2409600"/>
                </a:lnTo>
                <a:lnTo>
                  <a:pt x="827328" y="2399392"/>
                </a:lnTo>
                <a:lnTo>
                  <a:pt x="827328" y="285353"/>
                </a:lnTo>
                <a:lnTo>
                  <a:pt x="778286" y="248472"/>
                </a:lnTo>
                <a:lnTo>
                  <a:pt x="741249" y="222998"/>
                </a:lnTo>
                <a:lnTo>
                  <a:pt x="703331" y="198746"/>
                </a:lnTo>
                <a:lnTo>
                  <a:pt x="664560" y="175743"/>
                </a:lnTo>
                <a:lnTo>
                  <a:pt x="624965" y="154019"/>
                </a:lnTo>
                <a:lnTo>
                  <a:pt x="584575" y="133601"/>
                </a:lnTo>
                <a:lnTo>
                  <a:pt x="543417" y="114519"/>
                </a:lnTo>
                <a:lnTo>
                  <a:pt x="501520" y="96800"/>
                </a:lnTo>
                <a:lnTo>
                  <a:pt x="458913" y="80473"/>
                </a:lnTo>
                <a:lnTo>
                  <a:pt x="415623" y="65566"/>
                </a:lnTo>
                <a:lnTo>
                  <a:pt x="371680" y="52108"/>
                </a:lnTo>
                <a:lnTo>
                  <a:pt x="327111" y="40127"/>
                </a:lnTo>
                <a:lnTo>
                  <a:pt x="281945" y="29651"/>
                </a:lnTo>
                <a:lnTo>
                  <a:pt x="236210" y="20709"/>
                </a:lnTo>
                <a:lnTo>
                  <a:pt x="189935" y="13329"/>
                </a:lnTo>
                <a:lnTo>
                  <a:pt x="143148" y="7540"/>
                </a:lnTo>
                <a:lnTo>
                  <a:pt x="95878" y="3370"/>
                </a:lnTo>
                <a:lnTo>
                  <a:pt x="48152" y="847"/>
                </a:lnTo>
                <a:lnTo>
                  <a:pt x="0" y="0"/>
                </a:lnTo>
                <a:close/>
              </a:path>
            </a:pathLst>
          </a:custGeom>
          <a:solidFill>
            <a:srgbClr val="EA9F3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4" name="Google Shape;2160;p195"/>
          <p:cNvSpPr txBox="1"/>
          <p:nvPr/>
        </p:nvSpPr>
        <p:spPr>
          <a:xfrm>
            <a:off x="4940489" y="5016491"/>
            <a:ext cx="6100548"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dirty="0">
                <a:solidFill>
                  <a:srgbClr val="872789"/>
                </a:solidFill>
                <a:latin typeface="Gotham Rounded Medium" panose="02000000000000000000" pitchFamily="50" charset="0"/>
                <a:ea typeface="Tahoma"/>
                <a:cs typeface="Tahoma"/>
                <a:sym typeface="Tahoma"/>
              </a:rPr>
              <a:t>Perfecto, porque los nombres de las variables sí pueden comenzar con el símbolo $ (</a:t>
            </a:r>
            <a:r>
              <a:rPr lang="es-ES" sz="1800" b="0" i="0" u="none" strike="noStrike" cap="none" dirty="0" err="1">
                <a:solidFill>
                  <a:srgbClr val="872789"/>
                </a:solidFill>
                <a:latin typeface="Gotham Rounded Medium" panose="02000000000000000000" pitchFamily="50" charset="0"/>
                <a:ea typeface="Tahoma"/>
                <a:cs typeface="Tahoma"/>
                <a:sym typeface="Tahoma"/>
              </a:rPr>
              <a:t>dolar</a:t>
            </a:r>
            <a:r>
              <a:rPr lang="es-ES" sz="1800" b="0" i="0" u="none" strike="noStrike" cap="none" dirty="0">
                <a:solidFill>
                  <a:srgbClr val="872789"/>
                </a:solidFill>
                <a:latin typeface="Gotham Rounded Medium" panose="02000000000000000000" pitchFamily="50" charset="0"/>
                <a:ea typeface="Tahoma"/>
                <a:cs typeface="Tahoma"/>
                <a:sym typeface="Tahoma"/>
              </a:rPr>
              <a:t>)</a:t>
            </a:r>
            <a:endParaRPr sz="1800" b="0" i="0" u="none" strike="noStrike" cap="none" dirty="0">
              <a:solidFill>
                <a:srgbClr val="872789"/>
              </a:solidFill>
              <a:latin typeface="Gotham Rounded Medium" panose="02000000000000000000" pitchFamily="50" charset="0"/>
              <a:ea typeface="Calibri"/>
              <a:cs typeface="Calibri"/>
              <a:sym typeface="Calibri"/>
            </a:endParaRPr>
          </a:p>
        </p:txBody>
      </p:sp>
      <p:sp>
        <p:nvSpPr>
          <p:cNvPr id="18" name="Google Shape;2159;p195"/>
          <p:cNvSpPr/>
          <p:nvPr/>
        </p:nvSpPr>
        <p:spPr>
          <a:xfrm>
            <a:off x="936704" y="2302729"/>
            <a:ext cx="2252545" cy="2243252"/>
          </a:xfrm>
          <a:prstGeom prst="ellipse">
            <a:avLst/>
          </a:prstGeom>
          <a:solidFill>
            <a:srgbClr val="E6E8E8"/>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200"/>
              <a:buFont typeface="Arial"/>
              <a:buNone/>
            </a:pPr>
            <a:r>
              <a:rPr lang="es-ES" sz="7200" b="1" i="0" u="none" strike="noStrike" cap="none" dirty="0">
                <a:solidFill>
                  <a:srgbClr val="00B050"/>
                </a:solidFill>
                <a:latin typeface="Calibri"/>
                <a:ea typeface="Calibri"/>
                <a:cs typeface="Calibri"/>
                <a:sym typeface="Calibri"/>
              </a:rPr>
              <a:t>OK</a:t>
            </a:r>
            <a:endParaRPr sz="1400" b="0" i="0" u="none" strike="noStrike" cap="none" dirty="0">
              <a:solidFill>
                <a:srgbClr val="00B050"/>
              </a:solidFill>
              <a:sym typeface="Arial"/>
            </a:endParaRPr>
          </a:p>
        </p:txBody>
      </p:sp>
    </p:spTree>
    <p:extLst>
      <p:ext uri="{BB962C8B-B14F-4D97-AF65-F5344CB8AC3E}">
        <p14:creationId xmlns:p14="http://schemas.microsoft.com/office/powerpoint/2010/main" val="1335767520"/>
      </p:ext>
    </p:extLst>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Shape 2136"/>
        <p:cNvGrpSpPr/>
        <p:nvPr/>
      </p:nvGrpSpPr>
      <p:grpSpPr>
        <a:xfrm>
          <a:off x="0" y="0"/>
          <a:ext cx="0" cy="0"/>
          <a:chOff x="0" y="0"/>
          <a:chExt cx="0" cy="0"/>
        </a:xfrm>
      </p:grpSpPr>
      <p:sp>
        <p:nvSpPr>
          <p:cNvPr id="11" name="Google Shape;2039;p15"/>
          <p:cNvSpPr/>
          <p:nvPr/>
        </p:nvSpPr>
        <p:spPr>
          <a:xfrm>
            <a:off x="13918" y="-4314"/>
            <a:ext cx="12189124" cy="6862313"/>
          </a:xfrm>
          <a:custGeom>
            <a:avLst/>
            <a:gdLst/>
            <a:ahLst/>
            <a:cxnLst/>
            <a:rect l="l" t="t" r="r" b="b"/>
            <a:pathLst>
              <a:path w="17348200" h="9753600" extrusionOk="0">
                <a:moveTo>
                  <a:pt x="17348200" y="0"/>
                </a:moveTo>
                <a:lnTo>
                  <a:pt x="0" y="0"/>
                </a:lnTo>
                <a:lnTo>
                  <a:pt x="0" y="9753600"/>
                </a:lnTo>
                <a:lnTo>
                  <a:pt x="17348200" y="9753600"/>
                </a:lnTo>
                <a:lnTo>
                  <a:pt x="17348200" y="0"/>
                </a:lnTo>
                <a:close/>
              </a:path>
            </a:pathLst>
          </a:custGeom>
          <a:solidFill>
            <a:srgbClr val="EEEEE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138" name="Google Shape;2138;p194"/>
          <p:cNvSpPr/>
          <p:nvPr/>
        </p:nvSpPr>
        <p:spPr>
          <a:xfrm>
            <a:off x="5208539" y="627076"/>
            <a:ext cx="5272360" cy="1299479"/>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4000" b="1" i="0" u="none" strike="noStrike" cap="none" dirty="0">
                <a:solidFill>
                  <a:srgbClr val="872789"/>
                </a:solidFill>
                <a:latin typeface="Gotham Rounded Medium" panose="02000000000000000000" pitchFamily="50" charset="0"/>
                <a:sym typeface="Arial"/>
              </a:rPr>
              <a:t>¿Este nombre de variable es válido?</a:t>
            </a:r>
            <a:endParaRPr sz="2400" b="0" i="0" u="none" strike="noStrike" cap="none" dirty="0">
              <a:solidFill>
                <a:srgbClr val="872789"/>
              </a:solidFill>
              <a:latin typeface="Gotham Rounded Medium" panose="02000000000000000000" pitchFamily="50" charset="0"/>
              <a:sym typeface="Arial"/>
            </a:endParaRPr>
          </a:p>
        </p:txBody>
      </p:sp>
      <p:pic>
        <p:nvPicPr>
          <p:cNvPr id="2139" name="Google Shape;2139;p194" descr="Help"/>
          <p:cNvPicPr preferRelativeResize="0"/>
          <p:nvPr/>
        </p:nvPicPr>
        <p:blipFill rotWithShape="1">
          <a:blip r:embed="rId3">
            <a:alphaModFix/>
            <a:duotone>
              <a:prstClr val="black"/>
              <a:schemeClr val="accent2">
                <a:tint val="45000"/>
                <a:satMod val="400000"/>
              </a:schemeClr>
            </a:duotone>
          </a:blip>
          <a:srcRect/>
          <a:stretch/>
        </p:blipFill>
        <p:spPr>
          <a:xfrm>
            <a:off x="730053" y="1926555"/>
            <a:ext cx="2814842" cy="2814842"/>
          </a:xfrm>
          <a:prstGeom prst="rect">
            <a:avLst/>
          </a:prstGeom>
          <a:noFill/>
          <a:ln>
            <a:noFill/>
          </a:ln>
        </p:spPr>
      </p:pic>
      <p:sp>
        <p:nvSpPr>
          <p:cNvPr id="2140" name="Google Shape;2140;p194"/>
          <p:cNvSpPr/>
          <p:nvPr/>
        </p:nvSpPr>
        <p:spPr>
          <a:xfrm>
            <a:off x="4940490" y="2128156"/>
            <a:ext cx="6493519" cy="2601687"/>
          </a:xfrm>
          <a:prstGeom prst="roundRect">
            <a:avLst>
              <a:gd name="adj" fmla="val 4602"/>
            </a:avLst>
          </a:prstGeom>
          <a:solidFill>
            <a:srgbClr val="1F232F"/>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141" name="Google Shape;2141;p194"/>
          <p:cNvGrpSpPr/>
          <p:nvPr/>
        </p:nvGrpSpPr>
        <p:grpSpPr>
          <a:xfrm>
            <a:off x="4940489" y="2128155"/>
            <a:ext cx="6493519" cy="413657"/>
            <a:chOff x="3383283" y="0"/>
            <a:chExt cx="5094515" cy="413657"/>
          </a:xfrm>
        </p:grpSpPr>
        <p:sp>
          <p:nvSpPr>
            <p:cNvPr id="2142" name="Google Shape;2142;p194"/>
            <p:cNvSpPr/>
            <p:nvPr/>
          </p:nvSpPr>
          <p:spPr>
            <a:xfrm>
              <a:off x="3383283" y="0"/>
              <a:ext cx="5094515"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43" name="Google Shape;2143;p194"/>
            <p:cNvSpPr txBox="1"/>
            <p:nvPr/>
          </p:nvSpPr>
          <p:spPr>
            <a:xfrm>
              <a:off x="3707566" y="42482"/>
              <a:ext cx="195424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variables.js</a:t>
              </a:r>
              <a:endParaRPr sz="1400" b="0" i="0" u="none" strike="noStrike" cap="none">
                <a:solidFill>
                  <a:schemeClr val="lt1"/>
                </a:solidFill>
                <a:latin typeface="Arial"/>
                <a:ea typeface="Arial"/>
                <a:cs typeface="Arial"/>
                <a:sym typeface="Arial"/>
              </a:endParaRPr>
            </a:p>
          </p:txBody>
        </p:sp>
        <p:cxnSp>
          <p:nvCxnSpPr>
            <p:cNvPr id="2144" name="Google Shape;2144;p194"/>
            <p:cNvCxnSpPr/>
            <p:nvPr/>
          </p:nvCxnSpPr>
          <p:spPr>
            <a:xfrm>
              <a:off x="3707567" y="403200"/>
              <a:ext cx="1954241" cy="10457"/>
            </a:xfrm>
            <a:prstGeom prst="straightConnector1">
              <a:avLst/>
            </a:prstGeom>
            <a:noFill/>
            <a:ln w="15875" cap="flat" cmpd="sng">
              <a:solidFill>
                <a:srgbClr val="F2CD84"/>
              </a:solidFill>
              <a:prstDash val="solid"/>
              <a:miter lim="800000"/>
              <a:headEnd type="none" w="sm" len="sm"/>
              <a:tailEnd type="none" w="sm" len="sm"/>
            </a:ln>
          </p:spPr>
        </p:cxnSp>
      </p:grpSp>
      <p:pic>
        <p:nvPicPr>
          <p:cNvPr id="12" name="Google Shape;2040;p15"/>
          <p:cNvPicPr preferRelativeResize="0"/>
          <p:nvPr/>
        </p:nvPicPr>
        <p:blipFill rotWithShape="1">
          <a:blip r:embed="rId4">
            <a:alphaModFix/>
          </a:blip>
          <a:srcRect/>
          <a:stretch/>
        </p:blipFill>
        <p:spPr>
          <a:xfrm>
            <a:off x="964654" y="0"/>
            <a:ext cx="689975" cy="1262743"/>
          </a:xfrm>
          <a:prstGeom prst="rect">
            <a:avLst/>
          </a:prstGeom>
          <a:noFill/>
          <a:ln>
            <a:noFill/>
          </a:ln>
        </p:spPr>
      </p:pic>
      <p:sp>
        <p:nvSpPr>
          <p:cNvPr id="15" name="Google Shape;2161;p15"/>
          <p:cNvSpPr/>
          <p:nvPr/>
        </p:nvSpPr>
        <p:spPr>
          <a:xfrm>
            <a:off x="0" y="5500381"/>
            <a:ext cx="730053" cy="1357619"/>
          </a:xfrm>
          <a:custGeom>
            <a:avLst/>
            <a:gdLst/>
            <a:ahLst/>
            <a:cxnLst/>
            <a:rect l="l" t="t" r="r" b="b"/>
            <a:pathLst>
              <a:path w="1708785" h="3416934" extrusionOk="0">
                <a:moveTo>
                  <a:pt x="0" y="0"/>
                </a:moveTo>
                <a:lnTo>
                  <a:pt x="0" y="1041120"/>
                </a:lnTo>
                <a:lnTo>
                  <a:pt x="47663" y="1042796"/>
                </a:lnTo>
                <a:lnTo>
                  <a:pt x="94420" y="1047748"/>
                </a:lnTo>
                <a:lnTo>
                  <a:pt x="140158" y="1055864"/>
                </a:lnTo>
                <a:lnTo>
                  <a:pt x="184765" y="1067030"/>
                </a:lnTo>
                <a:lnTo>
                  <a:pt x="228127" y="1081134"/>
                </a:lnTo>
                <a:lnTo>
                  <a:pt x="270131" y="1098063"/>
                </a:lnTo>
                <a:lnTo>
                  <a:pt x="310666" y="1117703"/>
                </a:lnTo>
                <a:lnTo>
                  <a:pt x="349618" y="1139942"/>
                </a:lnTo>
                <a:lnTo>
                  <a:pt x="386874" y="1164666"/>
                </a:lnTo>
                <a:lnTo>
                  <a:pt x="422321" y="1191763"/>
                </a:lnTo>
                <a:lnTo>
                  <a:pt x="455848" y="1221121"/>
                </a:lnTo>
                <a:lnTo>
                  <a:pt x="487340" y="1252624"/>
                </a:lnTo>
                <a:lnTo>
                  <a:pt x="516686" y="1286162"/>
                </a:lnTo>
                <a:lnTo>
                  <a:pt x="543772" y="1321621"/>
                </a:lnTo>
                <a:lnTo>
                  <a:pt x="568486" y="1358888"/>
                </a:lnTo>
                <a:lnTo>
                  <a:pt x="590714" y="1397850"/>
                </a:lnTo>
                <a:lnTo>
                  <a:pt x="610345" y="1438394"/>
                </a:lnTo>
                <a:lnTo>
                  <a:pt x="627265" y="1480407"/>
                </a:lnTo>
                <a:lnTo>
                  <a:pt x="641362" y="1523776"/>
                </a:lnTo>
                <a:lnTo>
                  <a:pt x="652522" y="1568389"/>
                </a:lnTo>
                <a:lnTo>
                  <a:pt x="660633" y="1614132"/>
                </a:lnTo>
                <a:lnTo>
                  <a:pt x="665583" y="1660892"/>
                </a:lnTo>
                <a:lnTo>
                  <a:pt x="667258" y="1708556"/>
                </a:lnTo>
                <a:lnTo>
                  <a:pt x="665583" y="1756198"/>
                </a:lnTo>
                <a:lnTo>
                  <a:pt x="660633" y="1802938"/>
                </a:lnTo>
                <a:lnTo>
                  <a:pt x="652522" y="1848662"/>
                </a:lnTo>
                <a:lnTo>
                  <a:pt x="641362" y="1893257"/>
                </a:lnTo>
                <a:lnTo>
                  <a:pt x="627265" y="1936611"/>
                </a:lnTo>
                <a:lnTo>
                  <a:pt x="610345" y="1978610"/>
                </a:lnTo>
                <a:lnTo>
                  <a:pt x="590714" y="2019141"/>
                </a:lnTo>
                <a:lnTo>
                  <a:pt x="568486" y="2058092"/>
                </a:lnTo>
                <a:lnTo>
                  <a:pt x="543772" y="2095349"/>
                </a:lnTo>
                <a:lnTo>
                  <a:pt x="516686" y="2130799"/>
                </a:lnTo>
                <a:lnTo>
                  <a:pt x="487340" y="2164329"/>
                </a:lnTo>
                <a:lnTo>
                  <a:pt x="455848" y="2195826"/>
                </a:lnTo>
                <a:lnTo>
                  <a:pt x="422321" y="2225178"/>
                </a:lnTo>
                <a:lnTo>
                  <a:pt x="386874" y="2252270"/>
                </a:lnTo>
                <a:lnTo>
                  <a:pt x="349618" y="2276991"/>
                </a:lnTo>
                <a:lnTo>
                  <a:pt x="310666" y="2299226"/>
                </a:lnTo>
                <a:lnTo>
                  <a:pt x="270131" y="2318864"/>
                </a:lnTo>
                <a:lnTo>
                  <a:pt x="228127" y="2335790"/>
                </a:lnTo>
                <a:lnTo>
                  <a:pt x="184765" y="2349893"/>
                </a:lnTo>
                <a:lnTo>
                  <a:pt x="140158" y="2361058"/>
                </a:lnTo>
                <a:lnTo>
                  <a:pt x="94420" y="2369173"/>
                </a:lnTo>
                <a:lnTo>
                  <a:pt x="47663" y="2374125"/>
                </a:lnTo>
                <a:lnTo>
                  <a:pt x="0" y="2375801"/>
                </a:lnTo>
                <a:lnTo>
                  <a:pt x="0" y="3416935"/>
                </a:lnTo>
                <a:lnTo>
                  <a:pt x="48647" y="3416255"/>
                </a:lnTo>
                <a:lnTo>
                  <a:pt x="96958" y="3414230"/>
                </a:lnTo>
                <a:lnTo>
                  <a:pt x="144914" y="3410877"/>
                </a:lnTo>
                <a:lnTo>
                  <a:pt x="192496" y="3406213"/>
                </a:lnTo>
                <a:lnTo>
                  <a:pt x="239688" y="3400257"/>
                </a:lnTo>
                <a:lnTo>
                  <a:pt x="286471" y="3393027"/>
                </a:lnTo>
                <a:lnTo>
                  <a:pt x="332827" y="3384541"/>
                </a:lnTo>
                <a:lnTo>
                  <a:pt x="378738" y="3374817"/>
                </a:lnTo>
                <a:lnTo>
                  <a:pt x="424186" y="3363873"/>
                </a:lnTo>
                <a:lnTo>
                  <a:pt x="469153" y="3351727"/>
                </a:lnTo>
                <a:lnTo>
                  <a:pt x="513620" y="3338397"/>
                </a:lnTo>
                <a:lnTo>
                  <a:pt x="557571" y="3323902"/>
                </a:lnTo>
                <a:lnTo>
                  <a:pt x="600986" y="3308258"/>
                </a:lnTo>
                <a:lnTo>
                  <a:pt x="643848" y="3291484"/>
                </a:lnTo>
                <a:lnTo>
                  <a:pt x="686139" y="3273599"/>
                </a:lnTo>
                <a:lnTo>
                  <a:pt x="727841" y="3254620"/>
                </a:lnTo>
                <a:lnTo>
                  <a:pt x="768936" y="3234565"/>
                </a:lnTo>
                <a:lnTo>
                  <a:pt x="809405" y="3213452"/>
                </a:lnTo>
                <a:lnTo>
                  <a:pt x="849231" y="3191299"/>
                </a:lnTo>
                <a:lnTo>
                  <a:pt x="888395" y="3168125"/>
                </a:lnTo>
                <a:lnTo>
                  <a:pt x="926881" y="3143947"/>
                </a:lnTo>
                <a:lnTo>
                  <a:pt x="964669" y="3118784"/>
                </a:lnTo>
                <a:lnTo>
                  <a:pt x="1001741" y="3092653"/>
                </a:lnTo>
                <a:lnTo>
                  <a:pt x="1038080" y="3065572"/>
                </a:lnTo>
                <a:lnTo>
                  <a:pt x="1073668" y="3037560"/>
                </a:lnTo>
                <a:lnTo>
                  <a:pt x="1108486" y="3008634"/>
                </a:lnTo>
                <a:lnTo>
                  <a:pt x="1142517" y="2978813"/>
                </a:lnTo>
                <a:lnTo>
                  <a:pt x="1175742" y="2948114"/>
                </a:lnTo>
                <a:lnTo>
                  <a:pt x="1208144" y="2916556"/>
                </a:lnTo>
                <a:lnTo>
                  <a:pt x="1239704" y="2884157"/>
                </a:lnTo>
                <a:lnTo>
                  <a:pt x="1270405" y="2850934"/>
                </a:lnTo>
                <a:lnTo>
                  <a:pt x="1300228" y="2816905"/>
                </a:lnTo>
                <a:lnTo>
                  <a:pt x="1329155" y="2782090"/>
                </a:lnTo>
                <a:lnTo>
                  <a:pt x="1357169" y="2746505"/>
                </a:lnTo>
                <a:lnTo>
                  <a:pt x="1384251" y="2710169"/>
                </a:lnTo>
                <a:lnTo>
                  <a:pt x="1410384" y="2673099"/>
                </a:lnTo>
                <a:lnTo>
                  <a:pt x="1435548" y="2635315"/>
                </a:lnTo>
                <a:lnTo>
                  <a:pt x="1459727" y="2596833"/>
                </a:lnTo>
                <a:lnTo>
                  <a:pt x="1482902" y="2557672"/>
                </a:lnTo>
                <a:lnTo>
                  <a:pt x="1505056" y="2517850"/>
                </a:lnTo>
                <a:lnTo>
                  <a:pt x="1526169" y="2477385"/>
                </a:lnTo>
                <a:lnTo>
                  <a:pt x="1546225" y="2436295"/>
                </a:lnTo>
                <a:lnTo>
                  <a:pt x="1565205" y="2394598"/>
                </a:lnTo>
                <a:lnTo>
                  <a:pt x="1583091" y="2352312"/>
                </a:lnTo>
                <a:lnTo>
                  <a:pt x="1599865" y="2309455"/>
                </a:lnTo>
                <a:lnTo>
                  <a:pt x="1615509" y="2266044"/>
                </a:lnTo>
                <a:lnTo>
                  <a:pt x="1630005" y="2222099"/>
                </a:lnTo>
                <a:lnTo>
                  <a:pt x="1643335" y="2177638"/>
                </a:lnTo>
                <a:lnTo>
                  <a:pt x="1655481" y="2132677"/>
                </a:lnTo>
                <a:lnTo>
                  <a:pt x="1666426" y="2087235"/>
                </a:lnTo>
                <a:lnTo>
                  <a:pt x="1676150" y="2041331"/>
                </a:lnTo>
                <a:lnTo>
                  <a:pt x="1684636" y="1994982"/>
                </a:lnTo>
                <a:lnTo>
                  <a:pt x="1691866" y="1948206"/>
                </a:lnTo>
                <a:lnTo>
                  <a:pt x="1697822" y="1901021"/>
                </a:lnTo>
                <a:lnTo>
                  <a:pt x="1702485" y="1853446"/>
                </a:lnTo>
                <a:lnTo>
                  <a:pt x="1705839" y="1805498"/>
                </a:lnTo>
                <a:lnTo>
                  <a:pt x="1707864" y="1757195"/>
                </a:lnTo>
                <a:lnTo>
                  <a:pt x="1708543" y="1708556"/>
                </a:lnTo>
                <a:lnTo>
                  <a:pt x="1707864" y="1659908"/>
                </a:lnTo>
                <a:lnTo>
                  <a:pt x="1705839" y="1611596"/>
                </a:lnTo>
                <a:lnTo>
                  <a:pt x="1702485" y="1563640"/>
                </a:lnTo>
                <a:lnTo>
                  <a:pt x="1697822" y="1516056"/>
                </a:lnTo>
                <a:lnTo>
                  <a:pt x="1691866" y="1468864"/>
                </a:lnTo>
                <a:lnTo>
                  <a:pt x="1684636" y="1422081"/>
                </a:lnTo>
                <a:lnTo>
                  <a:pt x="1676150" y="1375724"/>
                </a:lnTo>
                <a:lnTo>
                  <a:pt x="1666426" y="1329813"/>
                </a:lnTo>
                <a:lnTo>
                  <a:pt x="1655481" y="1284364"/>
                </a:lnTo>
                <a:lnTo>
                  <a:pt x="1643335" y="1239397"/>
                </a:lnTo>
                <a:lnTo>
                  <a:pt x="1630005" y="1194929"/>
                </a:lnTo>
                <a:lnTo>
                  <a:pt x="1615509" y="1150978"/>
                </a:lnTo>
                <a:lnTo>
                  <a:pt x="1599865" y="1107562"/>
                </a:lnTo>
                <a:lnTo>
                  <a:pt x="1583091" y="1064700"/>
                </a:lnTo>
                <a:lnTo>
                  <a:pt x="1565205" y="1022409"/>
                </a:lnTo>
                <a:lnTo>
                  <a:pt x="1546225" y="980706"/>
                </a:lnTo>
                <a:lnTo>
                  <a:pt x="1526169" y="939612"/>
                </a:lnTo>
                <a:lnTo>
                  <a:pt x="1505056" y="899142"/>
                </a:lnTo>
                <a:lnTo>
                  <a:pt x="1482902" y="859316"/>
                </a:lnTo>
                <a:lnTo>
                  <a:pt x="1459727" y="820151"/>
                </a:lnTo>
                <a:lnTo>
                  <a:pt x="1435548" y="781665"/>
                </a:lnTo>
                <a:lnTo>
                  <a:pt x="1410384" y="743877"/>
                </a:lnTo>
                <a:lnTo>
                  <a:pt x="1384251" y="706804"/>
                </a:lnTo>
                <a:lnTo>
                  <a:pt x="1357169" y="670465"/>
                </a:lnTo>
                <a:lnTo>
                  <a:pt x="1329155" y="634877"/>
                </a:lnTo>
                <a:lnTo>
                  <a:pt x="1300228" y="600058"/>
                </a:lnTo>
                <a:lnTo>
                  <a:pt x="1270405" y="566027"/>
                </a:lnTo>
                <a:lnTo>
                  <a:pt x="1239704" y="532802"/>
                </a:lnTo>
                <a:lnTo>
                  <a:pt x="1208144" y="500400"/>
                </a:lnTo>
                <a:lnTo>
                  <a:pt x="1175742" y="468840"/>
                </a:lnTo>
                <a:lnTo>
                  <a:pt x="1142517" y="438139"/>
                </a:lnTo>
                <a:lnTo>
                  <a:pt x="1108486" y="408316"/>
                </a:lnTo>
                <a:lnTo>
                  <a:pt x="1073668" y="379388"/>
                </a:lnTo>
                <a:lnTo>
                  <a:pt x="1038080" y="351375"/>
                </a:lnTo>
                <a:lnTo>
                  <a:pt x="1001741" y="324292"/>
                </a:lnTo>
                <a:lnTo>
                  <a:pt x="964669" y="298160"/>
                </a:lnTo>
                <a:lnTo>
                  <a:pt x="926881" y="272995"/>
                </a:lnTo>
                <a:lnTo>
                  <a:pt x="888395" y="248816"/>
                </a:lnTo>
                <a:lnTo>
                  <a:pt x="849231" y="225641"/>
                </a:lnTo>
                <a:lnTo>
                  <a:pt x="809405" y="203487"/>
                </a:lnTo>
                <a:lnTo>
                  <a:pt x="768936" y="182374"/>
                </a:lnTo>
                <a:lnTo>
                  <a:pt x="727841" y="162318"/>
                </a:lnTo>
                <a:lnTo>
                  <a:pt x="686139" y="143338"/>
                </a:lnTo>
                <a:lnTo>
                  <a:pt x="643848" y="125452"/>
                </a:lnTo>
                <a:lnTo>
                  <a:pt x="600986" y="108678"/>
                </a:lnTo>
                <a:lnTo>
                  <a:pt x="557571" y="93034"/>
                </a:lnTo>
                <a:lnTo>
                  <a:pt x="513620" y="78538"/>
                </a:lnTo>
                <a:lnTo>
                  <a:pt x="469153" y="65208"/>
                </a:lnTo>
                <a:lnTo>
                  <a:pt x="424186" y="53061"/>
                </a:lnTo>
                <a:lnTo>
                  <a:pt x="378738" y="42117"/>
                </a:lnTo>
                <a:lnTo>
                  <a:pt x="332827" y="32393"/>
                </a:lnTo>
                <a:lnTo>
                  <a:pt x="286471" y="23907"/>
                </a:lnTo>
                <a:lnTo>
                  <a:pt x="239688" y="16677"/>
                </a:lnTo>
                <a:lnTo>
                  <a:pt x="192496" y="10721"/>
                </a:lnTo>
                <a:lnTo>
                  <a:pt x="144914" y="6057"/>
                </a:lnTo>
                <a:lnTo>
                  <a:pt x="96958" y="2704"/>
                </a:lnTo>
                <a:lnTo>
                  <a:pt x="48647" y="679"/>
                </a:lnTo>
                <a:lnTo>
                  <a:pt x="0" y="0"/>
                </a:lnTo>
                <a:close/>
              </a:path>
            </a:pathLst>
          </a:custGeom>
          <a:solidFill>
            <a:srgbClr val="FFFFFF">
              <a:alpha val="69803"/>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6" name="Google Shape;2041;p15"/>
          <p:cNvSpPr/>
          <p:nvPr/>
        </p:nvSpPr>
        <p:spPr>
          <a:xfrm>
            <a:off x="11603291" y="5500381"/>
            <a:ext cx="588709" cy="1362307"/>
          </a:xfrm>
          <a:custGeom>
            <a:avLst/>
            <a:gdLst/>
            <a:ahLst/>
            <a:cxnLst/>
            <a:rect l="l" t="t" r="r" b="b"/>
            <a:pathLst>
              <a:path w="827405" h="2684779" extrusionOk="0">
                <a:moveTo>
                  <a:pt x="0" y="0"/>
                </a:moveTo>
                <a:lnTo>
                  <a:pt x="12" y="818032"/>
                </a:lnTo>
                <a:lnTo>
                  <a:pt x="47741" y="820175"/>
                </a:lnTo>
                <a:lnTo>
                  <a:pt x="94267" y="826481"/>
                </a:lnTo>
                <a:lnTo>
                  <a:pt x="139405" y="836764"/>
                </a:lnTo>
                <a:lnTo>
                  <a:pt x="182971" y="850840"/>
                </a:lnTo>
                <a:lnTo>
                  <a:pt x="224780" y="868523"/>
                </a:lnTo>
                <a:lnTo>
                  <a:pt x="264646" y="889629"/>
                </a:lnTo>
                <a:lnTo>
                  <a:pt x="302386" y="913971"/>
                </a:lnTo>
                <a:lnTo>
                  <a:pt x="337813" y="941366"/>
                </a:lnTo>
                <a:lnTo>
                  <a:pt x="370744" y="971627"/>
                </a:lnTo>
                <a:lnTo>
                  <a:pt x="400994" y="1004570"/>
                </a:lnTo>
                <a:lnTo>
                  <a:pt x="428376" y="1040010"/>
                </a:lnTo>
                <a:lnTo>
                  <a:pt x="452708" y="1077761"/>
                </a:lnTo>
                <a:lnTo>
                  <a:pt x="473803" y="1117638"/>
                </a:lnTo>
                <a:lnTo>
                  <a:pt x="491478" y="1159457"/>
                </a:lnTo>
                <a:lnTo>
                  <a:pt x="505546" y="1203032"/>
                </a:lnTo>
                <a:lnTo>
                  <a:pt x="515824" y="1248177"/>
                </a:lnTo>
                <a:lnTo>
                  <a:pt x="522126" y="1294708"/>
                </a:lnTo>
                <a:lnTo>
                  <a:pt x="524268" y="1342440"/>
                </a:lnTo>
                <a:lnTo>
                  <a:pt x="522126" y="1390150"/>
                </a:lnTo>
                <a:lnTo>
                  <a:pt x="515824" y="1436662"/>
                </a:lnTo>
                <a:lnTo>
                  <a:pt x="505546" y="1481790"/>
                </a:lnTo>
                <a:lnTo>
                  <a:pt x="491478" y="1525350"/>
                </a:lnTo>
                <a:lnTo>
                  <a:pt x="473803" y="1567155"/>
                </a:lnTo>
                <a:lnTo>
                  <a:pt x="452708" y="1607021"/>
                </a:lnTo>
                <a:lnTo>
                  <a:pt x="428376" y="1644763"/>
                </a:lnTo>
                <a:lnTo>
                  <a:pt x="400994" y="1680195"/>
                </a:lnTo>
                <a:lnTo>
                  <a:pt x="370744" y="1713131"/>
                </a:lnTo>
                <a:lnTo>
                  <a:pt x="337813" y="1743387"/>
                </a:lnTo>
                <a:lnTo>
                  <a:pt x="302386" y="1770778"/>
                </a:lnTo>
                <a:lnTo>
                  <a:pt x="264646" y="1795117"/>
                </a:lnTo>
                <a:lnTo>
                  <a:pt x="224780" y="1816221"/>
                </a:lnTo>
                <a:lnTo>
                  <a:pt x="182971" y="1833902"/>
                </a:lnTo>
                <a:lnTo>
                  <a:pt x="139405" y="1847977"/>
                </a:lnTo>
                <a:lnTo>
                  <a:pt x="94267" y="1858260"/>
                </a:lnTo>
                <a:lnTo>
                  <a:pt x="47741" y="1864566"/>
                </a:lnTo>
                <a:lnTo>
                  <a:pt x="12" y="1866709"/>
                </a:lnTo>
                <a:lnTo>
                  <a:pt x="12" y="2684729"/>
                </a:lnTo>
                <a:lnTo>
                  <a:pt x="48164" y="2683881"/>
                </a:lnTo>
                <a:lnTo>
                  <a:pt x="95889" y="2681358"/>
                </a:lnTo>
                <a:lnTo>
                  <a:pt x="143159" y="2677188"/>
                </a:lnTo>
                <a:lnTo>
                  <a:pt x="189945" y="2671399"/>
                </a:lnTo>
                <a:lnTo>
                  <a:pt x="236219" y="2664019"/>
                </a:lnTo>
                <a:lnTo>
                  <a:pt x="281954" y="2655077"/>
                </a:lnTo>
                <a:lnTo>
                  <a:pt x="327119" y="2644602"/>
                </a:lnTo>
                <a:lnTo>
                  <a:pt x="371688" y="2632621"/>
                </a:lnTo>
                <a:lnTo>
                  <a:pt x="415631" y="2619163"/>
                </a:lnTo>
                <a:lnTo>
                  <a:pt x="458920" y="2604257"/>
                </a:lnTo>
                <a:lnTo>
                  <a:pt x="501528" y="2587930"/>
                </a:lnTo>
                <a:lnTo>
                  <a:pt x="543424" y="2570212"/>
                </a:lnTo>
                <a:lnTo>
                  <a:pt x="584582" y="2551130"/>
                </a:lnTo>
                <a:lnTo>
                  <a:pt x="624972" y="2530714"/>
                </a:lnTo>
                <a:lnTo>
                  <a:pt x="664567" y="2508990"/>
                </a:lnTo>
                <a:lnTo>
                  <a:pt x="703337" y="2485989"/>
                </a:lnTo>
                <a:lnTo>
                  <a:pt x="741255" y="2461738"/>
                </a:lnTo>
                <a:lnTo>
                  <a:pt x="778292" y="2436266"/>
                </a:lnTo>
                <a:lnTo>
                  <a:pt x="814420" y="2409600"/>
                </a:lnTo>
                <a:lnTo>
                  <a:pt x="827328" y="2399392"/>
                </a:lnTo>
                <a:lnTo>
                  <a:pt x="827328" y="285353"/>
                </a:lnTo>
                <a:lnTo>
                  <a:pt x="778286" y="248472"/>
                </a:lnTo>
                <a:lnTo>
                  <a:pt x="741249" y="222998"/>
                </a:lnTo>
                <a:lnTo>
                  <a:pt x="703331" y="198746"/>
                </a:lnTo>
                <a:lnTo>
                  <a:pt x="664560" y="175743"/>
                </a:lnTo>
                <a:lnTo>
                  <a:pt x="624965" y="154019"/>
                </a:lnTo>
                <a:lnTo>
                  <a:pt x="584575" y="133601"/>
                </a:lnTo>
                <a:lnTo>
                  <a:pt x="543417" y="114519"/>
                </a:lnTo>
                <a:lnTo>
                  <a:pt x="501520" y="96800"/>
                </a:lnTo>
                <a:lnTo>
                  <a:pt x="458913" y="80473"/>
                </a:lnTo>
                <a:lnTo>
                  <a:pt x="415623" y="65566"/>
                </a:lnTo>
                <a:lnTo>
                  <a:pt x="371680" y="52108"/>
                </a:lnTo>
                <a:lnTo>
                  <a:pt x="327111" y="40127"/>
                </a:lnTo>
                <a:lnTo>
                  <a:pt x="281945" y="29651"/>
                </a:lnTo>
                <a:lnTo>
                  <a:pt x="236210" y="20709"/>
                </a:lnTo>
                <a:lnTo>
                  <a:pt x="189935" y="13329"/>
                </a:lnTo>
                <a:lnTo>
                  <a:pt x="143148" y="7540"/>
                </a:lnTo>
                <a:lnTo>
                  <a:pt x="95878" y="3370"/>
                </a:lnTo>
                <a:lnTo>
                  <a:pt x="48152" y="847"/>
                </a:lnTo>
                <a:lnTo>
                  <a:pt x="0" y="0"/>
                </a:lnTo>
                <a:close/>
              </a:path>
            </a:pathLst>
          </a:custGeom>
          <a:solidFill>
            <a:srgbClr val="EA9F3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4" name="Google Shape;2174;p196"/>
          <p:cNvSpPr txBox="1"/>
          <p:nvPr/>
        </p:nvSpPr>
        <p:spPr>
          <a:xfrm>
            <a:off x="5515738" y="2995955"/>
            <a:ext cx="4716461" cy="861774"/>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3200"/>
              <a:buFont typeface="Arial"/>
              <a:buNone/>
            </a:pPr>
            <a:r>
              <a:rPr lang="es-ES" sz="3200" b="0" i="0" u="none" strike="noStrike" cap="none" dirty="0" err="1">
                <a:solidFill>
                  <a:schemeClr val="accent1"/>
                </a:solidFill>
                <a:latin typeface="Tahoma"/>
                <a:ea typeface="Tahoma"/>
                <a:cs typeface="Tahoma"/>
                <a:sym typeface="Tahoma"/>
              </a:rPr>
              <a:t>var</a:t>
            </a:r>
            <a:r>
              <a:rPr lang="es-ES" sz="3200" b="0" i="0" u="none" strike="noStrike" cap="none" dirty="0">
                <a:solidFill>
                  <a:schemeClr val="accent1"/>
                </a:solidFill>
                <a:latin typeface="Tahoma"/>
                <a:ea typeface="Tahoma"/>
                <a:cs typeface="Tahoma"/>
                <a:sym typeface="Tahoma"/>
              </a:rPr>
              <a:t>  </a:t>
            </a:r>
            <a:r>
              <a:rPr lang="es-ES" sz="3200" b="0" i="0" u="none" strike="noStrike" cap="none" dirty="0">
                <a:solidFill>
                  <a:schemeClr val="lt1"/>
                </a:solidFill>
                <a:latin typeface="Tahoma"/>
                <a:ea typeface="Tahoma"/>
                <a:cs typeface="Tahoma"/>
                <a:sym typeface="Tahoma"/>
              </a:rPr>
              <a:t>_</a:t>
            </a:r>
            <a:r>
              <a:rPr lang="es-ES" sz="3200" b="0" i="0" u="none" strike="noStrike" cap="none" dirty="0" err="1">
                <a:solidFill>
                  <a:schemeClr val="lt1"/>
                </a:solidFill>
                <a:latin typeface="Tahoma"/>
                <a:ea typeface="Tahoma"/>
                <a:cs typeface="Tahoma"/>
                <a:sym typeface="Tahoma"/>
              </a:rPr>
              <a:t>UsuarioNombre</a:t>
            </a:r>
            <a:endParaRPr sz="3200" b="0" i="0" u="none" strike="noStrike" cap="none" dirty="0">
              <a:solidFill>
                <a:schemeClr val="lt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lt1"/>
              </a:solidFill>
              <a:latin typeface="Tahoma"/>
              <a:ea typeface="Tahoma"/>
              <a:cs typeface="Tahoma"/>
              <a:sym typeface="Tahoma"/>
            </a:endParaRPr>
          </a:p>
        </p:txBody>
      </p:sp>
    </p:spTree>
    <p:extLst>
      <p:ext uri="{BB962C8B-B14F-4D97-AF65-F5344CB8AC3E}">
        <p14:creationId xmlns:p14="http://schemas.microsoft.com/office/powerpoint/2010/main" val="3557314936"/>
      </p:ext>
    </p:extLst>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Shape 2136"/>
        <p:cNvGrpSpPr/>
        <p:nvPr/>
      </p:nvGrpSpPr>
      <p:grpSpPr>
        <a:xfrm>
          <a:off x="0" y="0"/>
          <a:ext cx="0" cy="0"/>
          <a:chOff x="0" y="0"/>
          <a:chExt cx="0" cy="0"/>
        </a:xfrm>
      </p:grpSpPr>
      <p:sp>
        <p:nvSpPr>
          <p:cNvPr id="11" name="Google Shape;2039;p15"/>
          <p:cNvSpPr/>
          <p:nvPr/>
        </p:nvSpPr>
        <p:spPr>
          <a:xfrm>
            <a:off x="13918" y="-4314"/>
            <a:ext cx="12189124" cy="6862313"/>
          </a:xfrm>
          <a:custGeom>
            <a:avLst/>
            <a:gdLst/>
            <a:ahLst/>
            <a:cxnLst/>
            <a:rect l="l" t="t" r="r" b="b"/>
            <a:pathLst>
              <a:path w="17348200" h="9753600" extrusionOk="0">
                <a:moveTo>
                  <a:pt x="17348200" y="0"/>
                </a:moveTo>
                <a:lnTo>
                  <a:pt x="0" y="0"/>
                </a:lnTo>
                <a:lnTo>
                  <a:pt x="0" y="9753600"/>
                </a:lnTo>
                <a:lnTo>
                  <a:pt x="17348200" y="9753600"/>
                </a:lnTo>
                <a:lnTo>
                  <a:pt x="17348200" y="0"/>
                </a:lnTo>
                <a:close/>
              </a:path>
            </a:pathLst>
          </a:custGeom>
          <a:solidFill>
            <a:srgbClr val="EEEEE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138" name="Google Shape;2138;p194"/>
          <p:cNvSpPr/>
          <p:nvPr/>
        </p:nvSpPr>
        <p:spPr>
          <a:xfrm>
            <a:off x="5208539" y="627076"/>
            <a:ext cx="5272360" cy="1299479"/>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4000" b="1" i="0" u="none" strike="noStrike" cap="none" dirty="0">
                <a:solidFill>
                  <a:srgbClr val="872789"/>
                </a:solidFill>
                <a:latin typeface="Gotham Rounded Medium" panose="02000000000000000000" pitchFamily="50" charset="0"/>
                <a:sym typeface="Arial"/>
              </a:rPr>
              <a:t>¿Este nombre de variable es válido?</a:t>
            </a:r>
            <a:endParaRPr sz="2400" b="0" i="0" u="none" strike="noStrike" cap="none" dirty="0">
              <a:solidFill>
                <a:srgbClr val="872789"/>
              </a:solidFill>
              <a:latin typeface="Gotham Rounded Medium" panose="02000000000000000000" pitchFamily="50" charset="0"/>
              <a:sym typeface="Arial"/>
            </a:endParaRPr>
          </a:p>
        </p:txBody>
      </p:sp>
      <p:sp>
        <p:nvSpPr>
          <p:cNvPr id="2140" name="Google Shape;2140;p194"/>
          <p:cNvSpPr/>
          <p:nvPr/>
        </p:nvSpPr>
        <p:spPr>
          <a:xfrm>
            <a:off x="4940490" y="2128156"/>
            <a:ext cx="6493519" cy="2601687"/>
          </a:xfrm>
          <a:prstGeom prst="roundRect">
            <a:avLst>
              <a:gd name="adj" fmla="val 4602"/>
            </a:avLst>
          </a:prstGeom>
          <a:solidFill>
            <a:srgbClr val="1F232F"/>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141" name="Google Shape;2141;p194"/>
          <p:cNvGrpSpPr/>
          <p:nvPr/>
        </p:nvGrpSpPr>
        <p:grpSpPr>
          <a:xfrm>
            <a:off x="4940489" y="2128155"/>
            <a:ext cx="6493519" cy="413657"/>
            <a:chOff x="3383283" y="0"/>
            <a:chExt cx="5094515" cy="413657"/>
          </a:xfrm>
        </p:grpSpPr>
        <p:sp>
          <p:nvSpPr>
            <p:cNvPr id="2142" name="Google Shape;2142;p194"/>
            <p:cNvSpPr/>
            <p:nvPr/>
          </p:nvSpPr>
          <p:spPr>
            <a:xfrm>
              <a:off x="3383283" y="0"/>
              <a:ext cx="5094515"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43" name="Google Shape;2143;p194"/>
            <p:cNvSpPr txBox="1"/>
            <p:nvPr/>
          </p:nvSpPr>
          <p:spPr>
            <a:xfrm>
              <a:off x="3707566" y="42482"/>
              <a:ext cx="195424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variables.js</a:t>
              </a:r>
              <a:endParaRPr sz="1400" b="0" i="0" u="none" strike="noStrike" cap="none">
                <a:solidFill>
                  <a:schemeClr val="lt1"/>
                </a:solidFill>
                <a:latin typeface="Arial"/>
                <a:ea typeface="Arial"/>
                <a:cs typeface="Arial"/>
                <a:sym typeface="Arial"/>
              </a:endParaRPr>
            </a:p>
          </p:txBody>
        </p:sp>
        <p:cxnSp>
          <p:nvCxnSpPr>
            <p:cNvPr id="2144" name="Google Shape;2144;p194"/>
            <p:cNvCxnSpPr/>
            <p:nvPr/>
          </p:nvCxnSpPr>
          <p:spPr>
            <a:xfrm>
              <a:off x="3707567" y="403200"/>
              <a:ext cx="1954241" cy="10457"/>
            </a:xfrm>
            <a:prstGeom prst="straightConnector1">
              <a:avLst/>
            </a:prstGeom>
            <a:noFill/>
            <a:ln w="15875" cap="flat" cmpd="sng">
              <a:solidFill>
                <a:srgbClr val="F2CD84"/>
              </a:solidFill>
              <a:prstDash val="solid"/>
              <a:miter lim="800000"/>
              <a:headEnd type="none" w="sm" len="sm"/>
              <a:tailEnd type="none" w="sm" len="sm"/>
            </a:ln>
          </p:spPr>
        </p:cxnSp>
      </p:grpSp>
      <p:pic>
        <p:nvPicPr>
          <p:cNvPr id="12" name="Google Shape;2040;p15"/>
          <p:cNvPicPr preferRelativeResize="0"/>
          <p:nvPr/>
        </p:nvPicPr>
        <p:blipFill rotWithShape="1">
          <a:blip r:embed="rId3">
            <a:alphaModFix/>
          </a:blip>
          <a:srcRect/>
          <a:stretch/>
        </p:blipFill>
        <p:spPr>
          <a:xfrm>
            <a:off x="964654" y="0"/>
            <a:ext cx="689975" cy="1262743"/>
          </a:xfrm>
          <a:prstGeom prst="rect">
            <a:avLst/>
          </a:prstGeom>
          <a:noFill/>
          <a:ln>
            <a:noFill/>
          </a:ln>
        </p:spPr>
      </p:pic>
      <p:sp>
        <p:nvSpPr>
          <p:cNvPr id="15" name="Google Shape;2161;p15"/>
          <p:cNvSpPr/>
          <p:nvPr/>
        </p:nvSpPr>
        <p:spPr>
          <a:xfrm>
            <a:off x="0" y="5500381"/>
            <a:ext cx="730053" cy="1357619"/>
          </a:xfrm>
          <a:custGeom>
            <a:avLst/>
            <a:gdLst/>
            <a:ahLst/>
            <a:cxnLst/>
            <a:rect l="l" t="t" r="r" b="b"/>
            <a:pathLst>
              <a:path w="1708785" h="3416934" extrusionOk="0">
                <a:moveTo>
                  <a:pt x="0" y="0"/>
                </a:moveTo>
                <a:lnTo>
                  <a:pt x="0" y="1041120"/>
                </a:lnTo>
                <a:lnTo>
                  <a:pt x="47663" y="1042796"/>
                </a:lnTo>
                <a:lnTo>
                  <a:pt x="94420" y="1047748"/>
                </a:lnTo>
                <a:lnTo>
                  <a:pt x="140158" y="1055864"/>
                </a:lnTo>
                <a:lnTo>
                  <a:pt x="184765" y="1067030"/>
                </a:lnTo>
                <a:lnTo>
                  <a:pt x="228127" y="1081134"/>
                </a:lnTo>
                <a:lnTo>
                  <a:pt x="270131" y="1098063"/>
                </a:lnTo>
                <a:lnTo>
                  <a:pt x="310666" y="1117703"/>
                </a:lnTo>
                <a:lnTo>
                  <a:pt x="349618" y="1139942"/>
                </a:lnTo>
                <a:lnTo>
                  <a:pt x="386874" y="1164666"/>
                </a:lnTo>
                <a:lnTo>
                  <a:pt x="422321" y="1191763"/>
                </a:lnTo>
                <a:lnTo>
                  <a:pt x="455848" y="1221121"/>
                </a:lnTo>
                <a:lnTo>
                  <a:pt x="487340" y="1252624"/>
                </a:lnTo>
                <a:lnTo>
                  <a:pt x="516686" y="1286162"/>
                </a:lnTo>
                <a:lnTo>
                  <a:pt x="543772" y="1321621"/>
                </a:lnTo>
                <a:lnTo>
                  <a:pt x="568486" y="1358888"/>
                </a:lnTo>
                <a:lnTo>
                  <a:pt x="590714" y="1397850"/>
                </a:lnTo>
                <a:lnTo>
                  <a:pt x="610345" y="1438394"/>
                </a:lnTo>
                <a:lnTo>
                  <a:pt x="627265" y="1480407"/>
                </a:lnTo>
                <a:lnTo>
                  <a:pt x="641362" y="1523776"/>
                </a:lnTo>
                <a:lnTo>
                  <a:pt x="652522" y="1568389"/>
                </a:lnTo>
                <a:lnTo>
                  <a:pt x="660633" y="1614132"/>
                </a:lnTo>
                <a:lnTo>
                  <a:pt x="665583" y="1660892"/>
                </a:lnTo>
                <a:lnTo>
                  <a:pt x="667258" y="1708556"/>
                </a:lnTo>
                <a:lnTo>
                  <a:pt x="665583" y="1756198"/>
                </a:lnTo>
                <a:lnTo>
                  <a:pt x="660633" y="1802938"/>
                </a:lnTo>
                <a:lnTo>
                  <a:pt x="652522" y="1848662"/>
                </a:lnTo>
                <a:lnTo>
                  <a:pt x="641362" y="1893257"/>
                </a:lnTo>
                <a:lnTo>
                  <a:pt x="627265" y="1936611"/>
                </a:lnTo>
                <a:lnTo>
                  <a:pt x="610345" y="1978610"/>
                </a:lnTo>
                <a:lnTo>
                  <a:pt x="590714" y="2019141"/>
                </a:lnTo>
                <a:lnTo>
                  <a:pt x="568486" y="2058092"/>
                </a:lnTo>
                <a:lnTo>
                  <a:pt x="543772" y="2095349"/>
                </a:lnTo>
                <a:lnTo>
                  <a:pt x="516686" y="2130799"/>
                </a:lnTo>
                <a:lnTo>
                  <a:pt x="487340" y="2164329"/>
                </a:lnTo>
                <a:lnTo>
                  <a:pt x="455848" y="2195826"/>
                </a:lnTo>
                <a:lnTo>
                  <a:pt x="422321" y="2225178"/>
                </a:lnTo>
                <a:lnTo>
                  <a:pt x="386874" y="2252270"/>
                </a:lnTo>
                <a:lnTo>
                  <a:pt x="349618" y="2276991"/>
                </a:lnTo>
                <a:lnTo>
                  <a:pt x="310666" y="2299226"/>
                </a:lnTo>
                <a:lnTo>
                  <a:pt x="270131" y="2318864"/>
                </a:lnTo>
                <a:lnTo>
                  <a:pt x="228127" y="2335790"/>
                </a:lnTo>
                <a:lnTo>
                  <a:pt x="184765" y="2349893"/>
                </a:lnTo>
                <a:lnTo>
                  <a:pt x="140158" y="2361058"/>
                </a:lnTo>
                <a:lnTo>
                  <a:pt x="94420" y="2369173"/>
                </a:lnTo>
                <a:lnTo>
                  <a:pt x="47663" y="2374125"/>
                </a:lnTo>
                <a:lnTo>
                  <a:pt x="0" y="2375801"/>
                </a:lnTo>
                <a:lnTo>
                  <a:pt x="0" y="3416935"/>
                </a:lnTo>
                <a:lnTo>
                  <a:pt x="48647" y="3416255"/>
                </a:lnTo>
                <a:lnTo>
                  <a:pt x="96958" y="3414230"/>
                </a:lnTo>
                <a:lnTo>
                  <a:pt x="144914" y="3410877"/>
                </a:lnTo>
                <a:lnTo>
                  <a:pt x="192496" y="3406213"/>
                </a:lnTo>
                <a:lnTo>
                  <a:pt x="239688" y="3400257"/>
                </a:lnTo>
                <a:lnTo>
                  <a:pt x="286471" y="3393027"/>
                </a:lnTo>
                <a:lnTo>
                  <a:pt x="332827" y="3384541"/>
                </a:lnTo>
                <a:lnTo>
                  <a:pt x="378738" y="3374817"/>
                </a:lnTo>
                <a:lnTo>
                  <a:pt x="424186" y="3363873"/>
                </a:lnTo>
                <a:lnTo>
                  <a:pt x="469153" y="3351727"/>
                </a:lnTo>
                <a:lnTo>
                  <a:pt x="513620" y="3338397"/>
                </a:lnTo>
                <a:lnTo>
                  <a:pt x="557571" y="3323902"/>
                </a:lnTo>
                <a:lnTo>
                  <a:pt x="600986" y="3308258"/>
                </a:lnTo>
                <a:lnTo>
                  <a:pt x="643848" y="3291484"/>
                </a:lnTo>
                <a:lnTo>
                  <a:pt x="686139" y="3273599"/>
                </a:lnTo>
                <a:lnTo>
                  <a:pt x="727841" y="3254620"/>
                </a:lnTo>
                <a:lnTo>
                  <a:pt x="768936" y="3234565"/>
                </a:lnTo>
                <a:lnTo>
                  <a:pt x="809405" y="3213452"/>
                </a:lnTo>
                <a:lnTo>
                  <a:pt x="849231" y="3191299"/>
                </a:lnTo>
                <a:lnTo>
                  <a:pt x="888395" y="3168125"/>
                </a:lnTo>
                <a:lnTo>
                  <a:pt x="926881" y="3143947"/>
                </a:lnTo>
                <a:lnTo>
                  <a:pt x="964669" y="3118784"/>
                </a:lnTo>
                <a:lnTo>
                  <a:pt x="1001741" y="3092653"/>
                </a:lnTo>
                <a:lnTo>
                  <a:pt x="1038080" y="3065572"/>
                </a:lnTo>
                <a:lnTo>
                  <a:pt x="1073668" y="3037560"/>
                </a:lnTo>
                <a:lnTo>
                  <a:pt x="1108486" y="3008634"/>
                </a:lnTo>
                <a:lnTo>
                  <a:pt x="1142517" y="2978813"/>
                </a:lnTo>
                <a:lnTo>
                  <a:pt x="1175742" y="2948114"/>
                </a:lnTo>
                <a:lnTo>
                  <a:pt x="1208144" y="2916556"/>
                </a:lnTo>
                <a:lnTo>
                  <a:pt x="1239704" y="2884157"/>
                </a:lnTo>
                <a:lnTo>
                  <a:pt x="1270405" y="2850934"/>
                </a:lnTo>
                <a:lnTo>
                  <a:pt x="1300228" y="2816905"/>
                </a:lnTo>
                <a:lnTo>
                  <a:pt x="1329155" y="2782090"/>
                </a:lnTo>
                <a:lnTo>
                  <a:pt x="1357169" y="2746505"/>
                </a:lnTo>
                <a:lnTo>
                  <a:pt x="1384251" y="2710169"/>
                </a:lnTo>
                <a:lnTo>
                  <a:pt x="1410384" y="2673099"/>
                </a:lnTo>
                <a:lnTo>
                  <a:pt x="1435548" y="2635315"/>
                </a:lnTo>
                <a:lnTo>
                  <a:pt x="1459727" y="2596833"/>
                </a:lnTo>
                <a:lnTo>
                  <a:pt x="1482902" y="2557672"/>
                </a:lnTo>
                <a:lnTo>
                  <a:pt x="1505056" y="2517850"/>
                </a:lnTo>
                <a:lnTo>
                  <a:pt x="1526169" y="2477385"/>
                </a:lnTo>
                <a:lnTo>
                  <a:pt x="1546225" y="2436295"/>
                </a:lnTo>
                <a:lnTo>
                  <a:pt x="1565205" y="2394598"/>
                </a:lnTo>
                <a:lnTo>
                  <a:pt x="1583091" y="2352312"/>
                </a:lnTo>
                <a:lnTo>
                  <a:pt x="1599865" y="2309455"/>
                </a:lnTo>
                <a:lnTo>
                  <a:pt x="1615509" y="2266044"/>
                </a:lnTo>
                <a:lnTo>
                  <a:pt x="1630005" y="2222099"/>
                </a:lnTo>
                <a:lnTo>
                  <a:pt x="1643335" y="2177638"/>
                </a:lnTo>
                <a:lnTo>
                  <a:pt x="1655481" y="2132677"/>
                </a:lnTo>
                <a:lnTo>
                  <a:pt x="1666426" y="2087235"/>
                </a:lnTo>
                <a:lnTo>
                  <a:pt x="1676150" y="2041331"/>
                </a:lnTo>
                <a:lnTo>
                  <a:pt x="1684636" y="1994982"/>
                </a:lnTo>
                <a:lnTo>
                  <a:pt x="1691866" y="1948206"/>
                </a:lnTo>
                <a:lnTo>
                  <a:pt x="1697822" y="1901021"/>
                </a:lnTo>
                <a:lnTo>
                  <a:pt x="1702485" y="1853446"/>
                </a:lnTo>
                <a:lnTo>
                  <a:pt x="1705839" y="1805498"/>
                </a:lnTo>
                <a:lnTo>
                  <a:pt x="1707864" y="1757195"/>
                </a:lnTo>
                <a:lnTo>
                  <a:pt x="1708543" y="1708556"/>
                </a:lnTo>
                <a:lnTo>
                  <a:pt x="1707864" y="1659908"/>
                </a:lnTo>
                <a:lnTo>
                  <a:pt x="1705839" y="1611596"/>
                </a:lnTo>
                <a:lnTo>
                  <a:pt x="1702485" y="1563640"/>
                </a:lnTo>
                <a:lnTo>
                  <a:pt x="1697822" y="1516056"/>
                </a:lnTo>
                <a:lnTo>
                  <a:pt x="1691866" y="1468864"/>
                </a:lnTo>
                <a:lnTo>
                  <a:pt x="1684636" y="1422081"/>
                </a:lnTo>
                <a:lnTo>
                  <a:pt x="1676150" y="1375724"/>
                </a:lnTo>
                <a:lnTo>
                  <a:pt x="1666426" y="1329813"/>
                </a:lnTo>
                <a:lnTo>
                  <a:pt x="1655481" y="1284364"/>
                </a:lnTo>
                <a:lnTo>
                  <a:pt x="1643335" y="1239397"/>
                </a:lnTo>
                <a:lnTo>
                  <a:pt x="1630005" y="1194929"/>
                </a:lnTo>
                <a:lnTo>
                  <a:pt x="1615509" y="1150978"/>
                </a:lnTo>
                <a:lnTo>
                  <a:pt x="1599865" y="1107562"/>
                </a:lnTo>
                <a:lnTo>
                  <a:pt x="1583091" y="1064700"/>
                </a:lnTo>
                <a:lnTo>
                  <a:pt x="1565205" y="1022409"/>
                </a:lnTo>
                <a:lnTo>
                  <a:pt x="1546225" y="980706"/>
                </a:lnTo>
                <a:lnTo>
                  <a:pt x="1526169" y="939612"/>
                </a:lnTo>
                <a:lnTo>
                  <a:pt x="1505056" y="899142"/>
                </a:lnTo>
                <a:lnTo>
                  <a:pt x="1482902" y="859316"/>
                </a:lnTo>
                <a:lnTo>
                  <a:pt x="1459727" y="820151"/>
                </a:lnTo>
                <a:lnTo>
                  <a:pt x="1435548" y="781665"/>
                </a:lnTo>
                <a:lnTo>
                  <a:pt x="1410384" y="743877"/>
                </a:lnTo>
                <a:lnTo>
                  <a:pt x="1384251" y="706804"/>
                </a:lnTo>
                <a:lnTo>
                  <a:pt x="1357169" y="670465"/>
                </a:lnTo>
                <a:lnTo>
                  <a:pt x="1329155" y="634877"/>
                </a:lnTo>
                <a:lnTo>
                  <a:pt x="1300228" y="600058"/>
                </a:lnTo>
                <a:lnTo>
                  <a:pt x="1270405" y="566027"/>
                </a:lnTo>
                <a:lnTo>
                  <a:pt x="1239704" y="532802"/>
                </a:lnTo>
                <a:lnTo>
                  <a:pt x="1208144" y="500400"/>
                </a:lnTo>
                <a:lnTo>
                  <a:pt x="1175742" y="468840"/>
                </a:lnTo>
                <a:lnTo>
                  <a:pt x="1142517" y="438139"/>
                </a:lnTo>
                <a:lnTo>
                  <a:pt x="1108486" y="408316"/>
                </a:lnTo>
                <a:lnTo>
                  <a:pt x="1073668" y="379388"/>
                </a:lnTo>
                <a:lnTo>
                  <a:pt x="1038080" y="351375"/>
                </a:lnTo>
                <a:lnTo>
                  <a:pt x="1001741" y="324292"/>
                </a:lnTo>
                <a:lnTo>
                  <a:pt x="964669" y="298160"/>
                </a:lnTo>
                <a:lnTo>
                  <a:pt x="926881" y="272995"/>
                </a:lnTo>
                <a:lnTo>
                  <a:pt x="888395" y="248816"/>
                </a:lnTo>
                <a:lnTo>
                  <a:pt x="849231" y="225641"/>
                </a:lnTo>
                <a:lnTo>
                  <a:pt x="809405" y="203487"/>
                </a:lnTo>
                <a:lnTo>
                  <a:pt x="768936" y="182374"/>
                </a:lnTo>
                <a:lnTo>
                  <a:pt x="727841" y="162318"/>
                </a:lnTo>
                <a:lnTo>
                  <a:pt x="686139" y="143338"/>
                </a:lnTo>
                <a:lnTo>
                  <a:pt x="643848" y="125452"/>
                </a:lnTo>
                <a:lnTo>
                  <a:pt x="600986" y="108678"/>
                </a:lnTo>
                <a:lnTo>
                  <a:pt x="557571" y="93034"/>
                </a:lnTo>
                <a:lnTo>
                  <a:pt x="513620" y="78538"/>
                </a:lnTo>
                <a:lnTo>
                  <a:pt x="469153" y="65208"/>
                </a:lnTo>
                <a:lnTo>
                  <a:pt x="424186" y="53061"/>
                </a:lnTo>
                <a:lnTo>
                  <a:pt x="378738" y="42117"/>
                </a:lnTo>
                <a:lnTo>
                  <a:pt x="332827" y="32393"/>
                </a:lnTo>
                <a:lnTo>
                  <a:pt x="286471" y="23907"/>
                </a:lnTo>
                <a:lnTo>
                  <a:pt x="239688" y="16677"/>
                </a:lnTo>
                <a:lnTo>
                  <a:pt x="192496" y="10721"/>
                </a:lnTo>
                <a:lnTo>
                  <a:pt x="144914" y="6057"/>
                </a:lnTo>
                <a:lnTo>
                  <a:pt x="96958" y="2704"/>
                </a:lnTo>
                <a:lnTo>
                  <a:pt x="48647" y="679"/>
                </a:lnTo>
                <a:lnTo>
                  <a:pt x="0" y="0"/>
                </a:lnTo>
                <a:close/>
              </a:path>
            </a:pathLst>
          </a:custGeom>
          <a:solidFill>
            <a:srgbClr val="FFFFFF">
              <a:alpha val="69803"/>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6" name="Google Shape;2041;p15"/>
          <p:cNvSpPr/>
          <p:nvPr/>
        </p:nvSpPr>
        <p:spPr>
          <a:xfrm>
            <a:off x="11603291" y="5500381"/>
            <a:ext cx="588709" cy="1362307"/>
          </a:xfrm>
          <a:custGeom>
            <a:avLst/>
            <a:gdLst/>
            <a:ahLst/>
            <a:cxnLst/>
            <a:rect l="l" t="t" r="r" b="b"/>
            <a:pathLst>
              <a:path w="827405" h="2684779" extrusionOk="0">
                <a:moveTo>
                  <a:pt x="0" y="0"/>
                </a:moveTo>
                <a:lnTo>
                  <a:pt x="12" y="818032"/>
                </a:lnTo>
                <a:lnTo>
                  <a:pt x="47741" y="820175"/>
                </a:lnTo>
                <a:lnTo>
                  <a:pt x="94267" y="826481"/>
                </a:lnTo>
                <a:lnTo>
                  <a:pt x="139405" y="836764"/>
                </a:lnTo>
                <a:lnTo>
                  <a:pt x="182971" y="850840"/>
                </a:lnTo>
                <a:lnTo>
                  <a:pt x="224780" y="868523"/>
                </a:lnTo>
                <a:lnTo>
                  <a:pt x="264646" y="889629"/>
                </a:lnTo>
                <a:lnTo>
                  <a:pt x="302386" y="913971"/>
                </a:lnTo>
                <a:lnTo>
                  <a:pt x="337813" y="941366"/>
                </a:lnTo>
                <a:lnTo>
                  <a:pt x="370744" y="971627"/>
                </a:lnTo>
                <a:lnTo>
                  <a:pt x="400994" y="1004570"/>
                </a:lnTo>
                <a:lnTo>
                  <a:pt x="428376" y="1040010"/>
                </a:lnTo>
                <a:lnTo>
                  <a:pt x="452708" y="1077761"/>
                </a:lnTo>
                <a:lnTo>
                  <a:pt x="473803" y="1117638"/>
                </a:lnTo>
                <a:lnTo>
                  <a:pt x="491478" y="1159457"/>
                </a:lnTo>
                <a:lnTo>
                  <a:pt x="505546" y="1203032"/>
                </a:lnTo>
                <a:lnTo>
                  <a:pt x="515824" y="1248177"/>
                </a:lnTo>
                <a:lnTo>
                  <a:pt x="522126" y="1294708"/>
                </a:lnTo>
                <a:lnTo>
                  <a:pt x="524268" y="1342440"/>
                </a:lnTo>
                <a:lnTo>
                  <a:pt x="522126" y="1390150"/>
                </a:lnTo>
                <a:lnTo>
                  <a:pt x="515824" y="1436662"/>
                </a:lnTo>
                <a:lnTo>
                  <a:pt x="505546" y="1481790"/>
                </a:lnTo>
                <a:lnTo>
                  <a:pt x="491478" y="1525350"/>
                </a:lnTo>
                <a:lnTo>
                  <a:pt x="473803" y="1567155"/>
                </a:lnTo>
                <a:lnTo>
                  <a:pt x="452708" y="1607021"/>
                </a:lnTo>
                <a:lnTo>
                  <a:pt x="428376" y="1644763"/>
                </a:lnTo>
                <a:lnTo>
                  <a:pt x="400994" y="1680195"/>
                </a:lnTo>
                <a:lnTo>
                  <a:pt x="370744" y="1713131"/>
                </a:lnTo>
                <a:lnTo>
                  <a:pt x="337813" y="1743387"/>
                </a:lnTo>
                <a:lnTo>
                  <a:pt x="302386" y="1770778"/>
                </a:lnTo>
                <a:lnTo>
                  <a:pt x="264646" y="1795117"/>
                </a:lnTo>
                <a:lnTo>
                  <a:pt x="224780" y="1816221"/>
                </a:lnTo>
                <a:lnTo>
                  <a:pt x="182971" y="1833902"/>
                </a:lnTo>
                <a:lnTo>
                  <a:pt x="139405" y="1847977"/>
                </a:lnTo>
                <a:lnTo>
                  <a:pt x="94267" y="1858260"/>
                </a:lnTo>
                <a:lnTo>
                  <a:pt x="47741" y="1864566"/>
                </a:lnTo>
                <a:lnTo>
                  <a:pt x="12" y="1866709"/>
                </a:lnTo>
                <a:lnTo>
                  <a:pt x="12" y="2684729"/>
                </a:lnTo>
                <a:lnTo>
                  <a:pt x="48164" y="2683881"/>
                </a:lnTo>
                <a:lnTo>
                  <a:pt x="95889" y="2681358"/>
                </a:lnTo>
                <a:lnTo>
                  <a:pt x="143159" y="2677188"/>
                </a:lnTo>
                <a:lnTo>
                  <a:pt x="189945" y="2671399"/>
                </a:lnTo>
                <a:lnTo>
                  <a:pt x="236219" y="2664019"/>
                </a:lnTo>
                <a:lnTo>
                  <a:pt x="281954" y="2655077"/>
                </a:lnTo>
                <a:lnTo>
                  <a:pt x="327119" y="2644602"/>
                </a:lnTo>
                <a:lnTo>
                  <a:pt x="371688" y="2632621"/>
                </a:lnTo>
                <a:lnTo>
                  <a:pt x="415631" y="2619163"/>
                </a:lnTo>
                <a:lnTo>
                  <a:pt x="458920" y="2604257"/>
                </a:lnTo>
                <a:lnTo>
                  <a:pt x="501528" y="2587930"/>
                </a:lnTo>
                <a:lnTo>
                  <a:pt x="543424" y="2570212"/>
                </a:lnTo>
                <a:lnTo>
                  <a:pt x="584582" y="2551130"/>
                </a:lnTo>
                <a:lnTo>
                  <a:pt x="624972" y="2530714"/>
                </a:lnTo>
                <a:lnTo>
                  <a:pt x="664567" y="2508990"/>
                </a:lnTo>
                <a:lnTo>
                  <a:pt x="703337" y="2485989"/>
                </a:lnTo>
                <a:lnTo>
                  <a:pt x="741255" y="2461738"/>
                </a:lnTo>
                <a:lnTo>
                  <a:pt x="778292" y="2436266"/>
                </a:lnTo>
                <a:lnTo>
                  <a:pt x="814420" y="2409600"/>
                </a:lnTo>
                <a:lnTo>
                  <a:pt x="827328" y="2399392"/>
                </a:lnTo>
                <a:lnTo>
                  <a:pt x="827328" y="285353"/>
                </a:lnTo>
                <a:lnTo>
                  <a:pt x="778286" y="248472"/>
                </a:lnTo>
                <a:lnTo>
                  <a:pt x="741249" y="222998"/>
                </a:lnTo>
                <a:lnTo>
                  <a:pt x="703331" y="198746"/>
                </a:lnTo>
                <a:lnTo>
                  <a:pt x="664560" y="175743"/>
                </a:lnTo>
                <a:lnTo>
                  <a:pt x="624965" y="154019"/>
                </a:lnTo>
                <a:lnTo>
                  <a:pt x="584575" y="133601"/>
                </a:lnTo>
                <a:lnTo>
                  <a:pt x="543417" y="114519"/>
                </a:lnTo>
                <a:lnTo>
                  <a:pt x="501520" y="96800"/>
                </a:lnTo>
                <a:lnTo>
                  <a:pt x="458913" y="80473"/>
                </a:lnTo>
                <a:lnTo>
                  <a:pt x="415623" y="65566"/>
                </a:lnTo>
                <a:lnTo>
                  <a:pt x="371680" y="52108"/>
                </a:lnTo>
                <a:lnTo>
                  <a:pt x="327111" y="40127"/>
                </a:lnTo>
                <a:lnTo>
                  <a:pt x="281945" y="29651"/>
                </a:lnTo>
                <a:lnTo>
                  <a:pt x="236210" y="20709"/>
                </a:lnTo>
                <a:lnTo>
                  <a:pt x="189935" y="13329"/>
                </a:lnTo>
                <a:lnTo>
                  <a:pt x="143148" y="7540"/>
                </a:lnTo>
                <a:lnTo>
                  <a:pt x="95878" y="3370"/>
                </a:lnTo>
                <a:lnTo>
                  <a:pt x="48152" y="847"/>
                </a:lnTo>
                <a:lnTo>
                  <a:pt x="0" y="0"/>
                </a:lnTo>
                <a:close/>
              </a:path>
            </a:pathLst>
          </a:custGeom>
          <a:solidFill>
            <a:srgbClr val="EA9F3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8" name="Google Shape;2159;p195"/>
          <p:cNvSpPr/>
          <p:nvPr/>
        </p:nvSpPr>
        <p:spPr>
          <a:xfrm>
            <a:off x="936704" y="2302729"/>
            <a:ext cx="2252545" cy="2243252"/>
          </a:xfrm>
          <a:prstGeom prst="ellipse">
            <a:avLst/>
          </a:prstGeom>
          <a:solidFill>
            <a:srgbClr val="E6E8E8"/>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200"/>
              <a:buFont typeface="Arial"/>
              <a:buNone/>
            </a:pPr>
            <a:r>
              <a:rPr lang="es-ES" sz="7200" b="1" i="0" u="none" strike="noStrike" cap="none" dirty="0">
                <a:solidFill>
                  <a:srgbClr val="00B050"/>
                </a:solidFill>
                <a:latin typeface="Calibri"/>
                <a:ea typeface="Calibri"/>
                <a:cs typeface="Calibri"/>
                <a:sym typeface="Calibri"/>
              </a:rPr>
              <a:t>OK</a:t>
            </a:r>
            <a:endParaRPr sz="1400" b="0" i="0" u="none" strike="noStrike" cap="none" dirty="0">
              <a:solidFill>
                <a:srgbClr val="00B050"/>
              </a:solidFill>
              <a:sym typeface="Arial"/>
            </a:endParaRPr>
          </a:p>
        </p:txBody>
      </p:sp>
      <p:sp>
        <p:nvSpPr>
          <p:cNvPr id="19" name="Google Shape;2174;p196"/>
          <p:cNvSpPr txBox="1"/>
          <p:nvPr/>
        </p:nvSpPr>
        <p:spPr>
          <a:xfrm>
            <a:off x="5515738" y="2995955"/>
            <a:ext cx="4716461" cy="861774"/>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3200"/>
              <a:buFont typeface="Arial"/>
              <a:buNone/>
            </a:pPr>
            <a:r>
              <a:rPr lang="es-ES" sz="3200" b="0" i="0" u="none" strike="noStrike" cap="none" dirty="0" err="1">
                <a:solidFill>
                  <a:schemeClr val="accent1"/>
                </a:solidFill>
                <a:latin typeface="Tahoma"/>
                <a:ea typeface="Tahoma"/>
                <a:cs typeface="Tahoma"/>
                <a:sym typeface="Tahoma"/>
              </a:rPr>
              <a:t>var</a:t>
            </a:r>
            <a:r>
              <a:rPr lang="es-ES" sz="3200" b="0" i="0" u="none" strike="noStrike" cap="none" dirty="0">
                <a:solidFill>
                  <a:schemeClr val="accent1"/>
                </a:solidFill>
                <a:latin typeface="Tahoma"/>
                <a:ea typeface="Tahoma"/>
                <a:cs typeface="Tahoma"/>
                <a:sym typeface="Tahoma"/>
              </a:rPr>
              <a:t>  </a:t>
            </a:r>
            <a:r>
              <a:rPr lang="es-ES" sz="3200" b="0" i="0" u="none" strike="noStrike" cap="none" dirty="0">
                <a:solidFill>
                  <a:schemeClr val="lt1"/>
                </a:solidFill>
                <a:latin typeface="Tahoma"/>
                <a:ea typeface="Tahoma"/>
                <a:cs typeface="Tahoma"/>
                <a:sym typeface="Tahoma"/>
              </a:rPr>
              <a:t>_</a:t>
            </a:r>
            <a:r>
              <a:rPr lang="es-ES" sz="3200" b="0" i="0" u="none" strike="noStrike" cap="none" dirty="0" err="1">
                <a:solidFill>
                  <a:schemeClr val="lt1"/>
                </a:solidFill>
                <a:latin typeface="Tahoma"/>
                <a:ea typeface="Tahoma"/>
                <a:cs typeface="Tahoma"/>
                <a:sym typeface="Tahoma"/>
              </a:rPr>
              <a:t>UsuarioNombre</a:t>
            </a:r>
            <a:endParaRPr sz="3200" b="0" i="0" u="none" strike="noStrike" cap="none" dirty="0">
              <a:solidFill>
                <a:schemeClr val="lt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lt1"/>
              </a:solidFill>
              <a:latin typeface="Tahoma"/>
              <a:ea typeface="Tahoma"/>
              <a:cs typeface="Tahoma"/>
              <a:sym typeface="Tahoma"/>
            </a:endParaRPr>
          </a:p>
        </p:txBody>
      </p:sp>
      <p:sp>
        <p:nvSpPr>
          <p:cNvPr id="20" name="Google Shape;2189;p197"/>
          <p:cNvSpPr txBox="1"/>
          <p:nvPr/>
        </p:nvSpPr>
        <p:spPr>
          <a:xfrm>
            <a:off x="4940489" y="5016491"/>
            <a:ext cx="6100548"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dirty="0">
                <a:solidFill>
                  <a:srgbClr val="872789"/>
                </a:solidFill>
                <a:latin typeface="Gotham Rounded Medium" panose="02000000000000000000" pitchFamily="50" charset="0"/>
                <a:ea typeface="Tahoma"/>
                <a:cs typeface="Tahoma"/>
                <a:sym typeface="Tahoma"/>
              </a:rPr>
              <a:t>Perfecto, porque los nombres de las variables sí pueden comenzar con el símbolo _ (guion bajo)</a:t>
            </a:r>
            <a:endParaRPr sz="1800" b="0" i="0" u="none" strike="noStrike" cap="none" dirty="0">
              <a:solidFill>
                <a:srgbClr val="872789"/>
              </a:solidFill>
              <a:latin typeface="Gotham Rounded Medium" panose="02000000000000000000" pitchFamily="50" charset="0"/>
              <a:ea typeface="Calibri"/>
              <a:cs typeface="Calibri"/>
              <a:sym typeface="Calibri"/>
            </a:endParaRPr>
          </a:p>
        </p:txBody>
      </p:sp>
    </p:spTree>
    <p:extLst>
      <p:ext uri="{BB962C8B-B14F-4D97-AF65-F5344CB8AC3E}">
        <p14:creationId xmlns:p14="http://schemas.microsoft.com/office/powerpoint/2010/main" val="4004122562"/>
      </p:ext>
    </p:extLst>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Shape 2136"/>
        <p:cNvGrpSpPr/>
        <p:nvPr/>
      </p:nvGrpSpPr>
      <p:grpSpPr>
        <a:xfrm>
          <a:off x="0" y="0"/>
          <a:ext cx="0" cy="0"/>
          <a:chOff x="0" y="0"/>
          <a:chExt cx="0" cy="0"/>
        </a:xfrm>
      </p:grpSpPr>
      <p:sp>
        <p:nvSpPr>
          <p:cNvPr id="11" name="Google Shape;2039;p15"/>
          <p:cNvSpPr/>
          <p:nvPr/>
        </p:nvSpPr>
        <p:spPr>
          <a:xfrm>
            <a:off x="13918" y="-4314"/>
            <a:ext cx="12189124" cy="6862313"/>
          </a:xfrm>
          <a:custGeom>
            <a:avLst/>
            <a:gdLst/>
            <a:ahLst/>
            <a:cxnLst/>
            <a:rect l="l" t="t" r="r" b="b"/>
            <a:pathLst>
              <a:path w="17348200" h="9753600" extrusionOk="0">
                <a:moveTo>
                  <a:pt x="17348200" y="0"/>
                </a:moveTo>
                <a:lnTo>
                  <a:pt x="0" y="0"/>
                </a:lnTo>
                <a:lnTo>
                  <a:pt x="0" y="9753600"/>
                </a:lnTo>
                <a:lnTo>
                  <a:pt x="17348200" y="9753600"/>
                </a:lnTo>
                <a:lnTo>
                  <a:pt x="17348200" y="0"/>
                </a:lnTo>
                <a:close/>
              </a:path>
            </a:pathLst>
          </a:custGeom>
          <a:solidFill>
            <a:srgbClr val="EEEEE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138" name="Google Shape;2138;p194"/>
          <p:cNvSpPr/>
          <p:nvPr/>
        </p:nvSpPr>
        <p:spPr>
          <a:xfrm>
            <a:off x="5208539" y="627076"/>
            <a:ext cx="5272360" cy="1299479"/>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4000" b="1" i="0" u="none" strike="noStrike" cap="none" dirty="0">
                <a:solidFill>
                  <a:srgbClr val="872789"/>
                </a:solidFill>
                <a:latin typeface="Gotham Rounded Medium" panose="02000000000000000000" pitchFamily="50" charset="0"/>
                <a:sym typeface="Arial"/>
              </a:rPr>
              <a:t>¿Este nombre de variable es válido?</a:t>
            </a:r>
            <a:endParaRPr sz="2400" b="0" i="0" u="none" strike="noStrike" cap="none" dirty="0">
              <a:solidFill>
                <a:srgbClr val="872789"/>
              </a:solidFill>
              <a:latin typeface="Gotham Rounded Medium" panose="02000000000000000000" pitchFamily="50" charset="0"/>
              <a:sym typeface="Arial"/>
            </a:endParaRPr>
          </a:p>
        </p:txBody>
      </p:sp>
      <p:pic>
        <p:nvPicPr>
          <p:cNvPr id="2139" name="Google Shape;2139;p194" descr="Help"/>
          <p:cNvPicPr preferRelativeResize="0"/>
          <p:nvPr/>
        </p:nvPicPr>
        <p:blipFill rotWithShape="1">
          <a:blip r:embed="rId3">
            <a:alphaModFix/>
            <a:duotone>
              <a:prstClr val="black"/>
              <a:schemeClr val="accent2">
                <a:tint val="45000"/>
                <a:satMod val="400000"/>
              </a:schemeClr>
            </a:duotone>
          </a:blip>
          <a:srcRect/>
          <a:stretch/>
        </p:blipFill>
        <p:spPr>
          <a:xfrm>
            <a:off x="730053" y="1926555"/>
            <a:ext cx="2814842" cy="2814842"/>
          </a:xfrm>
          <a:prstGeom prst="rect">
            <a:avLst/>
          </a:prstGeom>
          <a:noFill/>
          <a:ln>
            <a:noFill/>
          </a:ln>
        </p:spPr>
      </p:pic>
      <p:sp>
        <p:nvSpPr>
          <p:cNvPr id="2140" name="Google Shape;2140;p194"/>
          <p:cNvSpPr/>
          <p:nvPr/>
        </p:nvSpPr>
        <p:spPr>
          <a:xfrm>
            <a:off x="4940490" y="2128156"/>
            <a:ext cx="6493519" cy="2601687"/>
          </a:xfrm>
          <a:prstGeom prst="roundRect">
            <a:avLst>
              <a:gd name="adj" fmla="val 4602"/>
            </a:avLst>
          </a:prstGeom>
          <a:solidFill>
            <a:srgbClr val="1F232F"/>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141" name="Google Shape;2141;p194"/>
          <p:cNvGrpSpPr/>
          <p:nvPr/>
        </p:nvGrpSpPr>
        <p:grpSpPr>
          <a:xfrm>
            <a:off x="4940489" y="2128155"/>
            <a:ext cx="6493519" cy="413657"/>
            <a:chOff x="3383283" y="0"/>
            <a:chExt cx="5094515" cy="413657"/>
          </a:xfrm>
        </p:grpSpPr>
        <p:sp>
          <p:nvSpPr>
            <p:cNvPr id="2142" name="Google Shape;2142;p194"/>
            <p:cNvSpPr/>
            <p:nvPr/>
          </p:nvSpPr>
          <p:spPr>
            <a:xfrm>
              <a:off x="3383283" y="0"/>
              <a:ext cx="5094515"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43" name="Google Shape;2143;p194"/>
            <p:cNvSpPr txBox="1"/>
            <p:nvPr/>
          </p:nvSpPr>
          <p:spPr>
            <a:xfrm>
              <a:off x="3707566" y="42482"/>
              <a:ext cx="195424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variables.js</a:t>
              </a:r>
              <a:endParaRPr sz="1400" b="0" i="0" u="none" strike="noStrike" cap="none">
                <a:solidFill>
                  <a:schemeClr val="lt1"/>
                </a:solidFill>
                <a:latin typeface="Arial"/>
                <a:ea typeface="Arial"/>
                <a:cs typeface="Arial"/>
                <a:sym typeface="Arial"/>
              </a:endParaRPr>
            </a:p>
          </p:txBody>
        </p:sp>
        <p:cxnSp>
          <p:nvCxnSpPr>
            <p:cNvPr id="2144" name="Google Shape;2144;p194"/>
            <p:cNvCxnSpPr/>
            <p:nvPr/>
          </p:nvCxnSpPr>
          <p:spPr>
            <a:xfrm>
              <a:off x="3707567" y="403200"/>
              <a:ext cx="1954241" cy="10457"/>
            </a:xfrm>
            <a:prstGeom prst="straightConnector1">
              <a:avLst/>
            </a:prstGeom>
            <a:noFill/>
            <a:ln w="15875" cap="flat" cmpd="sng">
              <a:solidFill>
                <a:srgbClr val="F2CD84"/>
              </a:solidFill>
              <a:prstDash val="solid"/>
              <a:miter lim="800000"/>
              <a:headEnd type="none" w="sm" len="sm"/>
              <a:tailEnd type="none" w="sm" len="sm"/>
            </a:ln>
          </p:spPr>
        </p:cxnSp>
      </p:grpSp>
      <p:pic>
        <p:nvPicPr>
          <p:cNvPr id="12" name="Google Shape;2040;p15"/>
          <p:cNvPicPr preferRelativeResize="0"/>
          <p:nvPr/>
        </p:nvPicPr>
        <p:blipFill rotWithShape="1">
          <a:blip r:embed="rId4">
            <a:alphaModFix/>
          </a:blip>
          <a:srcRect/>
          <a:stretch/>
        </p:blipFill>
        <p:spPr>
          <a:xfrm>
            <a:off x="964654" y="0"/>
            <a:ext cx="689975" cy="1262743"/>
          </a:xfrm>
          <a:prstGeom prst="rect">
            <a:avLst/>
          </a:prstGeom>
          <a:noFill/>
          <a:ln>
            <a:noFill/>
          </a:ln>
        </p:spPr>
      </p:pic>
      <p:sp>
        <p:nvSpPr>
          <p:cNvPr id="15" name="Google Shape;2161;p15"/>
          <p:cNvSpPr/>
          <p:nvPr/>
        </p:nvSpPr>
        <p:spPr>
          <a:xfrm>
            <a:off x="0" y="5500381"/>
            <a:ext cx="730053" cy="1357619"/>
          </a:xfrm>
          <a:custGeom>
            <a:avLst/>
            <a:gdLst/>
            <a:ahLst/>
            <a:cxnLst/>
            <a:rect l="l" t="t" r="r" b="b"/>
            <a:pathLst>
              <a:path w="1708785" h="3416934" extrusionOk="0">
                <a:moveTo>
                  <a:pt x="0" y="0"/>
                </a:moveTo>
                <a:lnTo>
                  <a:pt x="0" y="1041120"/>
                </a:lnTo>
                <a:lnTo>
                  <a:pt x="47663" y="1042796"/>
                </a:lnTo>
                <a:lnTo>
                  <a:pt x="94420" y="1047748"/>
                </a:lnTo>
                <a:lnTo>
                  <a:pt x="140158" y="1055864"/>
                </a:lnTo>
                <a:lnTo>
                  <a:pt x="184765" y="1067030"/>
                </a:lnTo>
                <a:lnTo>
                  <a:pt x="228127" y="1081134"/>
                </a:lnTo>
                <a:lnTo>
                  <a:pt x="270131" y="1098063"/>
                </a:lnTo>
                <a:lnTo>
                  <a:pt x="310666" y="1117703"/>
                </a:lnTo>
                <a:lnTo>
                  <a:pt x="349618" y="1139942"/>
                </a:lnTo>
                <a:lnTo>
                  <a:pt x="386874" y="1164666"/>
                </a:lnTo>
                <a:lnTo>
                  <a:pt x="422321" y="1191763"/>
                </a:lnTo>
                <a:lnTo>
                  <a:pt x="455848" y="1221121"/>
                </a:lnTo>
                <a:lnTo>
                  <a:pt x="487340" y="1252624"/>
                </a:lnTo>
                <a:lnTo>
                  <a:pt x="516686" y="1286162"/>
                </a:lnTo>
                <a:lnTo>
                  <a:pt x="543772" y="1321621"/>
                </a:lnTo>
                <a:lnTo>
                  <a:pt x="568486" y="1358888"/>
                </a:lnTo>
                <a:lnTo>
                  <a:pt x="590714" y="1397850"/>
                </a:lnTo>
                <a:lnTo>
                  <a:pt x="610345" y="1438394"/>
                </a:lnTo>
                <a:lnTo>
                  <a:pt x="627265" y="1480407"/>
                </a:lnTo>
                <a:lnTo>
                  <a:pt x="641362" y="1523776"/>
                </a:lnTo>
                <a:lnTo>
                  <a:pt x="652522" y="1568389"/>
                </a:lnTo>
                <a:lnTo>
                  <a:pt x="660633" y="1614132"/>
                </a:lnTo>
                <a:lnTo>
                  <a:pt x="665583" y="1660892"/>
                </a:lnTo>
                <a:lnTo>
                  <a:pt x="667258" y="1708556"/>
                </a:lnTo>
                <a:lnTo>
                  <a:pt x="665583" y="1756198"/>
                </a:lnTo>
                <a:lnTo>
                  <a:pt x="660633" y="1802938"/>
                </a:lnTo>
                <a:lnTo>
                  <a:pt x="652522" y="1848662"/>
                </a:lnTo>
                <a:lnTo>
                  <a:pt x="641362" y="1893257"/>
                </a:lnTo>
                <a:lnTo>
                  <a:pt x="627265" y="1936611"/>
                </a:lnTo>
                <a:lnTo>
                  <a:pt x="610345" y="1978610"/>
                </a:lnTo>
                <a:lnTo>
                  <a:pt x="590714" y="2019141"/>
                </a:lnTo>
                <a:lnTo>
                  <a:pt x="568486" y="2058092"/>
                </a:lnTo>
                <a:lnTo>
                  <a:pt x="543772" y="2095349"/>
                </a:lnTo>
                <a:lnTo>
                  <a:pt x="516686" y="2130799"/>
                </a:lnTo>
                <a:lnTo>
                  <a:pt x="487340" y="2164329"/>
                </a:lnTo>
                <a:lnTo>
                  <a:pt x="455848" y="2195826"/>
                </a:lnTo>
                <a:lnTo>
                  <a:pt x="422321" y="2225178"/>
                </a:lnTo>
                <a:lnTo>
                  <a:pt x="386874" y="2252270"/>
                </a:lnTo>
                <a:lnTo>
                  <a:pt x="349618" y="2276991"/>
                </a:lnTo>
                <a:lnTo>
                  <a:pt x="310666" y="2299226"/>
                </a:lnTo>
                <a:lnTo>
                  <a:pt x="270131" y="2318864"/>
                </a:lnTo>
                <a:lnTo>
                  <a:pt x="228127" y="2335790"/>
                </a:lnTo>
                <a:lnTo>
                  <a:pt x="184765" y="2349893"/>
                </a:lnTo>
                <a:lnTo>
                  <a:pt x="140158" y="2361058"/>
                </a:lnTo>
                <a:lnTo>
                  <a:pt x="94420" y="2369173"/>
                </a:lnTo>
                <a:lnTo>
                  <a:pt x="47663" y="2374125"/>
                </a:lnTo>
                <a:lnTo>
                  <a:pt x="0" y="2375801"/>
                </a:lnTo>
                <a:lnTo>
                  <a:pt x="0" y="3416935"/>
                </a:lnTo>
                <a:lnTo>
                  <a:pt x="48647" y="3416255"/>
                </a:lnTo>
                <a:lnTo>
                  <a:pt x="96958" y="3414230"/>
                </a:lnTo>
                <a:lnTo>
                  <a:pt x="144914" y="3410877"/>
                </a:lnTo>
                <a:lnTo>
                  <a:pt x="192496" y="3406213"/>
                </a:lnTo>
                <a:lnTo>
                  <a:pt x="239688" y="3400257"/>
                </a:lnTo>
                <a:lnTo>
                  <a:pt x="286471" y="3393027"/>
                </a:lnTo>
                <a:lnTo>
                  <a:pt x="332827" y="3384541"/>
                </a:lnTo>
                <a:lnTo>
                  <a:pt x="378738" y="3374817"/>
                </a:lnTo>
                <a:lnTo>
                  <a:pt x="424186" y="3363873"/>
                </a:lnTo>
                <a:lnTo>
                  <a:pt x="469153" y="3351727"/>
                </a:lnTo>
                <a:lnTo>
                  <a:pt x="513620" y="3338397"/>
                </a:lnTo>
                <a:lnTo>
                  <a:pt x="557571" y="3323902"/>
                </a:lnTo>
                <a:lnTo>
                  <a:pt x="600986" y="3308258"/>
                </a:lnTo>
                <a:lnTo>
                  <a:pt x="643848" y="3291484"/>
                </a:lnTo>
                <a:lnTo>
                  <a:pt x="686139" y="3273599"/>
                </a:lnTo>
                <a:lnTo>
                  <a:pt x="727841" y="3254620"/>
                </a:lnTo>
                <a:lnTo>
                  <a:pt x="768936" y="3234565"/>
                </a:lnTo>
                <a:lnTo>
                  <a:pt x="809405" y="3213452"/>
                </a:lnTo>
                <a:lnTo>
                  <a:pt x="849231" y="3191299"/>
                </a:lnTo>
                <a:lnTo>
                  <a:pt x="888395" y="3168125"/>
                </a:lnTo>
                <a:lnTo>
                  <a:pt x="926881" y="3143947"/>
                </a:lnTo>
                <a:lnTo>
                  <a:pt x="964669" y="3118784"/>
                </a:lnTo>
                <a:lnTo>
                  <a:pt x="1001741" y="3092653"/>
                </a:lnTo>
                <a:lnTo>
                  <a:pt x="1038080" y="3065572"/>
                </a:lnTo>
                <a:lnTo>
                  <a:pt x="1073668" y="3037560"/>
                </a:lnTo>
                <a:lnTo>
                  <a:pt x="1108486" y="3008634"/>
                </a:lnTo>
                <a:lnTo>
                  <a:pt x="1142517" y="2978813"/>
                </a:lnTo>
                <a:lnTo>
                  <a:pt x="1175742" y="2948114"/>
                </a:lnTo>
                <a:lnTo>
                  <a:pt x="1208144" y="2916556"/>
                </a:lnTo>
                <a:lnTo>
                  <a:pt x="1239704" y="2884157"/>
                </a:lnTo>
                <a:lnTo>
                  <a:pt x="1270405" y="2850934"/>
                </a:lnTo>
                <a:lnTo>
                  <a:pt x="1300228" y="2816905"/>
                </a:lnTo>
                <a:lnTo>
                  <a:pt x="1329155" y="2782090"/>
                </a:lnTo>
                <a:lnTo>
                  <a:pt x="1357169" y="2746505"/>
                </a:lnTo>
                <a:lnTo>
                  <a:pt x="1384251" y="2710169"/>
                </a:lnTo>
                <a:lnTo>
                  <a:pt x="1410384" y="2673099"/>
                </a:lnTo>
                <a:lnTo>
                  <a:pt x="1435548" y="2635315"/>
                </a:lnTo>
                <a:lnTo>
                  <a:pt x="1459727" y="2596833"/>
                </a:lnTo>
                <a:lnTo>
                  <a:pt x="1482902" y="2557672"/>
                </a:lnTo>
                <a:lnTo>
                  <a:pt x="1505056" y="2517850"/>
                </a:lnTo>
                <a:lnTo>
                  <a:pt x="1526169" y="2477385"/>
                </a:lnTo>
                <a:lnTo>
                  <a:pt x="1546225" y="2436295"/>
                </a:lnTo>
                <a:lnTo>
                  <a:pt x="1565205" y="2394598"/>
                </a:lnTo>
                <a:lnTo>
                  <a:pt x="1583091" y="2352312"/>
                </a:lnTo>
                <a:lnTo>
                  <a:pt x="1599865" y="2309455"/>
                </a:lnTo>
                <a:lnTo>
                  <a:pt x="1615509" y="2266044"/>
                </a:lnTo>
                <a:lnTo>
                  <a:pt x="1630005" y="2222099"/>
                </a:lnTo>
                <a:lnTo>
                  <a:pt x="1643335" y="2177638"/>
                </a:lnTo>
                <a:lnTo>
                  <a:pt x="1655481" y="2132677"/>
                </a:lnTo>
                <a:lnTo>
                  <a:pt x="1666426" y="2087235"/>
                </a:lnTo>
                <a:lnTo>
                  <a:pt x="1676150" y="2041331"/>
                </a:lnTo>
                <a:lnTo>
                  <a:pt x="1684636" y="1994982"/>
                </a:lnTo>
                <a:lnTo>
                  <a:pt x="1691866" y="1948206"/>
                </a:lnTo>
                <a:lnTo>
                  <a:pt x="1697822" y="1901021"/>
                </a:lnTo>
                <a:lnTo>
                  <a:pt x="1702485" y="1853446"/>
                </a:lnTo>
                <a:lnTo>
                  <a:pt x="1705839" y="1805498"/>
                </a:lnTo>
                <a:lnTo>
                  <a:pt x="1707864" y="1757195"/>
                </a:lnTo>
                <a:lnTo>
                  <a:pt x="1708543" y="1708556"/>
                </a:lnTo>
                <a:lnTo>
                  <a:pt x="1707864" y="1659908"/>
                </a:lnTo>
                <a:lnTo>
                  <a:pt x="1705839" y="1611596"/>
                </a:lnTo>
                <a:lnTo>
                  <a:pt x="1702485" y="1563640"/>
                </a:lnTo>
                <a:lnTo>
                  <a:pt x="1697822" y="1516056"/>
                </a:lnTo>
                <a:lnTo>
                  <a:pt x="1691866" y="1468864"/>
                </a:lnTo>
                <a:lnTo>
                  <a:pt x="1684636" y="1422081"/>
                </a:lnTo>
                <a:lnTo>
                  <a:pt x="1676150" y="1375724"/>
                </a:lnTo>
                <a:lnTo>
                  <a:pt x="1666426" y="1329813"/>
                </a:lnTo>
                <a:lnTo>
                  <a:pt x="1655481" y="1284364"/>
                </a:lnTo>
                <a:lnTo>
                  <a:pt x="1643335" y="1239397"/>
                </a:lnTo>
                <a:lnTo>
                  <a:pt x="1630005" y="1194929"/>
                </a:lnTo>
                <a:lnTo>
                  <a:pt x="1615509" y="1150978"/>
                </a:lnTo>
                <a:lnTo>
                  <a:pt x="1599865" y="1107562"/>
                </a:lnTo>
                <a:lnTo>
                  <a:pt x="1583091" y="1064700"/>
                </a:lnTo>
                <a:lnTo>
                  <a:pt x="1565205" y="1022409"/>
                </a:lnTo>
                <a:lnTo>
                  <a:pt x="1546225" y="980706"/>
                </a:lnTo>
                <a:lnTo>
                  <a:pt x="1526169" y="939612"/>
                </a:lnTo>
                <a:lnTo>
                  <a:pt x="1505056" y="899142"/>
                </a:lnTo>
                <a:lnTo>
                  <a:pt x="1482902" y="859316"/>
                </a:lnTo>
                <a:lnTo>
                  <a:pt x="1459727" y="820151"/>
                </a:lnTo>
                <a:lnTo>
                  <a:pt x="1435548" y="781665"/>
                </a:lnTo>
                <a:lnTo>
                  <a:pt x="1410384" y="743877"/>
                </a:lnTo>
                <a:lnTo>
                  <a:pt x="1384251" y="706804"/>
                </a:lnTo>
                <a:lnTo>
                  <a:pt x="1357169" y="670465"/>
                </a:lnTo>
                <a:lnTo>
                  <a:pt x="1329155" y="634877"/>
                </a:lnTo>
                <a:lnTo>
                  <a:pt x="1300228" y="600058"/>
                </a:lnTo>
                <a:lnTo>
                  <a:pt x="1270405" y="566027"/>
                </a:lnTo>
                <a:lnTo>
                  <a:pt x="1239704" y="532802"/>
                </a:lnTo>
                <a:lnTo>
                  <a:pt x="1208144" y="500400"/>
                </a:lnTo>
                <a:lnTo>
                  <a:pt x="1175742" y="468840"/>
                </a:lnTo>
                <a:lnTo>
                  <a:pt x="1142517" y="438139"/>
                </a:lnTo>
                <a:lnTo>
                  <a:pt x="1108486" y="408316"/>
                </a:lnTo>
                <a:lnTo>
                  <a:pt x="1073668" y="379388"/>
                </a:lnTo>
                <a:lnTo>
                  <a:pt x="1038080" y="351375"/>
                </a:lnTo>
                <a:lnTo>
                  <a:pt x="1001741" y="324292"/>
                </a:lnTo>
                <a:lnTo>
                  <a:pt x="964669" y="298160"/>
                </a:lnTo>
                <a:lnTo>
                  <a:pt x="926881" y="272995"/>
                </a:lnTo>
                <a:lnTo>
                  <a:pt x="888395" y="248816"/>
                </a:lnTo>
                <a:lnTo>
                  <a:pt x="849231" y="225641"/>
                </a:lnTo>
                <a:lnTo>
                  <a:pt x="809405" y="203487"/>
                </a:lnTo>
                <a:lnTo>
                  <a:pt x="768936" y="182374"/>
                </a:lnTo>
                <a:lnTo>
                  <a:pt x="727841" y="162318"/>
                </a:lnTo>
                <a:lnTo>
                  <a:pt x="686139" y="143338"/>
                </a:lnTo>
                <a:lnTo>
                  <a:pt x="643848" y="125452"/>
                </a:lnTo>
                <a:lnTo>
                  <a:pt x="600986" y="108678"/>
                </a:lnTo>
                <a:lnTo>
                  <a:pt x="557571" y="93034"/>
                </a:lnTo>
                <a:lnTo>
                  <a:pt x="513620" y="78538"/>
                </a:lnTo>
                <a:lnTo>
                  <a:pt x="469153" y="65208"/>
                </a:lnTo>
                <a:lnTo>
                  <a:pt x="424186" y="53061"/>
                </a:lnTo>
                <a:lnTo>
                  <a:pt x="378738" y="42117"/>
                </a:lnTo>
                <a:lnTo>
                  <a:pt x="332827" y="32393"/>
                </a:lnTo>
                <a:lnTo>
                  <a:pt x="286471" y="23907"/>
                </a:lnTo>
                <a:lnTo>
                  <a:pt x="239688" y="16677"/>
                </a:lnTo>
                <a:lnTo>
                  <a:pt x="192496" y="10721"/>
                </a:lnTo>
                <a:lnTo>
                  <a:pt x="144914" y="6057"/>
                </a:lnTo>
                <a:lnTo>
                  <a:pt x="96958" y="2704"/>
                </a:lnTo>
                <a:lnTo>
                  <a:pt x="48647" y="679"/>
                </a:lnTo>
                <a:lnTo>
                  <a:pt x="0" y="0"/>
                </a:lnTo>
                <a:close/>
              </a:path>
            </a:pathLst>
          </a:custGeom>
          <a:solidFill>
            <a:srgbClr val="FFFFFF">
              <a:alpha val="69803"/>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6" name="Google Shape;2041;p15"/>
          <p:cNvSpPr/>
          <p:nvPr/>
        </p:nvSpPr>
        <p:spPr>
          <a:xfrm>
            <a:off x="11603291" y="5500381"/>
            <a:ext cx="588709" cy="1362307"/>
          </a:xfrm>
          <a:custGeom>
            <a:avLst/>
            <a:gdLst/>
            <a:ahLst/>
            <a:cxnLst/>
            <a:rect l="l" t="t" r="r" b="b"/>
            <a:pathLst>
              <a:path w="827405" h="2684779" extrusionOk="0">
                <a:moveTo>
                  <a:pt x="0" y="0"/>
                </a:moveTo>
                <a:lnTo>
                  <a:pt x="12" y="818032"/>
                </a:lnTo>
                <a:lnTo>
                  <a:pt x="47741" y="820175"/>
                </a:lnTo>
                <a:lnTo>
                  <a:pt x="94267" y="826481"/>
                </a:lnTo>
                <a:lnTo>
                  <a:pt x="139405" y="836764"/>
                </a:lnTo>
                <a:lnTo>
                  <a:pt x="182971" y="850840"/>
                </a:lnTo>
                <a:lnTo>
                  <a:pt x="224780" y="868523"/>
                </a:lnTo>
                <a:lnTo>
                  <a:pt x="264646" y="889629"/>
                </a:lnTo>
                <a:lnTo>
                  <a:pt x="302386" y="913971"/>
                </a:lnTo>
                <a:lnTo>
                  <a:pt x="337813" y="941366"/>
                </a:lnTo>
                <a:lnTo>
                  <a:pt x="370744" y="971627"/>
                </a:lnTo>
                <a:lnTo>
                  <a:pt x="400994" y="1004570"/>
                </a:lnTo>
                <a:lnTo>
                  <a:pt x="428376" y="1040010"/>
                </a:lnTo>
                <a:lnTo>
                  <a:pt x="452708" y="1077761"/>
                </a:lnTo>
                <a:lnTo>
                  <a:pt x="473803" y="1117638"/>
                </a:lnTo>
                <a:lnTo>
                  <a:pt x="491478" y="1159457"/>
                </a:lnTo>
                <a:lnTo>
                  <a:pt x="505546" y="1203032"/>
                </a:lnTo>
                <a:lnTo>
                  <a:pt x="515824" y="1248177"/>
                </a:lnTo>
                <a:lnTo>
                  <a:pt x="522126" y="1294708"/>
                </a:lnTo>
                <a:lnTo>
                  <a:pt x="524268" y="1342440"/>
                </a:lnTo>
                <a:lnTo>
                  <a:pt x="522126" y="1390150"/>
                </a:lnTo>
                <a:lnTo>
                  <a:pt x="515824" y="1436662"/>
                </a:lnTo>
                <a:lnTo>
                  <a:pt x="505546" y="1481790"/>
                </a:lnTo>
                <a:lnTo>
                  <a:pt x="491478" y="1525350"/>
                </a:lnTo>
                <a:lnTo>
                  <a:pt x="473803" y="1567155"/>
                </a:lnTo>
                <a:lnTo>
                  <a:pt x="452708" y="1607021"/>
                </a:lnTo>
                <a:lnTo>
                  <a:pt x="428376" y="1644763"/>
                </a:lnTo>
                <a:lnTo>
                  <a:pt x="400994" y="1680195"/>
                </a:lnTo>
                <a:lnTo>
                  <a:pt x="370744" y="1713131"/>
                </a:lnTo>
                <a:lnTo>
                  <a:pt x="337813" y="1743387"/>
                </a:lnTo>
                <a:lnTo>
                  <a:pt x="302386" y="1770778"/>
                </a:lnTo>
                <a:lnTo>
                  <a:pt x="264646" y="1795117"/>
                </a:lnTo>
                <a:lnTo>
                  <a:pt x="224780" y="1816221"/>
                </a:lnTo>
                <a:lnTo>
                  <a:pt x="182971" y="1833902"/>
                </a:lnTo>
                <a:lnTo>
                  <a:pt x="139405" y="1847977"/>
                </a:lnTo>
                <a:lnTo>
                  <a:pt x="94267" y="1858260"/>
                </a:lnTo>
                <a:lnTo>
                  <a:pt x="47741" y="1864566"/>
                </a:lnTo>
                <a:lnTo>
                  <a:pt x="12" y="1866709"/>
                </a:lnTo>
                <a:lnTo>
                  <a:pt x="12" y="2684729"/>
                </a:lnTo>
                <a:lnTo>
                  <a:pt x="48164" y="2683881"/>
                </a:lnTo>
                <a:lnTo>
                  <a:pt x="95889" y="2681358"/>
                </a:lnTo>
                <a:lnTo>
                  <a:pt x="143159" y="2677188"/>
                </a:lnTo>
                <a:lnTo>
                  <a:pt x="189945" y="2671399"/>
                </a:lnTo>
                <a:lnTo>
                  <a:pt x="236219" y="2664019"/>
                </a:lnTo>
                <a:lnTo>
                  <a:pt x="281954" y="2655077"/>
                </a:lnTo>
                <a:lnTo>
                  <a:pt x="327119" y="2644602"/>
                </a:lnTo>
                <a:lnTo>
                  <a:pt x="371688" y="2632621"/>
                </a:lnTo>
                <a:lnTo>
                  <a:pt x="415631" y="2619163"/>
                </a:lnTo>
                <a:lnTo>
                  <a:pt x="458920" y="2604257"/>
                </a:lnTo>
                <a:lnTo>
                  <a:pt x="501528" y="2587930"/>
                </a:lnTo>
                <a:lnTo>
                  <a:pt x="543424" y="2570212"/>
                </a:lnTo>
                <a:lnTo>
                  <a:pt x="584582" y="2551130"/>
                </a:lnTo>
                <a:lnTo>
                  <a:pt x="624972" y="2530714"/>
                </a:lnTo>
                <a:lnTo>
                  <a:pt x="664567" y="2508990"/>
                </a:lnTo>
                <a:lnTo>
                  <a:pt x="703337" y="2485989"/>
                </a:lnTo>
                <a:lnTo>
                  <a:pt x="741255" y="2461738"/>
                </a:lnTo>
                <a:lnTo>
                  <a:pt x="778292" y="2436266"/>
                </a:lnTo>
                <a:lnTo>
                  <a:pt x="814420" y="2409600"/>
                </a:lnTo>
                <a:lnTo>
                  <a:pt x="827328" y="2399392"/>
                </a:lnTo>
                <a:lnTo>
                  <a:pt x="827328" y="285353"/>
                </a:lnTo>
                <a:lnTo>
                  <a:pt x="778286" y="248472"/>
                </a:lnTo>
                <a:lnTo>
                  <a:pt x="741249" y="222998"/>
                </a:lnTo>
                <a:lnTo>
                  <a:pt x="703331" y="198746"/>
                </a:lnTo>
                <a:lnTo>
                  <a:pt x="664560" y="175743"/>
                </a:lnTo>
                <a:lnTo>
                  <a:pt x="624965" y="154019"/>
                </a:lnTo>
                <a:lnTo>
                  <a:pt x="584575" y="133601"/>
                </a:lnTo>
                <a:lnTo>
                  <a:pt x="543417" y="114519"/>
                </a:lnTo>
                <a:lnTo>
                  <a:pt x="501520" y="96800"/>
                </a:lnTo>
                <a:lnTo>
                  <a:pt x="458913" y="80473"/>
                </a:lnTo>
                <a:lnTo>
                  <a:pt x="415623" y="65566"/>
                </a:lnTo>
                <a:lnTo>
                  <a:pt x="371680" y="52108"/>
                </a:lnTo>
                <a:lnTo>
                  <a:pt x="327111" y="40127"/>
                </a:lnTo>
                <a:lnTo>
                  <a:pt x="281945" y="29651"/>
                </a:lnTo>
                <a:lnTo>
                  <a:pt x="236210" y="20709"/>
                </a:lnTo>
                <a:lnTo>
                  <a:pt x="189935" y="13329"/>
                </a:lnTo>
                <a:lnTo>
                  <a:pt x="143148" y="7540"/>
                </a:lnTo>
                <a:lnTo>
                  <a:pt x="95878" y="3370"/>
                </a:lnTo>
                <a:lnTo>
                  <a:pt x="48152" y="847"/>
                </a:lnTo>
                <a:lnTo>
                  <a:pt x="0" y="0"/>
                </a:lnTo>
                <a:close/>
              </a:path>
            </a:pathLst>
          </a:custGeom>
          <a:solidFill>
            <a:srgbClr val="EA9F3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7" name="Google Shape;2204;p198"/>
          <p:cNvSpPr txBox="1"/>
          <p:nvPr/>
        </p:nvSpPr>
        <p:spPr>
          <a:xfrm>
            <a:off x="5764438" y="2995955"/>
            <a:ext cx="4716461" cy="861774"/>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3200"/>
              <a:buFont typeface="Arial"/>
              <a:buNone/>
            </a:pPr>
            <a:r>
              <a:rPr lang="es-ES" sz="3200" b="0" i="0" u="none" strike="noStrike" cap="none" dirty="0" err="1">
                <a:solidFill>
                  <a:schemeClr val="accent1"/>
                </a:solidFill>
                <a:latin typeface="Tahoma"/>
                <a:ea typeface="Tahoma"/>
                <a:cs typeface="Tahoma"/>
                <a:sym typeface="Tahoma"/>
              </a:rPr>
              <a:t>var</a:t>
            </a:r>
            <a:r>
              <a:rPr lang="es-ES" sz="3200" b="0" i="0" u="none" strike="noStrike" cap="none" dirty="0">
                <a:solidFill>
                  <a:schemeClr val="accent1"/>
                </a:solidFill>
                <a:latin typeface="Tahoma"/>
                <a:ea typeface="Tahoma"/>
                <a:cs typeface="Tahoma"/>
                <a:sym typeface="Tahoma"/>
              </a:rPr>
              <a:t>  </a:t>
            </a:r>
            <a:r>
              <a:rPr lang="es-ES" sz="3200" b="0" i="0" u="none" strike="noStrike" cap="none" dirty="0">
                <a:solidFill>
                  <a:schemeClr val="lt1"/>
                </a:solidFill>
                <a:latin typeface="Tahoma"/>
                <a:ea typeface="Tahoma"/>
                <a:cs typeface="Tahoma"/>
                <a:sym typeface="Tahoma"/>
              </a:rPr>
              <a:t>5toValor</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lt1"/>
              </a:solidFill>
              <a:latin typeface="Tahoma"/>
              <a:ea typeface="Tahoma"/>
              <a:cs typeface="Tahoma"/>
              <a:sym typeface="Tahoma"/>
            </a:endParaRPr>
          </a:p>
        </p:txBody>
      </p:sp>
    </p:spTree>
    <p:extLst>
      <p:ext uri="{BB962C8B-B14F-4D97-AF65-F5344CB8AC3E}">
        <p14:creationId xmlns:p14="http://schemas.microsoft.com/office/powerpoint/2010/main" val="3823093394"/>
      </p:ext>
    </p:extLst>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Shape 2136"/>
        <p:cNvGrpSpPr/>
        <p:nvPr/>
      </p:nvGrpSpPr>
      <p:grpSpPr>
        <a:xfrm>
          <a:off x="0" y="0"/>
          <a:ext cx="0" cy="0"/>
          <a:chOff x="0" y="0"/>
          <a:chExt cx="0" cy="0"/>
        </a:xfrm>
      </p:grpSpPr>
      <p:sp>
        <p:nvSpPr>
          <p:cNvPr id="11" name="Google Shape;2039;p15"/>
          <p:cNvSpPr/>
          <p:nvPr/>
        </p:nvSpPr>
        <p:spPr>
          <a:xfrm>
            <a:off x="13918" y="-4314"/>
            <a:ext cx="12189124" cy="6862313"/>
          </a:xfrm>
          <a:custGeom>
            <a:avLst/>
            <a:gdLst/>
            <a:ahLst/>
            <a:cxnLst/>
            <a:rect l="l" t="t" r="r" b="b"/>
            <a:pathLst>
              <a:path w="17348200" h="9753600" extrusionOk="0">
                <a:moveTo>
                  <a:pt x="17348200" y="0"/>
                </a:moveTo>
                <a:lnTo>
                  <a:pt x="0" y="0"/>
                </a:lnTo>
                <a:lnTo>
                  <a:pt x="0" y="9753600"/>
                </a:lnTo>
                <a:lnTo>
                  <a:pt x="17348200" y="9753600"/>
                </a:lnTo>
                <a:lnTo>
                  <a:pt x="17348200" y="0"/>
                </a:lnTo>
                <a:close/>
              </a:path>
            </a:pathLst>
          </a:custGeom>
          <a:solidFill>
            <a:srgbClr val="EEEEE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138" name="Google Shape;2138;p194"/>
          <p:cNvSpPr/>
          <p:nvPr/>
        </p:nvSpPr>
        <p:spPr>
          <a:xfrm>
            <a:off x="5208539" y="627076"/>
            <a:ext cx="5272360" cy="1299479"/>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4000" b="1" i="0" u="none" strike="noStrike" cap="none" dirty="0">
                <a:solidFill>
                  <a:srgbClr val="872789"/>
                </a:solidFill>
                <a:latin typeface="Gotham Rounded Medium" panose="02000000000000000000" pitchFamily="50" charset="0"/>
                <a:sym typeface="Arial"/>
              </a:rPr>
              <a:t>¿Este nombre de variable es válido?</a:t>
            </a:r>
            <a:endParaRPr sz="2400" b="0" i="0" u="none" strike="noStrike" cap="none" dirty="0">
              <a:solidFill>
                <a:srgbClr val="872789"/>
              </a:solidFill>
              <a:latin typeface="Gotham Rounded Medium" panose="02000000000000000000" pitchFamily="50" charset="0"/>
              <a:sym typeface="Arial"/>
            </a:endParaRPr>
          </a:p>
        </p:txBody>
      </p:sp>
      <p:sp>
        <p:nvSpPr>
          <p:cNvPr id="2140" name="Google Shape;2140;p194"/>
          <p:cNvSpPr/>
          <p:nvPr/>
        </p:nvSpPr>
        <p:spPr>
          <a:xfrm>
            <a:off x="4940490" y="2128156"/>
            <a:ext cx="6493519" cy="2601687"/>
          </a:xfrm>
          <a:prstGeom prst="roundRect">
            <a:avLst>
              <a:gd name="adj" fmla="val 4602"/>
            </a:avLst>
          </a:prstGeom>
          <a:solidFill>
            <a:srgbClr val="1F232F"/>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141" name="Google Shape;2141;p194"/>
          <p:cNvGrpSpPr/>
          <p:nvPr/>
        </p:nvGrpSpPr>
        <p:grpSpPr>
          <a:xfrm>
            <a:off x="4940489" y="2128155"/>
            <a:ext cx="6493519" cy="413657"/>
            <a:chOff x="3383283" y="0"/>
            <a:chExt cx="5094515" cy="413657"/>
          </a:xfrm>
        </p:grpSpPr>
        <p:sp>
          <p:nvSpPr>
            <p:cNvPr id="2142" name="Google Shape;2142;p194"/>
            <p:cNvSpPr/>
            <p:nvPr/>
          </p:nvSpPr>
          <p:spPr>
            <a:xfrm>
              <a:off x="3383283" y="0"/>
              <a:ext cx="5094515"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43" name="Google Shape;2143;p194"/>
            <p:cNvSpPr txBox="1"/>
            <p:nvPr/>
          </p:nvSpPr>
          <p:spPr>
            <a:xfrm>
              <a:off x="3707566" y="42482"/>
              <a:ext cx="195424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variables.js</a:t>
              </a:r>
              <a:endParaRPr sz="1400" b="0" i="0" u="none" strike="noStrike" cap="none">
                <a:solidFill>
                  <a:schemeClr val="lt1"/>
                </a:solidFill>
                <a:latin typeface="Arial"/>
                <a:ea typeface="Arial"/>
                <a:cs typeface="Arial"/>
                <a:sym typeface="Arial"/>
              </a:endParaRPr>
            </a:p>
          </p:txBody>
        </p:sp>
        <p:cxnSp>
          <p:nvCxnSpPr>
            <p:cNvPr id="2144" name="Google Shape;2144;p194"/>
            <p:cNvCxnSpPr/>
            <p:nvPr/>
          </p:nvCxnSpPr>
          <p:spPr>
            <a:xfrm>
              <a:off x="3707567" y="403200"/>
              <a:ext cx="1954241" cy="10457"/>
            </a:xfrm>
            <a:prstGeom prst="straightConnector1">
              <a:avLst/>
            </a:prstGeom>
            <a:noFill/>
            <a:ln w="15875" cap="flat" cmpd="sng">
              <a:solidFill>
                <a:srgbClr val="F2CD84"/>
              </a:solidFill>
              <a:prstDash val="solid"/>
              <a:miter lim="800000"/>
              <a:headEnd type="none" w="sm" len="sm"/>
              <a:tailEnd type="none" w="sm" len="sm"/>
            </a:ln>
          </p:spPr>
        </p:cxnSp>
      </p:grpSp>
      <p:pic>
        <p:nvPicPr>
          <p:cNvPr id="12" name="Google Shape;2040;p15"/>
          <p:cNvPicPr preferRelativeResize="0"/>
          <p:nvPr/>
        </p:nvPicPr>
        <p:blipFill rotWithShape="1">
          <a:blip r:embed="rId3">
            <a:alphaModFix/>
          </a:blip>
          <a:srcRect/>
          <a:stretch/>
        </p:blipFill>
        <p:spPr>
          <a:xfrm>
            <a:off x="964654" y="0"/>
            <a:ext cx="689975" cy="1262743"/>
          </a:xfrm>
          <a:prstGeom prst="rect">
            <a:avLst/>
          </a:prstGeom>
          <a:noFill/>
          <a:ln>
            <a:noFill/>
          </a:ln>
        </p:spPr>
      </p:pic>
      <p:sp>
        <p:nvSpPr>
          <p:cNvPr id="15" name="Google Shape;2161;p15"/>
          <p:cNvSpPr/>
          <p:nvPr/>
        </p:nvSpPr>
        <p:spPr>
          <a:xfrm>
            <a:off x="0" y="5500381"/>
            <a:ext cx="730053" cy="1357619"/>
          </a:xfrm>
          <a:custGeom>
            <a:avLst/>
            <a:gdLst/>
            <a:ahLst/>
            <a:cxnLst/>
            <a:rect l="l" t="t" r="r" b="b"/>
            <a:pathLst>
              <a:path w="1708785" h="3416934" extrusionOk="0">
                <a:moveTo>
                  <a:pt x="0" y="0"/>
                </a:moveTo>
                <a:lnTo>
                  <a:pt x="0" y="1041120"/>
                </a:lnTo>
                <a:lnTo>
                  <a:pt x="47663" y="1042796"/>
                </a:lnTo>
                <a:lnTo>
                  <a:pt x="94420" y="1047748"/>
                </a:lnTo>
                <a:lnTo>
                  <a:pt x="140158" y="1055864"/>
                </a:lnTo>
                <a:lnTo>
                  <a:pt x="184765" y="1067030"/>
                </a:lnTo>
                <a:lnTo>
                  <a:pt x="228127" y="1081134"/>
                </a:lnTo>
                <a:lnTo>
                  <a:pt x="270131" y="1098063"/>
                </a:lnTo>
                <a:lnTo>
                  <a:pt x="310666" y="1117703"/>
                </a:lnTo>
                <a:lnTo>
                  <a:pt x="349618" y="1139942"/>
                </a:lnTo>
                <a:lnTo>
                  <a:pt x="386874" y="1164666"/>
                </a:lnTo>
                <a:lnTo>
                  <a:pt x="422321" y="1191763"/>
                </a:lnTo>
                <a:lnTo>
                  <a:pt x="455848" y="1221121"/>
                </a:lnTo>
                <a:lnTo>
                  <a:pt x="487340" y="1252624"/>
                </a:lnTo>
                <a:lnTo>
                  <a:pt x="516686" y="1286162"/>
                </a:lnTo>
                <a:lnTo>
                  <a:pt x="543772" y="1321621"/>
                </a:lnTo>
                <a:lnTo>
                  <a:pt x="568486" y="1358888"/>
                </a:lnTo>
                <a:lnTo>
                  <a:pt x="590714" y="1397850"/>
                </a:lnTo>
                <a:lnTo>
                  <a:pt x="610345" y="1438394"/>
                </a:lnTo>
                <a:lnTo>
                  <a:pt x="627265" y="1480407"/>
                </a:lnTo>
                <a:lnTo>
                  <a:pt x="641362" y="1523776"/>
                </a:lnTo>
                <a:lnTo>
                  <a:pt x="652522" y="1568389"/>
                </a:lnTo>
                <a:lnTo>
                  <a:pt x="660633" y="1614132"/>
                </a:lnTo>
                <a:lnTo>
                  <a:pt x="665583" y="1660892"/>
                </a:lnTo>
                <a:lnTo>
                  <a:pt x="667258" y="1708556"/>
                </a:lnTo>
                <a:lnTo>
                  <a:pt x="665583" y="1756198"/>
                </a:lnTo>
                <a:lnTo>
                  <a:pt x="660633" y="1802938"/>
                </a:lnTo>
                <a:lnTo>
                  <a:pt x="652522" y="1848662"/>
                </a:lnTo>
                <a:lnTo>
                  <a:pt x="641362" y="1893257"/>
                </a:lnTo>
                <a:lnTo>
                  <a:pt x="627265" y="1936611"/>
                </a:lnTo>
                <a:lnTo>
                  <a:pt x="610345" y="1978610"/>
                </a:lnTo>
                <a:lnTo>
                  <a:pt x="590714" y="2019141"/>
                </a:lnTo>
                <a:lnTo>
                  <a:pt x="568486" y="2058092"/>
                </a:lnTo>
                <a:lnTo>
                  <a:pt x="543772" y="2095349"/>
                </a:lnTo>
                <a:lnTo>
                  <a:pt x="516686" y="2130799"/>
                </a:lnTo>
                <a:lnTo>
                  <a:pt x="487340" y="2164329"/>
                </a:lnTo>
                <a:lnTo>
                  <a:pt x="455848" y="2195826"/>
                </a:lnTo>
                <a:lnTo>
                  <a:pt x="422321" y="2225178"/>
                </a:lnTo>
                <a:lnTo>
                  <a:pt x="386874" y="2252270"/>
                </a:lnTo>
                <a:lnTo>
                  <a:pt x="349618" y="2276991"/>
                </a:lnTo>
                <a:lnTo>
                  <a:pt x="310666" y="2299226"/>
                </a:lnTo>
                <a:lnTo>
                  <a:pt x="270131" y="2318864"/>
                </a:lnTo>
                <a:lnTo>
                  <a:pt x="228127" y="2335790"/>
                </a:lnTo>
                <a:lnTo>
                  <a:pt x="184765" y="2349893"/>
                </a:lnTo>
                <a:lnTo>
                  <a:pt x="140158" y="2361058"/>
                </a:lnTo>
                <a:lnTo>
                  <a:pt x="94420" y="2369173"/>
                </a:lnTo>
                <a:lnTo>
                  <a:pt x="47663" y="2374125"/>
                </a:lnTo>
                <a:lnTo>
                  <a:pt x="0" y="2375801"/>
                </a:lnTo>
                <a:lnTo>
                  <a:pt x="0" y="3416935"/>
                </a:lnTo>
                <a:lnTo>
                  <a:pt x="48647" y="3416255"/>
                </a:lnTo>
                <a:lnTo>
                  <a:pt x="96958" y="3414230"/>
                </a:lnTo>
                <a:lnTo>
                  <a:pt x="144914" y="3410877"/>
                </a:lnTo>
                <a:lnTo>
                  <a:pt x="192496" y="3406213"/>
                </a:lnTo>
                <a:lnTo>
                  <a:pt x="239688" y="3400257"/>
                </a:lnTo>
                <a:lnTo>
                  <a:pt x="286471" y="3393027"/>
                </a:lnTo>
                <a:lnTo>
                  <a:pt x="332827" y="3384541"/>
                </a:lnTo>
                <a:lnTo>
                  <a:pt x="378738" y="3374817"/>
                </a:lnTo>
                <a:lnTo>
                  <a:pt x="424186" y="3363873"/>
                </a:lnTo>
                <a:lnTo>
                  <a:pt x="469153" y="3351727"/>
                </a:lnTo>
                <a:lnTo>
                  <a:pt x="513620" y="3338397"/>
                </a:lnTo>
                <a:lnTo>
                  <a:pt x="557571" y="3323902"/>
                </a:lnTo>
                <a:lnTo>
                  <a:pt x="600986" y="3308258"/>
                </a:lnTo>
                <a:lnTo>
                  <a:pt x="643848" y="3291484"/>
                </a:lnTo>
                <a:lnTo>
                  <a:pt x="686139" y="3273599"/>
                </a:lnTo>
                <a:lnTo>
                  <a:pt x="727841" y="3254620"/>
                </a:lnTo>
                <a:lnTo>
                  <a:pt x="768936" y="3234565"/>
                </a:lnTo>
                <a:lnTo>
                  <a:pt x="809405" y="3213452"/>
                </a:lnTo>
                <a:lnTo>
                  <a:pt x="849231" y="3191299"/>
                </a:lnTo>
                <a:lnTo>
                  <a:pt x="888395" y="3168125"/>
                </a:lnTo>
                <a:lnTo>
                  <a:pt x="926881" y="3143947"/>
                </a:lnTo>
                <a:lnTo>
                  <a:pt x="964669" y="3118784"/>
                </a:lnTo>
                <a:lnTo>
                  <a:pt x="1001741" y="3092653"/>
                </a:lnTo>
                <a:lnTo>
                  <a:pt x="1038080" y="3065572"/>
                </a:lnTo>
                <a:lnTo>
                  <a:pt x="1073668" y="3037560"/>
                </a:lnTo>
                <a:lnTo>
                  <a:pt x="1108486" y="3008634"/>
                </a:lnTo>
                <a:lnTo>
                  <a:pt x="1142517" y="2978813"/>
                </a:lnTo>
                <a:lnTo>
                  <a:pt x="1175742" y="2948114"/>
                </a:lnTo>
                <a:lnTo>
                  <a:pt x="1208144" y="2916556"/>
                </a:lnTo>
                <a:lnTo>
                  <a:pt x="1239704" y="2884157"/>
                </a:lnTo>
                <a:lnTo>
                  <a:pt x="1270405" y="2850934"/>
                </a:lnTo>
                <a:lnTo>
                  <a:pt x="1300228" y="2816905"/>
                </a:lnTo>
                <a:lnTo>
                  <a:pt x="1329155" y="2782090"/>
                </a:lnTo>
                <a:lnTo>
                  <a:pt x="1357169" y="2746505"/>
                </a:lnTo>
                <a:lnTo>
                  <a:pt x="1384251" y="2710169"/>
                </a:lnTo>
                <a:lnTo>
                  <a:pt x="1410384" y="2673099"/>
                </a:lnTo>
                <a:lnTo>
                  <a:pt x="1435548" y="2635315"/>
                </a:lnTo>
                <a:lnTo>
                  <a:pt x="1459727" y="2596833"/>
                </a:lnTo>
                <a:lnTo>
                  <a:pt x="1482902" y="2557672"/>
                </a:lnTo>
                <a:lnTo>
                  <a:pt x="1505056" y="2517850"/>
                </a:lnTo>
                <a:lnTo>
                  <a:pt x="1526169" y="2477385"/>
                </a:lnTo>
                <a:lnTo>
                  <a:pt x="1546225" y="2436295"/>
                </a:lnTo>
                <a:lnTo>
                  <a:pt x="1565205" y="2394598"/>
                </a:lnTo>
                <a:lnTo>
                  <a:pt x="1583091" y="2352312"/>
                </a:lnTo>
                <a:lnTo>
                  <a:pt x="1599865" y="2309455"/>
                </a:lnTo>
                <a:lnTo>
                  <a:pt x="1615509" y="2266044"/>
                </a:lnTo>
                <a:lnTo>
                  <a:pt x="1630005" y="2222099"/>
                </a:lnTo>
                <a:lnTo>
                  <a:pt x="1643335" y="2177638"/>
                </a:lnTo>
                <a:lnTo>
                  <a:pt x="1655481" y="2132677"/>
                </a:lnTo>
                <a:lnTo>
                  <a:pt x="1666426" y="2087235"/>
                </a:lnTo>
                <a:lnTo>
                  <a:pt x="1676150" y="2041331"/>
                </a:lnTo>
                <a:lnTo>
                  <a:pt x="1684636" y="1994982"/>
                </a:lnTo>
                <a:lnTo>
                  <a:pt x="1691866" y="1948206"/>
                </a:lnTo>
                <a:lnTo>
                  <a:pt x="1697822" y="1901021"/>
                </a:lnTo>
                <a:lnTo>
                  <a:pt x="1702485" y="1853446"/>
                </a:lnTo>
                <a:lnTo>
                  <a:pt x="1705839" y="1805498"/>
                </a:lnTo>
                <a:lnTo>
                  <a:pt x="1707864" y="1757195"/>
                </a:lnTo>
                <a:lnTo>
                  <a:pt x="1708543" y="1708556"/>
                </a:lnTo>
                <a:lnTo>
                  <a:pt x="1707864" y="1659908"/>
                </a:lnTo>
                <a:lnTo>
                  <a:pt x="1705839" y="1611596"/>
                </a:lnTo>
                <a:lnTo>
                  <a:pt x="1702485" y="1563640"/>
                </a:lnTo>
                <a:lnTo>
                  <a:pt x="1697822" y="1516056"/>
                </a:lnTo>
                <a:lnTo>
                  <a:pt x="1691866" y="1468864"/>
                </a:lnTo>
                <a:lnTo>
                  <a:pt x="1684636" y="1422081"/>
                </a:lnTo>
                <a:lnTo>
                  <a:pt x="1676150" y="1375724"/>
                </a:lnTo>
                <a:lnTo>
                  <a:pt x="1666426" y="1329813"/>
                </a:lnTo>
                <a:lnTo>
                  <a:pt x="1655481" y="1284364"/>
                </a:lnTo>
                <a:lnTo>
                  <a:pt x="1643335" y="1239397"/>
                </a:lnTo>
                <a:lnTo>
                  <a:pt x="1630005" y="1194929"/>
                </a:lnTo>
                <a:lnTo>
                  <a:pt x="1615509" y="1150978"/>
                </a:lnTo>
                <a:lnTo>
                  <a:pt x="1599865" y="1107562"/>
                </a:lnTo>
                <a:lnTo>
                  <a:pt x="1583091" y="1064700"/>
                </a:lnTo>
                <a:lnTo>
                  <a:pt x="1565205" y="1022409"/>
                </a:lnTo>
                <a:lnTo>
                  <a:pt x="1546225" y="980706"/>
                </a:lnTo>
                <a:lnTo>
                  <a:pt x="1526169" y="939612"/>
                </a:lnTo>
                <a:lnTo>
                  <a:pt x="1505056" y="899142"/>
                </a:lnTo>
                <a:lnTo>
                  <a:pt x="1482902" y="859316"/>
                </a:lnTo>
                <a:lnTo>
                  <a:pt x="1459727" y="820151"/>
                </a:lnTo>
                <a:lnTo>
                  <a:pt x="1435548" y="781665"/>
                </a:lnTo>
                <a:lnTo>
                  <a:pt x="1410384" y="743877"/>
                </a:lnTo>
                <a:lnTo>
                  <a:pt x="1384251" y="706804"/>
                </a:lnTo>
                <a:lnTo>
                  <a:pt x="1357169" y="670465"/>
                </a:lnTo>
                <a:lnTo>
                  <a:pt x="1329155" y="634877"/>
                </a:lnTo>
                <a:lnTo>
                  <a:pt x="1300228" y="600058"/>
                </a:lnTo>
                <a:lnTo>
                  <a:pt x="1270405" y="566027"/>
                </a:lnTo>
                <a:lnTo>
                  <a:pt x="1239704" y="532802"/>
                </a:lnTo>
                <a:lnTo>
                  <a:pt x="1208144" y="500400"/>
                </a:lnTo>
                <a:lnTo>
                  <a:pt x="1175742" y="468840"/>
                </a:lnTo>
                <a:lnTo>
                  <a:pt x="1142517" y="438139"/>
                </a:lnTo>
                <a:lnTo>
                  <a:pt x="1108486" y="408316"/>
                </a:lnTo>
                <a:lnTo>
                  <a:pt x="1073668" y="379388"/>
                </a:lnTo>
                <a:lnTo>
                  <a:pt x="1038080" y="351375"/>
                </a:lnTo>
                <a:lnTo>
                  <a:pt x="1001741" y="324292"/>
                </a:lnTo>
                <a:lnTo>
                  <a:pt x="964669" y="298160"/>
                </a:lnTo>
                <a:lnTo>
                  <a:pt x="926881" y="272995"/>
                </a:lnTo>
                <a:lnTo>
                  <a:pt x="888395" y="248816"/>
                </a:lnTo>
                <a:lnTo>
                  <a:pt x="849231" y="225641"/>
                </a:lnTo>
                <a:lnTo>
                  <a:pt x="809405" y="203487"/>
                </a:lnTo>
                <a:lnTo>
                  <a:pt x="768936" y="182374"/>
                </a:lnTo>
                <a:lnTo>
                  <a:pt x="727841" y="162318"/>
                </a:lnTo>
                <a:lnTo>
                  <a:pt x="686139" y="143338"/>
                </a:lnTo>
                <a:lnTo>
                  <a:pt x="643848" y="125452"/>
                </a:lnTo>
                <a:lnTo>
                  <a:pt x="600986" y="108678"/>
                </a:lnTo>
                <a:lnTo>
                  <a:pt x="557571" y="93034"/>
                </a:lnTo>
                <a:lnTo>
                  <a:pt x="513620" y="78538"/>
                </a:lnTo>
                <a:lnTo>
                  <a:pt x="469153" y="65208"/>
                </a:lnTo>
                <a:lnTo>
                  <a:pt x="424186" y="53061"/>
                </a:lnTo>
                <a:lnTo>
                  <a:pt x="378738" y="42117"/>
                </a:lnTo>
                <a:lnTo>
                  <a:pt x="332827" y="32393"/>
                </a:lnTo>
                <a:lnTo>
                  <a:pt x="286471" y="23907"/>
                </a:lnTo>
                <a:lnTo>
                  <a:pt x="239688" y="16677"/>
                </a:lnTo>
                <a:lnTo>
                  <a:pt x="192496" y="10721"/>
                </a:lnTo>
                <a:lnTo>
                  <a:pt x="144914" y="6057"/>
                </a:lnTo>
                <a:lnTo>
                  <a:pt x="96958" y="2704"/>
                </a:lnTo>
                <a:lnTo>
                  <a:pt x="48647" y="679"/>
                </a:lnTo>
                <a:lnTo>
                  <a:pt x="0" y="0"/>
                </a:lnTo>
                <a:close/>
              </a:path>
            </a:pathLst>
          </a:custGeom>
          <a:solidFill>
            <a:srgbClr val="FFFFFF">
              <a:alpha val="69803"/>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6" name="Google Shape;2041;p15"/>
          <p:cNvSpPr/>
          <p:nvPr/>
        </p:nvSpPr>
        <p:spPr>
          <a:xfrm>
            <a:off x="11603291" y="5500381"/>
            <a:ext cx="588709" cy="1362307"/>
          </a:xfrm>
          <a:custGeom>
            <a:avLst/>
            <a:gdLst/>
            <a:ahLst/>
            <a:cxnLst/>
            <a:rect l="l" t="t" r="r" b="b"/>
            <a:pathLst>
              <a:path w="827405" h="2684779" extrusionOk="0">
                <a:moveTo>
                  <a:pt x="0" y="0"/>
                </a:moveTo>
                <a:lnTo>
                  <a:pt x="12" y="818032"/>
                </a:lnTo>
                <a:lnTo>
                  <a:pt x="47741" y="820175"/>
                </a:lnTo>
                <a:lnTo>
                  <a:pt x="94267" y="826481"/>
                </a:lnTo>
                <a:lnTo>
                  <a:pt x="139405" y="836764"/>
                </a:lnTo>
                <a:lnTo>
                  <a:pt x="182971" y="850840"/>
                </a:lnTo>
                <a:lnTo>
                  <a:pt x="224780" y="868523"/>
                </a:lnTo>
                <a:lnTo>
                  <a:pt x="264646" y="889629"/>
                </a:lnTo>
                <a:lnTo>
                  <a:pt x="302386" y="913971"/>
                </a:lnTo>
                <a:lnTo>
                  <a:pt x="337813" y="941366"/>
                </a:lnTo>
                <a:lnTo>
                  <a:pt x="370744" y="971627"/>
                </a:lnTo>
                <a:lnTo>
                  <a:pt x="400994" y="1004570"/>
                </a:lnTo>
                <a:lnTo>
                  <a:pt x="428376" y="1040010"/>
                </a:lnTo>
                <a:lnTo>
                  <a:pt x="452708" y="1077761"/>
                </a:lnTo>
                <a:lnTo>
                  <a:pt x="473803" y="1117638"/>
                </a:lnTo>
                <a:lnTo>
                  <a:pt x="491478" y="1159457"/>
                </a:lnTo>
                <a:lnTo>
                  <a:pt x="505546" y="1203032"/>
                </a:lnTo>
                <a:lnTo>
                  <a:pt x="515824" y="1248177"/>
                </a:lnTo>
                <a:lnTo>
                  <a:pt x="522126" y="1294708"/>
                </a:lnTo>
                <a:lnTo>
                  <a:pt x="524268" y="1342440"/>
                </a:lnTo>
                <a:lnTo>
                  <a:pt x="522126" y="1390150"/>
                </a:lnTo>
                <a:lnTo>
                  <a:pt x="515824" y="1436662"/>
                </a:lnTo>
                <a:lnTo>
                  <a:pt x="505546" y="1481790"/>
                </a:lnTo>
                <a:lnTo>
                  <a:pt x="491478" y="1525350"/>
                </a:lnTo>
                <a:lnTo>
                  <a:pt x="473803" y="1567155"/>
                </a:lnTo>
                <a:lnTo>
                  <a:pt x="452708" y="1607021"/>
                </a:lnTo>
                <a:lnTo>
                  <a:pt x="428376" y="1644763"/>
                </a:lnTo>
                <a:lnTo>
                  <a:pt x="400994" y="1680195"/>
                </a:lnTo>
                <a:lnTo>
                  <a:pt x="370744" y="1713131"/>
                </a:lnTo>
                <a:lnTo>
                  <a:pt x="337813" y="1743387"/>
                </a:lnTo>
                <a:lnTo>
                  <a:pt x="302386" y="1770778"/>
                </a:lnTo>
                <a:lnTo>
                  <a:pt x="264646" y="1795117"/>
                </a:lnTo>
                <a:lnTo>
                  <a:pt x="224780" y="1816221"/>
                </a:lnTo>
                <a:lnTo>
                  <a:pt x="182971" y="1833902"/>
                </a:lnTo>
                <a:lnTo>
                  <a:pt x="139405" y="1847977"/>
                </a:lnTo>
                <a:lnTo>
                  <a:pt x="94267" y="1858260"/>
                </a:lnTo>
                <a:lnTo>
                  <a:pt x="47741" y="1864566"/>
                </a:lnTo>
                <a:lnTo>
                  <a:pt x="12" y="1866709"/>
                </a:lnTo>
                <a:lnTo>
                  <a:pt x="12" y="2684729"/>
                </a:lnTo>
                <a:lnTo>
                  <a:pt x="48164" y="2683881"/>
                </a:lnTo>
                <a:lnTo>
                  <a:pt x="95889" y="2681358"/>
                </a:lnTo>
                <a:lnTo>
                  <a:pt x="143159" y="2677188"/>
                </a:lnTo>
                <a:lnTo>
                  <a:pt x="189945" y="2671399"/>
                </a:lnTo>
                <a:lnTo>
                  <a:pt x="236219" y="2664019"/>
                </a:lnTo>
                <a:lnTo>
                  <a:pt x="281954" y="2655077"/>
                </a:lnTo>
                <a:lnTo>
                  <a:pt x="327119" y="2644602"/>
                </a:lnTo>
                <a:lnTo>
                  <a:pt x="371688" y="2632621"/>
                </a:lnTo>
                <a:lnTo>
                  <a:pt x="415631" y="2619163"/>
                </a:lnTo>
                <a:lnTo>
                  <a:pt x="458920" y="2604257"/>
                </a:lnTo>
                <a:lnTo>
                  <a:pt x="501528" y="2587930"/>
                </a:lnTo>
                <a:lnTo>
                  <a:pt x="543424" y="2570212"/>
                </a:lnTo>
                <a:lnTo>
                  <a:pt x="584582" y="2551130"/>
                </a:lnTo>
                <a:lnTo>
                  <a:pt x="624972" y="2530714"/>
                </a:lnTo>
                <a:lnTo>
                  <a:pt x="664567" y="2508990"/>
                </a:lnTo>
                <a:lnTo>
                  <a:pt x="703337" y="2485989"/>
                </a:lnTo>
                <a:lnTo>
                  <a:pt x="741255" y="2461738"/>
                </a:lnTo>
                <a:lnTo>
                  <a:pt x="778292" y="2436266"/>
                </a:lnTo>
                <a:lnTo>
                  <a:pt x="814420" y="2409600"/>
                </a:lnTo>
                <a:lnTo>
                  <a:pt x="827328" y="2399392"/>
                </a:lnTo>
                <a:lnTo>
                  <a:pt x="827328" y="285353"/>
                </a:lnTo>
                <a:lnTo>
                  <a:pt x="778286" y="248472"/>
                </a:lnTo>
                <a:lnTo>
                  <a:pt x="741249" y="222998"/>
                </a:lnTo>
                <a:lnTo>
                  <a:pt x="703331" y="198746"/>
                </a:lnTo>
                <a:lnTo>
                  <a:pt x="664560" y="175743"/>
                </a:lnTo>
                <a:lnTo>
                  <a:pt x="624965" y="154019"/>
                </a:lnTo>
                <a:lnTo>
                  <a:pt x="584575" y="133601"/>
                </a:lnTo>
                <a:lnTo>
                  <a:pt x="543417" y="114519"/>
                </a:lnTo>
                <a:lnTo>
                  <a:pt x="501520" y="96800"/>
                </a:lnTo>
                <a:lnTo>
                  <a:pt x="458913" y="80473"/>
                </a:lnTo>
                <a:lnTo>
                  <a:pt x="415623" y="65566"/>
                </a:lnTo>
                <a:lnTo>
                  <a:pt x="371680" y="52108"/>
                </a:lnTo>
                <a:lnTo>
                  <a:pt x="327111" y="40127"/>
                </a:lnTo>
                <a:lnTo>
                  <a:pt x="281945" y="29651"/>
                </a:lnTo>
                <a:lnTo>
                  <a:pt x="236210" y="20709"/>
                </a:lnTo>
                <a:lnTo>
                  <a:pt x="189935" y="13329"/>
                </a:lnTo>
                <a:lnTo>
                  <a:pt x="143148" y="7540"/>
                </a:lnTo>
                <a:lnTo>
                  <a:pt x="95878" y="3370"/>
                </a:lnTo>
                <a:lnTo>
                  <a:pt x="48152" y="847"/>
                </a:lnTo>
                <a:lnTo>
                  <a:pt x="0" y="0"/>
                </a:lnTo>
                <a:close/>
              </a:path>
            </a:pathLst>
          </a:custGeom>
          <a:solidFill>
            <a:srgbClr val="EA9F3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8" name="Google Shape;2159;p195"/>
          <p:cNvSpPr/>
          <p:nvPr/>
        </p:nvSpPr>
        <p:spPr>
          <a:xfrm>
            <a:off x="936704" y="2302729"/>
            <a:ext cx="2636490" cy="2427114"/>
          </a:xfrm>
          <a:prstGeom prst="ellipse">
            <a:avLst/>
          </a:prstGeom>
          <a:solidFill>
            <a:srgbClr val="E6E8E8"/>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200"/>
              <a:buFont typeface="Arial"/>
              <a:buNone/>
            </a:pPr>
            <a:r>
              <a:rPr lang="es-ES" sz="4800" b="1" i="0" u="none" strike="noStrike" cap="none" dirty="0" smtClean="0">
                <a:solidFill>
                  <a:srgbClr val="FF0000"/>
                </a:solidFill>
                <a:latin typeface="Gotham Rounded Medium" panose="02000000000000000000" pitchFamily="50" charset="0"/>
                <a:ea typeface="Calibri"/>
                <a:cs typeface="Calibri"/>
                <a:sym typeface="Calibri"/>
              </a:rPr>
              <a:t>Error</a:t>
            </a:r>
            <a:endParaRPr sz="1000" b="0" i="0" u="none" strike="noStrike" cap="none" dirty="0">
              <a:solidFill>
                <a:srgbClr val="FF0000"/>
              </a:solidFill>
              <a:latin typeface="Gotham Rounded Medium" panose="02000000000000000000" pitchFamily="50" charset="0"/>
              <a:sym typeface="Arial"/>
            </a:endParaRPr>
          </a:p>
        </p:txBody>
      </p:sp>
      <p:sp>
        <p:nvSpPr>
          <p:cNvPr id="17" name="Google Shape;2204;p198"/>
          <p:cNvSpPr txBox="1"/>
          <p:nvPr/>
        </p:nvSpPr>
        <p:spPr>
          <a:xfrm>
            <a:off x="5757590" y="3111605"/>
            <a:ext cx="4716461" cy="861774"/>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3200"/>
              <a:buFont typeface="Arial"/>
              <a:buNone/>
            </a:pPr>
            <a:r>
              <a:rPr lang="es-ES" sz="3200" b="0" i="0" u="none" strike="noStrike" cap="none" dirty="0" err="1">
                <a:solidFill>
                  <a:schemeClr val="accent1"/>
                </a:solidFill>
                <a:latin typeface="Tahoma"/>
                <a:ea typeface="Tahoma"/>
                <a:cs typeface="Tahoma"/>
                <a:sym typeface="Tahoma"/>
              </a:rPr>
              <a:t>var</a:t>
            </a:r>
            <a:r>
              <a:rPr lang="es-ES" sz="3200" b="0" i="0" u="none" strike="noStrike" cap="none" dirty="0">
                <a:solidFill>
                  <a:schemeClr val="accent1"/>
                </a:solidFill>
                <a:latin typeface="Tahoma"/>
                <a:ea typeface="Tahoma"/>
                <a:cs typeface="Tahoma"/>
                <a:sym typeface="Tahoma"/>
              </a:rPr>
              <a:t>  </a:t>
            </a:r>
            <a:r>
              <a:rPr lang="es-ES" sz="3200" b="0" i="0" u="none" strike="noStrike" cap="none" dirty="0">
                <a:solidFill>
                  <a:srgbClr val="FF0000"/>
                </a:solidFill>
                <a:latin typeface="Tahoma"/>
                <a:ea typeface="Tahoma"/>
                <a:cs typeface="Tahoma"/>
                <a:sym typeface="Tahoma"/>
              </a:rPr>
              <a:t>5</a:t>
            </a:r>
            <a:r>
              <a:rPr lang="es-ES" sz="3200" b="0" i="0" u="none" strike="noStrike" cap="none" dirty="0">
                <a:solidFill>
                  <a:schemeClr val="lt1"/>
                </a:solidFill>
                <a:latin typeface="Tahoma"/>
                <a:ea typeface="Tahoma"/>
                <a:cs typeface="Tahoma"/>
                <a:sym typeface="Tahoma"/>
              </a:rPr>
              <a:t>toValor</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lt1"/>
              </a:solidFill>
              <a:latin typeface="Tahoma"/>
              <a:ea typeface="Tahoma"/>
              <a:cs typeface="Tahoma"/>
              <a:sym typeface="Tahoma"/>
            </a:endParaRPr>
          </a:p>
        </p:txBody>
      </p:sp>
      <p:sp>
        <p:nvSpPr>
          <p:cNvPr id="2" name="Rectángulo 1"/>
          <p:cNvSpPr/>
          <p:nvPr/>
        </p:nvSpPr>
        <p:spPr>
          <a:xfrm>
            <a:off x="5208539" y="4871432"/>
            <a:ext cx="6096000" cy="646331"/>
          </a:xfrm>
          <a:prstGeom prst="rect">
            <a:avLst/>
          </a:prstGeom>
        </p:spPr>
        <p:txBody>
          <a:bodyPr>
            <a:spAutoFit/>
          </a:bodyPr>
          <a:lstStyle/>
          <a:p>
            <a:pPr lvl="0">
              <a:buSzPts val="1800"/>
            </a:pPr>
            <a:r>
              <a:rPr lang="es-MX" sz="1800" dirty="0">
                <a:solidFill>
                  <a:srgbClr val="872789"/>
                </a:solidFill>
                <a:latin typeface="Gotham Rounded Medium" panose="02000000000000000000" pitchFamily="50" charset="0"/>
                <a:ea typeface="Tahoma"/>
                <a:cs typeface="Tahoma"/>
                <a:sym typeface="Tahoma"/>
              </a:rPr>
              <a:t>¡</a:t>
            </a:r>
            <a:r>
              <a:rPr lang="es-MX" sz="1800" dirty="0" err="1">
                <a:solidFill>
                  <a:srgbClr val="872789"/>
                </a:solidFill>
                <a:latin typeface="Gotham Rounded Medium" panose="02000000000000000000" pitchFamily="50" charset="0"/>
                <a:ea typeface="Tahoma"/>
                <a:cs typeface="Tahoma"/>
                <a:sym typeface="Tahoma"/>
              </a:rPr>
              <a:t>Auch</a:t>
            </a:r>
            <a:r>
              <a:rPr lang="es-MX" sz="1800" dirty="0">
                <a:solidFill>
                  <a:srgbClr val="872789"/>
                </a:solidFill>
                <a:latin typeface="Gotham Rounded Medium" panose="02000000000000000000" pitchFamily="50" charset="0"/>
                <a:ea typeface="Tahoma"/>
                <a:cs typeface="Tahoma"/>
                <a:sym typeface="Tahoma"/>
              </a:rPr>
              <a:t>, no! Los nombres de las variables no pueden comenzar con un número.</a:t>
            </a:r>
            <a:endParaRPr lang="es-MX" sz="1800" dirty="0">
              <a:solidFill>
                <a:srgbClr val="872789"/>
              </a:solidFill>
              <a:latin typeface="Gotham Rounded Medium" panose="02000000000000000000" pitchFamily="50" charset="0"/>
              <a:ea typeface="Calibri"/>
              <a:cs typeface="Calibri"/>
              <a:sym typeface="Calibri"/>
            </a:endParaRPr>
          </a:p>
        </p:txBody>
      </p:sp>
    </p:spTree>
    <p:extLst>
      <p:ext uri="{BB962C8B-B14F-4D97-AF65-F5344CB8AC3E}">
        <p14:creationId xmlns:p14="http://schemas.microsoft.com/office/powerpoint/2010/main" val="473242728"/>
      </p:ext>
    </p:extLst>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Shape 2136"/>
        <p:cNvGrpSpPr/>
        <p:nvPr/>
      </p:nvGrpSpPr>
      <p:grpSpPr>
        <a:xfrm>
          <a:off x="0" y="0"/>
          <a:ext cx="0" cy="0"/>
          <a:chOff x="0" y="0"/>
          <a:chExt cx="0" cy="0"/>
        </a:xfrm>
      </p:grpSpPr>
      <p:sp>
        <p:nvSpPr>
          <p:cNvPr id="11" name="Google Shape;2039;p15"/>
          <p:cNvSpPr/>
          <p:nvPr/>
        </p:nvSpPr>
        <p:spPr>
          <a:xfrm>
            <a:off x="13918" y="-4314"/>
            <a:ext cx="12189124" cy="6862313"/>
          </a:xfrm>
          <a:custGeom>
            <a:avLst/>
            <a:gdLst/>
            <a:ahLst/>
            <a:cxnLst/>
            <a:rect l="l" t="t" r="r" b="b"/>
            <a:pathLst>
              <a:path w="17348200" h="9753600" extrusionOk="0">
                <a:moveTo>
                  <a:pt x="17348200" y="0"/>
                </a:moveTo>
                <a:lnTo>
                  <a:pt x="0" y="0"/>
                </a:lnTo>
                <a:lnTo>
                  <a:pt x="0" y="9753600"/>
                </a:lnTo>
                <a:lnTo>
                  <a:pt x="17348200" y="9753600"/>
                </a:lnTo>
                <a:lnTo>
                  <a:pt x="17348200" y="0"/>
                </a:lnTo>
                <a:close/>
              </a:path>
            </a:pathLst>
          </a:custGeom>
          <a:solidFill>
            <a:srgbClr val="EEEEE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138" name="Google Shape;2138;p194"/>
          <p:cNvSpPr/>
          <p:nvPr/>
        </p:nvSpPr>
        <p:spPr>
          <a:xfrm>
            <a:off x="5208539" y="627076"/>
            <a:ext cx="5272360" cy="1299479"/>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4000" b="1" i="0" u="none" strike="noStrike" cap="none" dirty="0">
                <a:solidFill>
                  <a:srgbClr val="872789"/>
                </a:solidFill>
                <a:latin typeface="Gotham Rounded Medium" panose="02000000000000000000" pitchFamily="50" charset="0"/>
                <a:sym typeface="Arial"/>
              </a:rPr>
              <a:t>¿Este nombre de variable es válido?</a:t>
            </a:r>
            <a:endParaRPr sz="2400" b="0" i="0" u="none" strike="noStrike" cap="none" dirty="0">
              <a:solidFill>
                <a:srgbClr val="872789"/>
              </a:solidFill>
              <a:latin typeface="Gotham Rounded Medium" panose="02000000000000000000" pitchFamily="50" charset="0"/>
              <a:sym typeface="Arial"/>
            </a:endParaRPr>
          </a:p>
        </p:txBody>
      </p:sp>
      <p:pic>
        <p:nvPicPr>
          <p:cNvPr id="2139" name="Google Shape;2139;p194" descr="Help"/>
          <p:cNvPicPr preferRelativeResize="0"/>
          <p:nvPr/>
        </p:nvPicPr>
        <p:blipFill rotWithShape="1">
          <a:blip r:embed="rId3">
            <a:alphaModFix/>
            <a:duotone>
              <a:prstClr val="black"/>
              <a:schemeClr val="accent2">
                <a:tint val="45000"/>
                <a:satMod val="400000"/>
              </a:schemeClr>
            </a:duotone>
          </a:blip>
          <a:srcRect/>
          <a:stretch/>
        </p:blipFill>
        <p:spPr>
          <a:xfrm>
            <a:off x="730053" y="1926555"/>
            <a:ext cx="2814842" cy="2814842"/>
          </a:xfrm>
          <a:prstGeom prst="rect">
            <a:avLst/>
          </a:prstGeom>
          <a:noFill/>
          <a:ln>
            <a:noFill/>
          </a:ln>
        </p:spPr>
      </p:pic>
      <p:sp>
        <p:nvSpPr>
          <p:cNvPr id="2140" name="Google Shape;2140;p194"/>
          <p:cNvSpPr/>
          <p:nvPr/>
        </p:nvSpPr>
        <p:spPr>
          <a:xfrm>
            <a:off x="4940490" y="2128156"/>
            <a:ext cx="6493519" cy="2601687"/>
          </a:xfrm>
          <a:prstGeom prst="roundRect">
            <a:avLst>
              <a:gd name="adj" fmla="val 4602"/>
            </a:avLst>
          </a:prstGeom>
          <a:solidFill>
            <a:srgbClr val="1F232F"/>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141" name="Google Shape;2141;p194"/>
          <p:cNvGrpSpPr/>
          <p:nvPr/>
        </p:nvGrpSpPr>
        <p:grpSpPr>
          <a:xfrm>
            <a:off x="4940489" y="2128155"/>
            <a:ext cx="6493519" cy="413657"/>
            <a:chOff x="3383283" y="0"/>
            <a:chExt cx="5094515" cy="413657"/>
          </a:xfrm>
        </p:grpSpPr>
        <p:sp>
          <p:nvSpPr>
            <p:cNvPr id="2142" name="Google Shape;2142;p194"/>
            <p:cNvSpPr/>
            <p:nvPr/>
          </p:nvSpPr>
          <p:spPr>
            <a:xfrm>
              <a:off x="3383283" y="0"/>
              <a:ext cx="5094515"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43" name="Google Shape;2143;p194"/>
            <p:cNvSpPr txBox="1"/>
            <p:nvPr/>
          </p:nvSpPr>
          <p:spPr>
            <a:xfrm>
              <a:off x="3707566" y="42482"/>
              <a:ext cx="195424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variables.js</a:t>
              </a:r>
              <a:endParaRPr sz="1400" b="0" i="0" u="none" strike="noStrike" cap="none">
                <a:solidFill>
                  <a:schemeClr val="lt1"/>
                </a:solidFill>
                <a:latin typeface="Arial"/>
                <a:ea typeface="Arial"/>
                <a:cs typeface="Arial"/>
                <a:sym typeface="Arial"/>
              </a:endParaRPr>
            </a:p>
          </p:txBody>
        </p:sp>
        <p:cxnSp>
          <p:nvCxnSpPr>
            <p:cNvPr id="2144" name="Google Shape;2144;p194"/>
            <p:cNvCxnSpPr/>
            <p:nvPr/>
          </p:nvCxnSpPr>
          <p:spPr>
            <a:xfrm>
              <a:off x="3707567" y="403200"/>
              <a:ext cx="1954241" cy="10457"/>
            </a:xfrm>
            <a:prstGeom prst="straightConnector1">
              <a:avLst/>
            </a:prstGeom>
            <a:noFill/>
            <a:ln w="15875" cap="flat" cmpd="sng">
              <a:solidFill>
                <a:srgbClr val="F2CD84"/>
              </a:solidFill>
              <a:prstDash val="solid"/>
              <a:miter lim="800000"/>
              <a:headEnd type="none" w="sm" len="sm"/>
              <a:tailEnd type="none" w="sm" len="sm"/>
            </a:ln>
          </p:spPr>
        </p:cxnSp>
      </p:grpSp>
      <p:pic>
        <p:nvPicPr>
          <p:cNvPr id="12" name="Google Shape;2040;p15"/>
          <p:cNvPicPr preferRelativeResize="0"/>
          <p:nvPr/>
        </p:nvPicPr>
        <p:blipFill rotWithShape="1">
          <a:blip r:embed="rId4">
            <a:alphaModFix/>
          </a:blip>
          <a:srcRect/>
          <a:stretch/>
        </p:blipFill>
        <p:spPr>
          <a:xfrm>
            <a:off x="964654" y="0"/>
            <a:ext cx="689975" cy="1262743"/>
          </a:xfrm>
          <a:prstGeom prst="rect">
            <a:avLst/>
          </a:prstGeom>
          <a:noFill/>
          <a:ln>
            <a:noFill/>
          </a:ln>
        </p:spPr>
      </p:pic>
      <p:sp>
        <p:nvSpPr>
          <p:cNvPr id="15" name="Google Shape;2161;p15"/>
          <p:cNvSpPr/>
          <p:nvPr/>
        </p:nvSpPr>
        <p:spPr>
          <a:xfrm>
            <a:off x="0" y="5500381"/>
            <a:ext cx="730053" cy="1357619"/>
          </a:xfrm>
          <a:custGeom>
            <a:avLst/>
            <a:gdLst/>
            <a:ahLst/>
            <a:cxnLst/>
            <a:rect l="l" t="t" r="r" b="b"/>
            <a:pathLst>
              <a:path w="1708785" h="3416934" extrusionOk="0">
                <a:moveTo>
                  <a:pt x="0" y="0"/>
                </a:moveTo>
                <a:lnTo>
                  <a:pt x="0" y="1041120"/>
                </a:lnTo>
                <a:lnTo>
                  <a:pt x="47663" y="1042796"/>
                </a:lnTo>
                <a:lnTo>
                  <a:pt x="94420" y="1047748"/>
                </a:lnTo>
                <a:lnTo>
                  <a:pt x="140158" y="1055864"/>
                </a:lnTo>
                <a:lnTo>
                  <a:pt x="184765" y="1067030"/>
                </a:lnTo>
                <a:lnTo>
                  <a:pt x="228127" y="1081134"/>
                </a:lnTo>
                <a:lnTo>
                  <a:pt x="270131" y="1098063"/>
                </a:lnTo>
                <a:lnTo>
                  <a:pt x="310666" y="1117703"/>
                </a:lnTo>
                <a:lnTo>
                  <a:pt x="349618" y="1139942"/>
                </a:lnTo>
                <a:lnTo>
                  <a:pt x="386874" y="1164666"/>
                </a:lnTo>
                <a:lnTo>
                  <a:pt x="422321" y="1191763"/>
                </a:lnTo>
                <a:lnTo>
                  <a:pt x="455848" y="1221121"/>
                </a:lnTo>
                <a:lnTo>
                  <a:pt x="487340" y="1252624"/>
                </a:lnTo>
                <a:lnTo>
                  <a:pt x="516686" y="1286162"/>
                </a:lnTo>
                <a:lnTo>
                  <a:pt x="543772" y="1321621"/>
                </a:lnTo>
                <a:lnTo>
                  <a:pt x="568486" y="1358888"/>
                </a:lnTo>
                <a:lnTo>
                  <a:pt x="590714" y="1397850"/>
                </a:lnTo>
                <a:lnTo>
                  <a:pt x="610345" y="1438394"/>
                </a:lnTo>
                <a:lnTo>
                  <a:pt x="627265" y="1480407"/>
                </a:lnTo>
                <a:lnTo>
                  <a:pt x="641362" y="1523776"/>
                </a:lnTo>
                <a:lnTo>
                  <a:pt x="652522" y="1568389"/>
                </a:lnTo>
                <a:lnTo>
                  <a:pt x="660633" y="1614132"/>
                </a:lnTo>
                <a:lnTo>
                  <a:pt x="665583" y="1660892"/>
                </a:lnTo>
                <a:lnTo>
                  <a:pt x="667258" y="1708556"/>
                </a:lnTo>
                <a:lnTo>
                  <a:pt x="665583" y="1756198"/>
                </a:lnTo>
                <a:lnTo>
                  <a:pt x="660633" y="1802938"/>
                </a:lnTo>
                <a:lnTo>
                  <a:pt x="652522" y="1848662"/>
                </a:lnTo>
                <a:lnTo>
                  <a:pt x="641362" y="1893257"/>
                </a:lnTo>
                <a:lnTo>
                  <a:pt x="627265" y="1936611"/>
                </a:lnTo>
                <a:lnTo>
                  <a:pt x="610345" y="1978610"/>
                </a:lnTo>
                <a:lnTo>
                  <a:pt x="590714" y="2019141"/>
                </a:lnTo>
                <a:lnTo>
                  <a:pt x="568486" y="2058092"/>
                </a:lnTo>
                <a:lnTo>
                  <a:pt x="543772" y="2095349"/>
                </a:lnTo>
                <a:lnTo>
                  <a:pt x="516686" y="2130799"/>
                </a:lnTo>
                <a:lnTo>
                  <a:pt x="487340" y="2164329"/>
                </a:lnTo>
                <a:lnTo>
                  <a:pt x="455848" y="2195826"/>
                </a:lnTo>
                <a:lnTo>
                  <a:pt x="422321" y="2225178"/>
                </a:lnTo>
                <a:lnTo>
                  <a:pt x="386874" y="2252270"/>
                </a:lnTo>
                <a:lnTo>
                  <a:pt x="349618" y="2276991"/>
                </a:lnTo>
                <a:lnTo>
                  <a:pt x="310666" y="2299226"/>
                </a:lnTo>
                <a:lnTo>
                  <a:pt x="270131" y="2318864"/>
                </a:lnTo>
                <a:lnTo>
                  <a:pt x="228127" y="2335790"/>
                </a:lnTo>
                <a:lnTo>
                  <a:pt x="184765" y="2349893"/>
                </a:lnTo>
                <a:lnTo>
                  <a:pt x="140158" y="2361058"/>
                </a:lnTo>
                <a:lnTo>
                  <a:pt x="94420" y="2369173"/>
                </a:lnTo>
                <a:lnTo>
                  <a:pt x="47663" y="2374125"/>
                </a:lnTo>
                <a:lnTo>
                  <a:pt x="0" y="2375801"/>
                </a:lnTo>
                <a:lnTo>
                  <a:pt x="0" y="3416935"/>
                </a:lnTo>
                <a:lnTo>
                  <a:pt x="48647" y="3416255"/>
                </a:lnTo>
                <a:lnTo>
                  <a:pt x="96958" y="3414230"/>
                </a:lnTo>
                <a:lnTo>
                  <a:pt x="144914" y="3410877"/>
                </a:lnTo>
                <a:lnTo>
                  <a:pt x="192496" y="3406213"/>
                </a:lnTo>
                <a:lnTo>
                  <a:pt x="239688" y="3400257"/>
                </a:lnTo>
                <a:lnTo>
                  <a:pt x="286471" y="3393027"/>
                </a:lnTo>
                <a:lnTo>
                  <a:pt x="332827" y="3384541"/>
                </a:lnTo>
                <a:lnTo>
                  <a:pt x="378738" y="3374817"/>
                </a:lnTo>
                <a:lnTo>
                  <a:pt x="424186" y="3363873"/>
                </a:lnTo>
                <a:lnTo>
                  <a:pt x="469153" y="3351727"/>
                </a:lnTo>
                <a:lnTo>
                  <a:pt x="513620" y="3338397"/>
                </a:lnTo>
                <a:lnTo>
                  <a:pt x="557571" y="3323902"/>
                </a:lnTo>
                <a:lnTo>
                  <a:pt x="600986" y="3308258"/>
                </a:lnTo>
                <a:lnTo>
                  <a:pt x="643848" y="3291484"/>
                </a:lnTo>
                <a:lnTo>
                  <a:pt x="686139" y="3273599"/>
                </a:lnTo>
                <a:lnTo>
                  <a:pt x="727841" y="3254620"/>
                </a:lnTo>
                <a:lnTo>
                  <a:pt x="768936" y="3234565"/>
                </a:lnTo>
                <a:lnTo>
                  <a:pt x="809405" y="3213452"/>
                </a:lnTo>
                <a:lnTo>
                  <a:pt x="849231" y="3191299"/>
                </a:lnTo>
                <a:lnTo>
                  <a:pt x="888395" y="3168125"/>
                </a:lnTo>
                <a:lnTo>
                  <a:pt x="926881" y="3143947"/>
                </a:lnTo>
                <a:lnTo>
                  <a:pt x="964669" y="3118784"/>
                </a:lnTo>
                <a:lnTo>
                  <a:pt x="1001741" y="3092653"/>
                </a:lnTo>
                <a:lnTo>
                  <a:pt x="1038080" y="3065572"/>
                </a:lnTo>
                <a:lnTo>
                  <a:pt x="1073668" y="3037560"/>
                </a:lnTo>
                <a:lnTo>
                  <a:pt x="1108486" y="3008634"/>
                </a:lnTo>
                <a:lnTo>
                  <a:pt x="1142517" y="2978813"/>
                </a:lnTo>
                <a:lnTo>
                  <a:pt x="1175742" y="2948114"/>
                </a:lnTo>
                <a:lnTo>
                  <a:pt x="1208144" y="2916556"/>
                </a:lnTo>
                <a:lnTo>
                  <a:pt x="1239704" y="2884157"/>
                </a:lnTo>
                <a:lnTo>
                  <a:pt x="1270405" y="2850934"/>
                </a:lnTo>
                <a:lnTo>
                  <a:pt x="1300228" y="2816905"/>
                </a:lnTo>
                <a:lnTo>
                  <a:pt x="1329155" y="2782090"/>
                </a:lnTo>
                <a:lnTo>
                  <a:pt x="1357169" y="2746505"/>
                </a:lnTo>
                <a:lnTo>
                  <a:pt x="1384251" y="2710169"/>
                </a:lnTo>
                <a:lnTo>
                  <a:pt x="1410384" y="2673099"/>
                </a:lnTo>
                <a:lnTo>
                  <a:pt x="1435548" y="2635315"/>
                </a:lnTo>
                <a:lnTo>
                  <a:pt x="1459727" y="2596833"/>
                </a:lnTo>
                <a:lnTo>
                  <a:pt x="1482902" y="2557672"/>
                </a:lnTo>
                <a:lnTo>
                  <a:pt x="1505056" y="2517850"/>
                </a:lnTo>
                <a:lnTo>
                  <a:pt x="1526169" y="2477385"/>
                </a:lnTo>
                <a:lnTo>
                  <a:pt x="1546225" y="2436295"/>
                </a:lnTo>
                <a:lnTo>
                  <a:pt x="1565205" y="2394598"/>
                </a:lnTo>
                <a:lnTo>
                  <a:pt x="1583091" y="2352312"/>
                </a:lnTo>
                <a:lnTo>
                  <a:pt x="1599865" y="2309455"/>
                </a:lnTo>
                <a:lnTo>
                  <a:pt x="1615509" y="2266044"/>
                </a:lnTo>
                <a:lnTo>
                  <a:pt x="1630005" y="2222099"/>
                </a:lnTo>
                <a:lnTo>
                  <a:pt x="1643335" y="2177638"/>
                </a:lnTo>
                <a:lnTo>
                  <a:pt x="1655481" y="2132677"/>
                </a:lnTo>
                <a:lnTo>
                  <a:pt x="1666426" y="2087235"/>
                </a:lnTo>
                <a:lnTo>
                  <a:pt x="1676150" y="2041331"/>
                </a:lnTo>
                <a:lnTo>
                  <a:pt x="1684636" y="1994982"/>
                </a:lnTo>
                <a:lnTo>
                  <a:pt x="1691866" y="1948206"/>
                </a:lnTo>
                <a:lnTo>
                  <a:pt x="1697822" y="1901021"/>
                </a:lnTo>
                <a:lnTo>
                  <a:pt x="1702485" y="1853446"/>
                </a:lnTo>
                <a:lnTo>
                  <a:pt x="1705839" y="1805498"/>
                </a:lnTo>
                <a:lnTo>
                  <a:pt x="1707864" y="1757195"/>
                </a:lnTo>
                <a:lnTo>
                  <a:pt x="1708543" y="1708556"/>
                </a:lnTo>
                <a:lnTo>
                  <a:pt x="1707864" y="1659908"/>
                </a:lnTo>
                <a:lnTo>
                  <a:pt x="1705839" y="1611596"/>
                </a:lnTo>
                <a:lnTo>
                  <a:pt x="1702485" y="1563640"/>
                </a:lnTo>
                <a:lnTo>
                  <a:pt x="1697822" y="1516056"/>
                </a:lnTo>
                <a:lnTo>
                  <a:pt x="1691866" y="1468864"/>
                </a:lnTo>
                <a:lnTo>
                  <a:pt x="1684636" y="1422081"/>
                </a:lnTo>
                <a:lnTo>
                  <a:pt x="1676150" y="1375724"/>
                </a:lnTo>
                <a:lnTo>
                  <a:pt x="1666426" y="1329813"/>
                </a:lnTo>
                <a:lnTo>
                  <a:pt x="1655481" y="1284364"/>
                </a:lnTo>
                <a:lnTo>
                  <a:pt x="1643335" y="1239397"/>
                </a:lnTo>
                <a:lnTo>
                  <a:pt x="1630005" y="1194929"/>
                </a:lnTo>
                <a:lnTo>
                  <a:pt x="1615509" y="1150978"/>
                </a:lnTo>
                <a:lnTo>
                  <a:pt x="1599865" y="1107562"/>
                </a:lnTo>
                <a:lnTo>
                  <a:pt x="1583091" y="1064700"/>
                </a:lnTo>
                <a:lnTo>
                  <a:pt x="1565205" y="1022409"/>
                </a:lnTo>
                <a:lnTo>
                  <a:pt x="1546225" y="980706"/>
                </a:lnTo>
                <a:lnTo>
                  <a:pt x="1526169" y="939612"/>
                </a:lnTo>
                <a:lnTo>
                  <a:pt x="1505056" y="899142"/>
                </a:lnTo>
                <a:lnTo>
                  <a:pt x="1482902" y="859316"/>
                </a:lnTo>
                <a:lnTo>
                  <a:pt x="1459727" y="820151"/>
                </a:lnTo>
                <a:lnTo>
                  <a:pt x="1435548" y="781665"/>
                </a:lnTo>
                <a:lnTo>
                  <a:pt x="1410384" y="743877"/>
                </a:lnTo>
                <a:lnTo>
                  <a:pt x="1384251" y="706804"/>
                </a:lnTo>
                <a:lnTo>
                  <a:pt x="1357169" y="670465"/>
                </a:lnTo>
                <a:lnTo>
                  <a:pt x="1329155" y="634877"/>
                </a:lnTo>
                <a:lnTo>
                  <a:pt x="1300228" y="600058"/>
                </a:lnTo>
                <a:lnTo>
                  <a:pt x="1270405" y="566027"/>
                </a:lnTo>
                <a:lnTo>
                  <a:pt x="1239704" y="532802"/>
                </a:lnTo>
                <a:lnTo>
                  <a:pt x="1208144" y="500400"/>
                </a:lnTo>
                <a:lnTo>
                  <a:pt x="1175742" y="468840"/>
                </a:lnTo>
                <a:lnTo>
                  <a:pt x="1142517" y="438139"/>
                </a:lnTo>
                <a:lnTo>
                  <a:pt x="1108486" y="408316"/>
                </a:lnTo>
                <a:lnTo>
                  <a:pt x="1073668" y="379388"/>
                </a:lnTo>
                <a:lnTo>
                  <a:pt x="1038080" y="351375"/>
                </a:lnTo>
                <a:lnTo>
                  <a:pt x="1001741" y="324292"/>
                </a:lnTo>
                <a:lnTo>
                  <a:pt x="964669" y="298160"/>
                </a:lnTo>
                <a:lnTo>
                  <a:pt x="926881" y="272995"/>
                </a:lnTo>
                <a:lnTo>
                  <a:pt x="888395" y="248816"/>
                </a:lnTo>
                <a:lnTo>
                  <a:pt x="849231" y="225641"/>
                </a:lnTo>
                <a:lnTo>
                  <a:pt x="809405" y="203487"/>
                </a:lnTo>
                <a:lnTo>
                  <a:pt x="768936" y="182374"/>
                </a:lnTo>
                <a:lnTo>
                  <a:pt x="727841" y="162318"/>
                </a:lnTo>
                <a:lnTo>
                  <a:pt x="686139" y="143338"/>
                </a:lnTo>
                <a:lnTo>
                  <a:pt x="643848" y="125452"/>
                </a:lnTo>
                <a:lnTo>
                  <a:pt x="600986" y="108678"/>
                </a:lnTo>
                <a:lnTo>
                  <a:pt x="557571" y="93034"/>
                </a:lnTo>
                <a:lnTo>
                  <a:pt x="513620" y="78538"/>
                </a:lnTo>
                <a:lnTo>
                  <a:pt x="469153" y="65208"/>
                </a:lnTo>
                <a:lnTo>
                  <a:pt x="424186" y="53061"/>
                </a:lnTo>
                <a:lnTo>
                  <a:pt x="378738" y="42117"/>
                </a:lnTo>
                <a:lnTo>
                  <a:pt x="332827" y="32393"/>
                </a:lnTo>
                <a:lnTo>
                  <a:pt x="286471" y="23907"/>
                </a:lnTo>
                <a:lnTo>
                  <a:pt x="239688" y="16677"/>
                </a:lnTo>
                <a:lnTo>
                  <a:pt x="192496" y="10721"/>
                </a:lnTo>
                <a:lnTo>
                  <a:pt x="144914" y="6057"/>
                </a:lnTo>
                <a:lnTo>
                  <a:pt x="96958" y="2704"/>
                </a:lnTo>
                <a:lnTo>
                  <a:pt x="48647" y="679"/>
                </a:lnTo>
                <a:lnTo>
                  <a:pt x="0" y="0"/>
                </a:lnTo>
                <a:close/>
              </a:path>
            </a:pathLst>
          </a:custGeom>
          <a:solidFill>
            <a:srgbClr val="FFFFFF">
              <a:alpha val="69803"/>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6" name="Google Shape;2041;p15"/>
          <p:cNvSpPr/>
          <p:nvPr/>
        </p:nvSpPr>
        <p:spPr>
          <a:xfrm>
            <a:off x="11603291" y="5500381"/>
            <a:ext cx="588709" cy="1362307"/>
          </a:xfrm>
          <a:custGeom>
            <a:avLst/>
            <a:gdLst/>
            <a:ahLst/>
            <a:cxnLst/>
            <a:rect l="l" t="t" r="r" b="b"/>
            <a:pathLst>
              <a:path w="827405" h="2684779" extrusionOk="0">
                <a:moveTo>
                  <a:pt x="0" y="0"/>
                </a:moveTo>
                <a:lnTo>
                  <a:pt x="12" y="818032"/>
                </a:lnTo>
                <a:lnTo>
                  <a:pt x="47741" y="820175"/>
                </a:lnTo>
                <a:lnTo>
                  <a:pt x="94267" y="826481"/>
                </a:lnTo>
                <a:lnTo>
                  <a:pt x="139405" y="836764"/>
                </a:lnTo>
                <a:lnTo>
                  <a:pt x="182971" y="850840"/>
                </a:lnTo>
                <a:lnTo>
                  <a:pt x="224780" y="868523"/>
                </a:lnTo>
                <a:lnTo>
                  <a:pt x="264646" y="889629"/>
                </a:lnTo>
                <a:lnTo>
                  <a:pt x="302386" y="913971"/>
                </a:lnTo>
                <a:lnTo>
                  <a:pt x="337813" y="941366"/>
                </a:lnTo>
                <a:lnTo>
                  <a:pt x="370744" y="971627"/>
                </a:lnTo>
                <a:lnTo>
                  <a:pt x="400994" y="1004570"/>
                </a:lnTo>
                <a:lnTo>
                  <a:pt x="428376" y="1040010"/>
                </a:lnTo>
                <a:lnTo>
                  <a:pt x="452708" y="1077761"/>
                </a:lnTo>
                <a:lnTo>
                  <a:pt x="473803" y="1117638"/>
                </a:lnTo>
                <a:lnTo>
                  <a:pt x="491478" y="1159457"/>
                </a:lnTo>
                <a:lnTo>
                  <a:pt x="505546" y="1203032"/>
                </a:lnTo>
                <a:lnTo>
                  <a:pt x="515824" y="1248177"/>
                </a:lnTo>
                <a:lnTo>
                  <a:pt x="522126" y="1294708"/>
                </a:lnTo>
                <a:lnTo>
                  <a:pt x="524268" y="1342440"/>
                </a:lnTo>
                <a:lnTo>
                  <a:pt x="522126" y="1390150"/>
                </a:lnTo>
                <a:lnTo>
                  <a:pt x="515824" y="1436662"/>
                </a:lnTo>
                <a:lnTo>
                  <a:pt x="505546" y="1481790"/>
                </a:lnTo>
                <a:lnTo>
                  <a:pt x="491478" y="1525350"/>
                </a:lnTo>
                <a:lnTo>
                  <a:pt x="473803" y="1567155"/>
                </a:lnTo>
                <a:lnTo>
                  <a:pt x="452708" y="1607021"/>
                </a:lnTo>
                <a:lnTo>
                  <a:pt x="428376" y="1644763"/>
                </a:lnTo>
                <a:lnTo>
                  <a:pt x="400994" y="1680195"/>
                </a:lnTo>
                <a:lnTo>
                  <a:pt x="370744" y="1713131"/>
                </a:lnTo>
                <a:lnTo>
                  <a:pt x="337813" y="1743387"/>
                </a:lnTo>
                <a:lnTo>
                  <a:pt x="302386" y="1770778"/>
                </a:lnTo>
                <a:lnTo>
                  <a:pt x="264646" y="1795117"/>
                </a:lnTo>
                <a:lnTo>
                  <a:pt x="224780" y="1816221"/>
                </a:lnTo>
                <a:lnTo>
                  <a:pt x="182971" y="1833902"/>
                </a:lnTo>
                <a:lnTo>
                  <a:pt x="139405" y="1847977"/>
                </a:lnTo>
                <a:lnTo>
                  <a:pt x="94267" y="1858260"/>
                </a:lnTo>
                <a:lnTo>
                  <a:pt x="47741" y="1864566"/>
                </a:lnTo>
                <a:lnTo>
                  <a:pt x="12" y="1866709"/>
                </a:lnTo>
                <a:lnTo>
                  <a:pt x="12" y="2684729"/>
                </a:lnTo>
                <a:lnTo>
                  <a:pt x="48164" y="2683881"/>
                </a:lnTo>
                <a:lnTo>
                  <a:pt x="95889" y="2681358"/>
                </a:lnTo>
                <a:lnTo>
                  <a:pt x="143159" y="2677188"/>
                </a:lnTo>
                <a:lnTo>
                  <a:pt x="189945" y="2671399"/>
                </a:lnTo>
                <a:lnTo>
                  <a:pt x="236219" y="2664019"/>
                </a:lnTo>
                <a:lnTo>
                  <a:pt x="281954" y="2655077"/>
                </a:lnTo>
                <a:lnTo>
                  <a:pt x="327119" y="2644602"/>
                </a:lnTo>
                <a:lnTo>
                  <a:pt x="371688" y="2632621"/>
                </a:lnTo>
                <a:lnTo>
                  <a:pt x="415631" y="2619163"/>
                </a:lnTo>
                <a:lnTo>
                  <a:pt x="458920" y="2604257"/>
                </a:lnTo>
                <a:lnTo>
                  <a:pt x="501528" y="2587930"/>
                </a:lnTo>
                <a:lnTo>
                  <a:pt x="543424" y="2570212"/>
                </a:lnTo>
                <a:lnTo>
                  <a:pt x="584582" y="2551130"/>
                </a:lnTo>
                <a:lnTo>
                  <a:pt x="624972" y="2530714"/>
                </a:lnTo>
                <a:lnTo>
                  <a:pt x="664567" y="2508990"/>
                </a:lnTo>
                <a:lnTo>
                  <a:pt x="703337" y="2485989"/>
                </a:lnTo>
                <a:lnTo>
                  <a:pt x="741255" y="2461738"/>
                </a:lnTo>
                <a:lnTo>
                  <a:pt x="778292" y="2436266"/>
                </a:lnTo>
                <a:lnTo>
                  <a:pt x="814420" y="2409600"/>
                </a:lnTo>
                <a:lnTo>
                  <a:pt x="827328" y="2399392"/>
                </a:lnTo>
                <a:lnTo>
                  <a:pt x="827328" y="285353"/>
                </a:lnTo>
                <a:lnTo>
                  <a:pt x="778286" y="248472"/>
                </a:lnTo>
                <a:lnTo>
                  <a:pt x="741249" y="222998"/>
                </a:lnTo>
                <a:lnTo>
                  <a:pt x="703331" y="198746"/>
                </a:lnTo>
                <a:lnTo>
                  <a:pt x="664560" y="175743"/>
                </a:lnTo>
                <a:lnTo>
                  <a:pt x="624965" y="154019"/>
                </a:lnTo>
                <a:lnTo>
                  <a:pt x="584575" y="133601"/>
                </a:lnTo>
                <a:lnTo>
                  <a:pt x="543417" y="114519"/>
                </a:lnTo>
                <a:lnTo>
                  <a:pt x="501520" y="96800"/>
                </a:lnTo>
                <a:lnTo>
                  <a:pt x="458913" y="80473"/>
                </a:lnTo>
                <a:lnTo>
                  <a:pt x="415623" y="65566"/>
                </a:lnTo>
                <a:lnTo>
                  <a:pt x="371680" y="52108"/>
                </a:lnTo>
                <a:lnTo>
                  <a:pt x="327111" y="40127"/>
                </a:lnTo>
                <a:lnTo>
                  <a:pt x="281945" y="29651"/>
                </a:lnTo>
                <a:lnTo>
                  <a:pt x="236210" y="20709"/>
                </a:lnTo>
                <a:lnTo>
                  <a:pt x="189935" y="13329"/>
                </a:lnTo>
                <a:lnTo>
                  <a:pt x="143148" y="7540"/>
                </a:lnTo>
                <a:lnTo>
                  <a:pt x="95878" y="3370"/>
                </a:lnTo>
                <a:lnTo>
                  <a:pt x="48152" y="847"/>
                </a:lnTo>
                <a:lnTo>
                  <a:pt x="0" y="0"/>
                </a:lnTo>
                <a:close/>
              </a:path>
            </a:pathLst>
          </a:custGeom>
          <a:solidFill>
            <a:srgbClr val="EA9F3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7" name="Google Shape;2233;p200"/>
          <p:cNvSpPr txBox="1"/>
          <p:nvPr/>
        </p:nvSpPr>
        <p:spPr>
          <a:xfrm>
            <a:off x="5764438" y="2995955"/>
            <a:ext cx="4716461" cy="861774"/>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3200"/>
              <a:buFont typeface="Arial"/>
              <a:buNone/>
            </a:pPr>
            <a:r>
              <a:rPr lang="es-ES" sz="3200" b="0" i="0" u="none" strike="noStrike" cap="none" dirty="0" err="1">
                <a:solidFill>
                  <a:schemeClr val="accent1"/>
                </a:solidFill>
                <a:latin typeface="Tahoma"/>
                <a:ea typeface="Tahoma"/>
                <a:cs typeface="Tahoma"/>
                <a:sym typeface="Tahoma"/>
              </a:rPr>
              <a:t>var</a:t>
            </a:r>
            <a:r>
              <a:rPr lang="es-ES" sz="3200" b="0" i="0" u="none" strike="noStrike" cap="none" dirty="0">
                <a:solidFill>
                  <a:schemeClr val="accent1"/>
                </a:solidFill>
                <a:latin typeface="Tahoma"/>
                <a:ea typeface="Tahoma"/>
                <a:cs typeface="Tahoma"/>
                <a:sym typeface="Tahoma"/>
              </a:rPr>
              <a:t>  </a:t>
            </a:r>
            <a:r>
              <a:rPr lang="es-ES" sz="3200" b="0" i="0" u="none" strike="noStrike" cap="none" dirty="0" err="1">
                <a:solidFill>
                  <a:schemeClr val="lt1"/>
                </a:solidFill>
                <a:latin typeface="Tahoma"/>
                <a:ea typeface="Tahoma"/>
                <a:cs typeface="Tahoma"/>
                <a:sym typeface="Tahoma"/>
              </a:rPr>
              <a:t>sumaFinal</a:t>
            </a:r>
            <a:endParaRPr sz="3200" b="0" i="0" u="none" strike="noStrike" cap="none" dirty="0">
              <a:solidFill>
                <a:schemeClr val="lt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lt1"/>
              </a:solidFill>
              <a:latin typeface="Tahoma"/>
              <a:ea typeface="Tahoma"/>
              <a:cs typeface="Tahoma"/>
              <a:sym typeface="Tahoma"/>
            </a:endParaRPr>
          </a:p>
        </p:txBody>
      </p:sp>
    </p:spTree>
    <p:extLst>
      <p:ext uri="{BB962C8B-B14F-4D97-AF65-F5344CB8AC3E}">
        <p14:creationId xmlns:p14="http://schemas.microsoft.com/office/powerpoint/2010/main" val="1753867446"/>
      </p:ext>
    </p:extLst>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Shape 2136"/>
        <p:cNvGrpSpPr/>
        <p:nvPr/>
      </p:nvGrpSpPr>
      <p:grpSpPr>
        <a:xfrm>
          <a:off x="0" y="0"/>
          <a:ext cx="0" cy="0"/>
          <a:chOff x="0" y="0"/>
          <a:chExt cx="0" cy="0"/>
        </a:xfrm>
      </p:grpSpPr>
      <p:sp>
        <p:nvSpPr>
          <p:cNvPr id="11" name="Google Shape;2039;p15"/>
          <p:cNvSpPr/>
          <p:nvPr/>
        </p:nvSpPr>
        <p:spPr>
          <a:xfrm>
            <a:off x="13918" y="-4314"/>
            <a:ext cx="12189124" cy="6862313"/>
          </a:xfrm>
          <a:custGeom>
            <a:avLst/>
            <a:gdLst/>
            <a:ahLst/>
            <a:cxnLst/>
            <a:rect l="l" t="t" r="r" b="b"/>
            <a:pathLst>
              <a:path w="17348200" h="9753600" extrusionOk="0">
                <a:moveTo>
                  <a:pt x="17348200" y="0"/>
                </a:moveTo>
                <a:lnTo>
                  <a:pt x="0" y="0"/>
                </a:lnTo>
                <a:lnTo>
                  <a:pt x="0" y="9753600"/>
                </a:lnTo>
                <a:lnTo>
                  <a:pt x="17348200" y="9753600"/>
                </a:lnTo>
                <a:lnTo>
                  <a:pt x="17348200" y="0"/>
                </a:lnTo>
                <a:close/>
              </a:path>
            </a:pathLst>
          </a:custGeom>
          <a:solidFill>
            <a:srgbClr val="EEEEE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138" name="Google Shape;2138;p194"/>
          <p:cNvSpPr/>
          <p:nvPr/>
        </p:nvSpPr>
        <p:spPr>
          <a:xfrm>
            <a:off x="5208539" y="627076"/>
            <a:ext cx="5272360" cy="1299479"/>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4000" b="1" i="0" u="none" strike="noStrike" cap="none" dirty="0">
                <a:solidFill>
                  <a:srgbClr val="872789"/>
                </a:solidFill>
                <a:latin typeface="Gotham Rounded Medium" panose="02000000000000000000" pitchFamily="50" charset="0"/>
                <a:sym typeface="Arial"/>
              </a:rPr>
              <a:t>¿Este nombre de variable es válido?</a:t>
            </a:r>
            <a:endParaRPr sz="2400" b="0" i="0" u="none" strike="noStrike" cap="none" dirty="0">
              <a:solidFill>
                <a:srgbClr val="872789"/>
              </a:solidFill>
              <a:latin typeface="Gotham Rounded Medium" panose="02000000000000000000" pitchFamily="50" charset="0"/>
              <a:sym typeface="Arial"/>
            </a:endParaRPr>
          </a:p>
        </p:txBody>
      </p:sp>
      <p:sp>
        <p:nvSpPr>
          <p:cNvPr id="2140" name="Google Shape;2140;p194"/>
          <p:cNvSpPr/>
          <p:nvPr/>
        </p:nvSpPr>
        <p:spPr>
          <a:xfrm>
            <a:off x="4940487" y="2324525"/>
            <a:ext cx="6493519" cy="2601687"/>
          </a:xfrm>
          <a:prstGeom prst="roundRect">
            <a:avLst>
              <a:gd name="adj" fmla="val 4602"/>
            </a:avLst>
          </a:prstGeom>
          <a:solidFill>
            <a:srgbClr val="1F232F"/>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141" name="Google Shape;2141;p194"/>
          <p:cNvGrpSpPr/>
          <p:nvPr/>
        </p:nvGrpSpPr>
        <p:grpSpPr>
          <a:xfrm>
            <a:off x="4940489" y="2128155"/>
            <a:ext cx="6493519" cy="413657"/>
            <a:chOff x="3383283" y="0"/>
            <a:chExt cx="5094515" cy="413657"/>
          </a:xfrm>
        </p:grpSpPr>
        <p:sp>
          <p:nvSpPr>
            <p:cNvPr id="2142" name="Google Shape;2142;p194"/>
            <p:cNvSpPr/>
            <p:nvPr/>
          </p:nvSpPr>
          <p:spPr>
            <a:xfrm>
              <a:off x="3383283" y="0"/>
              <a:ext cx="5094515"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43" name="Google Shape;2143;p194"/>
            <p:cNvSpPr txBox="1"/>
            <p:nvPr/>
          </p:nvSpPr>
          <p:spPr>
            <a:xfrm>
              <a:off x="3707566" y="42482"/>
              <a:ext cx="195424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variables.js</a:t>
              </a:r>
              <a:endParaRPr sz="1400" b="0" i="0" u="none" strike="noStrike" cap="none">
                <a:solidFill>
                  <a:schemeClr val="lt1"/>
                </a:solidFill>
                <a:latin typeface="Arial"/>
                <a:ea typeface="Arial"/>
                <a:cs typeface="Arial"/>
                <a:sym typeface="Arial"/>
              </a:endParaRPr>
            </a:p>
          </p:txBody>
        </p:sp>
        <p:cxnSp>
          <p:nvCxnSpPr>
            <p:cNvPr id="2144" name="Google Shape;2144;p194"/>
            <p:cNvCxnSpPr/>
            <p:nvPr/>
          </p:nvCxnSpPr>
          <p:spPr>
            <a:xfrm>
              <a:off x="3707567" y="403200"/>
              <a:ext cx="1954241" cy="10457"/>
            </a:xfrm>
            <a:prstGeom prst="straightConnector1">
              <a:avLst/>
            </a:prstGeom>
            <a:noFill/>
            <a:ln w="15875" cap="flat" cmpd="sng">
              <a:solidFill>
                <a:srgbClr val="F2CD84"/>
              </a:solidFill>
              <a:prstDash val="solid"/>
              <a:miter lim="800000"/>
              <a:headEnd type="none" w="sm" len="sm"/>
              <a:tailEnd type="none" w="sm" len="sm"/>
            </a:ln>
          </p:spPr>
        </p:cxnSp>
      </p:grpSp>
      <p:pic>
        <p:nvPicPr>
          <p:cNvPr id="12" name="Google Shape;2040;p15"/>
          <p:cNvPicPr preferRelativeResize="0"/>
          <p:nvPr/>
        </p:nvPicPr>
        <p:blipFill rotWithShape="1">
          <a:blip r:embed="rId3">
            <a:alphaModFix/>
          </a:blip>
          <a:srcRect/>
          <a:stretch/>
        </p:blipFill>
        <p:spPr>
          <a:xfrm>
            <a:off x="964654" y="0"/>
            <a:ext cx="689975" cy="1262743"/>
          </a:xfrm>
          <a:prstGeom prst="rect">
            <a:avLst/>
          </a:prstGeom>
          <a:noFill/>
          <a:ln>
            <a:noFill/>
          </a:ln>
        </p:spPr>
      </p:pic>
      <p:sp>
        <p:nvSpPr>
          <p:cNvPr id="15" name="Google Shape;2161;p15"/>
          <p:cNvSpPr/>
          <p:nvPr/>
        </p:nvSpPr>
        <p:spPr>
          <a:xfrm>
            <a:off x="0" y="5500381"/>
            <a:ext cx="730053" cy="1357619"/>
          </a:xfrm>
          <a:custGeom>
            <a:avLst/>
            <a:gdLst/>
            <a:ahLst/>
            <a:cxnLst/>
            <a:rect l="l" t="t" r="r" b="b"/>
            <a:pathLst>
              <a:path w="1708785" h="3416934" extrusionOk="0">
                <a:moveTo>
                  <a:pt x="0" y="0"/>
                </a:moveTo>
                <a:lnTo>
                  <a:pt x="0" y="1041120"/>
                </a:lnTo>
                <a:lnTo>
                  <a:pt x="47663" y="1042796"/>
                </a:lnTo>
                <a:lnTo>
                  <a:pt x="94420" y="1047748"/>
                </a:lnTo>
                <a:lnTo>
                  <a:pt x="140158" y="1055864"/>
                </a:lnTo>
                <a:lnTo>
                  <a:pt x="184765" y="1067030"/>
                </a:lnTo>
                <a:lnTo>
                  <a:pt x="228127" y="1081134"/>
                </a:lnTo>
                <a:lnTo>
                  <a:pt x="270131" y="1098063"/>
                </a:lnTo>
                <a:lnTo>
                  <a:pt x="310666" y="1117703"/>
                </a:lnTo>
                <a:lnTo>
                  <a:pt x="349618" y="1139942"/>
                </a:lnTo>
                <a:lnTo>
                  <a:pt x="386874" y="1164666"/>
                </a:lnTo>
                <a:lnTo>
                  <a:pt x="422321" y="1191763"/>
                </a:lnTo>
                <a:lnTo>
                  <a:pt x="455848" y="1221121"/>
                </a:lnTo>
                <a:lnTo>
                  <a:pt x="487340" y="1252624"/>
                </a:lnTo>
                <a:lnTo>
                  <a:pt x="516686" y="1286162"/>
                </a:lnTo>
                <a:lnTo>
                  <a:pt x="543772" y="1321621"/>
                </a:lnTo>
                <a:lnTo>
                  <a:pt x="568486" y="1358888"/>
                </a:lnTo>
                <a:lnTo>
                  <a:pt x="590714" y="1397850"/>
                </a:lnTo>
                <a:lnTo>
                  <a:pt x="610345" y="1438394"/>
                </a:lnTo>
                <a:lnTo>
                  <a:pt x="627265" y="1480407"/>
                </a:lnTo>
                <a:lnTo>
                  <a:pt x="641362" y="1523776"/>
                </a:lnTo>
                <a:lnTo>
                  <a:pt x="652522" y="1568389"/>
                </a:lnTo>
                <a:lnTo>
                  <a:pt x="660633" y="1614132"/>
                </a:lnTo>
                <a:lnTo>
                  <a:pt x="665583" y="1660892"/>
                </a:lnTo>
                <a:lnTo>
                  <a:pt x="667258" y="1708556"/>
                </a:lnTo>
                <a:lnTo>
                  <a:pt x="665583" y="1756198"/>
                </a:lnTo>
                <a:lnTo>
                  <a:pt x="660633" y="1802938"/>
                </a:lnTo>
                <a:lnTo>
                  <a:pt x="652522" y="1848662"/>
                </a:lnTo>
                <a:lnTo>
                  <a:pt x="641362" y="1893257"/>
                </a:lnTo>
                <a:lnTo>
                  <a:pt x="627265" y="1936611"/>
                </a:lnTo>
                <a:lnTo>
                  <a:pt x="610345" y="1978610"/>
                </a:lnTo>
                <a:lnTo>
                  <a:pt x="590714" y="2019141"/>
                </a:lnTo>
                <a:lnTo>
                  <a:pt x="568486" y="2058092"/>
                </a:lnTo>
                <a:lnTo>
                  <a:pt x="543772" y="2095349"/>
                </a:lnTo>
                <a:lnTo>
                  <a:pt x="516686" y="2130799"/>
                </a:lnTo>
                <a:lnTo>
                  <a:pt x="487340" y="2164329"/>
                </a:lnTo>
                <a:lnTo>
                  <a:pt x="455848" y="2195826"/>
                </a:lnTo>
                <a:lnTo>
                  <a:pt x="422321" y="2225178"/>
                </a:lnTo>
                <a:lnTo>
                  <a:pt x="386874" y="2252270"/>
                </a:lnTo>
                <a:lnTo>
                  <a:pt x="349618" y="2276991"/>
                </a:lnTo>
                <a:lnTo>
                  <a:pt x="310666" y="2299226"/>
                </a:lnTo>
                <a:lnTo>
                  <a:pt x="270131" y="2318864"/>
                </a:lnTo>
                <a:lnTo>
                  <a:pt x="228127" y="2335790"/>
                </a:lnTo>
                <a:lnTo>
                  <a:pt x="184765" y="2349893"/>
                </a:lnTo>
                <a:lnTo>
                  <a:pt x="140158" y="2361058"/>
                </a:lnTo>
                <a:lnTo>
                  <a:pt x="94420" y="2369173"/>
                </a:lnTo>
                <a:lnTo>
                  <a:pt x="47663" y="2374125"/>
                </a:lnTo>
                <a:lnTo>
                  <a:pt x="0" y="2375801"/>
                </a:lnTo>
                <a:lnTo>
                  <a:pt x="0" y="3416935"/>
                </a:lnTo>
                <a:lnTo>
                  <a:pt x="48647" y="3416255"/>
                </a:lnTo>
                <a:lnTo>
                  <a:pt x="96958" y="3414230"/>
                </a:lnTo>
                <a:lnTo>
                  <a:pt x="144914" y="3410877"/>
                </a:lnTo>
                <a:lnTo>
                  <a:pt x="192496" y="3406213"/>
                </a:lnTo>
                <a:lnTo>
                  <a:pt x="239688" y="3400257"/>
                </a:lnTo>
                <a:lnTo>
                  <a:pt x="286471" y="3393027"/>
                </a:lnTo>
                <a:lnTo>
                  <a:pt x="332827" y="3384541"/>
                </a:lnTo>
                <a:lnTo>
                  <a:pt x="378738" y="3374817"/>
                </a:lnTo>
                <a:lnTo>
                  <a:pt x="424186" y="3363873"/>
                </a:lnTo>
                <a:lnTo>
                  <a:pt x="469153" y="3351727"/>
                </a:lnTo>
                <a:lnTo>
                  <a:pt x="513620" y="3338397"/>
                </a:lnTo>
                <a:lnTo>
                  <a:pt x="557571" y="3323902"/>
                </a:lnTo>
                <a:lnTo>
                  <a:pt x="600986" y="3308258"/>
                </a:lnTo>
                <a:lnTo>
                  <a:pt x="643848" y="3291484"/>
                </a:lnTo>
                <a:lnTo>
                  <a:pt x="686139" y="3273599"/>
                </a:lnTo>
                <a:lnTo>
                  <a:pt x="727841" y="3254620"/>
                </a:lnTo>
                <a:lnTo>
                  <a:pt x="768936" y="3234565"/>
                </a:lnTo>
                <a:lnTo>
                  <a:pt x="809405" y="3213452"/>
                </a:lnTo>
                <a:lnTo>
                  <a:pt x="849231" y="3191299"/>
                </a:lnTo>
                <a:lnTo>
                  <a:pt x="888395" y="3168125"/>
                </a:lnTo>
                <a:lnTo>
                  <a:pt x="926881" y="3143947"/>
                </a:lnTo>
                <a:lnTo>
                  <a:pt x="964669" y="3118784"/>
                </a:lnTo>
                <a:lnTo>
                  <a:pt x="1001741" y="3092653"/>
                </a:lnTo>
                <a:lnTo>
                  <a:pt x="1038080" y="3065572"/>
                </a:lnTo>
                <a:lnTo>
                  <a:pt x="1073668" y="3037560"/>
                </a:lnTo>
                <a:lnTo>
                  <a:pt x="1108486" y="3008634"/>
                </a:lnTo>
                <a:lnTo>
                  <a:pt x="1142517" y="2978813"/>
                </a:lnTo>
                <a:lnTo>
                  <a:pt x="1175742" y="2948114"/>
                </a:lnTo>
                <a:lnTo>
                  <a:pt x="1208144" y="2916556"/>
                </a:lnTo>
                <a:lnTo>
                  <a:pt x="1239704" y="2884157"/>
                </a:lnTo>
                <a:lnTo>
                  <a:pt x="1270405" y="2850934"/>
                </a:lnTo>
                <a:lnTo>
                  <a:pt x="1300228" y="2816905"/>
                </a:lnTo>
                <a:lnTo>
                  <a:pt x="1329155" y="2782090"/>
                </a:lnTo>
                <a:lnTo>
                  <a:pt x="1357169" y="2746505"/>
                </a:lnTo>
                <a:lnTo>
                  <a:pt x="1384251" y="2710169"/>
                </a:lnTo>
                <a:lnTo>
                  <a:pt x="1410384" y="2673099"/>
                </a:lnTo>
                <a:lnTo>
                  <a:pt x="1435548" y="2635315"/>
                </a:lnTo>
                <a:lnTo>
                  <a:pt x="1459727" y="2596833"/>
                </a:lnTo>
                <a:lnTo>
                  <a:pt x="1482902" y="2557672"/>
                </a:lnTo>
                <a:lnTo>
                  <a:pt x="1505056" y="2517850"/>
                </a:lnTo>
                <a:lnTo>
                  <a:pt x="1526169" y="2477385"/>
                </a:lnTo>
                <a:lnTo>
                  <a:pt x="1546225" y="2436295"/>
                </a:lnTo>
                <a:lnTo>
                  <a:pt x="1565205" y="2394598"/>
                </a:lnTo>
                <a:lnTo>
                  <a:pt x="1583091" y="2352312"/>
                </a:lnTo>
                <a:lnTo>
                  <a:pt x="1599865" y="2309455"/>
                </a:lnTo>
                <a:lnTo>
                  <a:pt x="1615509" y="2266044"/>
                </a:lnTo>
                <a:lnTo>
                  <a:pt x="1630005" y="2222099"/>
                </a:lnTo>
                <a:lnTo>
                  <a:pt x="1643335" y="2177638"/>
                </a:lnTo>
                <a:lnTo>
                  <a:pt x="1655481" y="2132677"/>
                </a:lnTo>
                <a:lnTo>
                  <a:pt x="1666426" y="2087235"/>
                </a:lnTo>
                <a:lnTo>
                  <a:pt x="1676150" y="2041331"/>
                </a:lnTo>
                <a:lnTo>
                  <a:pt x="1684636" y="1994982"/>
                </a:lnTo>
                <a:lnTo>
                  <a:pt x="1691866" y="1948206"/>
                </a:lnTo>
                <a:lnTo>
                  <a:pt x="1697822" y="1901021"/>
                </a:lnTo>
                <a:lnTo>
                  <a:pt x="1702485" y="1853446"/>
                </a:lnTo>
                <a:lnTo>
                  <a:pt x="1705839" y="1805498"/>
                </a:lnTo>
                <a:lnTo>
                  <a:pt x="1707864" y="1757195"/>
                </a:lnTo>
                <a:lnTo>
                  <a:pt x="1708543" y="1708556"/>
                </a:lnTo>
                <a:lnTo>
                  <a:pt x="1707864" y="1659908"/>
                </a:lnTo>
                <a:lnTo>
                  <a:pt x="1705839" y="1611596"/>
                </a:lnTo>
                <a:lnTo>
                  <a:pt x="1702485" y="1563640"/>
                </a:lnTo>
                <a:lnTo>
                  <a:pt x="1697822" y="1516056"/>
                </a:lnTo>
                <a:lnTo>
                  <a:pt x="1691866" y="1468864"/>
                </a:lnTo>
                <a:lnTo>
                  <a:pt x="1684636" y="1422081"/>
                </a:lnTo>
                <a:lnTo>
                  <a:pt x="1676150" y="1375724"/>
                </a:lnTo>
                <a:lnTo>
                  <a:pt x="1666426" y="1329813"/>
                </a:lnTo>
                <a:lnTo>
                  <a:pt x="1655481" y="1284364"/>
                </a:lnTo>
                <a:lnTo>
                  <a:pt x="1643335" y="1239397"/>
                </a:lnTo>
                <a:lnTo>
                  <a:pt x="1630005" y="1194929"/>
                </a:lnTo>
                <a:lnTo>
                  <a:pt x="1615509" y="1150978"/>
                </a:lnTo>
                <a:lnTo>
                  <a:pt x="1599865" y="1107562"/>
                </a:lnTo>
                <a:lnTo>
                  <a:pt x="1583091" y="1064700"/>
                </a:lnTo>
                <a:lnTo>
                  <a:pt x="1565205" y="1022409"/>
                </a:lnTo>
                <a:lnTo>
                  <a:pt x="1546225" y="980706"/>
                </a:lnTo>
                <a:lnTo>
                  <a:pt x="1526169" y="939612"/>
                </a:lnTo>
                <a:lnTo>
                  <a:pt x="1505056" y="899142"/>
                </a:lnTo>
                <a:lnTo>
                  <a:pt x="1482902" y="859316"/>
                </a:lnTo>
                <a:lnTo>
                  <a:pt x="1459727" y="820151"/>
                </a:lnTo>
                <a:lnTo>
                  <a:pt x="1435548" y="781665"/>
                </a:lnTo>
                <a:lnTo>
                  <a:pt x="1410384" y="743877"/>
                </a:lnTo>
                <a:lnTo>
                  <a:pt x="1384251" y="706804"/>
                </a:lnTo>
                <a:lnTo>
                  <a:pt x="1357169" y="670465"/>
                </a:lnTo>
                <a:lnTo>
                  <a:pt x="1329155" y="634877"/>
                </a:lnTo>
                <a:lnTo>
                  <a:pt x="1300228" y="600058"/>
                </a:lnTo>
                <a:lnTo>
                  <a:pt x="1270405" y="566027"/>
                </a:lnTo>
                <a:lnTo>
                  <a:pt x="1239704" y="532802"/>
                </a:lnTo>
                <a:lnTo>
                  <a:pt x="1208144" y="500400"/>
                </a:lnTo>
                <a:lnTo>
                  <a:pt x="1175742" y="468840"/>
                </a:lnTo>
                <a:lnTo>
                  <a:pt x="1142517" y="438139"/>
                </a:lnTo>
                <a:lnTo>
                  <a:pt x="1108486" y="408316"/>
                </a:lnTo>
                <a:lnTo>
                  <a:pt x="1073668" y="379388"/>
                </a:lnTo>
                <a:lnTo>
                  <a:pt x="1038080" y="351375"/>
                </a:lnTo>
                <a:lnTo>
                  <a:pt x="1001741" y="324292"/>
                </a:lnTo>
                <a:lnTo>
                  <a:pt x="964669" y="298160"/>
                </a:lnTo>
                <a:lnTo>
                  <a:pt x="926881" y="272995"/>
                </a:lnTo>
                <a:lnTo>
                  <a:pt x="888395" y="248816"/>
                </a:lnTo>
                <a:lnTo>
                  <a:pt x="849231" y="225641"/>
                </a:lnTo>
                <a:lnTo>
                  <a:pt x="809405" y="203487"/>
                </a:lnTo>
                <a:lnTo>
                  <a:pt x="768936" y="182374"/>
                </a:lnTo>
                <a:lnTo>
                  <a:pt x="727841" y="162318"/>
                </a:lnTo>
                <a:lnTo>
                  <a:pt x="686139" y="143338"/>
                </a:lnTo>
                <a:lnTo>
                  <a:pt x="643848" y="125452"/>
                </a:lnTo>
                <a:lnTo>
                  <a:pt x="600986" y="108678"/>
                </a:lnTo>
                <a:lnTo>
                  <a:pt x="557571" y="93034"/>
                </a:lnTo>
                <a:lnTo>
                  <a:pt x="513620" y="78538"/>
                </a:lnTo>
                <a:lnTo>
                  <a:pt x="469153" y="65208"/>
                </a:lnTo>
                <a:lnTo>
                  <a:pt x="424186" y="53061"/>
                </a:lnTo>
                <a:lnTo>
                  <a:pt x="378738" y="42117"/>
                </a:lnTo>
                <a:lnTo>
                  <a:pt x="332827" y="32393"/>
                </a:lnTo>
                <a:lnTo>
                  <a:pt x="286471" y="23907"/>
                </a:lnTo>
                <a:lnTo>
                  <a:pt x="239688" y="16677"/>
                </a:lnTo>
                <a:lnTo>
                  <a:pt x="192496" y="10721"/>
                </a:lnTo>
                <a:lnTo>
                  <a:pt x="144914" y="6057"/>
                </a:lnTo>
                <a:lnTo>
                  <a:pt x="96958" y="2704"/>
                </a:lnTo>
                <a:lnTo>
                  <a:pt x="48647" y="679"/>
                </a:lnTo>
                <a:lnTo>
                  <a:pt x="0" y="0"/>
                </a:lnTo>
                <a:close/>
              </a:path>
            </a:pathLst>
          </a:custGeom>
          <a:solidFill>
            <a:srgbClr val="FFFFFF">
              <a:alpha val="69803"/>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6" name="Google Shape;2041;p15"/>
          <p:cNvSpPr/>
          <p:nvPr/>
        </p:nvSpPr>
        <p:spPr>
          <a:xfrm>
            <a:off x="11603291" y="5500381"/>
            <a:ext cx="588709" cy="1362307"/>
          </a:xfrm>
          <a:custGeom>
            <a:avLst/>
            <a:gdLst/>
            <a:ahLst/>
            <a:cxnLst/>
            <a:rect l="l" t="t" r="r" b="b"/>
            <a:pathLst>
              <a:path w="827405" h="2684779" extrusionOk="0">
                <a:moveTo>
                  <a:pt x="0" y="0"/>
                </a:moveTo>
                <a:lnTo>
                  <a:pt x="12" y="818032"/>
                </a:lnTo>
                <a:lnTo>
                  <a:pt x="47741" y="820175"/>
                </a:lnTo>
                <a:lnTo>
                  <a:pt x="94267" y="826481"/>
                </a:lnTo>
                <a:lnTo>
                  <a:pt x="139405" y="836764"/>
                </a:lnTo>
                <a:lnTo>
                  <a:pt x="182971" y="850840"/>
                </a:lnTo>
                <a:lnTo>
                  <a:pt x="224780" y="868523"/>
                </a:lnTo>
                <a:lnTo>
                  <a:pt x="264646" y="889629"/>
                </a:lnTo>
                <a:lnTo>
                  <a:pt x="302386" y="913971"/>
                </a:lnTo>
                <a:lnTo>
                  <a:pt x="337813" y="941366"/>
                </a:lnTo>
                <a:lnTo>
                  <a:pt x="370744" y="971627"/>
                </a:lnTo>
                <a:lnTo>
                  <a:pt x="400994" y="1004570"/>
                </a:lnTo>
                <a:lnTo>
                  <a:pt x="428376" y="1040010"/>
                </a:lnTo>
                <a:lnTo>
                  <a:pt x="452708" y="1077761"/>
                </a:lnTo>
                <a:lnTo>
                  <a:pt x="473803" y="1117638"/>
                </a:lnTo>
                <a:lnTo>
                  <a:pt x="491478" y="1159457"/>
                </a:lnTo>
                <a:lnTo>
                  <a:pt x="505546" y="1203032"/>
                </a:lnTo>
                <a:lnTo>
                  <a:pt x="515824" y="1248177"/>
                </a:lnTo>
                <a:lnTo>
                  <a:pt x="522126" y="1294708"/>
                </a:lnTo>
                <a:lnTo>
                  <a:pt x="524268" y="1342440"/>
                </a:lnTo>
                <a:lnTo>
                  <a:pt x="522126" y="1390150"/>
                </a:lnTo>
                <a:lnTo>
                  <a:pt x="515824" y="1436662"/>
                </a:lnTo>
                <a:lnTo>
                  <a:pt x="505546" y="1481790"/>
                </a:lnTo>
                <a:lnTo>
                  <a:pt x="491478" y="1525350"/>
                </a:lnTo>
                <a:lnTo>
                  <a:pt x="473803" y="1567155"/>
                </a:lnTo>
                <a:lnTo>
                  <a:pt x="452708" y="1607021"/>
                </a:lnTo>
                <a:lnTo>
                  <a:pt x="428376" y="1644763"/>
                </a:lnTo>
                <a:lnTo>
                  <a:pt x="400994" y="1680195"/>
                </a:lnTo>
                <a:lnTo>
                  <a:pt x="370744" y="1713131"/>
                </a:lnTo>
                <a:lnTo>
                  <a:pt x="337813" y="1743387"/>
                </a:lnTo>
                <a:lnTo>
                  <a:pt x="302386" y="1770778"/>
                </a:lnTo>
                <a:lnTo>
                  <a:pt x="264646" y="1795117"/>
                </a:lnTo>
                <a:lnTo>
                  <a:pt x="224780" y="1816221"/>
                </a:lnTo>
                <a:lnTo>
                  <a:pt x="182971" y="1833902"/>
                </a:lnTo>
                <a:lnTo>
                  <a:pt x="139405" y="1847977"/>
                </a:lnTo>
                <a:lnTo>
                  <a:pt x="94267" y="1858260"/>
                </a:lnTo>
                <a:lnTo>
                  <a:pt x="47741" y="1864566"/>
                </a:lnTo>
                <a:lnTo>
                  <a:pt x="12" y="1866709"/>
                </a:lnTo>
                <a:lnTo>
                  <a:pt x="12" y="2684729"/>
                </a:lnTo>
                <a:lnTo>
                  <a:pt x="48164" y="2683881"/>
                </a:lnTo>
                <a:lnTo>
                  <a:pt x="95889" y="2681358"/>
                </a:lnTo>
                <a:lnTo>
                  <a:pt x="143159" y="2677188"/>
                </a:lnTo>
                <a:lnTo>
                  <a:pt x="189945" y="2671399"/>
                </a:lnTo>
                <a:lnTo>
                  <a:pt x="236219" y="2664019"/>
                </a:lnTo>
                <a:lnTo>
                  <a:pt x="281954" y="2655077"/>
                </a:lnTo>
                <a:lnTo>
                  <a:pt x="327119" y="2644602"/>
                </a:lnTo>
                <a:lnTo>
                  <a:pt x="371688" y="2632621"/>
                </a:lnTo>
                <a:lnTo>
                  <a:pt x="415631" y="2619163"/>
                </a:lnTo>
                <a:lnTo>
                  <a:pt x="458920" y="2604257"/>
                </a:lnTo>
                <a:lnTo>
                  <a:pt x="501528" y="2587930"/>
                </a:lnTo>
                <a:lnTo>
                  <a:pt x="543424" y="2570212"/>
                </a:lnTo>
                <a:lnTo>
                  <a:pt x="584582" y="2551130"/>
                </a:lnTo>
                <a:lnTo>
                  <a:pt x="624972" y="2530714"/>
                </a:lnTo>
                <a:lnTo>
                  <a:pt x="664567" y="2508990"/>
                </a:lnTo>
                <a:lnTo>
                  <a:pt x="703337" y="2485989"/>
                </a:lnTo>
                <a:lnTo>
                  <a:pt x="741255" y="2461738"/>
                </a:lnTo>
                <a:lnTo>
                  <a:pt x="778292" y="2436266"/>
                </a:lnTo>
                <a:lnTo>
                  <a:pt x="814420" y="2409600"/>
                </a:lnTo>
                <a:lnTo>
                  <a:pt x="827328" y="2399392"/>
                </a:lnTo>
                <a:lnTo>
                  <a:pt x="827328" y="285353"/>
                </a:lnTo>
                <a:lnTo>
                  <a:pt x="778286" y="248472"/>
                </a:lnTo>
                <a:lnTo>
                  <a:pt x="741249" y="222998"/>
                </a:lnTo>
                <a:lnTo>
                  <a:pt x="703331" y="198746"/>
                </a:lnTo>
                <a:lnTo>
                  <a:pt x="664560" y="175743"/>
                </a:lnTo>
                <a:lnTo>
                  <a:pt x="624965" y="154019"/>
                </a:lnTo>
                <a:lnTo>
                  <a:pt x="584575" y="133601"/>
                </a:lnTo>
                <a:lnTo>
                  <a:pt x="543417" y="114519"/>
                </a:lnTo>
                <a:lnTo>
                  <a:pt x="501520" y="96800"/>
                </a:lnTo>
                <a:lnTo>
                  <a:pt x="458913" y="80473"/>
                </a:lnTo>
                <a:lnTo>
                  <a:pt x="415623" y="65566"/>
                </a:lnTo>
                <a:lnTo>
                  <a:pt x="371680" y="52108"/>
                </a:lnTo>
                <a:lnTo>
                  <a:pt x="327111" y="40127"/>
                </a:lnTo>
                <a:lnTo>
                  <a:pt x="281945" y="29651"/>
                </a:lnTo>
                <a:lnTo>
                  <a:pt x="236210" y="20709"/>
                </a:lnTo>
                <a:lnTo>
                  <a:pt x="189935" y="13329"/>
                </a:lnTo>
                <a:lnTo>
                  <a:pt x="143148" y="7540"/>
                </a:lnTo>
                <a:lnTo>
                  <a:pt x="95878" y="3370"/>
                </a:lnTo>
                <a:lnTo>
                  <a:pt x="48152" y="847"/>
                </a:lnTo>
                <a:lnTo>
                  <a:pt x="0" y="0"/>
                </a:lnTo>
                <a:close/>
              </a:path>
            </a:pathLst>
          </a:custGeom>
          <a:solidFill>
            <a:srgbClr val="EA9F3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8" name="Google Shape;2159;p195"/>
          <p:cNvSpPr/>
          <p:nvPr/>
        </p:nvSpPr>
        <p:spPr>
          <a:xfrm>
            <a:off x="936704" y="2302729"/>
            <a:ext cx="2252545" cy="2243252"/>
          </a:xfrm>
          <a:prstGeom prst="ellipse">
            <a:avLst/>
          </a:prstGeom>
          <a:solidFill>
            <a:srgbClr val="E6E8E8"/>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200"/>
              <a:buFont typeface="Arial"/>
              <a:buNone/>
            </a:pPr>
            <a:r>
              <a:rPr lang="es-ES" sz="7200" b="1" i="0" u="none" strike="noStrike" cap="none" dirty="0">
                <a:solidFill>
                  <a:srgbClr val="00B050"/>
                </a:solidFill>
                <a:latin typeface="Calibri"/>
                <a:ea typeface="Calibri"/>
                <a:cs typeface="Calibri"/>
                <a:sym typeface="Calibri"/>
              </a:rPr>
              <a:t>OK</a:t>
            </a:r>
            <a:endParaRPr sz="1400" b="0" i="0" u="none" strike="noStrike" cap="none" dirty="0">
              <a:solidFill>
                <a:srgbClr val="00B050"/>
              </a:solidFill>
              <a:sym typeface="Arial"/>
            </a:endParaRPr>
          </a:p>
        </p:txBody>
      </p:sp>
      <p:sp>
        <p:nvSpPr>
          <p:cNvPr id="17" name="Google Shape;2233;p200"/>
          <p:cNvSpPr txBox="1"/>
          <p:nvPr/>
        </p:nvSpPr>
        <p:spPr>
          <a:xfrm>
            <a:off x="5829017" y="3006110"/>
            <a:ext cx="4716461" cy="861774"/>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3200"/>
              <a:buFont typeface="Arial"/>
              <a:buNone/>
            </a:pPr>
            <a:r>
              <a:rPr lang="es-ES" sz="3200" b="0" i="0" u="none" strike="noStrike" cap="none" dirty="0" err="1">
                <a:solidFill>
                  <a:schemeClr val="accent1"/>
                </a:solidFill>
                <a:latin typeface="Tahoma"/>
                <a:ea typeface="Tahoma"/>
                <a:cs typeface="Tahoma"/>
                <a:sym typeface="Tahoma"/>
              </a:rPr>
              <a:t>var</a:t>
            </a:r>
            <a:r>
              <a:rPr lang="es-ES" sz="3200" b="0" i="0" u="none" strike="noStrike" cap="none" dirty="0">
                <a:solidFill>
                  <a:schemeClr val="accent1"/>
                </a:solidFill>
                <a:latin typeface="Tahoma"/>
                <a:ea typeface="Tahoma"/>
                <a:cs typeface="Tahoma"/>
                <a:sym typeface="Tahoma"/>
              </a:rPr>
              <a:t>  </a:t>
            </a:r>
            <a:r>
              <a:rPr lang="es-ES" sz="3200" b="0" i="0" u="none" strike="noStrike" cap="none" dirty="0" err="1">
                <a:solidFill>
                  <a:schemeClr val="lt1"/>
                </a:solidFill>
                <a:latin typeface="Tahoma"/>
                <a:ea typeface="Tahoma"/>
                <a:cs typeface="Tahoma"/>
                <a:sym typeface="Tahoma"/>
              </a:rPr>
              <a:t>sumaFinal</a:t>
            </a:r>
            <a:endParaRPr sz="3200" b="0" i="0" u="none" strike="noStrike" cap="none" dirty="0">
              <a:solidFill>
                <a:schemeClr val="lt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lt1"/>
              </a:solidFill>
              <a:latin typeface="Tahoma"/>
              <a:ea typeface="Tahoma"/>
              <a:cs typeface="Tahoma"/>
              <a:sym typeface="Tahoma"/>
            </a:endParaRPr>
          </a:p>
        </p:txBody>
      </p:sp>
      <p:sp>
        <p:nvSpPr>
          <p:cNvPr id="2" name="Rectángulo 1"/>
          <p:cNvSpPr/>
          <p:nvPr/>
        </p:nvSpPr>
        <p:spPr>
          <a:xfrm>
            <a:off x="5331352" y="5080100"/>
            <a:ext cx="6096000" cy="707886"/>
          </a:xfrm>
          <a:prstGeom prst="rect">
            <a:avLst/>
          </a:prstGeom>
        </p:spPr>
        <p:txBody>
          <a:bodyPr>
            <a:spAutoFit/>
          </a:bodyPr>
          <a:lstStyle/>
          <a:p>
            <a:pPr lvl="0">
              <a:buSzPts val="1800"/>
            </a:pPr>
            <a:r>
              <a:rPr lang="es-MX" sz="2000" dirty="0">
                <a:solidFill>
                  <a:srgbClr val="872789"/>
                </a:solidFill>
                <a:latin typeface="Gotham Rounded Medium" panose="02000000000000000000" pitchFamily="50" charset="0"/>
                <a:ea typeface="Tahoma"/>
                <a:cs typeface="Tahoma"/>
                <a:sym typeface="Tahoma"/>
              </a:rPr>
              <a:t>Perfecto, porque los nombres de las variables sí pueden comenzar con una letra minúscula.</a:t>
            </a:r>
            <a:endParaRPr lang="es-MX" sz="2000" dirty="0">
              <a:solidFill>
                <a:srgbClr val="872789"/>
              </a:solidFill>
              <a:latin typeface="Gotham Rounded Medium" panose="02000000000000000000" pitchFamily="50" charset="0"/>
              <a:ea typeface="Calibri"/>
              <a:cs typeface="Calibri"/>
              <a:sym typeface="Calibri"/>
            </a:endParaRPr>
          </a:p>
        </p:txBody>
      </p:sp>
    </p:spTree>
    <p:extLst>
      <p:ext uri="{BB962C8B-B14F-4D97-AF65-F5344CB8AC3E}">
        <p14:creationId xmlns:p14="http://schemas.microsoft.com/office/powerpoint/2010/main" val="319829867"/>
      </p:ext>
    </p:extLst>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Shape 2136"/>
        <p:cNvGrpSpPr/>
        <p:nvPr/>
      </p:nvGrpSpPr>
      <p:grpSpPr>
        <a:xfrm>
          <a:off x="0" y="0"/>
          <a:ext cx="0" cy="0"/>
          <a:chOff x="0" y="0"/>
          <a:chExt cx="0" cy="0"/>
        </a:xfrm>
      </p:grpSpPr>
      <p:sp>
        <p:nvSpPr>
          <p:cNvPr id="11" name="Google Shape;2039;p15"/>
          <p:cNvSpPr/>
          <p:nvPr/>
        </p:nvSpPr>
        <p:spPr>
          <a:xfrm>
            <a:off x="13918" y="-4314"/>
            <a:ext cx="12189124" cy="6862313"/>
          </a:xfrm>
          <a:custGeom>
            <a:avLst/>
            <a:gdLst/>
            <a:ahLst/>
            <a:cxnLst/>
            <a:rect l="l" t="t" r="r" b="b"/>
            <a:pathLst>
              <a:path w="17348200" h="9753600" extrusionOk="0">
                <a:moveTo>
                  <a:pt x="17348200" y="0"/>
                </a:moveTo>
                <a:lnTo>
                  <a:pt x="0" y="0"/>
                </a:lnTo>
                <a:lnTo>
                  <a:pt x="0" y="9753600"/>
                </a:lnTo>
                <a:lnTo>
                  <a:pt x="17348200" y="9753600"/>
                </a:lnTo>
                <a:lnTo>
                  <a:pt x="17348200" y="0"/>
                </a:lnTo>
                <a:close/>
              </a:path>
            </a:pathLst>
          </a:custGeom>
          <a:solidFill>
            <a:srgbClr val="EEEEE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138" name="Google Shape;2138;p194"/>
          <p:cNvSpPr/>
          <p:nvPr/>
        </p:nvSpPr>
        <p:spPr>
          <a:xfrm>
            <a:off x="5208539" y="627076"/>
            <a:ext cx="5272360" cy="1299479"/>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4000" b="1" i="0" u="none" strike="noStrike" cap="none" dirty="0">
                <a:solidFill>
                  <a:srgbClr val="872789"/>
                </a:solidFill>
                <a:latin typeface="Gotham Rounded Medium" panose="02000000000000000000" pitchFamily="50" charset="0"/>
                <a:sym typeface="Arial"/>
              </a:rPr>
              <a:t>¿Este nombre de variable es válido?</a:t>
            </a:r>
            <a:endParaRPr sz="2400" b="0" i="0" u="none" strike="noStrike" cap="none" dirty="0">
              <a:solidFill>
                <a:srgbClr val="872789"/>
              </a:solidFill>
              <a:latin typeface="Gotham Rounded Medium" panose="02000000000000000000" pitchFamily="50" charset="0"/>
              <a:sym typeface="Arial"/>
            </a:endParaRPr>
          </a:p>
        </p:txBody>
      </p:sp>
      <p:pic>
        <p:nvPicPr>
          <p:cNvPr id="2139" name="Google Shape;2139;p194" descr="Help"/>
          <p:cNvPicPr preferRelativeResize="0"/>
          <p:nvPr/>
        </p:nvPicPr>
        <p:blipFill rotWithShape="1">
          <a:blip r:embed="rId3">
            <a:alphaModFix/>
            <a:duotone>
              <a:prstClr val="black"/>
              <a:schemeClr val="accent2">
                <a:tint val="45000"/>
                <a:satMod val="400000"/>
              </a:schemeClr>
            </a:duotone>
          </a:blip>
          <a:srcRect/>
          <a:stretch/>
        </p:blipFill>
        <p:spPr>
          <a:xfrm>
            <a:off x="730053" y="1926555"/>
            <a:ext cx="2814842" cy="2814842"/>
          </a:xfrm>
          <a:prstGeom prst="rect">
            <a:avLst/>
          </a:prstGeom>
          <a:noFill/>
          <a:ln>
            <a:noFill/>
          </a:ln>
        </p:spPr>
      </p:pic>
      <p:sp>
        <p:nvSpPr>
          <p:cNvPr id="2140" name="Google Shape;2140;p194"/>
          <p:cNvSpPr/>
          <p:nvPr/>
        </p:nvSpPr>
        <p:spPr>
          <a:xfrm>
            <a:off x="4940490" y="2128156"/>
            <a:ext cx="6493519" cy="2601687"/>
          </a:xfrm>
          <a:prstGeom prst="roundRect">
            <a:avLst>
              <a:gd name="adj" fmla="val 4602"/>
            </a:avLst>
          </a:prstGeom>
          <a:solidFill>
            <a:srgbClr val="1F232F"/>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141" name="Google Shape;2141;p194"/>
          <p:cNvGrpSpPr/>
          <p:nvPr/>
        </p:nvGrpSpPr>
        <p:grpSpPr>
          <a:xfrm>
            <a:off x="4940489" y="2128155"/>
            <a:ext cx="6493519" cy="413657"/>
            <a:chOff x="3383283" y="0"/>
            <a:chExt cx="5094515" cy="413657"/>
          </a:xfrm>
        </p:grpSpPr>
        <p:sp>
          <p:nvSpPr>
            <p:cNvPr id="2142" name="Google Shape;2142;p194"/>
            <p:cNvSpPr/>
            <p:nvPr/>
          </p:nvSpPr>
          <p:spPr>
            <a:xfrm>
              <a:off x="3383283" y="0"/>
              <a:ext cx="5094515"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43" name="Google Shape;2143;p194"/>
            <p:cNvSpPr txBox="1"/>
            <p:nvPr/>
          </p:nvSpPr>
          <p:spPr>
            <a:xfrm>
              <a:off x="3707566" y="42482"/>
              <a:ext cx="195424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variables.js</a:t>
              </a:r>
              <a:endParaRPr sz="1400" b="0" i="0" u="none" strike="noStrike" cap="none">
                <a:solidFill>
                  <a:schemeClr val="lt1"/>
                </a:solidFill>
                <a:latin typeface="Arial"/>
                <a:ea typeface="Arial"/>
                <a:cs typeface="Arial"/>
                <a:sym typeface="Arial"/>
              </a:endParaRPr>
            </a:p>
          </p:txBody>
        </p:sp>
        <p:cxnSp>
          <p:nvCxnSpPr>
            <p:cNvPr id="2144" name="Google Shape;2144;p194"/>
            <p:cNvCxnSpPr/>
            <p:nvPr/>
          </p:nvCxnSpPr>
          <p:spPr>
            <a:xfrm>
              <a:off x="3707567" y="403200"/>
              <a:ext cx="1954241" cy="10457"/>
            </a:xfrm>
            <a:prstGeom prst="straightConnector1">
              <a:avLst/>
            </a:prstGeom>
            <a:noFill/>
            <a:ln w="15875" cap="flat" cmpd="sng">
              <a:solidFill>
                <a:srgbClr val="F2CD84"/>
              </a:solidFill>
              <a:prstDash val="solid"/>
              <a:miter lim="800000"/>
              <a:headEnd type="none" w="sm" len="sm"/>
              <a:tailEnd type="none" w="sm" len="sm"/>
            </a:ln>
          </p:spPr>
        </p:cxnSp>
      </p:grpSp>
      <p:pic>
        <p:nvPicPr>
          <p:cNvPr id="12" name="Google Shape;2040;p15"/>
          <p:cNvPicPr preferRelativeResize="0"/>
          <p:nvPr/>
        </p:nvPicPr>
        <p:blipFill rotWithShape="1">
          <a:blip r:embed="rId4">
            <a:alphaModFix/>
          </a:blip>
          <a:srcRect/>
          <a:stretch/>
        </p:blipFill>
        <p:spPr>
          <a:xfrm>
            <a:off x="964654" y="0"/>
            <a:ext cx="689975" cy="1262743"/>
          </a:xfrm>
          <a:prstGeom prst="rect">
            <a:avLst/>
          </a:prstGeom>
          <a:noFill/>
          <a:ln>
            <a:noFill/>
          </a:ln>
        </p:spPr>
      </p:pic>
      <p:sp>
        <p:nvSpPr>
          <p:cNvPr id="15" name="Google Shape;2161;p15"/>
          <p:cNvSpPr/>
          <p:nvPr/>
        </p:nvSpPr>
        <p:spPr>
          <a:xfrm>
            <a:off x="0" y="5500381"/>
            <a:ext cx="730053" cy="1357619"/>
          </a:xfrm>
          <a:custGeom>
            <a:avLst/>
            <a:gdLst/>
            <a:ahLst/>
            <a:cxnLst/>
            <a:rect l="l" t="t" r="r" b="b"/>
            <a:pathLst>
              <a:path w="1708785" h="3416934" extrusionOk="0">
                <a:moveTo>
                  <a:pt x="0" y="0"/>
                </a:moveTo>
                <a:lnTo>
                  <a:pt x="0" y="1041120"/>
                </a:lnTo>
                <a:lnTo>
                  <a:pt x="47663" y="1042796"/>
                </a:lnTo>
                <a:lnTo>
                  <a:pt x="94420" y="1047748"/>
                </a:lnTo>
                <a:lnTo>
                  <a:pt x="140158" y="1055864"/>
                </a:lnTo>
                <a:lnTo>
                  <a:pt x="184765" y="1067030"/>
                </a:lnTo>
                <a:lnTo>
                  <a:pt x="228127" y="1081134"/>
                </a:lnTo>
                <a:lnTo>
                  <a:pt x="270131" y="1098063"/>
                </a:lnTo>
                <a:lnTo>
                  <a:pt x="310666" y="1117703"/>
                </a:lnTo>
                <a:lnTo>
                  <a:pt x="349618" y="1139942"/>
                </a:lnTo>
                <a:lnTo>
                  <a:pt x="386874" y="1164666"/>
                </a:lnTo>
                <a:lnTo>
                  <a:pt x="422321" y="1191763"/>
                </a:lnTo>
                <a:lnTo>
                  <a:pt x="455848" y="1221121"/>
                </a:lnTo>
                <a:lnTo>
                  <a:pt x="487340" y="1252624"/>
                </a:lnTo>
                <a:lnTo>
                  <a:pt x="516686" y="1286162"/>
                </a:lnTo>
                <a:lnTo>
                  <a:pt x="543772" y="1321621"/>
                </a:lnTo>
                <a:lnTo>
                  <a:pt x="568486" y="1358888"/>
                </a:lnTo>
                <a:lnTo>
                  <a:pt x="590714" y="1397850"/>
                </a:lnTo>
                <a:lnTo>
                  <a:pt x="610345" y="1438394"/>
                </a:lnTo>
                <a:lnTo>
                  <a:pt x="627265" y="1480407"/>
                </a:lnTo>
                <a:lnTo>
                  <a:pt x="641362" y="1523776"/>
                </a:lnTo>
                <a:lnTo>
                  <a:pt x="652522" y="1568389"/>
                </a:lnTo>
                <a:lnTo>
                  <a:pt x="660633" y="1614132"/>
                </a:lnTo>
                <a:lnTo>
                  <a:pt x="665583" y="1660892"/>
                </a:lnTo>
                <a:lnTo>
                  <a:pt x="667258" y="1708556"/>
                </a:lnTo>
                <a:lnTo>
                  <a:pt x="665583" y="1756198"/>
                </a:lnTo>
                <a:lnTo>
                  <a:pt x="660633" y="1802938"/>
                </a:lnTo>
                <a:lnTo>
                  <a:pt x="652522" y="1848662"/>
                </a:lnTo>
                <a:lnTo>
                  <a:pt x="641362" y="1893257"/>
                </a:lnTo>
                <a:lnTo>
                  <a:pt x="627265" y="1936611"/>
                </a:lnTo>
                <a:lnTo>
                  <a:pt x="610345" y="1978610"/>
                </a:lnTo>
                <a:lnTo>
                  <a:pt x="590714" y="2019141"/>
                </a:lnTo>
                <a:lnTo>
                  <a:pt x="568486" y="2058092"/>
                </a:lnTo>
                <a:lnTo>
                  <a:pt x="543772" y="2095349"/>
                </a:lnTo>
                <a:lnTo>
                  <a:pt x="516686" y="2130799"/>
                </a:lnTo>
                <a:lnTo>
                  <a:pt x="487340" y="2164329"/>
                </a:lnTo>
                <a:lnTo>
                  <a:pt x="455848" y="2195826"/>
                </a:lnTo>
                <a:lnTo>
                  <a:pt x="422321" y="2225178"/>
                </a:lnTo>
                <a:lnTo>
                  <a:pt x="386874" y="2252270"/>
                </a:lnTo>
                <a:lnTo>
                  <a:pt x="349618" y="2276991"/>
                </a:lnTo>
                <a:lnTo>
                  <a:pt x="310666" y="2299226"/>
                </a:lnTo>
                <a:lnTo>
                  <a:pt x="270131" y="2318864"/>
                </a:lnTo>
                <a:lnTo>
                  <a:pt x="228127" y="2335790"/>
                </a:lnTo>
                <a:lnTo>
                  <a:pt x="184765" y="2349893"/>
                </a:lnTo>
                <a:lnTo>
                  <a:pt x="140158" y="2361058"/>
                </a:lnTo>
                <a:lnTo>
                  <a:pt x="94420" y="2369173"/>
                </a:lnTo>
                <a:lnTo>
                  <a:pt x="47663" y="2374125"/>
                </a:lnTo>
                <a:lnTo>
                  <a:pt x="0" y="2375801"/>
                </a:lnTo>
                <a:lnTo>
                  <a:pt x="0" y="3416935"/>
                </a:lnTo>
                <a:lnTo>
                  <a:pt x="48647" y="3416255"/>
                </a:lnTo>
                <a:lnTo>
                  <a:pt x="96958" y="3414230"/>
                </a:lnTo>
                <a:lnTo>
                  <a:pt x="144914" y="3410877"/>
                </a:lnTo>
                <a:lnTo>
                  <a:pt x="192496" y="3406213"/>
                </a:lnTo>
                <a:lnTo>
                  <a:pt x="239688" y="3400257"/>
                </a:lnTo>
                <a:lnTo>
                  <a:pt x="286471" y="3393027"/>
                </a:lnTo>
                <a:lnTo>
                  <a:pt x="332827" y="3384541"/>
                </a:lnTo>
                <a:lnTo>
                  <a:pt x="378738" y="3374817"/>
                </a:lnTo>
                <a:lnTo>
                  <a:pt x="424186" y="3363873"/>
                </a:lnTo>
                <a:lnTo>
                  <a:pt x="469153" y="3351727"/>
                </a:lnTo>
                <a:lnTo>
                  <a:pt x="513620" y="3338397"/>
                </a:lnTo>
                <a:lnTo>
                  <a:pt x="557571" y="3323902"/>
                </a:lnTo>
                <a:lnTo>
                  <a:pt x="600986" y="3308258"/>
                </a:lnTo>
                <a:lnTo>
                  <a:pt x="643848" y="3291484"/>
                </a:lnTo>
                <a:lnTo>
                  <a:pt x="686139" y="3273599"/>
                </a:lnTo>
                <a:lnTo>
                  <a:pt x="727841" y="3254620"/>
                </a:lnTo>
                <a:lnTo>
                  <a:pt x="768936" y="3234565"/>
                </a:lnTo>
                <a:lnTo>
                  <a:pt x="809405" y="3213452"/>
                </a:lnTo>
                <a:lnTo>
                  <a:pt x="849231" y="3191299"/>
                </a:lnTo>
                <a:lnTo>
                  <a:pt x="888395" y="3168125"/>
                </a:lnTo>
                <a:lnTo>
                  <a:pt x="926881" y="3143947"/>
                </a:lnTo>
                <a:lnTo>
                  <a:pt x="964669" y="3118784"/>
                </a:lnTo>
                <a:lnTo>
                  <a:pt x="1001741" y="3092653"/>
                </a:lnTo>
                <a:lnTo>
                  <a:pt x="1038080" y="3065572"/>
                </a:lnTo>
                <a:lnTo>
                  <a:pt x="1073668" y="3037560"/>
                </a:lnTo>
                <a:lnTo>
                  <a:pt x="1108486" y="3008634"/>
                </a:lnTo>
                <a:lnTo>
                  <a:pt x="1142517" y="2978813"/>
                </a:lnTo>
                <a:lnTo>
                  <a:pt x="1175742" y="2948114"/>
                </a:lnTo>
                <a:lnTo>
                  <a:pt x="1208144" y="2916556"/>
                </a:lnTo>
                <a:lnTo>
                  <a:pt x="1239704" y="2884157"/>
                </a:lnTo>
                <a:lnTo>
                  <a:pt x="1270405" y="2850934"/>
                </a:lnTo>
                <a:lnTo>
                  <a:pt x="1300228" y="2816905"/>
                </a:lnTo>
                <a:lnTo>
                  <a:pt x="1329155" y="2782090"/>
                </a:lnTo>
                <a:lnTo>
                  <a:pt x="1357169" y="2746505"/>
                </a:lnTo>
                <a:lnTo>
                  <a:pt x="1384251" y="2710169"/>
                </a:lnTo>
                <a:lnTo>
                  <a:pt x="1410384" y="2673099"/>
                </a:lnTo>
                <a:lnTo>
                  <a:pt x="1435548" y="2635315"/>
                </a:lnTo>
                <a:lnTo>
                  <a:pt x="1459727" y="2596833"/>
                </a:lnTo>
                <a:lnTo>
                  <a:pt x="1482902" y="2557672"/>
                </a:lnTo>
                <a:lnTo>
                  <a:pt x="1505056" y="2517850"/>
                </a:lnTo>
                <a:lnTo>
                  <a:pt x="1526169" y="2477385"/>
                </a:lnTo>
                <a:lnTo>
                  <a:pt x="1546225" y="2436295"/>
                </a:lnTo>
                <a:lnTo>
                  <a:pt x="1565205" y="2394598"/>
                </a:lnTo>
                <a:lnTo>
                  <a:pt x="1583091" y="2352312"/>
                </a:lnTo>
                <a:lnTo>
                  <a:pt x="1599865" y="2309455"/>
                </a:lnTo>
                <a:lnTo>
                  <a:pt x="1615509" y="2266044"/>
                </a:lnTo>
                <a:lnTo>
                  <a:pt x="1630005" y="2222099"/>
                </a:lnTo>
                <a:lnTo>
                  <a:pt x="1643335" y="2177638"/>
                </a:lnTo>
                <a:lnTo>
                  <a:pt x="1655481" y="2132677"/>
                </a:lnTo>
                <a:lnTo>
                  <a:pt x="1666426" y="2087235"/>
                </a:lnTo>
                <a:lnTo>
                  <a:pt x="1676150" y="2041331"/>
                </a:lnTo>
                <a:lnTo>
                  <a:pt x="1684636" y="1994982"/>
                </a:lnTo>
                <a:lnTo>
                  <a:pt x="1691866" y="1948206"/>
                </a:lnTo>
                <a:lnTo>
                  <a:pt x="1697822" y="1901021"/>
                </a:lnTo>
                <a:lnTo>
                  <a:pt x="1702485" y="1853446"/>
                </a:lnTo>
                <a:lnTo>
                  <a:pt x="1705839" y="1805498"/>
                </a:lnTo>
                <a:lnTo>
                  <a:pt x="1707864" y="1757195"/>
                </a:lnTo>
                <a:lnTo>
                  <a:pt x="1708543" y="1708556"/>
                </a:lnTo>
                <a:lnTo>
                  <a:pt x="1707864" y="1659908"/>
                </a:lnTo>
                <a:lnTo>
                  <a:pt x="1705839" y="1611596"/>
                </a:lnTo>
                <a:lnTo>
                  <a:pt x="1702485" y="1563640"/>
                </a:lnTo>
                <a:lnTo>
                  <a:pt x="1697822" y="1516056"/>
                </a:lnTo>
                <a:lnTo>
                  <a:pt x="1691866" y="1468864"/>
                </a:lnTo>
                <a:lnTo>
                  <a:pt x="1684636" y="1422081"/>
                </a:lnTo>
                <a:lnTo>
                  <a:pt x="1676150" y="1375724"/>
                </a:lnTo>
                <a:lnTo>
                  <a:pt x="1666426" y="1329813"/>
                </a:lnTo>
                <a:lnTo>
                  <a:pt x="1655481" y="1284364"/>
                </a:lnTo>
                <a:lnTo>
                  <a:pt x="1643335" y="1239397"/>
                </a:lnTo>
                <a:lnTo>
                  <a:pt x="1630005" y="1194929"/>
                </a:lnTo>
                <a:lnTo>
                  <a:pt x="1615509" y="1150978"/>
                </a:lnTo>
                <a:lnTo>
                  <a:pt x="1599865" y="1107562"/>
                </a:lnTo>
                <a:lnTo>
                  <a:pt x="1583091" y="1064700"/>
                </a:lnTo>
                <a:lnTo>
                  <a:pt x="1565205" y="1022409"/>
                </a:lnTo>
                <a:lnTo>
                  <a:pt x="1546225" y="980706"/>
                </a:lnTo>
                <a:lnTo>
                  <a:pt x="1526169" y="939612"/>
                </a:lnTo>
                <a:lnTo>
                  <a:pt x="1505056" y="899142"/>
                </a:lnTo>
                <a:lnTo>
                  <a:pt x="1482902" y="859316"/>
                </a:lnTo>
                <a:lnTo>
                  <a:pt x="1459727" y="820151"/>
                </a:lnTo>
                <a:lnTo>
                  <a:pt x="1435548" y="781665"/>
                </a:lnTo>
                <a:lnTo>
                  <a:pt x="1410384" y="743877"/>
                </a:lnTo>
                <a:lnTo>
                  <a:pt x="1384251" y="706804"/>
                </a:lnTo>
                <a:lnTo>
                  <a:pt x="1357169" y="670465"/>
                </a:lnTo>
                <a:lnTo>
                  <a:pt x="1329155" y="634877"/>
                </a:lnTo>
                <a:lnTo>
                  <a:pt x="1300228" y="600058"/>
                </a:lnTo>
                <a:lnTo>
                  <a:pt x="1270405" y="566027"/>
                </a:lnTo>
                <a:lnTo>
                  <a:pt x="1239704" y="532802"/>
                </a:lnTo>
                <a:lnTo>
                  <a:pt x="1208144" y="500400"/>
                </a:lnTo>
                <a:lnTo>
                  <a:pt x="1175742" y="468840"/>
                </a:lnTo>
                <a:lnTo>
                  <a:pt x="1142517" y="438139"/>
                </a:lnTo>
                <a:lnTo>
                  <a:pt x="1108486" y="408316"/>
                </a:lnTo>
                <a:lnTo>
                  <a:pt x="1073668" y="379388"/>
                </a:lnTo>
                <a:lnTo>
                  <a:pt x="1038080" y="351375"/>
                </a:lnTo>
                <a:lnTo>
                  <a:pt x="1001741" y="324292"/>
                </a:lnTo>
                <a:lnTo>
                  <a:pt x="964669" y="298160"/>
                </a:lnTo>
                <a:lnTo>
                  <a:pt x="926881" y="272995"/>
                </a:lnTo>
                <a:lnTo>
                  <a:pt x="888395" y="248816"/>
                </a:lnTo>
                <a:lnTo>
                  <a:pt x="849231" y="225641"/>
                </a:lnTo>
                <a:lnTo>
                  <a:pt x="809405" y="203487"/>
                </a:lnTo>
                <a:lnTo>
                  <a:pt x="768936" y="182374"/>
                </a:lnTo>
                <a:lnTo>
                  <a:pt x="727841" y="162318"/>
                </a:lnTo>
                <a:lnTo>
                  <a:pt x="686139" y="143338"/>
                </a:lnTo>
                <a:lnTo>
                  <a:pt x="643848" y="125452"/>
                </a:lnTo>
                <a:lnTo>
                  <a:pt x="600986" y="108678"/>
                </a:lnTo>
                <a:lnTo>
                  <a:pt x="557571" y="93034"/>
                </a:lnTo>
                <a:lnTo>
                  <a:pt x="513620" y="78538"/>
                </a:lnTo>
                <a:lnTo>
                  <a:pt x="469153" y="65208"/>
                </a:lnTo>
                <a:lnTo>
                  <a:pt x="424186" y="53061"/>
                </a:lnTo>
                <a:lnTo>
                  <a:pt x="378738" y="42117"/>
                </a:lnTo>
                <a:lnTo>
                  <a:pt x="332827" y="32393"/>
                </a:lnTo>
                <a:lnTo>
                  <a:pt x="286471" y="23907"/>
                </a:lnTo>
                <a:lnTo>
                  <a:pt x="239688" y="16677"/>
                </a:lnTo>
                <a:lnTo>
                  <a:pt x="192496" y="10721"/>
                </a:lnTo>
                <a:lnTo>
                  <a:pt x="144914" y="6057"/>
                </a:lnTo>
                <a:lnTo>
                  <a:pt x="96958" y="2704"/>
                </a:lnTo>
                <a:lnTo>
                  <a:pt x="48647" y="679"/>
                </a:lnTo>
                <a:lnTo>
                  <a:pt x="0" y="0"/>
                </a:lnTo>
                <a:close/>
              </a:path>
            </a:pathLst>
          </a:custGeom>
          <a:solidFill>
            <a:srgbClr val="FFFFFF">
              <a:alpha val="69803"/>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6" name="Google Shape;2041;p15"/>
          <p:cNvSpPr/>
          <p:nvPr/>
        </p:nvSpPr>
        <p:spPr>
          <a:xfrm>
            <a:off x="11603291" y="5500381"/>
            <a:ext cx="588709" cy="1362307"/>
          </a:xfrm>
          <a:custGeom>
            <a:avLst/>
            <a:gdLst/>
            <a:ahLst/>
            <a:cxnLst/>
            <a:rect l="l" t="t" r="r" b="b"/>
            <a:pathLst>
              <a:path w="827405" h="2684779" extrusionOk="0">
                <a:moveTo>
                  <a:pt x="0" y="0"/>
                </a:moveTo>
                <a:lnTo>
                  <a:pt x="12" y="818032"/>
                </a:lnTo>
                <a:lnTo>
                  <a:pt x="47741" y="820175"/>
                </a:lnTo>
                <a:lnTo>
                  <a:pt x="94267" y="826481"/>
                </a:lnTo>
                <a:lnTo>
                  <a:pt x="139405" y="836764"/>
                </a:lnTo>
                <a:lnTo>
                  <a:pt x="182971" y="850840"/>
                </a:lnTo>
                <a:lnTo>
                  <a:pt x="224780" y="868523"/>
                </a:lnTo>
                <a:lnTo>
                  <a:pt x="264646" y="889629"/>
                </a:lnTo>
                <a:lnTo>
                  <a:pt x="302386" y="913971"/>
                </a:lnTo>
                <a:lnTo>
                  <a:pt x="337813" y="941366"/>
                </a:lnTo>
                <a:lnTo>
                  <a:pt x="370744" y="971627"/>
                </a:lnTo>
                <a:lnTo>
                  <a:pt x="400994" y="1004570"/>
                </a:lnTo>
                <a:lnTo>
                  <a:pt x="428376" y="1040010"/>
                </a:lnTo>
                <a:lnTo>
                  <a:pt x="452708" y="1077761"/>
                </a:lnTo>
                <a:lnTo>
                  <a:pt x="473803" y="1117638"/>
                </a:lnTo>
                <a:lnTo>
                  <a:pt x="491478" y="1159457"/>
                </a:lnTo>
                <a:lnTo>
                  <a:pt x="505546" y="1203032"/>
                </a:lnTo>
                <a:lnTo>
                  <a:pt x="515824" y="1248177"/>
                </a:lnTo>
                <a:lnTo>
                  <a:pt x="522126" y="1294708"/>
                </a:lnTo>
                <a:lnTo>
                  <a:pt x="524268" y="1342440"/>
                </a:lnTo>
                <a:lnTo>
                  <a:pt x="522126" y="1390150"/>
                </a:lnTo>
                <a:lnTo>
                  <a:pt x="515824" y="1436662"/>
                </a:lnTo>
                <a:lnTo>
                  <a:pt x="505546" y="1481790"/>
                </a:lnTo>
                <a:lnTo>
                  <a:pt x="491478" y="1525350"/>
                </a:lnTo>
                <a:lnTo>
                  <a:pt x="473803" y="1567155"/>
                </a:lnTo>
                <a:lnTo>
                  <a:pt x="452708" y="1607021"/>
                </a:lnTo>
                <a:lnTo>
                  <a:pt x="428376" y="1644763"/>
                </a:lnTo>
                <a:lnTo>
                  <a:pt x="400994" y="1680195"/>
                </a:lnTo>
                <a:lnTo>
                  <a:pt x="370744" y="1713131"/>
                </a:lnTo>
                <a:lnTo>
                  <a:pt x="337813" y="1743387"/>
                </a:lnTo>
                <a:lnTo>
                  <a:pt x="302386" y="1770778"/>
                </a:lnTo>
                <a:lnTo>
                  <a:pt x="264646" y="1795117"/>
                </a:lnTo>
                <a:lnTo>
                  <a:pt x="224780" y="1816221"/>
                </a:lnTo>
                <a:lnTo>
                  <a:pt x="182971" y="1833902"/>
                </a:lnTo>
                <a:lnTo>
                  <a:pt x="139405" y="1847977"/>
                </a:lnTo>
                <a:lnTo>
                  <a:pt x="94267" y="1858260"/>
                </a:lnTo>
                <a:lnTo>
                  <a:pt x="47741" y="1864566"/>
                </a:lnTo>
                <a:lnTo>
                  <a:pt x="12" y="1866709"/>
                </a:lnTo>
                <a:lnTo>
                  <a:pt x="12" y="2684729"/>
                </a:lnTo>
                <a:lnTo>
                  <a:pt x="48164" y="2683881"/>
                </a:lnTo>
                <a:lnTo>
                  <a:pt x="95889" y="2681358"/>
                </a:lnTo>
                <a:lnTo>
                  <a:pt x="143159" y="2677188"/>
                </a:lnTo>
                <a:lnTo>
                  <a:pt x="189945" y="2671399"/>
                </a:lnTo>
                <a:lnTo>
                  <a:pt x="236219" y="2664019"/>
                </a:lnTo>
                <a:lnTo>
                  <a:pt x="281954" y="2655077"/>
                </a:lnTo>
                <a:lnTo>
                  <a:pt x="327119" y="2644602"/>
                </a:lnTo>
                <a:lnTo>
                  <a:pt x="371688" y="2632621"/>
                </a:lnTo>
                <a:lnTo>
                  <a:pt x="415631" y="2619163"/>
                </a:lnTo>
                <a:lnTo>
                  <a:pt x="458920" y="2604257"/>
                </a:lnTo>
                <a:lnTo>
                  <a:pt x="501528" y="2587930"/>
                </a:lnTo>
                <a:lnTo>
                  <a:pt x="543424" y="2570212"/>
                </a:lnTo>
                <a:lnTo>
                  <a:pt x="584582" y="2551130"/>
                </a:lnTo>
                <a:lnTo>
                  <a:pt x="624972" y="2530714"/>
                </a:lnTo>
                <a:lnTo>
                  <a:pt x="664567" y="2508990"/>
                </a:lnTo>
                <a:lnTo>
                  <a:pt x="703337" y="2485989"/>
                </a:lnTo>
                <a:lnTo>
                  <a:pt x="741255" y="2461738"/>
                </a:lnTo>
                <a:lnTo>
                  <a:pt x="778292" y="2436266"/>
                </a:lnTo>
                <a:lnTo>
                  <a:pt x="814420" y="2409600"/>
                </a:lnTo>
                <a:lnTo>
                  <a:pt x="827328" y="2399392"/>
                </a:lnTo>
                <a:lnTo>
                  <a:pt x="827328" y="285353"/>
                </a:lnTo>
                <a:lnTo>
                  <a:pt x="778286" y="248472"/>
                </a:lnTo>
                <a:lnTo>
                  <a:pt x="741249" y="222998"/>
                </a:lnTo>
                <a:lnTo>
                  <a:pt x="703331" y="198746"/>
                </a:lnTo>
                <a:lnTo>
                  <a:pt x="664560" y="175743"/>
                </a:lnTo>
                <a:lnTo>
                  <a:pt x="624965" y="154019"/>
                </a:lnTo>
                <a:lnTo>
                  <a:pt x="584575" y="133601"/>
                </a:lnTo>
                <a:lnTo>
                  <a:pt x="543417" y="114519"/>
                </a:lnTo>
                <a:lnTo>
                  <a:pt x="501520" y="96800"/>
                </a:lnTo>
                <a:lnTo>
                  <a:pt x="458913" y="80473"/>
                </a:lnTo>
                <a:lnTo>
                  <a:pt x="415623" y="65566"/>
                </a:lnTo>
                <a:lnTo>
                  <a:pt x="371680" y="52108"/>
                </a:lnTo>
                <a:lnTo>
                  <a:pt x="327111" y="40127"/>
                </a:lnTo>
                <a:lnTo>
                  <a:pt x="281945" y="29651"/>
                </a:lnTo>
                <a:lnTo>
                  <a:pt x="236210" y="20709"/>
                </a:lnTo>
                <a:lnTo>
                  <a:pt x="189935" y="13329"/>
                </a:lnTo>
                <a:lnTo>
                  <a:pt x="143148" y="7540"/>
                </a:lnTo>
                <a:lnTo>
                  <a:pt x="95878" y="3370"/>
                </a:lnTo>
                <a:lnTo>
                  <a:pt x="48152" y="847"/>
                </a:lnTo>
                <a:lnTo>
                  <a:pt x="0" y="0"/>
                </a:lnTo>
                <a:close/>
              </a:path>
            </a:pathLst>
          </a:custGeom>
          <a:solidFill>
            <a:srgbClr val="EA9F3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4" name="Google Shape;2264;p202"/>
          <p:cNvSpPr txBox="1"/>
          <p:nvPr/>
        </p:nvSpPr>
        <p:spPr>
          <a:xfrm>
            <a:off x="5486488" y="3111605"/>
            <a:ext cx="4716461" cy="861774"/>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3200"/>
              <a:buFont typeface="Arial"/>
              <a:buNone/>
            </a:pPr>
            <a:r>
              <a:rPr lang="es-ES" sz="3200" b="0" i="0" u="none" strike="noStrike" cap="none" dirty="0" err="1">
                <a:solidFill>
                  <a:schemeClr val="accent1"/>
                </a:solidFill>
                <a:latin typeface="Tahoma"/>
                <a:ea typeface="Tahoma"/>
                <a:cs typeface="Tahoma"/>
                <a:sym typeface="Tahoma"/>
              </a:rPr>
              <a:t>var</a:t>
            </a:r>
            <a:r>
              <a:rPr lang="es-ES" sz="3200" b="0" i="0" u="none" strike="noStrike" cap="none" dirty="0">
                <a:solidFill>
                  <a:schemeClr val="accent1"/>
                </a:solidFill>
                <a:latin typeface="Tahoma"/>
                <a:ea typeface="Tahoma"/>
                <a:cs typeface="Tahoma"/>
                <a:sym typeface="Tahoma"/>
              </a:rPr>
              <a:t>  </a:t>
            </a:r>
            <a:r>
              <a:rPr lang="es-ES" sz="3200" b="0" i="0" u="none" strike="noStrike" cap="none" dirty="0">
                <a:solidFill>
                  <a:schemeClr val="lt1"/>
                </a:solidFill>
                <a:latin typeface="Tahoma"/>
                <a:ea typeface="Tahoma"/>
                <a:cs typeface="Tahoma"/>
                <a:sym typeface="Tahoma"/>
              </a:rPr>
              <a:t>/</a:t>
            </a:r>
            <a:r>
              <a:rPr lang="es-ES" sz="3200" b="0" i="0" u="none" strike="noStrike" cap="none" dirty="0" err="1">
                <a:solidFill>
                  <a:schemeClr val="lt1"/>
                </a:solidFill>
                <a:latin typeface="Tahoma"/>
                <a:ea typeface="Tahoma"/>
                <a:cs typeface="Tahoma"/>
                <a:sym typeface="Tahoma"/>
              </a:rPr>
              <a:t>estatura_usuario</a:t>
            </a:r>
            <a:endParaRPr sz="3200" b="0" i="0" u="none" strike="noStrike" cap="none" dirty="0">
              <a:solidFill>
                <a:schemeClr val="lt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lt1"/>
              </a:solidFill>
              <a:latin typeface="Tahoma"/>
              <a:ea typeface="Tahoma"/>
              <a:cs typeface="Tahoma"/>
              <a:sym typeface="Tahoma"/>
            </a:endParaRPr>
          </a:p>
        </p:txBody>
      </p:sp>
    </p:spTree>
    <p:extLst>
      <p:ext uri="{BB962C8B-B14F-4D97-AF65-F5344CB8AC3E}">
        <p14:creationId xmlns:p14="http://schemas.microsoft.com/office/powerpoint/2010/main" val="2444444305"/>
      </p:ext>
    </p:extLst>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Shape 2136"/>
        <p:cNvGrpSpPr/>
        <p:nvPr/>
      </p:nvGrpSpPr>
      <p:grpSpPr>
        <a:xfrm>
          <a:off x="0" y="0"/>
          <a:ext cx="0" cy="0"/>
          <a:chOff x="0" y="0"/>
          <a:chExt cx="0" cy="0"/>
        </a:xfrm>
      </p:grpSpPr>
      <p:sp>
        <p:nvSpPr>
          <p:cNvPr id="11" name="Google Shape;2039;p15"/>
          <p:cNvSpPr/>
          <p:nvPr/>
        </p:nvSpPr>
        <p:spPr>
          <a:xfrm>
            <a:off x="13918" y="-4314"/>
            <a:ext cx="12189124" cy="6862313"/>
          </a:xfrm>
          <a:custGeom>
            <a:avLst/>
            <a:gdLst/>
            <a:ahLst/>
            <a:cxnLst/>
            <a:rect l="l" t="t" r="r" b="b"/>
            <a:pathLst>
              <a:path w="17348200" h="9753600" extrusionOk="0">
                <a:moveTo>
                  <a:pt x="17348200" y="0"/>
                </a:moveTo>
                <a:lnTo>
                  <a:pt x="0" y="0"/>
                </a:lnTo>
                <a:lnTo>
                  <a:pt x="0" y="9753600"/>
                </a:lnTo>
                <a:lnTo>
                  <a:pt x="17348200" y="9753600"/>
                </a:lnTo>
                <a:lnTo>
                  <a:pt x="17348200" y="0"/>
                </a:lnTo>
                <a:close/>
              </a:path>
            </a:pathLst>
          </a:custGeom>
          <a:solidFill>
            <a:srgbClr val="EEEEE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138" name="Google Shape;2138;p194"/>
          <p:cNvSpPr/>
          <p:nvPr/>
        </p:nvSpPr>
        <p:spPr>
          <a:xfrm>
            <a:off x="5208539" y="627076"/>
            <a:ext cx="5272360" cy="1299479"/>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4000" b="1" i="0" u="none" strike="noStrike" cap="none" dirty="0">
                <a:solidFill>
                  <a:srgbClr val="872789"/>
                </a:solidFill>
                <a:latin typeface="Gotham Rounded Medium" panose="02000000000000000000" pitchFamily="50" charset="0"/>
                <a:sym typeface="Arial"/>
              </a:rPr>
              <a:t>¿Este nombre de variable es válido?</a:t>
            </a:r>
            <a:endParaRPr sz="2400" b="0" i="0" u="none" strike="noStrike" cap="none" dirty="0">
              <a:solidFill>
                <a:srgbClr val="872789"/>
              </a:solidFill>
              <a:latin typeface="Gotham Rounded Medium" panose="02000000000000000000" pitchFamily="50" charset="0"/>
              <a:sym typeface="Arial"/>
            </a:endParaRPr>
          </a:p>
        </p:txBody>
      </p:sp>
      <p:sp>
        <p:nvSpPr>
          <p:cNvPr id="2140" name="Google Shape;2140;p194"/>
          <p:cNvSpPr/>
          <p:nvPr/>
        </p:nvSpPr>
        <p:spPr>
          <a:xfrm>
            <a:off x="4940487" y="2324525"/>
            <a:ext cx="6493519" cy="2601687"/>
          </a:xfrm>
          <a:prstGeom prst="roundRect">
            <a:avLst>
              <a:gd name="adj" fmla="val 4602"/>
            </a:avLst>
          </a:prstGeom>
          <a:solidFill>
            <a:srgbClr val="1F232F"/>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141" name="Google Shape;2141;p194"/>
          <p:cNvGrpSpPr/>
          <p:nvPr/>
        </p:nvGrpSpPr>
        <p:grpSpPr>
          <a:xfrm>
            <a:off x="4940489" y="2128155"/>
            <a:ext cx="6493519" cy="413657"/>
            <a:chOff x="3383283" y="0"/>
            <a:chExt cx="5094515" cy="413657"/>
          </a:xfrm>
        </p:grpSpPr>
        <p:sp>
          <p:nvSpPr>
            <p:cNvPr id="2142" name="Google Shape;2142;p194"/>
            <p:cNvSpPr/>
            <p:nvPr/>
          </p:nvSpPr>
          <p:spPr>
            <a:xfrm>
              <a:off x="3383283" y="0"/>
              <a:ext cx="5094515"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43" name="Google Shape;2143;p194"/>
            <p:cNvSpPr txBox="1"/>
            <p:nvPr/>
          </p:nvSpPr>
          <p:spPr>
            <a:xfrm>
              <a:off x="3707566" y="42482"/>
              <a:ext cx="195424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variables.js</a:t>
              </a:r>
              <a:endParaRPr sz="1400" b="0" i="0" u="none" strike="noStrike" cap="none">
                <a:solidFill>
                  <a:schemeClr val="lt1"/>
                </a:solidFill>
                <a:latin typeface="Arial"/>
                <a:ea typeface="Arial"/>
                <a:cs typeface="Arial"/>
                <a:sym typeface="Arial"/>
              </a:endParaRPr>
            </a:p>
          </p:txBody>
        </p:sp>
        <p:cxnSp>
          <p:nvCxnSpPr>
            <p:cNvPr id="2144" name="Google Shape;2144;p194"/>
            <p:cNvCxnSpPr/>
            <p:nvPr/>
          </p:nvCxnSpPr>
          <p:spPr>
            <a:xfrm>
              <a:off x="3707567" y="403200"/>
              <a:ext cx="1954241" cy="10457"/>
            </a:xfrm>
            <a:prstGeom prst="straightConnector1">
              <a:avLst/>
            </a:prstGeom>
            <a:noFill/>
            <a:ln w="15875" cap="flat" cmpd="sng">
              <a:solidFill>
                <a:srgbClr val="F2CD84"/>
              </a:solidFill>
              <a:prstDash val="solid"/>
              <a:miter lim="800000"/>
              <a:headEnd type="none" w="sm" len="sm"/>
              <a:tailEnd type="none" w="sm" len="sm"/>
            </a:ln>
          </p:spPr>
        </p:cxnSp>
      </p:grpSp>
      <p:pic>
        <p:nvPicPr>
          <p:cNvPr id="12" name="Google Shape;2040;p15"/>
          <p:cNvPicPr preferRelativeResize="0"/>
          <p:nvPr/>
        </p:nvPicPr>
        <p:blipFill rotWithShape="1">
          <a:blip r:embed="rId3">
            <a:alphaModFix/>
          </a:blip>
          <a:srcRect/>
          <a:stretch/>
        </p:blipFill>
        <p:spPr>
          <a:xfrm>
            <a:off x="964654" y="0"/>
            <a:ext cx="689975" cy="1262743"/>
          </a:xfrm>
          <a:prstGeom prst="rect">
            <a:avLst/>
          </a:prstGeom>
          <a:noFill/>
          <a:ln>
            <a:noFill/>
          </a:ln>
        </p:spPr>
      </p:pic>
      <p:sp>
        <p:nvSpPr>
          <p:cNvPr id="15" name="Google Shape;2161;p15"/>
          <p:cNvSpPr/>
          <p:nvPr/>
        </p:nvSpPr>
        <p:spPr>
          <a:xfrm>
            <a:off x="0" y="5500381"/>
            <a:ext cx="730053" cy="1357619"/>
          </a:xfrm>
          <a:custGeom>
            <a:avLst/>
            <a:gdLst/>
            <a:ahLst/>
            <a:cxnLst/>
            <a:rect l="l" t="t" r="r" b="b"/>
            <a:pathLst>
              <a:path w="1708785" h="3416934" extrusionOk="0">
                <a:moveTo>
                  <a:pt x="0" y="0"/>
                </a:moveTo>
                <a:lnTo>
                  <a:pt x="0" y="1041120"/>
                </a:lnTo>
                <a:lnTo>
                  <a:pt x="47663" y="1042796"/>
                </a:lnTo>
                <a:lnTo>
                  <a:pt x="94420" y="1047748"/>
                </a:lnTo>
                <a:lnTo>
                  <a:pt x="140158" y="1055864"/>
                </a:lnTo>
                <a:lnTo>
                  <a:pt x="184765" y="1067030"/>
                </a:lnTo>
                <a:lnTo>
                  <a:pt x="228127" y="1081134"/>
                </a:lnTo>
                <a:lnTo>
                  <a:pt x="270131" y="1098063"/>
                </a:lnTo>
                <a:lnTo>
                  <a:pt x="310666" y="1117703"/>
                </a:lnTo>
                <a:lnTo>
                  <a:pt x="349618" y="1139942"/>
                </a:lnTo>
                <a:lnTo>
                  <a:pt x="386874" y="1164666"/>
                </a:lnTo>
                <a:lnTo>
                  <a:pt x="422321" y="1191763"/>
                </a:lnTo>
                <a:lnTo>
                  <a:pt x="455848" y="1221121"/>
                </a:lnTo>
                <a:lnTo>
                  <a:pt x="487340" y="1252624"/>
                </a:lnTo>
                <a:lnTo>
                  <a:pt x="516686" y="1286162"/>
                </a:lnTo>
                <a:lnTo>
                  <a:pt x="543772" y="1321621"/>
                </a:lnTo>
                <a:lnTo>
                  <a:pt x="568486" y="1358888"/>
                </a:lnTo>
                <a:lnTo>
                  <a:pt x="590714" y="1397850"/>
                </a:lnTo>
                <a:lnTo>
                  <a:pt x="610345" y="1438394"/>
                </a:lnTo>
                <a:lnTo>
                  <a:pt x="627265" y="1480407"/>
                </a:lnTo>
                <a:lnTo>
                  <a:pt x="641362" y="1523776"/>
                </a:lnTo>
                <a:lnTo>
                  <a:pt x="652522" y="1568389"/>
                </a:lnTo>
                <a:lnTo>
                  <a:pt x="660633" y="1614132"/>
                </a:lnTo>
                <a:lnTo>
                  <a:pt x="665583" y="1660892"/>
                </a:lnTo>
                <a:lnTo>
                  <a:pt x="667258" y="1708556"/>
                </a:lnTo>
                <a:lnTo>
                  <a:pt x="665583" y="1756198"/>
                </a:lnTo>
                <a:lnTo>
                  <a:pt x="660633" y="1802938"/>
                </a:lnTo>
                <a:lnTo>
                  <a:pt x="652522" y="1848662"/>
                </a:lnTo>
                <a:lnTo>
                  <a:pt x="641362" y="1893257"/>
                </a:lnTo>
                <a:lnTo>
                  <a:pt x="627265" y="1936611"/>
                </a:lnTo>
                <a:lnTo>
                  <a:pt x="610345" y="1978610"/>
                </a:lnTo>
                <a:lnTo>
                  <a:pt x="590714" y="2019141"/>
                </a:lnTo>
                <a:lnTo>
                  <a:pt x="568486" y="2058092"/>
                </a:lnTo>
                <a:lnTo>
                  <a:pt x="543772" y="2095349"/>
                </a:lnTo>
                <a:lnTo>
                  <a:pt x="516686" y="2130799"/>
                </a:lnTo>
                <a:lnTo>
                  <a:pt x="487340" y="2164329"/>
                </a:lnTo>
                <a:lnTo>
                  <a:pt x="455848" y="2195826"/>
                </a:lnTo>
                <a:lnTo>
                  <a:pt x="422321" y="2225178"/>
                </a:lnTo>
                <a:lnTo>
                  <a:pt x="386874" y="2252270"/>
                </a:lnTo>
                <a:lnTo>
                  <a:pt x="349618" y="2276991"/>
                </a:lnTo>
                <a:lnTo>
                  <a:pt x="310666" y="2299226"/>
                </a:lnTo>
                <a:lnTo>
                  <a:pt x="270131" y="2318864"/>
                </a:lnTo>
                <a:lnTo>
                  <a:pt x="228127" y="2335790"/>
                </a:lnTo>
                <a:lnTo>
                  <a:pt x="184765" y="2349893"/>
                </a:lnTo>
                <a:lnTo>
                  <a:pt x="140158" y="2361058"/>
                </a:lnTo>
                <a:lnTo>
                  <a:pt x="94420" y="2369173"/>
                </a:lnTo>
                <a:lnTo>
                  <a:pt x="47663" y="2374125"/>
                </a:lnTo>
                <a:lnTo>
                  <a:pt x="0" y="2375801"/>
                </a:lnTo>
                <a:lnTo>
                  <a:pt x="0" y="3416935"/>
                </a:lnTo>
                <a:lnTo>
                  <a:pt x="48647" y="3416255"/>
                </a:lnTo>
                <a:lnTo>
                  <a:pt x="96958" y="3414230"/>
                </a:lnTo>
                <a:lnTo>
                  <a:pt x="144914" y="3410877"/>
                </a:lnTo>
                <a:lnTo>
                  <a:pt x="192496" y="3406213"/>
                </a:lnTo>
                <a:lnTo>
                  <a:pt x="239688" y="3400257"/>
                </a:lnTo>
                <a:lnTo>
                  <a:pt x="286471" y="3393027"/>
                </a:lnTo>
                <a:lnTo>
                  <a:pt x="332827" y="3384541"/>
                </a:lnTo>
                <a:lnTo>
                  <a:pt x="378738" y="3374817"/>
                </a:lnTo>
                <a:lnTo>
                  <a:pt x="424186" y="3363873"/>
                </a:lnTo>
                <a:lnTo>
                  <a:pt x="469153" y="3351727"/>
                </a:lnTo>
                <a:lnTo>
                  <a:pt x="513620" y="3338397"/>
                </a:lnTo>
                <a:lnTo>
                  <a:pt x="557571" y="3323902"/>
                </a:lnTo>
                <a:lnTo>
                  <a:pt x="600986" y="3308258"/>
                </a:lnTo>
                <a:lnTo>
                  <a:pt x="643848" y="3291484"/>
                </a:lnTo>
                <a:lnTo>
                  <a:pt x="686139" y="3273599"/>
                </a:lnTo>
                <a:lnTo>
                  <a:pt x="727841" y="3254620"/>
                </a:lnTo>
                <a:lnTo>
                  <a:pt x="768936" y="3234565"/>
                </a:lnTo>
                <a:lnTo>
                  <a:pt x="809405" y="3213452"/>
                </a:lnTo>
                <a:lnTo>
                  <a:pt x="849231" y="3191299"/>
                </a:lnTo>
                <a:lnTo>
                  <a:pt x="888395" y="3168125"/>
                </a:lnTo>
                <a:lnTo>
                  <a:pt x="926881" y="3143947"/>
                </a:lnTo>
                <a:lnTo>
                  <a:pt x="964669" y="3118784"/>
                </a:lnTo>
                <a:lnTo>
                  <a:pt x="1001741" y="3092653"/>
                </a:lnTo>
                <a:lnTo>
                  <a:pt x="1038080" y="3065572"/>
                </a:lnTo>
                <a:lnTo>
                  <a:pt x="1073668" y="3037560"/>
                </a:lnTo>
                <a:lnTo>
                  <a:pt x="1108486" y="3008634"/>
                </a:lnTo>
                <a:lnTo>
                  <a:pt x="1142517" y="2978813"/>
                </a:lnTo>
                <a:lnTo>
                  <a:pt x="1175742" y="2948114"/>
                </a:lnTo>
                <a:lnTo>
                  <a:pt x="1208144" y="2916556"/>
                </a:lnTo>
                <a:lnTo>
                  <a:pt x="1239704" y="2884157"/>
                </a:lnTo>
                <a:lnTo>
                  <a:pt x="1270405" y="2850934"/>
                </a:lnTo>
                <a:lnTo>
                  <a:pt x="1300228" y="2816905"/>
                </a:lnTo>
                <a:lnTo>
                  <a:pt x="1329155" y="2782090"/>
                </a:lnTo>
                <a:lnTo>
                  <a:pt x="1357169" y="2746505"/>
                </a:lnTo>
                <a:lnTo>
                  <a:pt x="1384251" y="2710169"/>
                </a:lnTo>
                <a:lnTo>
                  <a:pt x="1410384" y="2673099"/>
                </a:lnTo>
                <a:lnTo>
                  <a:pt x="1435548" y="2635315"/>
                </a:lnTo>
                <a:lnTo>
                  <a:pt x="1459727" y="2596833"/>
                </a:lnTo>
                <a:lnTo>
                  <a:pt x="1482902" y="2557672"/>
                </a:lnTo>
                <a:lnTo>
                  <a:pt x="1505056" y="2517850"/>
                </a:lnTo>
                <a:lnTo>
                  <a:pt x="1526169" y="2477385"/>
                </a:lnTo>
                <a:lnTo>
                  <a:pt x="1546225" y="2436295"/>
                </a:lnTo>
                <a:lnTo>
                  <a:pt x="1565205" y="2394598"/>
                </a:lnTo>
                <a:lnTo>
                  <a:pt x="1583091" y="2352312"/>
                </a:lnTo>
                <a:lnTo>
                  <a:pt x="1599865" y="2309455"/>
                </a:lnTo>
                <a:lnTo>
                  <a:pt x="1615509" y="2266044"/>
                </a:lnTo>
                <a:lnTo>
                  <a:pt x="1630005" y="2222099"/>
                </a:lnTo>
                <a:lnTo>
                  <a:pt x="1643335" y="2177638"/>
                </a:lnTo>
                <a:lnTo>
                  <a:pt x="1655481" y="2132677"/>
                </a:lnTo>
                <a:lnTo>
                  <a:pt x="1666426" y="2087235"/>
                </a:lnTo>
                <a:lnTo>
                  <a:pt x="1676150" y="2041331"/>
                </a:lnTo>
                <a:lnTo>
                  <a:pt x="1684636" y="1994982"/>
                </a:lnTo>
                <a:lnTo>
                  <a:pt x="1691866" y="1948206"/>
                </a:lnTo>
                <a:lnTo>
                  <a:pt x="1697822" y="1901021"/>
                </a:lnTo>
                <a:lnTo>
                  <a:pt x="1702485" y="1853446"/>
                </a:lnTo>
                <a:lnTo>
                  <a:pt x="1705839" y="1805498"/>
                </a:lnTo>
                <a:lnTo>
                  <a:pt x="1707864" y="1757195"/>
                </a:lnTo>
                <a:lnTo>
                  <a:pt x="1708543" y="1708556"/>
                </a:lnTo>
                <a:lnTo>
                  <a:pt x="1707864" y="1659908"/>
                </a:lnTo>
                <a:lnTo>
                  <a:pt x="1705839" y="1611596"/>
                </a:lnTo>
                <a:lnTo>
                  <a:pt x="1702485" y="1563640"/>
                </a:lnTo>
                <a:lnTo>
                  <a:pt x="1697822" y="1516056"/>
                </a:lnTo>
                <a:lnTo>
                  <a:pt x="1691866" y="1468864"/>
                </a:lnTo>
                <a:lnTo>
                  <a:pt x="1684636" y="1422081"/>
                </a:lnTo>
                <a:lnTo>
                  <a:pt x="1676150" y="1375724"/>
                </a:lnTo>
                <a:lnTo>
                  <a:pt x="1666426" y="1329813"/>
                </a:lnTo>
                <a:lnTo>
                  <a:pt x="1655481" y="1284364"/>
                </a:lnTo>
                <a:lnTo>
                  <a:pt x="1643335" y="1239397"/>
                </a:lnTo>
                <a:lnTo>
                  <a:pt x="1630005" y="1194929"/>
                </a:lnTo>
                <a:lnTo>
                  <a:pt x="1615509" y="1150978"/>
                </a:lnTo>
                <a:lnTo>
                  <a:pt x="1599865" y="1107562"/>
                </a:lnTo>
                <a:lnTo>
                  <a:pt x="1583091" y="1064700"/>
                </a:lnTo>
                <a:lnTo>
                  <a:pt x="1565205" y="1022409"/>
                </a:lnTo>
                <a:lnTo>
                  <a:pt x="1546225" y="980706"/>
                </a:lnTo>
                <a:lnTo>
                  <a:pt x="1526169" y="939612"/>
                </a:lnTo>
                <a:lnTo>
                  <a:pt x="1505056" y="899142"/>
                </a:lnTo>
                <a:lnTo>
                  <a:pt x="1482902" y="859316"/>
                </a:lnTo>
                <a:lnTo>
                  <a:pt x="1459727" y="820151"/>
                </a:lnTo>
                <a:lnTo>
                  <a:pt x="1435548" y="781665"/>
                </a:lnTo>
                <a:lnTo>
                  <a:pt x="1410384" y="743877"/>
                </a:lnTo>
                <a:lnTo>
                  <a:pt x="1384251" y="706804"/>
                </a:lnTo>
                <a:lnTo>
                  <a:pt x="1357169" y="670465"/>
                </a:lnTo>
                <a:lnTo>
                  <a:pt x="1329155" y="634877"/>
                </a:lnTo>
                <a:lnTo>
                  <a:pt x="1300228" y="600058"/>
                </a:lnTo>
                <a:lnTo>
                  <a:pt x="1270405" y="566027"/>
                </a:lnTo>
                <a:lnTo>
                  <a:pt x="1239704" y="532802"/>
                </a:lnTo>
                <a:lnTo>
                  <a:pt x="1208144" y="500400"/>
                </a:lnTo>
                <a:lnTo>
                  <a:pt x="1175742" y="468840"/>
                </a:lnTo>
                <a:lnTo>
                  <a:pt x="1142517" y="438139"/>
                </a:lnTo>
                <a:lnTo>
                  <a:pt x="1108486" y="408316"/>
                </a:lnTo>
                <a:lnTo>
                  <a:pt x="1073668" y="379388"/>
                </a:lnTo>
                <a:lnTo>
                  <a:pt x="1038080" y="351375"/>
                </a:lnTo>
                <a:lnTo>
                  <a:pt x="1001741" y="324292"/>
                </a:lnTo>
                <a:lnTo>
                  <a:pt x="964669" y="298160"/>
                </a:lnTo>
                <a:lnTo>
                  <a:pt x="926881" y="272995"/>
                </a:lnTo>
                <a:lnTo>
                  <a:pt x="888395" y="248816"/>
                </a:lnTo>
                <a:lnTo>
                  <a:pt x="849231" y="225641"/>
                </a:lnTo>
                <a:lnTo>
                  <a:pt x="809405" y="203487"/>
                </a:lnTo>
                <a:lnTo>
                  <a:pt x="768936" y="182374"/>
                </a:lnTo>
                <a:lnTo>
                  <a:pt x="727841" y="162318"/>
                </a:lnTo>
                <a:lnTo>
                  <a:pt x="686139" y="143338"/>
                </a:lnTo>
                <a:lnTo>
                  <a:pt x="643848" y="125452"/>
                </a:lnTo>
                <a:lnTo>
                  <a:pt x="600986" y="108678"/>
                </a:lnTo>
                <a:lnTo>
                  <a:pt x="557571" y="93034"/>
                </a:lnTo>
                <a:lnTo>
                  <a:pt x="513620" y="78538"/>
                </a:lnTo>
                <a:lnTo>
                  <a:pt x="469153" y="65208"/>
                </a:lnTo>
                <a:lnTo>
                  <a:pt x="424186" y="53061"/>
                </a:lnTo>
                <a:lnTo>
                  <a:pt x="378738" y="42117"/>
                </a:lnTo>
                <a:lnTo>
                  <a:pt x="332827" y="32393"/>
                </a:lnTo>
                <a:lnTo>
                  <a:pt x="286471" y="23907"/>
                </a:lnTo>
                <a:lnTo>
                  <a:pt x="239688" y="16677"/>
                </a:lnTo>
                <a:lnTo>
                  <a:pt x="192496" y="10721"/>
                </a:lnTo>
                <a:lnTo>
                  <a:pt x="144914" y="6057"/>
                </a:lnTo>
                <a:lnTo>
                  <a:pt x="96958" y="2704"/>
                </a:lnTo>
                <a:lnTo>
                  <a:pt x="48647" y="679"/>
                </a:lnTo>
                <a:lnTo>
                  <a:pt x="0" y="0"/>
                </a:lnTo>
                <a:close/>
              </a:path>
            </a:pathLst>
          </a:custGeom>
          <a:solidFill>
            <a:srgbClr val="FFFFFF">
              <a:alpha val="69803"/>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6" name="Google Shape;2041;p15"/>
          <p:cNvSpPr/>
          <p:nvPr/>
        </p:nvSpPr>
        <p:spPr>
          <a:xfrm>
            <a:off x="11603291" y="5500381"/>
            <a:ext cx="588709" cy="1362307"/>
          </a:xfrm>
          <a:custGeom>
            <a:avLst/>
            <a:gdLst/>
            <a:ahLst/>
            <a:cxnLst/>
            <a:rect l="l" t="t" r="r" b="b"/>
            <a:pathLst>
              <a:path w="827405" h="2684779" extrusionOk="0">
                <a:moveTo>
                  <a:pt x="0" y="0"/>
                </a:moveTo>
                <a:lnTo>
                  <a:pt x="12" y="818032"/>
                </a:lnTo>
                <a:lnTo>
                  <a:pt x="47741" y="820175"/>
                </a:lnTo>
                <a:lnTo>
                  <a:pt x="94267" y="826481"/>
                </a:lnTo>
                <a:lnTo>
                  <a:pt x="139405" y="836764"/>
                </a:lnTo>
                <a:lnTo>
                  <a:pt x="182971" y="850840"/>
                </a:lnTo>
                <a:lnTo>
                  <a:pt x="224780" y="868523"/>
                </a:lnTo>
                <a:lnTo>
                  <a:pt x="264646" y="889629"/>
                </a:lnTo>
                <a:lnTo>
                  <a:pt x="302386" y="913971"/>
                </a:lnTo>
                <a:lnTo>
                  <a:pt x="337813" y="941366"/>
                </a:lnTo>
                <a:lnTo>
                  <a:pt x="370744" y="971627"/>
                </a:lnTo>
                <a:lnTo>
                  <a:pt x="400994" y="1004570"/>
                </a:lnTo>
                <a:lnTo>
                  <a:pt x="428376" y="1040010"/>
                </a:lnTo>
                <a:lnTo>
                  <a:pt x="452708" y="1077761"/>
                </a:lnTo>
                <a:lnTo>
                  <a:pt x="473803" y="1117638"/>
                </a:lnTo>
                <a:lnTo>
                  <a:pt x="491478" y="1159457"/>
                </a:lnTo>
                <a:lnTo>
                  <a:pt x="505546" y="1203032"/>
                </a:lnTo>
                <a:lnTo>
                  <a:pt x="515824" y="1248177"/>
                </a:lnTo>
                <a:lnTo>
                  <a:pt x="522126" y="1294708"/>
                </a:lnTo>
                <a:lnTo>
                  <a:pt x="524268" y="1342440"/>
                </a:lnTo>
                <a:lnTo>
                  <a:pt x="522126" y="1390150"/>
                </a:lnTo>
                <a:lnTo>
                  <a:pt x="515824" y="1436662"/>
                </a:lnTo>
                <a:lnTo>
                  <a:pt x="505546" y="1481790"/>
                </a:lnTo>
                <a:lnTo>
                  <a:pt x="491478" y="1525350"/>
                </a:lnTo>
                <a:lnTo>
                  <a:pt x="473803" y="1567155"/>
                </a:lnTo>
                <a:lnTo>
                  <a:pt x="452708" y="1607021"/>
                </a:lnTo>
                <a:lnTo>
                  <a:pt x="428376" y="1644763"/>
                </a:lnTo>
                <a:lnTo>
                  <a:pt x="400994" y="1680195"/>
                </a:lnTo>
                <a:lnTo>
                  <a:pt x="370744" y="1713131"/>
                </a:lnTo>
                <a:lnTo>
                  <a:pt x="337813" y="1743387"/>
                </a:lnTo>
                <a:lnTo>
                  <a:pt x="302386" y="1770778"/>
                </a:lnTo>
                <a:lnTo>
                  <a:pt x="264646" y="1795117"/>
                </a:lnTo>
                <a:lnTo>
                  <a:pt x="224780" y="1816221"/>
                </a:lnTo>
                <a:lnTo>
                  <a:pt x="182971" y="1833902"/>
                </a:lnTo>
                <a:lnTo>
                  <a:pt x="139405" y="1847977"/>
                </a:lnTo>
                <a:lnTo>
                  <a:pt x="94267" y="1858260"/>
                </a:lnTo>
                <a:lnTo>
                  <a:pt x="47741" y="1864566"/>
                </a:lnTo>
                <a:lnTo>
                  <a:pt x="12" y="1866709"/>
                </a:lnTo>
                <a:lnTo>
                  <a:pt x="12" y="2684729"/>
                </a:lnTo>
                <a:lnTo>
                  <a:pt x="48164" y="2683881"/>
                </a:lnTo>
                <a:lnTo>
                  <a:pt x="95889" y="2681358"/>
                </a:lnTo>
                <a:lnTo>
                  <a:pt x="143159" y="2677188"/>
                </a:lnTo>
                <a:lnTo>
                  <a:pt x="189945" y="2671399"/>
                </a:lnTo>
                <a:lnTo>
                  <a:pt x="236219" y="2664019"/>
                </a:lnTo>
                <a:lnTo>
                  <a:pt x="281954" y="2655077"/>
                </a:lnTo>
                <a:lnTo>
                  <a:pt x="327119" y="2644602"/>
                </a:lnTo>
                <a:lnTo>
                  <a:pt x="371688" y="2632621"/>
                </a:lnTo>
                <a:lnTo>
                  <a:pt x="415631" y="2619163"/>
                </a:lnTo>
                <a:lnTo>
                  <a:pt x="458920" y="2604257"/>
                </a:lnTo>
                <a:lnTo>
                  <a:pt x="501528" y="2587930"/>
                </a:lnTo>
                <a:lnTo>
                  <a:pt x="543424" y="2570212"/>
                </a:lnTo>
                <a:lnTo>
                  <a:pt x="584582" y="2551130"/>
                </a:lnTo>
                <a:lnTo>
                  <a:pt x="624972" y="2530714"/>
                </a:lnTo>
                <a:lnTo>
                  <a:pt x="664567" y="2508990"/>
                </a:lnTo>
                <a:lnTo>
                  <a:pt x="703337" y="2485989"/>
                </a:lnTo>
                <a:lnTo>
                  <a:pt x="741255" y="2461738"/>
                </a:lnTo>
                <a:lnTo>
                  <a:pt x="778292" y="2436266"/>
                </a:lnTo>
                <a:lnTo>
                  <a:pt x="814420" y="2409600"/>
                </a:lnTo>
                <a:lnTo>
                  <a:pt x="827328" y="2399392"/>
                </a:lnTo>
                <a:lnTo>
                  <a:pt x="827328" y="285353"/>
                </a:lnTo>
                <a:lnTo>
                  <a:pt x="778286" y="248472"/>
                </a:lnTo>
                <a:lnTo>
                  <a:pt x="741249" y="222998"/>
                </a:lnTo>
                <a:lnTo>
                  <a:pt x="703331" y="198746"/>
                </a:lnTo>
                <a:lnTo>
                  <a:pt x="664560" y="175743"/>
                </a:lnTo>
                <a:lnTo>
                  <a:pt x="624965" y="154019"/>
                </a:lnTo>
                <a:lnTo>
                  <a:pt x="584575" y="133601"/>
                </a:lnTo>
                <a:lnTo>
                  <a:pt x="543417" y="114519"/>
                </a:lnTo>
                <a:lnTo>
                  <a:pt x="501520" y="96800"/>
                </a:lnTo>
                <a:lnTo>
                  <a:pt x="458913" y="80473"/>
                </a:lnTo>
                <a:lnTo>
                  <a:pt x="415623" y="65566"/>
                </a:lnTo>
                <a:lnTo>
                  <a:pt x="371680" y="52108"/>
                </a:lnTo>
                <a:lnTo>
                  <a:pt x="327111" y="40127"/>
                </a:lnTo>
                <a:lnTo>
                  <a:pt x="281945" y="29651"/>
                </a:lnTo>
                <a:lnTo>
                  <a:pt x="236210" y="20709"/>
                </a:lnTo>
                <a:lnTo>
                  <a:pt x="189935" y="13329"/>
                </a:lnTo>
                <a:lnTo>
                  <a:pt x="143148" y="7540"/>
                </a:lnTo>
                <a:lnTo>
                  <a:pt x="95878" y="3370"/>
                </a:lnTo>
                <a:lnTo>
                  <a:pt x="48152" y="847"/>
                </a:lnTo>
                <a:lnTo>
                  <a:pt x="0" y="0"/>
                </a:lnTo>
                <a:close/>
              </a:path>
            </a:pathLst>
          </a:custGeom>
          <a:solidFill>
            <a:srgbClr val="EA9F3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8" name="Google Shape;2159;p195"/>
          <p:cNvSpPr/>
          <p:nvPr/>
        </p:nvSpPr>
        <p:spPr>
          <a:xfrm>
            <a:off x="936704" y="2302728"/>
            <a:ext cx="2383271" cy="2269271"/>
          </a:xfrm>
          <a:prstGeom prst="ellipse">
            <a:avLst/>
          </a:prstGeom>
          <a:solidFill>
            <a:srgbClr val="E6E8E8"/>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200"/>
              <a:buFont typeface="Arial"/>
              <a:buNone/>
            </a:pPr>
            <a:r>
              <a:rPr lang="es-ES" sz="5400" b="1" i="0" u="none" strike="noStrike" cap="none" dirty="0" smtClean="0">
                <a:solidFill>
                  <a:srgbClr val="FF0000"/>
                </a:solidFill>
                <a:latin typeface="Calibri"/>
                <a:ea typeface="Calibri"/>
                <a:cs typeface="Calibri"/>
                <a:sym typeface="Calibri"/>
              </a:rPr>
              <a:t>Error</a:t>
            </a:r>
            <a:endParaRPr sz="1050" b="0" i="0" u="none" strike="noStrike" cap="none" dirty="0">
              <a:solidFill>
                <a:srgbClr val="FF0000"/>
              </a:solidFill>
              <a:sym typeface="Arial"/>
            </a:endParaRPr>
          </a:p>
        </p:txBody>
      </p:sp>
      <p:sp>
        <p:nvSpPr>
          <p:cNvPr id="19" name="Google Shape;2264;p202"/>
          <p:cNvSpPr txBox="1"/>
          <p:nvPr/>
        </p:nvSpPr>
        <p:spPr>
          <a:xfrm>
            <a:off x="5512869" y="3013420"/>
            <a:ext cx="4716461" cy="861774"/>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3200"/>
              <a:buFont typeface="Arial"/>
              <a:buNone/>
            </a:pPr>
            <a:r>
              <a:rPr lang="es-ES" sz="3200" b="0" i="0" u="none" strike="noStrike" cap="none" dirty="0" err="1">
                <a:solidFill>
                  <a:schemeClr val="accent1"/>
                </a:solidFill>
                <a:latin typeface="Tahoma"/>
                <a:ea typeface="Tahoma"/>
                <a:cs typeface="Tahoma"/>
                <a:sym typeface="Tahoma"/>
              </a:rPr>
              <a:t>var</a:t>
            </a:r>
            <a:r>
              <a:rPr lang="es-ES" sz="3200" b="0" i="0" u="none" strike="noStrike" cap="none" dirty="0">
                <a:solidFill>
                  <a:schemeClr val="accent1"/>
                </a:solidFill>
                <a:latin typeface="Tahoma"/>
                <a:ea typeface="Tahoma"/>
                <a:cs typeface="Tahoma"/>
                <a:sym typeface="Tahoma"/>
              </a:rPr>
              <a:t>  </a:t>
            </a:r>
            <a:r>
              <a:rPr lang="es-ES" sz="3200" b="0" i="0" u="none" strike="noStrike" cap="none" dirty="0">
                <a:solidFill>
                  <a:srgbClr val="FF0000"/>
                </a:solidFill>
                <a:latin typeface="Tahoma"/>
                <a:ea typeface="Tahoma"/>
                <a:cs typeface="Tahoma"/>
                <a:sym typeface="Tahoma"/>
              </a:rPr>
              <a:t>/</a:t>
            </a:r>
            <a:r>
              <a:rPr lang="es-ES" sz="3200" b="0" i="0" u="none" strike="noStrike" cap="none" dirty="0" err="1">
                <a:solidFill>
                  <a:schemeClr val="lt1"/>
                </a:solidFill>
                <a:latin typeface="Tahoma"/>
                <a:ea typeface="Tahoma"/>
                <a:cs typeface="Tahoma"/>
                <a:sym typeface="Tahoma"/>
              </a:rPr>
              <a:t>estatura_usuario</a:t>
            </a:r>
            <a:endParaRPr sz="3200" b="0" i="0" u="none" strike="noStrike" cap="none" dirty="0">
              <a:solidFill>
                <a:schemeClr val="lt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lt1"/>
              </a:solidFill>
              <a:latin typeface="Tahoma"/>
              <a:ea typeface="Tahoma"/>
              <a:cs typeface="Tahoma"/>
              <a:sym typeface="Tahoma"/>
            </a:endParaRPr>
          </a:p>
        </p:txBody>
      </p:sp>
      <p:sp>
        <p:nvSpPr>
          <p:cNvPr id="3" name="Rectángulo 2"/>
          <p:cNvSpPr/>
          <p:nvPr/>
        </p:nvSpPr>
        <p:spPr>
          <a:xfrm>
            <a:off x="5139246" y="5080100"/>
            <a:ext cx="6096000" cy="1200329"/>
          </a:xfrm>
          <a:prstGeom prst="rect">
            <a:avLst/>
          </a:prstGeom>
        </p:spPr>
        <p:txBody>
          <a:bodyPr>
            <a:spAutoFit/>
          </a:bodyPr>
          <a:lstStyle/>
          <a:p>
            <a:pPr lvl="0">
              <a:buSzPts val="1800"/>
            </a:pPr>
            <a:r>
              <a:rPr lang="es-MX" sz="1800" dirty="0">
                <a:solidFill>
                  <a:srgbClr val="872789"/>
                </a:solidFill>
                <a:latin typeface="Gotham Rounded Medium" panose="02000000000000000000" pitchFamily="50" charset="0"/>
                <a:ea typeface="Tahoma"/>
                <a:cs typeface="Tahoma"/>
                <a:sym typeface="Tahoma"/>
              </a:rPr>
              <a:t>¡</a:t>
            </a:r>
            <a:r>
              <a:rPr lang="es-MX" sz="1800" dirty="0" err="1">
                <a:solidFill>
                  <a:srgbClr val="872789"/>
                </a:solidFill>
                <a:latin typeface="Gotham Rounded Medium" panose="02000000000000000000" pitchFamily="50" charset="0"/>
                <a:ea typeface="Tahoma"/>
                <a:cs typeface="Tahoma"/>
                <a:sym typeface="Tahoma"/>
              </a:rPr>
              <a:t>Auch</a:t>
            </a:r>
            <a:r>
              <a:rPr lang="es-MX" sz="1800" dirty="0">
                <a:solidFill>
                  <a:srgbClr val="872789"/>
                </a:solidFill>
                <a:latin typeface="Gotham Rounded Medium" panose="02000000000000000000" pitchFamily="50" charset="0"/>
                <a:ea typeface="Tahoma"/>
                <a:cs typeface="Tahoma"/>
                <a:sym typeface="Tahoma"/>
              </a:rPr>
              <a:t>, no! Los nombres de las variables no pueden comenzar con una barra inclinada derecha porque ésta se utiliza como un operador para hacer divisiones matemáticas…</a:t>
            </a:r>
            <a:endParaRPr lang="es-MX" sz="1800" dirty="0">
              <a:solidFill>
                <a:srgbClr val="872789"/>
              </a:solidFill>
              <a:latin typeface="Gotham Rounded Medium" panose="02000000000000000000" pitchFamily="50" charset="0"/>
              <a:ea typeface="Calibri"/>
              <a:cs typeface="Calibri"/>
              <a:sym typeface="Calibri"/>
            </a:endParaRPr>
          </a:p>
        </p:txBody>
      </p:sp>
    </p:spTree>
    <p:extLst>
      <p:ext uri="{BB962C8B-B14F-4D97-AF65-F5344CB8AC3E}">
        <p14:creationId xmlns:p14="http://schemas.microsoft.com/office/powerpoint/2010/main" val="1855935910"/>
      </p:ext>
    </p:extLst>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Shape 2136"/>
        <p:cNvGrpSpPr/>
        <p:nvPr/>
      </p:nvGrpSpPr>
      <p:grpSpPr>
        <a:xfrm>
          <a:off x="0" y="0"/>
          <a:ext cx="0" cy="0"/>
          <a:chOff x="0" y="0"/>
          <a:chExt cx="0" cy="0"/>
        </a:xfrm>
      </p:grpSpPr>
      <p:sp>
        <p:nvSpPr>
          <p:cNvPr id="11" name="Google Shape;2039;p15"/>
          <p:cNvSpPr/>
          <p:nvPr/>
        </p:nvSpPr>
        <p:spPr>
          <a:xfrm>
            <a:off x="13918" y="-4314"/>
            <a:ext cx="12189124" cy="6862313"/>
          </a:xfrm>
          <a:custGeom>
            <a:avLst/>
            <a:gdLst/>
            <a:ahLst/>
            <a:cxnLst/>
            <a:rect l="l" t="t" r="r" b="b"/>
            <a:pathLst>
              <a:path w="17348200" h="9753600" extrusionOk="0">
                <a:moveTo>
                  <a:pt x="17348200" y="0"/>
                </a:moveTo>
                <a:lnTo>
                  <a:pt x="0" y="0"/>
                </a:lnTo>
                <a:lnTo>
                  <a:pt x="0" y="9753600"/>
                </a:lnTo>
                <a:lnTo>
                  <a:pt x="17348200" y="9753600"/>
                </a:lnTo>
                <a:lnTo>
                  <a:pt x="17348200" y="0"/>
                </a:lnTo>
                <a:close/>
              </a:path>
            </a:pathLst>
          </a:custGeom>
          <a:solidFill>
            <a:srgbClr val="EEEEE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138" name="Google Shape;2138;p194"/>
          <p:cNvSpPr/>
          <p:nvPr/>
        </p:nvSpPr>
        <p:spPr>
          <a:xfrm>
            <a:off x="5208539" y="627076"/>
            <a:ext cx="5272360" cy="1299479"/>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4000" b="1" i="0" u="none" strike="noStrike" cap="none" dirty="0">
                <a:solidFill>
                  <a:srgbClr val="872789"/>
                </a:solidFill>
                <a:latin typeface="Gotham Rounded Medium" panose="02000000000000000000" pitchFamily="50" charset="0"/>
                <a:sym typeface="Arial"/>
              </a:rPr>
              <a:t>¿Este nombre de variable es válido?</a:t>
            </a:r>
            <a:endParaRPr sz="2400" b="0" i="0" u="none" strike="noStrike" cap="none" dirty="0">
              <a:solidFill>
                <a:srgbClr val="872789"/>
              </a:solidFill>
              <a:latin typeface="Gotham Rounded Medium" panose="02000000000000000000" pitchFamily="50" charset="0"/>
              <a:sym typeface="Arial"/>
            </a:endParaRPr>
          </a:p>
        </p:txBody>
      </p:sp>
      <p:pic>
        <p:nvPicPr>
          <p:cNvPr id="2139" name="Google Shape;2139;p194" descr="Help"/>
          <p:cNvPicPr preferRelativeResize="0"/>
          <p:nvPr/>
        </p:nvPicPr>
        <p:blipFill rotWithShape="1">
          <a:blip r:embed="rId3">
            <a:alphaModFix/>
            <a:duotone>
              <a:prstClr val="black"/>
              <a:schemeClr val="accent2">
                <a:tint val="45000"/>
                <a:satMod val="400000"/>
              </a:schemeClr>
            </a:duotone>
          </a:blip>
          <a:srcRect/>
          <a:stretch/>
        </p:blipFill>
        <p:spPr>
          <a:xfrm>
            <a:off x="730053" y="1926555"/>
            <a:ext cx="2814842" cy="2814842"/>
          </a:xfrm>
          <a:prstGeom prst="rect">
            <a:avLst/>
          </a:prstGeom>
          <a:noFill/>
          <a:ln>
            <a:noFill/>
          </a:ln>
        </p:spPr>
      </p:pic>
      <p:sp>
        <p:nvSpPr>
          <p:cNvPr id="2140" name="Google Shape;2140;p194"/>
          <p:cNvSpPr/>
          <p:nvPr/>
        </p:nvSpPr>
        <p:spPr>
          <a:xfrm>
            <a:off x="4940490" y="2128156"/>
            <a:ext cx="6493519" cy="2601687"/>
          </a:xfrm>
          <a:prstGeom prst="roundRect">
            <a:avLst>
              <a:gd name="adj" fmla="val 4602"/>
            </a:avLst>
          </a:prstGeom>
          <a:solidFill>
            <a:srgbClr val="1F232F"/>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141" name="Google Shape;2141;p194"/>
          <p:cNvGrpSpPr/>
          <p:nvPr/>
        </p:nvGrpSpPr>
        <p:grpSpPr>
          <a:xfrm>
            <a:off x="4940489" y="2128155"/>
            <a:ext cx="6493519" cy="413657"/>
            <a:chOff x="3383283" y="0"/>
            <a:chExt cx="5094515" cy="413657"/>
          </a:xfrm>
        </p:grpSpPr>
        <p:sp>
          <p:nvSpPr>
            <p:cNvPr id="2142" name="Google Shape;2142;p194"/>
            <p:cNvSpPr/>
            <p:nvPr/>
          </p:nvSpPr>
          <p:spPr>
            <a:xfrm>
              <a:off x="3383283" y="0"/>
              <a:ext cx="5094515"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43" name="Google Shape;2143;p194"/>
            <p:cNvSpPr txBox="1"/>
            <p:nvPr/>
          </p:nvSpPr>
          <p:spPr>
            <a:xfrm>
              <a:off x="3707566" y="42482"/>
              <a:ext cx="195424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variables.js</a:t>
              </a:r>
              <a:endParaRPr sz="1400" b="0" i="0" u="none" strike="noStrike" cap="none">
                <a:solidFill>
                  <a:schemeClr val="lt1"/>
                </a:solidFill>
                <a:latin typeface="Arial"/>
                <a:ea typeface="Arial"/>
                <a:cs typeface="Arial"/>
                <a:sym typeface="Arial"/>
              </a:endParaRPr>
            </a:p>
          </p:txBody>
        </p:sp>
        <p:cxnSp>
          <p:nvCxnSpPr>
            <p:cNvPr id="2144" name="Google Shape;2144;p194"/>
            <p:cNvCxnSpPr/>
            <p:nvPr/>
          </p:nvCxnSpPr>
          <p:spPr>
            <a:xfrm>
              <a:off x="3707567" y="403200"/>
              <a:ext cx="1954241" cy="10457"/>
            </a:xfrm>
            <a:prstGeom prst="straightConnector1">
              <a:avLst/>
            </a:prstGeom>
            <a:noFill/>
            <a:ln w="15875" cap="flat" cmpd="sng">
              <a:solidFill>
                <a:srgbClr val="F2CD84"/>
              </a:solidFill>
              <a:prstDash val="solid"/>
              <a:miter lim="800000"/>
              <a:headEnd type="none" w="sm" len="sm"/>
              <a:tailEnd type="none" w="sm" len="sm"/>
            </a:ln>
          </p:spPr>
        </p:cxnSp>
      </p:grpSp>
      <p:pic>
        <p:nvPicPr>
          <p:cNvPr id="12" name="Google Shape;2040;p15"/>
          <p:cNvPicPr preferRelativeResize="0"/>
          <p:nvPr/>
        </p:nvPicPr>
        <p:blipFill rotWithShape="1">
          <a:blip r:embed="rId4">
            <a:alphaModFix/>
          </a:blip>
          <a:srcRect/>
          <a:stretch/>
        </p:blipFill>
        <p:spPr>
          <a:xfrm>
            <a:off x="964654" y="0"/>
            <a:ext cx="689975" cy="1262743"/>
          </a:xfrm>
          <a:prstGeom prst="rect">
            <a:avLst/>
          </a:prstGeom>
          <a:noFill/>
          <a:ln>
            <a:noFill/>
          </a:ln>
        </p:spPr>
      </p:pic>
      <p:sp>
        <p:nvSpPr>
          <p:cNvPr id="15" name="Google Shape;2161;p15"/>
          <p:cNvSpPr/>
          <p:nvPr/>
        </p:nvSpPr>
        <p:spPr>
          <a:xfrm>
            <a:off x="0" y="5500381"/>
            <a:ext cx="730053" cy="1357619"/>
          </a:xfrm>
          <a:custGeom>
            <a:avLst/>
            <a:gdLst/>
            <a:ahLst/>
            <a:cxnLst/>
            <a:rect l="l" t="t" r="r" b="b"/>
            <a:pathLst>
              <a:path w="1708785" h="3416934" extrusionOk="0">
                <a:moveTo>
                  <a:pt x="0" y="0"/>
                </a:moveTo>
                <a:lnTo>
                  <a:pt x="0" y="1041120"/>
                </a:lnTo>
                <a:lnTo>
                  <a:pt x="47663" y="1042796"/>
                </a:lnTo>
                <a:lnTo>
                  <a:pt x="94420" y="1047748"/>
                </a:lnTo>
                <a:lnTo>
                  <a:pt x="140158" y="1055864"/>
                </a:lnTo>
                <a:lnTo>
                  <a:pt x="184765" y="1067030"/>
                </a:lnTo>
                <a:lnTo>
                  <a:pt x="228127" y="1081134"/>
                </a:lnTo>
                <a:lnTo>
                  <a:pt x="270131" y="1098063"/>
                </a:lnTo>
                <a:lnTo>
                  <a:pt x="310666" y="1117703"/>
                </a:lnTo>
                <a:lnTo>
                  <a:pt x="349618" y="1139942"/>
                </a:lnTo>
                <a:lnTo>
                  <a:pt x="386874" y="1164666"/>
                </a:lnTo>
                <a:lnTo>
                  <a:pt x="422321" y="1191763"/>
                </a:lnTo>
                <a:lnTo>
                  <a:pt x="455848" y="1221121"/>
                </a:lnTo>
                <a:lnTo>
                  <a:pt x="487340" y="1252624"/>
                </a:lnTo>
                <a:lnTo>
                  <a:pt x="516686" y="1286162"/>
                </a:lnTo>
                <a:lnTo>
                  <a:pt x="543772" y="1321621"/>
                </a:lnTo>
                <a:lnTo>
                  <a:pt x="568486" y="1358888"/>
                </a:lnTo>
                <a:lnTo>
                  <a:pt x="590714" y="1397850"/>
                </a:lnTo>
                <a:lnTo>
                  <a:pt x="610345" y="1438394"/>
                </a:lnTo>
                <a:lnTo>
                  <a:pt x="627265" y="1480407"/>
                </a:lnTo>
                <a:lnTo>
                  <a:pt x="641362" y="1523776"/>
                </a:lnTo>
                <a:lnTo>
                  <a:pt x="652522" y="1568389"/>
                </a:lnTo>
                <a:lnTo>
                  <a:pt x="660633" y="1614132"/>
                </a:lnTo>
                <a:lnTo>
                  <a:pt x="665583" y="1660892"/>
                </a:lnTo>
                <a:lnTo>
                  <a:pt x="667258" y="1708556"/>
                </a:lnTo>
                <a:lnTo>
                  <a:pt x="665583" y="1756198"/>
                </a:lnTo>
                <a:lnTo>
                  <a:pt x="660633" y="1802938"/>
                </a:lnTo>
                <a:lnTo>
                  <a:pt x="652522" y="1848662"/>
                </a:lnTo>
                <a:lnTo>
                  <a:pt x="641362" y="1893257"/>
                </a:lnTo>
                <a:lnTo>
                  <a:pt x="627265" y="1936611"/>
                </a:lnTo>
                <a:lnTo>
                  <a:pt x="610345" y="1978610"/>
                </a:lnTo>
                <a:lnTo>
                  <a:pt x="590714" y="2019141"/>
                </a:lnTo>
                <a:lnTo>
                  <a:pt x="568486" y="2058092"/>
                </a:lnTo>
                <a:lnTo>
                  <a:pt x="543772" y="2095349"/>
                </a:lnTo>
                <a:lnTo>
                  <a:pt x="516686" y="2130799"/>
                </a:lnTo>
                <a:lnTo>
                  <a:pt x="487340" y="2164329"/>
                </a:lnTo>
                <a:lnTo>
                  <a:pt x="455848" y="2195826"/>
                </a:lnTo>
                <a:lnTo>
                  <a:pt x="422321" y="2225178"/>
                </a:lnTo>
                <a:lnTo>
                  <a:pt x="386874" y="2252270"/>
                </a:lnTo>
                <a:lnTo>
                  <a:pt x="349618" y="2276991"/>
                </a:lnTo>
                <a:lnTo>
                  <a:pt x="310666" y="2299226"/>
                </a:lnTo>
                <a:lnTo>
                  <a:pt x="270131" y="2318864"/>
                </a:lnTo>
                <a:lnTo>
                  <a:pt x="228127" y="2335790"/>
                </a:lnTo>
                <a:lnTo>
                  <a:pt x="184765" y="2349893"/>
                </a:lnTo>
                <a:lnTo>
                  <a:pt x="140158" y="2361058"/>
                </a:lnTo>
                <a:lnTo>
                  <a:pt x="94420" y="2369173"/>
                </a:lnTo>
                <a:lnTo>
                  <a:pt x="47663" y="2374125"/>
                </a:lnTo>
                <a:lnTo>
                  <a:pt x="0" y="2375801"/>
                </a:lnTo>
                <a:lnTo>
                  <a:pt x="0" y="3416935"/>
                </a:lnTo>
                <a:lnTo>
                  <a:pt x="48647" y="3416255"/>
                </a:lnTo>
                <a:lnTo>
                  <a:pt x="96958" y="3414230"/>
                </a:lnTo>
                <a:lnTo>
                  <a:pt x="144914" y="3410877"/>
                </a:lnTo>
                <a:lnTo>
                  <a:pt x="192496" y="3406213"/>
                </a:lnTo>
                <a:lnTo>
                  <a:pt x="239688" y="3400257"/>
                </a:lnTo>
                <a:lnTo>
                  <a:pt x="286471" y="3393027"/>
                </a:lnTo>
                <a:lnTo>
                  <a:pt x="332827" y="3384541"/>
                </a:lnTo>
                <a:lnTo>
                  <a:pt x="378738" y="3374817"/>
                </a:lnTo>
                <a:lnTo>
                  <a:pt x="424186" y="3363873"/>
                </a:lnTo>
                <a:lnTo>
                  <a:pt x="469153" y="3351727"/>
                </a:lnTo>
                <a:lnTo>
                  <a:pt x="513620" y="3338397"/>
                </a:lnTo>
                <a:lnTo>
                  <a:pt x="557571" y="3323902"/>
                </a:lnTo>
                <a:lnTo>
                  <a:pt x="600986" y="3308258"/>
                </a:lnTo>
                <a:lnTo>
                  <a:pt x="643848" y="3291484"/>
                </a:lnTo>
                <a:lnTo>
                  <a:pt x="686139" y="3273599"/>
                </a:lnTo>
                <a:lnTo>
                  <a:pt x="727841" y="3254620"/>
                </a:lnTo>
                <a:lnTo>
                  <a:pt x="768936" y="3234565"/>
                </a:lnTo>
                <a:lnTo>
                  <a:pt x="809405" y="3213452"/>
                </a:lnTo>
                <a:lnTo>
                  <a:pt x="849231" y="3191299"/>
                </a:lnTo>
                <a:lnTo>
                  <a:pt x="888395" y="3168125"/>
                </a:lnTo>
                <a:lnTo>
                  <a:pt x="926881" y="3143947"/>
                </a:lnTo>
                <a:lnTo>
                  <a:pt x="964669" y="3118784"/>
                </a:lnTo>
                <a:lnTo>
                  <a:pt x="1001741" y="3092653"/>
                </a:lnTo>
                <a:lnTo>
                  <a:pt x="1038080" y="3065572"/>
                </a:lnTo>
                <a:lnTo>
                  <a:pt x="1073668" y="3037560"/>
                </a:lnTo>
                <a:lnTo>
                  <a:pt x="1108486" y="3008634"/>
                </a:lnTo>
                <a:lnTo>
                  <a:pt x="1142517" y="2978813"/>
                </a:lnTo>
                <a:lnTo>
                  <a:pt x="1175742" y="2948114"/>
                </a:lnTo>
                <a:lnTo>
                  <a:pt x="1208144" y="2916556"/>
                </a:lnTo>
                <a:lnTo>
                  <a:pt x="1239704" y="2884157"/>
                </a:lnTo>
                <a:lnTo>
                  <a:pt x="1270405" y="2850934"/>
                </a:lnTo>
                <a:lnTo>
                  <a:pt x="1300228" y="2816905"/>
                </a:lnTo>
                <a:lnTo>
                  <a:pt x="1329155" y="2782090"/>
                </a:lnTo>
                <a:lnTo>
                  <a:pt x="1357169" y="2746505"/>
                </a:lnTo>
                <a:lnTo>
                  <a:pt x="1384251" y="2710169"/>
                </a:lnTo>
                <a:lnTo>
                  <a:pt x="1410384" y="2673099"/>
                </a:lnTo>
                <a:lnTo>
                  <a:pt x="1435548" y="2635315"/>
                </a:lnTo>
                <a:lnTo>
                  <a:pt x="1459727" y="2596833"/>
                </a:lnTo>
                <a:lnTo>
                  <a:pt x="1482902" y="2557672"/>
                </a:lnTo>
                <a:lnTo>
                  <a:pt x="1505056" y="2517850"/>
                </a:lnTo>
                <a:lnTo>
                  <a:pt x="1526169" y="2477385"/>
                </a:lnTo>
                <a:lnTo>
                  <a:pt x="1546225" y="2436295"/>
                </a:lnTo>
                <a:lnTo>
                  <a:pt x="1565205" y="2394598"/>
                </a:lnTo>
                <a:lnTo>
                  <a:pt x="1583091" y="2352312"/>
                </a:lnTo>
                <a:lnTo>
                  <a:pt x="1599865" y="2309455"/>
                </a:lnTo>
                <a:lnTo>
                  <a:pt x="1615509" y="2266044"/>
                </a:lnTo>
                <a:lnTo>
                  <a:pt x="1630005" y="2222099"/>
                </a:lnTo>
                <a:lnTo>
                  <a:pt x="1643335" y="2177638"/>
                </a:lnTo>
                <a:lnTo>
                  <a:pt x="1655481" y="2132677"/>
                </a:lnTo>
                <a:lnTo>
                  <a:pt x="1666426" y="2087235"/>
                </a:lnTo>
                <a:lnTo>
                  <a:pt x="1676150" y="2041331"/>
                </a:lnTo>
                <a:lnTo>
                  <a:pt x="1684636" y="1994982"/>
                </a:lnTo>
                <a:lnTo>
                  <a:pt x="1691866" y="1948206"/>
                </a:lnTo>
                <a:lnTo>
                  <a:pt x="1697822" y="1901021"/>
                </a:lnTo>
                <a:lnTo>
                  <a:pt x="1702485" y="1853446"/>
                </a:lnTo>
                <a:lnTo>
                  <a:pt x="1705839" y="1805498"/>
                </a:lnTo>
                <a:lnTo>
                  <a:pt x="1707864" y="1757195"/>
                </a:lnTo>
                <a:lnTo>
                  <a:pt x="1708543" y="1708556"/>
                </a:lnTo>
                <a:lnTo>
                  <a:pt x="1707864" y="1659908"/>
                </a:lnTo>
                <a:lnTo>
                  <a:pt x="1705839" y="1611596"/>
                </a:lnTo>
                <a:lnTo>
                  <a:pt x="1702485" y="1563640"/>
                </a:lnTo>
                <a:lnTo>
                  <a:pt x="1697822" y="1516056"/>
                </a:lnTo>
                <a:lnTo>
                  <a:pt x="1691866" y="1468864"/>
                </a:lnTo>
                <a:lnTo>
                  <a:pt x="1684636" y="1422081"/>
                </a:lnTo>
                <a:lnTo>
                  <a:pt x="1676150" y="1375724"/>
                </a:lnTo>
                <a:lnTo>
                  <a:pt x="1666426" y="1329813"/>
                </a:lnTo>
                <a:lnTo>
                  <a:pt x="1655481" y="1284364"/>
                </a:lnTo>
                <a:lnTo>
                  <a:pt x="1643335" y="1239397"/>
                </a:lnTo>
                <a:lnTo>
                  <a:pt x="1630005" y="1194929"/>
                </a:lnTo>
                <a:lnTo>
                  <a:pt x="1615509" y="1150978"/>
                </a:lnTo>
                <a:lnTo>
                  <a:pt x="1599865" y="1107562"/>
                </a:lnTo>
                <a:lnTo>
                  <a:pt x="1583091" y="1064700"/>
                </a:lnTo>
                <a:lnTo>
                  <a:pt x="1565205" y="1022409"/>
                </a:lnTo>
                <a:lnTo>
                  <a:pt x="1546225" y="980706"/>
                </a:lnTo>
                <a:lnTo>
                  <a:pt x="1526169" y="939612"/>
                </a:lnTo>
                <a:lnTo>
                  <a:pt x="1505056" y="899142"/>
                </a:lnTo>
                <a:lnTo>
                  <a:pt x="1482902" y="859316"/>
                </a:lnTo>
                <a:lnTo>
                  <a:pt x="1459727" y="820151"/>
                </a:lnTo>
                <a:lnTo>
                  <a:pt x="1435548" y="781665"/>
                </a:lnTo>
                <a:lnTo>
                  <a:pt x="1410384" y="743877"/>
                </a:lnTo>
                <a:lnTo>
                  <a:pt x="1384251" y="706804"/>
                </a:lnTo>
                <a:lnTo>
                  <a:pt x="1357169" y="670465"/>
                </a:lnTo>
                <a:lnTo>
                  <a:pt x="1329155" y="634877"/>
                </a:lnTo>
                <a:lnTo>
                  <a:pt x="1300228" y="600058"/>
                </a:lnTo>
                <a:lnTo>
                  <a:pt x="1270405" y="566027"/>
                </a:lnTo>
                <a:lnTo>
                  <a:pt x="1239704" y="532802"/>
                </a:lnTo>
                <a:lnTo>
                  <a:pt x="1208144" y="500400"/>
                </a:lnTo>
                <a:lnTo>
                  <a:pt x="1175742" y="468840"/>
                </a:lnTo>
                <a:lnTo>
                  <a:pt x="1142517" y="438139"/>
                </a:lnTo>
                <a:lnTo>
                  <a:pt x="1108486" y="408316"/>
                </a:lnTo>
                <a:lnTo>
                  <a:pt x="1073668" y="379388"/>
                </a:lnTo>
                <a:lnTo>
                  <a:pt x="1038080" y="351375"/>
                </a:lnTo>
                <a:lnTo>
                  <a:pt x="1001741" y="324292"/>
                </a:lnTo>
                <a:lnTo>
                  <a:pt x="964669" y="298160"/>
                </a:lnTo>
                <a:lnTo>
                  <a:pt x="926881" y="272995"/>
                </a:lnTo>
                <a:lnTo>
                  <a:pt x="888395" y="248816"/>
                </a:lnTo>
                <a:lnTo>
                  <a:pt x="849231" y="225641"/>
                </a:lnTo>
                <a:lnTo>
                  <a:pt x="809405" y="203487"/>
                </a:lnTo>
                <a:lnTo>
                  <a:pt x="768936" y="182374"/>
                </a:lnTo>
                <a:lnTo>
                  <a:pt x="727841" y="162318"/>
                </a:lnTo>
                <a:lnTo>
                  <a:pt x="686139" y="143338"/>
                </a:lnTo>
                <a:lnTo>
                  <a:pt x="643848" y="125452"/>
                </a:lnTo>
                <a:lnTo>
                  <a:pt x="600986" y="108678"/>
                </a:lnTo>
                <a:lnTo>
                  <a:pt x="557571" y="93034"/>
                </a:lnTo>
                <a:lnTo>
                  <a:pt x="513620" y="78538"/>
                </a:lnTo>
                <a:lnTo>
                  <a:pt x="469153" y="65208"/>
                </a:lnTo>
                <a:lnTo>
                  <a:pt x="424186" y="53061"/>
                </a:lnTo>
                <a:lnTo>
                  <a:pt x="378738" y="42117"/>
                </a:lnTo>
                <a:lnTo>
                  <a:pt x="332827" y="32393"/>
                </a:lnTo>
                <a:lnTo>
                  <a:pt x="286471" y="23907"/>
                </a:lnTo>
                <a:lnTo>
                  <a:pt x="239688" y="16677"/>
                </a:lnTo>
                <a:lnTo>
                  <a:pt x="192496" y="10721"/>
                </a:lnTo>
                <a:lnTo>
                  <a:pt x="144914" y="6057"/>
                </a:lnTo>
                <a:lnTo>
                  <a:pt x="96958" y="2704"/>
                </a:lnTo>
                <a:lnTo>
                  <a:pt x="48647" y="679"/>
                </a:lnTo>
                <a:lnTo>
                  <a:pt x="0" y="0"/>
                </a:lnTo>
                <a:close/>
              </a:path>
            </a:pathLst>
          </a:custGeom>
          <a:solidFill>
            <a:srgbClr val="FFFFFF">
              <a:alpha val="69803"/>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6" name="Google Shape;2041;p15"/>
          <p:cNvSpPr/>
          <p:nvPr/>
        </p:nvSpPr>
        <p:spPr>
          <a:xfrm>
            <a:off x="11603291" y="5500381"/>
            <a:ext cx="588709" cy="1362307"/>
          </a:xfrm>
          <a:custGeom>
            <a:avLst/>
            <a:gdLst/>
            <a:ahLst/>
            <a:cxnLst/>
            <a:rect l="l" t="t" r="r" b="b"/>
            <a:pathLst>
              <a:path w="827405" h="2684779" extrusionOk="0">
                <a:moveTo>
                  <a:pt x="0" y="0"/>
                </a:moveTo>
                <a:lnTo>
                  <a:pt x="12" y="818032"/>
                </a:lnTo>
                <a:lnTo>
                  <a:pt x="47741" y="820175"/>
                </a:lnTo>
                <a:lnTo>
                  <a:pt x="94267" y="826481"/>
                </a:lnTo>
                <a:lnTo>
                  <a:pt x="139405" y="836764"/>
                </a:lnTo>
                <a:lnTo>
                  <a:pt x="182971" y="850840"/>
                </a:lnTo>
                <a:lnTo>
                  <a:pt x="224780" y="868523"/>
                </a:lnTo>
                <a:lnTo>
                  <a:pt x="264646" y="889629"/>
                </a:lnTo>
                <a:lnTo>
                  <a:pt x="302386" y="913971"/>
                </a:lnTo>
                <a:lnTo>
                  <a:pt x="337813" y="941366"/>
                </a:lnTo>
                <a:lnTo>
                  <a:pt x="370744" y="971627"/>
                </a:lnTo>
                <a:lnTo>
                  <a:pt x="400994" y="1004570"/>
                </a:lnTo>
                <a:lnTo>
                  <a:pt x="428376" y="1040010"/>
                </a:lnTo>
                <a:lnTo>
                  <a:pt x="452708" y="1077761"/>
                </a:lnTo>
                <a:lnTo>
                  <a:pt x="473803" y="1117638"/>
                </a:lnTo>
                <a:lnTo>
                  <a:pt x="491478" y="1159457"/>
                </a:lnTo>
                <a:lnTo>
                  <a:pt x="505546" y="1203032"/>
                </a:lnTo>
                <a:lnTo>
                  <a:pt x="515824" y="1248177"/>
                </a:lnTo>
                <a:lnTo>
                  <a:pt x="522126" y="1294708"/>
                </a:lnTo>
                <a:lnTo>
                  <a:pt x="524268" y="1342440"/>
                </a:lnTo>
                <a:lnTo>
                  <a:pt x="522126" y="1390150"/>
                </a:lnTo>
                <a:lnTo>
                  <a:pt x="515824" y="1436662"/>
                </a:lnTo>
                <a:lnTo>
                  <a:pt x="505546" y="1481790"/>
                </a:lnTo>
                <a:lnTo>
                  <a:pt x="491478" y="1525350"/>
                </a:lnTo>
                <a:lnTo>
                  <a:pt x="473803" y="1567155"/>
                </a:lnTo>
                <a:lnTo>
                  <a:pt x="452708" y="1607021"/>
                </a:lnTo>
                <a:lnTo>
                  <a:pt x="428376" y="1644763"/>
                </a:lnTo>
                <a:lnTo>
                  <a:pt x="400994" y="1680195"/>
                </a:lnTo>
                <a:lnTo>
                  <a:pt x="370744" y="1713131"/>
                </a:lnTo>
                <a:lnTo>
                  <a:pt x="337813" y="1743387"/>
                </a:lnTo>
                <a:lnTo>
                  <a:pt x="302386" y="1770778"/>
                </a:lnTo>
                <a:lnTo>
                  <a:pt x="264646" y="1795117"/>
                </a:lnTo>
                <a:lnTo>
                  <a:pt x="224780" y="1816221"/>
                </a:lnTo>
                <a:lnTo>
                  <a:pt x="182971" y="1833902"/>
                </a:lnTo>
                <a:lnTo>
                  <a:pt x="139405" y="1847977"/>
                </a:lnTo>
                <a:lnTo>
                  <a:pt x="94267" y="1858260"/>
                </a:lnTo>
                <a:lnTo>
                  <a:pt x="47741" y="1864566"/>
                </a:lnTo>
                <a:lnTo>
                  <a:pt x="12" y="1866709"/>
                </a:lnTo>
                <a:lnTo>
                  <a:pt x="12" y="2684729"/>
                </a:lnTo>
                <a:lnTo>
                  <a:pt x="48164" y="2683881"/>
                </a:lnTo>
                <a:lnTo>
                  <a:pt x="95889" y="2681358"/>
                </a:lnTo>
                <a:lnTo>
                  <a:pt x="143159" y="2677188"/>
                </a:lnTo>
                <a:lnTo>
                  <a:pt x="189945" y="2671399"/>
                </a:lnTo>
                <a:lnTo>
                  <a:pt x="236219" y="2664019"/>
                </a:lnTo>
                <a:lnTo>
                  <a:pt x="281954" y="2655077"/>
                </a:lnTo>
                <a:lnTo>
                  <a:pt x="327119" y="2644602"/>
                </a:lnTo>
                <a:lnTo>
                  <a:pt x="371688" y="2632621"/>
                </a:lnTo>
                <a:lnTo>
                  <a:pt x="415631" y="2619163"/>
                </a:lnTo>
                <a:lnTo>
                  <a:pt x="458920" y="2604257"/>
                </a:lnTo>
                <a:lnTo>
                  <a:pt x="501528" y="2587930"/>
                </a:lnTo>
                <a:lnTo>
                  <a:pt x="543424" y="2570212"/>
                </a:lnTo>
                <a:lnTo>
                  <a:pt x="584582" y="2551130"/>
                </a:lnTo>
                <a:lnTo>
                  <a:pt x="624972" y="2530714"/>
                </a:lnTo>
                <a:lnTo>
                  <a:pt x="664567" y="2508990"/>
                </a:lnTo>
                <a:lnTo>
                  <a:pt x="703337" y="2485989"/>
                </a:lnTo>
                <a:lnTo>
                  <a:pt x="741255" y="2461738"/>
                </a:lnTo>
                <a:lnTo>
                  <a:pt x="778292" y="2436266"/>
                </a:lnTo>
                <a:lnTo>
                  <a:pt x="814420" y="2409600"/>
                </a:lnTo>
                <a:lnTo>
                  <a:pt x="827328" y="2399392"/>
                </a:lnTo>
                <a:lnTo>
                  <a:pt x="827328" y="285353"/>
                </a:lnTo>
                <a:lnTo>
                  <a:pt x="778286" y="248472"/>
                </a:lnTo>
                <a:lnTo>
                  <a:pt x="741249" y="222998"/>
                </a:lnTo>
                <a:lnTo>
                  <a:pt x="703331" y="198746"/>
                </a:lnTo>
                <a:lnTo>
                  <a:pt x="664560" y="175743"/>
                </a:lnTo>
                <a:lnTo>
                  <a:pt x="624965" y="154019"/>
                </a:lnTo>
                <a:lnTo>
                  <a:pt x="584575" y="133601"/>
                </a:lnTo>
                <a:lnTo>
                  <a:pt x="543417" y="114519"/>
                </a:lnTo>
                <a:lnTo>
                  <a:pt x="501520" y="96800"/>
                </a:lnTo>
                <a:lnTo>
                  <a:pt x="458913" y="80473"/>
                </a:lnTo>
                <a:lnTo>
                  <a:pt x="415623" y="65566"/>
                </a:lnTo>
                <a:lnTo>
                  <a:pt x="371680" y="52108"/>
                </a:lnTo>
                <a:lnTo>
                  <a:pt x="327111" y="40127"/>
                </a:lnTo>
                <a:lnTo>
                  <a:pt x="281945" y="29651"/>
                </a:lnTo>
                <a:lnTo>
                  <a:pt x="236210" y="20709"/>
                </a:lnTo>
                <a:lnTo>
                  <a:pt x="189935" y="13329"/>
                </a:lnTo>
                <a:lnTo>
                  <a:pt x="143148" y="7540"/>
                </a:lnTo>
                <a:lnTo>
                  <a:pt x="95878" y="3370"/>
                </a:lnTo>
                <a:lnTo>
                  <a:pt x="48152" y="847"/>
                </a:lnTo>
                <a:lnTo>
                  <a:pt x="0" y="0"/>
                </a:lnTo>
                <a:close/>
              </a:path>
            </a:pathLst>
          </a:custGeom>
          <a:solidFill>
            <a:srgbClr val="EA9F3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8" name="Google Shape;2292;p204"/>
          <p:cNvSpPr txBox="1"/>
          <p:nvPr/>
        </p:nvSpPr>
        <p:spPr>
          <a:xfrm>
            <a:off x="5353823" y="2995955"/>
            <a:ext cx="4716461" cy="861774"/>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3200"/>
              <a:buFont typeface="Arial"/>
              <a:buNone/>
            </a:pPr>
            <a:r>
              <a:rPr lang="es-ES" sz="3200" b="0" i="0" u="none" strike="noStrike" cap="none" dirty="0" err="1">
                <a:solidFill>
                  <a:schemeClr val="accent1"/>
                </a:solidFill>
                <a:latin typeface="Tahoma"/>
                <a:ea typeface="Tahoma"/>
                <a:cs typeface="Tahoma"/>
                <a:sym typeface="Tahoma"/>
              </a:rPr>
              <a:t>var</a:t>
            </a:r>
            <a:r>
              <a:rPr lang="es-ES" sz="3200" b="0" i="0" u="none" strike="noStrike" cap="none" dirty="0">
                <a:solidFill>
                  <a:schemeClr val="accent1"/>
                </a:solidFill>
                <a:latin typeface="Tahoma"/>
                <a:ea typeface="Tahoma"/>
                <a:cs typeface="Tahoma"/>
                <a:sym typeface="Tahoma"/>
              </a:rPr>
              <a:t>  </a:t>
            </a:r>
            <a:r>
              <a:rPr lang="es-ES" sz="3200" b="0" i="0" u="none" strike="noStrike" cap="none" dirty="0">
                <a:solidFill>
                  <a:schemeClr val="lt1"/>
                </a:solidFill>
                <a:latin typeface="Tahoma"/>
                <a:ea typeface="Tahoma"/>
                <a:cs typeface="Tahoma"/>
                <a:sym typeface="Tahoma"/>
              </a:rPr>
              <a:t>color-1</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lt1"/>
              </a:solidFill>
              <a:latin typeface="Tahoma"/>
              <a:ea typeface="Tahoma"/>
              <a:cs typeface="Tahoma"/>
              <a:sym typeface="Tahoma"/>
            </a:endParaRPr>
          </a:p>
        </p:txBody>
      </p:sp>
    </p:spTree>
    <p:extLst>
      <p:ext uri="{BB962C8B-B14F-4D97-AF65-F5344CB8AC3E}">
        <p14:creationId xmlns:p14="http://schemas.microsoft.com/office/powerpoint/2010/main" val="2711559704"/>
      </p:ext>
    </p:extLst>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Shape 2136"/>
        <p:cNvGrpSpPr/>
        <p:nvPr/>
      </p:nvGrpSpPr>
      <p:grpSpPr>
        <a:xfrm>
          <a:off x="0" y="0"/>
          <a:ext cx="0" cy="0"/>
          <a:chOff x="0" y="0"/>
          <a:chExt cx="0" cy="0"/>
        </a:xfrm>
      </p:grpSpPr>
      <p:sp>
        <p:nvSpPr>
          <p:cNvPr id="11" name="Google Shape;2039;p15"/>
          <p:cNvSpPr/>
          <p:nvPr/>
        </p:nvSpPr>
        <p:spPr>
          <a:xfrm>
            <a:off x="13918" y="-4314"/>
            <a:ext cx="12189124" cy="6862313"/>
          </a:xfrm>
          <a:custGeom>
            <a:avLst/>
            <a:gdLst/>
            <a:ahLst/>
            <a:cxnLst/>
            <a:rect l="l" t="t" r="r" b="b"/>
            <a:pathLst>
              <a:path w="17348200" h="9753600" extrusionOk="0">
                <a:moveTo>
                  <a:pt x="17348200" y="0"/>
                </a:moveTo>
                <a:lnTo>
                  <a:pt x="0" y="0"/>
                </a:lnTo>
                <a:lnTo>
                  <a:pt x="0" y="9753600"/>
                </a:lnTo>
                <a:lnTo>
                  <a:pt x="17348200" y="9753600"/>
                </a:lnTo>
                <a:lnTo>
                  <a:pt x="17348200" y="0"/>
                </a:lnTo>
                <a:close/>
              </a:path>
            </a:pathLst>
          </a:custGeom>
          <a:solidFill>
            <a:srgbClr val="EEEEE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138" name="Google Shape;2138;p194"/>
          <p:cNvSpPr/>
          <p:nvPr/>
        </p:nvSpPr>
        <p:spPr>
          <a:xfrm>
            <a:off x="5208539" y="627076"/>
            <a:ext cx="5272360" cy="1299479"/>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4000" b="1" i="0" u="none" strike="noStrike" cap="none" dirty="0">
                <a:solidFill>
                  <a:srgbClr val="872789"/>
                </a:solidFill>
                <a:latin typeface="Gotham Rounded Medium" panose="02000000000000000000" pitchFamily="50" charset="0"/>
                <a:sym typeface="Arial"/>
              </a:rPr>
              <a:t>¿Este nombre de variable es válido?</a:t>
            </a:r>
            <a:endParaRPr sz="2400" b="0" i="0" u="none" strike="noStrike" cap="none" dirty="0">
              <a:solidFill>
                <a:srgbClr val="872789"/>
              </a:solidFill>
              <a:latin typeface="Gotham Rounded Medium" panose="02000000000000000000" pitchFamily="50" charset="0"/>
              <a:sym typeface="Arial"/>
            </a:endParaRPr>
          </a:p>
        </p:txBody>
      </p:sp>
      <p:sp>
        <p:nvSpPr>
          <p:cNvPr id="2140" name="Google Shape;2140;p194"/>
          <p:cNvSpPr/>
          <p:nvPr/>
        </p:nvSpPr>
        <p:spPr>
          <a:xfrm>
            <a:off x="4940487" y="2324525"/>
            <a:ext cx="6493519" cy="2601687"/>
          </a:xfrm>
          <a:prstGeom prst="roundRect">
            <a:avLst>
              <a:gd name="adj" fmla="val 4602"/>
            </a:avLst>
          </a:prstGeom>
          <a:solidFill>
            <a:srgbClr val="1F232F"/>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141" name="Google Shape;2141;p194"/>
          <p:cNvGrpSpPr/>
          <p:nvPr/>
        </p:nvGrpSpPr>
        <p:grpSpPr>
          <a:xfrm>
            <a:off x="4940489" y="2128155"/>
            <a:ext cx="6493519" cy="413657"/>
            <a:chOff x="3383283" y="0"/>
            <a:chExt cx="5094515" cy="413657"/>
          </a:xfrm>
        </p:grpSpPr>
        <p:sp>
          <p:nvSpPr>
            <p:cNvPr id="2142" name="Google Shape;2142;p194"/>
            <p:cNvSpPr/>
            <p:nvPr/>
          </p:nvSpPr>
          <p:spPr>
            <a:xfrm>
              <a:off x="3383283" y="0"/>
              <a:ext cx="5094515"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43" name="Google Shape;2143;p194"/>
            <p:cNvSpPr txBox="1"/>
            <p:nvPr/>
          </p:nvSpPr>
          <p:spPr>
            <a:xfrm>
              <a:off x="3707566" y="42482"/>
              <a:ext cx="195424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variables.js</a:t>
              </a:r>
              <a:endParaRPr sz="1400" b="0" i="0" u="none" strike="noStrike" cap="none">
                <a:solidFill>
                  <a:schemeClr val="lt1"/>
                </a:solidFill>
                <a:latin typeface="Arial"/>
                <a:ea typeface="Arial"/>
                <a:cs typeface="Arial"/>
                <a:sym typeface="Arial"/>
              </a:endParaRPr>
            </a:p>
          </p:txBody>
        </p:sp>
        <p:cxnSp>
          <p:nvCxnSpPr>
            <p:cNvPr id="2144" name="Google Shape;2144;p194"/>
            <p:cNvCxnSpPr/>
            <p:nvPr/>
          </p:nvCxnSpPr>
          <p:spPr>
            <a:xfrm>
              <a:off x="3707567" y="403200"/>
              <a:ext cx="1954241" cy="10457"/>
            </a:xfrm>
            <a:prstGeom prst="straightConnector1">
              <a:avLst/>
            </a:prstGeom>
            <a:noFill/>
            <a:ln w="15875" cap="flat" cmpd="sng">
              <a:solidFill>
                <a:srgbClr val="F2CD84"/>
              </a:solidFill>
              <a:prstDash val="solid"/>
              <a:miter lim="800000"/>
              <a:headEnd type="none" w="sm" len="sm"/>
              <a:tailEnd type="none" w="sm" len="sm"/>
            </a:ln>
          </p:spPr>
        </p:cxnSp>
      </p:grpSp>
      <p:pic>
        <p:nvPicPr>
          <p:cNvPr id="12" name="Google Shape;2040;p15"/>
          <p:cNvPicPr preferRelativeResize="0"/>
          <p:nvPr/>
        </p:nvPicPr>
        <p:blipFill rotWithShape="1">
          <a:blip r:embed="rId3">
            <a:alphaModFix/>
          </a:blip>
          <a:srcRect/>
          <a:stretch/>
        </p:blipFill>
        <p:spPr>
          <a:xfrm>
            <a:off x="964654" y="0"/>
            <a:ext cx="689975" cy="1262743"/>
          </a:xfrm>
          <a:prstGeom prst="rect">
            <a:avLst/>
          </a:prstGeom>
          <a:noFill/>
          <a:ln>
            <a:noFill/>
          </a:ln>
        </p:spPr>
      </p:pic>
      <p:sp>
        <p:nvSpPr>
          <p:cNvPr id="15" name="Google Shape;2161;p15"/>
          <p:cNvSpPr/>
          <p:nvPr/>
        </p:nvSpPr>
        <p:spPr>
          <a:xfrm>
            <a:off x="0" y="5500381"/>
            <a:ext cx="730053" cy="1357619"/>
          </a:xfrm>
          <a:custGeom>
            <a:avLst/>
            <a:gdLst/>
            <a:ahLst/>
            <a:cxnLst/>
            <a:rect l="l" t="t" r="r" b="b"/>
            <a:pathLst>
              <a:path w="1708785" h="3416934" extrusionOk="0">
                <a:moveTo>
                  <a:pt x="0" y="0"/>
                </a:moveTo>
                <a:lnTo>
                  <a:pt x="0" y="1041120"/>
                </a:lnTo>
                <a:lnTo>
                  <a:pt x="47663" y="1042796"/>
                </a:lnTo>
                <a:lnTo>
                  <a:pt x="94420" y="1047748"/>
                </a:lnTo>
                <a:lnTo>
                  <a:pt x="140158" y="1055864"/>
                </a:lnTo>
                <a:lnTo>
                  <a:pt x="184765" y="1067030"/>
                </a:lnTo>
                <a:lnTo>
                  <a:pt x="228127" y="1081134"/>
                </a:lnTo>
                <a:lnTo>
                  <a:pt x="270131" y="1098063"/>
                </a:lnTo>
                <a:lnTo>
                  <a:pt x="310666" y="1117703"/>
                </a:lnTo>
                <a:lnTo>
                  <a:pt x="349618" y="1139942"/>
                </a:lnTo>
                <a:lnTo>
                  <a:pt x="386874" y="1164666"/>
                </a:lnTo>
                <a:lnTo>
                  <a:pt x="422321" y="1191763"/>
                </a:lnTo>
                <a:lnTo>
                  <a:pt x="455848" y="1221121"/>
                </a:lnTo>
                <a:lnTo>
                  <a:pt x="487340" y="1252624"/>
                </a:lnTo>
                <a:lnTo>
                  <a:pt x="516686" y="1286162"/>
                </a:lnTo>
                <a:lnTo>
                  <a:pt x="543772" y="1321621"/>
                </a:lnTo>
                <a:lnTo>
                  <a:pt x="568486" y="1358888"/>
                </a:lnTo>
                <a:lnTo>
                  <a:pt x="590714" y="1397850"/>
                </a:lnTo>
                <a:lnTo>
                  <a:pt x="610345" y="1438394"/>
                </a:lnTo>
                <a:lnTo>
                  <a:pt x="627265" y="1480407"/>
                </a:lnTo>
                <a:lnTo>
                  <a:pt x="641362" y="1523776"/>
                </a:lnTo>
                <a:lnTo>
                  <a:pt x="652522" y="1568389"/>
                </a:lnTo>
                <a:lnTo>
                  <a:pt x="660633" y="1614132"/>
                </a:lnTo>
                <a:lnTo>
                  <a:pt x="665583" y="1660892"/>
                </a:lnTo>
                <a:lnTo>
                  <a:pt x="667258" y="1708556"/>
                </a:lnTo>
                <a:lnTo>
                  <a:pt x="665583" y="1756198"/>
                </a:lnTo>
                <a:lnTo>
                  <a:pt x="660633" y="1802938"/>
                </a:lnTo>
                <a:lnTo>
                  <a:pt x="652522" y="1848662"/>
                </a:lnTo>
                <a:lnTo>
                  <a:pt x="641362" y="1893257"/>
                </a:lnTo>
                <a:lnTo>
                  <a:pt x="627265" y="1936611"/>
                </a:lnTo>
                <a:lnTo>
                  <a:pt x="610345" y="1978610"/>
                </a:lnTo>
                <a:lnTo>
                  <a:pt x="590714" y="2019141"/>
                </a:lnTo>
                <a:lnTo>
                  <a:pt x="568486" y="2058092"/>
                </a:lnTo>
                <a:lnTo>
                  <a:pt x="543772" y="2095349"/>
                </a:lnTo>
                <a:lnTo>
                  <a:pt x="516686" y="2130799"/>
                </a:lnTo>
                <a:lnTo>
                  <a:pt x="487340" y="2164329"/>
                </a:lnTo>
                <a:lnTo>
                  <a:pt x="455848" y="2195826"/>
                </a:lnTo>
                <a:lnTo>
                  <a:pt x="422321" y="2225178"/>
                </a:lnTo>
                <a:lnTo>
                  <a:pt x="386874" y="2252270"/>
                </a:lnTo>
                <a:lnTo>
                  <a:pt x="349618" y="2276991"/>
                </a:lnTo>
                <a:lnTo>
                  <a:pt x="310666" y="2299226"/>
                </a:lnTo>
                <a:lnTo>
                  <a:pt x="270131" y="2318864"/>
                </a:lnTo>
                <a:lnTo>
                  <a:pt x="228127" y="2335790"/>
                </a:lnTo>
                <a:lnTo>
                  <a:pt x="184765" y="2349893"/>
                </a:lnTo>
                <a:lnTo>
                  <a:pt x="140158" y="2361058"/>
                </a:lnTo>
                <a:lnTo>
                  <a:pt x="94420" y="2369173"/>
                </a:lnTo>
                <a:lnTo>
                  <a:pt x="47663" y="2374125"/>
                </a:lnTo>
                <a:lnTo>
                  <a:pt x="0" y="2375801"/>
                </a:lnTo>
                <a:lnTo>
                  <a:pt x="0" y="3416935"/>
                </a:lnTo>
                <a:lnTo>
                  <a:pt x="48647" y="3416255"/>
                </a:lnTo>
                <a:lnTo>
                  <a:pt x="96958" y="3414230"/>
                </a:lnTo>
                <a:lnTo>
                  <a:pt x="144914" y="3410877"/>
                </a:lnTo>
                <a:lnTo>
                  <a:pt x="192496" y="3406213"/>
                </a:lnTo>
                <a:lnTo>
                  <a:pt x="239688" y="3400257"/>
                </a:lnTo>
                <a:lnTo>
                  <a:pt x="286471" y="3393027"/>
                </a:lnTo>
                <a:lnTo>
                  <a:pt x="332827" y="3384541"/>
                </a:lnTo>
                <a:lnTo>
                  <a:pt x="378738" y="3374817"/>
                </a:lnTo>
                <a:lnTo>
                  <a:pt x="424186" y="3363873"/>
                </a:lnTo>
                <a:lnTo>
                  <a:pt x="469153" y="3351727"/>
                </a:lnTo>
                <a:lnTo>
                  <a:pt x="513620" y="3338397"/>
                </a:lnTo>
                <a:lnTo>
                  <a:pt x="557571" y="3323902"/>
                </a:lnTo>
                <a:lnTo>
                  <a:pt x="600986" y="3308258"/>
                </a:lnTo>
                <a:lnTo>
                  <a:pt x="643848" y="3291484"/>
                </a:lnTo>
                <a:lnTo>
                  <a:pt x="686139" y="3273599"/>
                </a:lnTo>
                <a:lnTo>
                  <a:pt x="727841" y="3254620"/>
                </a:lnTo>
                <a:lnTo>
                  <a:pt x="768936" y="3234565"/>
                </a:lnTo>
                <a:lnTo>
                  <a:pt x="809405" y="3213452"/>
                </a:lnTo>
                <a:lnTo>
                  <a:pt x="849231" y="3191299"/>
                </a:lnTo>
                <a:lnTo>
                  <a:pt x="888395" y="3168125"/>
                </a:lnTo>
                <a:lnTo>
                  <a:pt x="926881" y="3143947"/>
                </a:lnTo>
                <a:lnTo>
                  <a:pt x="964669" y="3118784"/>
                </a:lnTo>
                <a:lnTo>
                  <a:pt x="1001741" y="3092653"/>
                </a:lnTo>
                <a:lnTo>
                  <a:pt x="1038080" y="3065572"/>
                </a:lnTo>
                <a:lnTo>
                  <a:pt x="1073668" y="3037560"/>
                </a:lnTo>
                <a:lnTo>
                  <a:pt x="1108486" y="3008634"/>
                </a:lnTo>
                <a:lnTo>
                  <a:pt x="1142517" y="2978813"/>
                </a:lnTo>
                <a:lnTo>
                  <a:pt x="1175742" y="2948114"/>
                </a:lnTo>
                <a:lnTo>
                  <a:pt x="1208144" y="2916556"/>
                </a:lnTo>
                <a:lnTo>
                  <a:pt x="1239704" y="2884157"/>
                </a:lnTo>
                <a:lnTo>
                  <a:pt x="1270405" y="2850934"/>
                </a:lnTo>
                <a:lnTo>
                  <a:pt x="1300228" y="2816905"/>
                </a:lnTo>
                <a:lnTo>
                  <a:pt x="1329155" y="2782090"/>
                </a:lnTo>
                <a:lnTo>
                  <a:pt x="1357169" y="2746505"/>
                </a:lnTo>
                <a:lnTo>
                  <a:pt x="1384251" y="2710169"/>
                </a:lnTo>
                <a:lnTo>
                  <a:pt x="1410384" y="2673099"/>
                </a:lnTo>
                <a:lnTo>
                  <a:pt x="1435548" y="2635315"/>
                </a:lnTo>
                <a:lnTo>
                  <a:pt x="1459727" y="2596833"/>
                </a:lnTo>
                <a:lnTo>
                  <a:pt x="1482902" y="2557672"/>
                </a:lnTo>
                <a:lnTo>
                  <a:pt x="1505056" y="2517850"/>
                </a:lnTo>
                <a:lnTo>
                  <a:pt x="1526169" y="2477385"/>
                </a:lnTo>
                <a:lnTo>
                  <a:pt x="1546225" y="2436295"/>
                </a:lnTo>
                <a:lnTo>
                  <a:pt x="1565205" y="2394598"/>
                </a:lnTo>
                <a:lnTo>
                  <a:pt x="1583091" y="2352312"/>
                </a:lnTo>
                <a:lnTo>
                  <a:pt x="1599865" y="2309455"/>
                </a:lnTo>
                <a:lnTo>
                  <a:pt x="1615509" y="2266044"/>
                </a:lnTo>
                <a:lnTo>
                  <a:pt x="1630005" y="2222099"/>
                </a:lnTo>
                <a:lnTo>
                  <a:pt x="1643335" y="2177638"/>
                </a:lnTo>
                <a:lnTo>
                  <a:pt x="1655481" y="2132677"/>
                </a:lnTo>
                <a:lnTo>
                  <a:pt x="1666426" y="2087235"/>
                </a:lnTo>
                <a:lnTo>
                  <a:pt x="1676150" y="2041331"/>
                </a:lnTo>
                <a:lnTo>
                  <a:pt x="1684636" y="1994982"/>
                </a:lnTo>
                <a:lnTo>
                  <a:pt x="1691866" y="1948206"/>
                </a:lnTo>
                <a:lnTo>
                  <a:pt x="1697822" y="1901021"/>
                </a:lnTo>
                <a:lnTo>
                  <a:pt x="1702485" y="1853446"/>
                </a:lnTo>
                <a:lnTo>
                  <a:pt x="1705839" y="1805498"/>
                </a:lnTo>
                <a:lnTo>
                  <a:pt x="1707864" y="1757195"/>
                </a:lnTo>
                <a:lnTo>
                  <a:pt x="1708543" y="1708556"/>
                </a:lnTo>
                <a:lnTo>
                  <a:pt x="1707864" y="1659908"/>
                </a:lnTo>
                <a:lnTo>
                  <a:pt x="1705839" y="1611596"/>
                </a:lnTo>
                <a:lnTo>
                  <a:pt x="1702485" y="1563640"/>
                </a:lnTo>
                <a:lnTo>
                  <a:pt x="1697822" y="1516056"/>
                </a:lnTo>
                <a:lnTo>
                  <a:pt x="1691866" y="1468864"/>
                </a:lnTo>
                <a:lnTo>
                  <a:pt x="1684636" y="1422081"/>
                </a:lnTo>
                <a:lnTo>
                  <a:pt x="1676150" y="1375724"/>
                </a:lnTo>
                <a:lnTo>
                  <a:pt x="1666426" y="1329813"/>
                </a:lnTo>
                <a:lnTo>
                  <a:pt x="1655481" y="1284364"/>
                </a:lnTo>
                <a:lnTo>
                  <a:pt x="1643335" y="1239397"/>
                </a:lnTo>
                <a:lnTo>
                  <a:pt x="1630005" y="1194929"/>
                </a:lnTo>
                <a:lnTo>
                  <a:pt x="1615509" y="1150978"/>
                </a:lnTo>
                <a:lnTo>
                  <a:pt x="1599865" y="1107562"/>
                </a:lnTo>
                <a:lnTo>
                  <a:pt x="1583091" y="1064700"/>
                </a:lnTo>
                <a:lnTo>
                  <a:pt x="1565205" y="1022409"/>
                </a:lnTo>
                <a:lnTo>
                  <a:pt x="1546225" y="980706"/>
                </a:lnTo>
                <a:lnTo>
                  <a:pt x="1526169" y="939612"/>
                </a:lnTo>
                <a:lnTo>
                  <a:pt x="1505056" y="899142"/>
                </a:lnTo>
                <a:lnTo>
                  <a:pt x="1482902" y="859316"/>
                </a:lnTo>
                <a:lnTo>
                  <a:pt x="1459727" y="820151"/>
                </a:lnTo>
                <a:lnTo>
                  <a:pt x="1435548" y="781665"/>
                </a:lnTo>
                <a:lnTo>
                  <a:pt x="1410384" y="743877"/>
                </a:lnTo>
                <a:lnTo>
                  <a:pt x="1384251" y="706804"/>
                </a:lnTo>
                <a:lnTo>
                  <a:pt x="1357169" y="670465"/>
                </a:lnTo>
                <a:lnTo>
                  <a:pt x="1329155" y="634877"/>
                </a:lnTo>
                <a:lnTo>
                  <a:pt x="1300228" y="600058"/>
                </a:lnTo>
                <a:lnTo>
                  <a:pt x="1270405" y="566027"/>
                </a:lnTo>
                <a:lnTo>
                  <a:pt x="1239704" y="532802"/>
                </a:lnTo>
                <a:lnTo>
                  <a:pt x="1208144" y="500400"/>
                </a:lnTo>
                <a:lnTo>
                  <a:pt x="1175742" y="468840"/>
                </a:lnTo>
                <a:lnTo>
                  <a:pt x="1142517" y="438139"/>
                </a:lnTo>
                <a:lnTo>
                  <a:pt x="1108486" y="408316"/>
                </a:lnTo>
                <a:lnTo>
                  <a:pt x="1073668" y="379388"/>
                </a:lnTo>
                <a:lnTo>
                  <a:pt x="1038080" y="351375"/>
                </a:lnTo>
                <a:lnTo>
                  <a:pt x="1001741" y="324292"/>
                </a:lnTo>
                <a:lnTo>
                  <a:pt x="964669" y="298160"/>
                </a:lnTo>
                <a:lnTo>
                  <a:pt x="926881" y="272995"/>
                </a:lnTo>
                <a:lnTo>
                  <a:pt x="888395" y="248816"/>
                </a:lnTo>
                <a:lnTo>
                  <a:pt x="849231" y="225641"/>
                </a:lnTo>
                <a:lnTo>
                  <a:pt x="809405" y="203487"/>
                </a:lnTo>
                <a:lnTo>
                  <a:pt x="768936" y="182374"/>
                </a:lnTo>
                <a:lnTo>
                  <a:pt x="727841" y="162318"/>
                </a:lnTo>
                <a:lnTo>
                  <a:pt x="686139" y="143338"/>
                </a:lnTo>
                <a:lnTo>
                  <a:pt x="643848" y="125452"/>
                </a:lnTo>
                <a:lnTo>
                  <a:pt x="600986" y="108678"/>
                </a:lnTo>
                <a:lnTo>
                  <a:pt x="557571" y="93034"/>
                </a:lnTo>
                <a:lnTo>
                  <a:pt x="513620" y="78538"/>
                </a:lnTo>
                <a:lnTo>
                  <a:pt x="469153" y="65208"/>
                </a:lnTo>
                <a:lnTo>
                  <a:pt x="424186" y="53061"/>
                </a:lnTo>
                <a:lnTo>
                  <a:pt x="378738" y="42117"/>
                </a:lnTo>
                <a:lnTo>
                  <a:pt x="332827" y="32393"/>
                </a:lnTo>
                <a:lnTo>
                  <a:pt x="286471" y="23907"/>
                </a:lnTo>
                <a:lnTo>
                  <a:pt x="239688" y="16677"/>
                </a:lnTo>
                <a:lnTo>
                  <a:pt x="192496" y="10721"/>
                </a:lnTo>
                <a:lnTo>
                  <a:pt x="144914" y="6057"/>
                </a:lnTo>
                <a:lnTo>
                  <a:pt x="96958" y="2704"/>
                </a:lnTo>
                <a:lnTo>
                  <a:pt x="48647" y="679"/>
                </a:lnTo>
                <a:lnTo>
                  <a:pt x="0" y="0"/>
                </a:lnTo>
                <a:close/>
              </a:path>
            </a:pathLst>
          </a:custGeom>
          <a:solidFill>
            <a:srgbClr val="FFFFFF">
              <a:alpha val="69803"/>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6" name="Google Shape;2041;p15"/>
          <p:cNvSpPr/>
          <p:nvPr/>
        </p:nvSpPr>
        <p:spPr>
          <a:xfrm>
            <a:off x="11603291" y="5500381"/>
            <a:ext cx="588709" cy="1362307"/>
          </a:xfrm>
          <a:custGeom>
            <a:avLst/>
            <a:gdLst/>
            <a:ahLst/>
            <a:cxnLst/>
            <a:rect l="l" t="t" r="r" b="b"/>
            <a:pathLst>
              <a:path w="827405" h="2684779" extrusionOk="0">
                <a:moveTo>
                  <a:pt x="0" y="0"/>
                </a:moveTo>
                <a:lnTo>
                  <a:pt x="12" y="818032"/>
                </a:lnTo>
                <a:lnTo>
                  <a:pt x="47741" y="820175"/>
                </a:lnTo>
                <a:lnTo>
                  <a:pt x="94267" y="826481"/>
                </a:lnTo>
                <a:lnTo>
                  <a:pt x="139405" y="836764"/>
                </a:lnTo>
                <a:lnTo>
                  <a:pt x="182971" y="850840"/>
                </a:lnTo>
                <a:lnTo>
                  <a:pt x="224780" y="868523"/>
                </a:lnTo>
                <a:lnTo>
                  <a:pt x="264646" y="889629"/>
                </a:lnTo>
                <a:lnTo>
                  <a:pt x="302386" y="913971"/>
                </a:lnTo>
                <a:lnTo>
                  <a:pt x="337813" y="941366"/>
                </a:lnTo>
                <a:lnTo>
                  <a:pt x="370744" y="971627"/>
                </a:lnTo>
                <a:lnTo>
                  <a:pt x="400994" y="1004570"/>
                </a:lnTo>
                <a:lnTo>
                  <a:pt x="428376" y="1040010"/>
                </a:lnTo>
                <a:lnTo>
                  <a:pt x="452708" y="1077761"/>
                </a:lnTo>
                <a:lnTo>
                  <a:pt x="473803" y="1117638"/>
                </a:lnTo>
                <a:lnTo>
                  <a:pt x="491478" y="1159457"/>
                </a:lnTo>
                <a:lnTo>
                  <a:pt x="505546" y="1203032"/>
                </a:lnTo>
                <a:lnTo>
                  <a:pt x="515824" y="1248177"/>
                </a:lnTo>
                <a:lnTo>
                  <a:pt x="522126" y="1294708"/>
                </a:lnTo>
                <a:lnTo>
                  <a:pt x="524268" y="1342440"/>
                </a:lnTo>
                <a:lnTo>
                  <a:pt x="522126" y="1390150"/>
                </a:lnTo>
                <a:lnTo>
                  <a:pt x="515824" y="1436662"/>
                </a:lnTo>
                <a:lnTo>
                  <a:pt x="505546" y="1481790"/>
                </a:lnTo>
                <a:lnTo>
                  <a:pt x="491478" y="1525350"/>
                </a:lnTo>
                <a:lnTo>
                  <a:pt x="473803" y="1567155"/>
                </a:lnTo>
                <a:lnTo>
                  <a:pt x="452708" y="1607021"/>
                </a:lnTo>
                <a:lnTo>
                  <a:pt x="428376" y="1644763"/>
                </a:lnTo>
                <a:lnTo>
                  <a:pt x="400994" y="1680195"/>
                </a:lnTo>
                <a:lnTo>
                  <a:pt x="370744" y="1713131"/>
                </a:lnTo>
                <a:lnTo>
                  <a:pt x="337813" y="1743387"/>
                </a:lnTo>
                <a:lnTo>
                  <a:pt x="302386" y="1770778"/>
                </a:lnTo>
                <a:lnTo>
                  <a:pt x="264646" y="1795117"/>
                </a:lnTo>
                <a:lnTo>
                  <a:pt x="224780" y="1816221"/>
                </a:lnTo>
                <a:lnTo>
                  <a:pt x="182971" y="1833902"/>
                </a:lnTo>
                <a:lnTo>
                  <a:pt x="139405" y="1847977"/>
                </a:lnTo>
                <a:lnTo>
                  <a:pt x="94267" y="1858260"/>
                </a:lnTo>
                <a:lnTo>
                  <a:pt x="47741" y="1864566"/>
                </a:lnTo>
                <a:lnTo>
                  <a:pt x="12" y="1866709"/>
                </a:lnTo>
                <a:lnTo>
                  <a:pt x="12" y="2684729"/>
                </a:lnTo>
                <a:lnTo>
                  <a:pt x="48164" y="2683881"/>
                </a:lnTo>
                <a:lnTo>
                  <a:pt x="95889" y="2681358"/>
                </a:lnTo>
                <a:lnTo>
                  <a:pt x="143159" y="2677188"/>
                </a:lnTo>
                <a:lnTo>
                  <a:pt x="189945" y="2671399"/>
                </a:lnTo>
                <a:lnTo>
                  <a:pt x="236219" y="2664019"/>
                </a:lnTo>
                <a:lnTo>
                  <a:pt x="281954" y="2655077"/>
                </a:lnTo>
                <a:lnTo>
                  <a:pt x="327119" y="2644602"/>
                </a:lnTo>
                <a:lnTo>
                  <a:pt x="371688" y="2632621"/>
                </a:lnTo>
                <a:lnTo>
                  <a:pt x="415631" y="2619163"/>
                </a:lnTo>
                <a:lnTo>
                  <a:pt x="458920" y="2604257"/>
                </a:lnTo>
                <a:lnTo>
                  <a:pt x="501528" y="2587930"/>
                </a:lnTo>
                <a:lnTo>
                  <a:pt x="543424" y="2570212"/>
                </a:lnTo>
                <a:lnTo>
                  <a:pt x="584582" y="2551130"/>
                </a:lnTo>
                <a:lnTo>
                  <a:pt x="624972" y="2530714"/>
                </a:lnTo>
                <a:lnTo>
                  <a:pt x="664567" y="2508990"/>
                </a:lnTo>
                <a:lnTo>
                  <a:pt x="703337" y="2485989"/>
                </a:lnTo>
                <a:lnTo>
                  <a:pt x="741255" y="2461738"/>
                </a:lnTo>
                <a:lnTo>
                  <a:pt x="778292" y="2436266"/>
                </a:lnTo>
                <a:lnTo>
                  <a:pt x="814420" y="2409600"/>
                </a:lnTo>
                <a:lnTo>
                  <a:pt x="827328" y="2399392"/>
                </a:lnTo>
                <a:lnTo>
                  <a:pt x="827328" y="285353"/>
                </a:lnTo>
                <a:lnTo>
                  <a:pt x="778286" y="248472"/>
                </a:lnTo>
                <a:lnTo>
                  <a:pt x="741249" y="222998"/>
                </a:lnTo>
                <a:lnTo>
                  <a:pt x="703331" y="198746"/>
                </a:lnTo>
                <a:lnTo>
                  <a:pt x="664560" y="175743"/>
                </a:lnTo>
                <a:lnTo>
                  <a:pt x="624965" y="154019"/>
                </a:lnTo>
                <a:lnTo>
                  <a:pt x="584575" y="133601"/>
                </a:lnTo>
                <a:lnTo>
                  <a:pt x="543417" y="114519"/>
                </a:lnTo>
                <a:lnTo>
                  <a:pt x="501520" y="96800"/>
                </a:lnTo>
                <a:lnTo>
                  <a:pt x="458913" y="80473"/>
                </a:lnTo>
                <a:lnTo>
                  <a:pt x="415623" y="65566"/>
                </a:lnTo>
                <a:lnTo>
                  <a:pt x="371680" y="52108"/>
                </a:lnTo>
                <a:lnTo>
                  <a:pt x="327111" y="40127"/>
                </a:lnTo>
                <a:lnTo>
                  <a:pt x="281945" y="29651"/>
                </a:lnTo>
                <a:lnTo>
                  <a:pt x="236210" y="20709"/>
                </a:lnTo>
                <a:lnTo>
                  <a:pt x="189935" y="13329"/>
                </a:lnTo>
                <a:lnTo>
                  <a:pt x="143148" y="7540"/>
                </a:lnTo>
                <a:lnTo>
                  <a:pt x="95878" y="3370"/>
                </a:lnTo>
                <a:lnTo>
                  <a:pt x="48152" y="847"/>
                </a:lnTo>
                <a:lnTo>
                  <a:pt x="0" y="0"/>
                </a:lnTo>
                <a:close/>
              </a:path>
            </a:pathLst>
          </a:custGeom>
          <a:solidFill>
            <a:srgbClr val="EA9F3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8" name="Google Shape;2159;p195"/>
          <p:cNvSpPr/>
          <p:nvPr/>
        </p:nvSpPr>
        <p:spPr>
          <a:xfrm>
            <a:off x="936704" y="2302728"/>
            <a:ext cx="2383271" cy="2269271"/>
          </a:xfrm>
          <a:prstGeom prst="ellipse">
            <a:avLst/>
          </a:prstGeom>
          <a:solidFill>
            <a:srgbClr val="E6E8E8"/>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200"/>
              <a:buFont typeface="Arial"/>
              <a:buNone/>
            </a:pPr>
            <a:r>
              <a:rPr lang="es-ES" sz="5400" b="1" i="0" u="none" strike="noStrike" cap="none" dirty="0" smtClean="0">
                <a:solidFill>
                  <a:srgbClr val="FF0000"/>
                </a:solidFill>
                <a:latin typeface="Calibri"/>
                <a:ea typeface="Calibri"/>
                <a:cs typeface="Calibri"/>
                <a:sym typeface="Calibri"/>
              </a:rPr>
              <a:t>Error</a:t>
            </a:r>
            <a:endParaRPr sz="1050" b="0" i="0" u="none" strike="noStrike" cap="none" dirty="0">
              <a:solidFill>
                <a:srgbClr val="FF0000"/>
              </a:solidFill>
              <a:sym typeface="Arial"/>
            </a:endParaRPr>
          </a:p>
        </p:txBody>
      </p:sp>
      <p:sp>
        <p:nvSpPr>
          <p:cNvPr id="17" name="Google Shape;2292;p204"/>
          <p:cNvSpPr txBox="1"/>
          <p:nvPr/>
        </p:nvSpPr>
        <p:spPr>
          <a:xfrm>
            <a:off x="5486488" y="3076818"/>
            <a:ext cx="4716461" cy="861774"/>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3200"/>
              <a:buFont typeface="Arial"/>
              <a:buNone/>
            </a:pPr>
            <a:r>
              <a:rPr lang="es-ES" sz="3200" b="0" i="0" u="none" strike="noStrike" cap="none" dirty="0" err="1">
                <a:solidFill>
                  <a:schemeClr val="accent1"/>
                </a:solidFill>
                <a:latin typeface="Tahoma"/>
                <a:ea typeface="Tahoma"/>
                <a:cs typeface="Tahoma"/>
                <a:sym typeface="Tahoma"/>
              </a:rPr>
              <a:t>var</a:t>
            </a:r>
            <a:r>
              <a:rPr lang="es-ES" sz="3200" b="0" i="0" u="none" strike="noStrike" cap="none" dirty="0">
                <a:solidFill>
                  <a:schemeClr val="accent1"/>
                </a:solidFill>
                <a:latin typeface="Tahoma"/>
                <a:ea typeface="Tahoma"/>
                <a:cs typeface="Tahoma"/>
                <a:sym typeface="Tahoma"/>
              </a:rPr>
              <a:t>  </a:t>
            </a:r>
            <a:r>
              <a:rPr lang="es-ES" sz="3200" b="0" i="0" u="none" strike="noStrike" cap="none" dirty="0">
                <a:solidFill>
                  <a:schemeClr val="lt1"/>
                </a:solidFill>
                <a:latin typeface="Tahoma"/>
                <a:ea typeface="Tahoma"/>
                <a:cs typeface="Tahoma"/>
                <a:sym typeface="Tahoma"/>
              </a:rPr>
              <a:t>color</a:t>
            </a:r>
            <a:r>
              <a:rPr lang="es-ES" sz="3200" b="0" i="0" u="none" strike="noStrike" cap="none" dirty="0">
                <a:solidFill>
                  <a:srgbClr val="FF0000"/>
                </a:solidFill>
                <a:latin typeface="Tahoma"/>
                <a:ea typeface="Tahoma"/>
                <a:cs typeface="Tahoma"/>
                <a:sym typeface="Tahoma"/>
              </a:rPr>
              <a:t>-</a:t>
            </a:r>
            <a:r>
              <a:rPr lang="es-ES" sz="3200" b="0" i="0" u="none" strike="noStrike" cap="none" dirty="0">
                <a:solidFill>
                  <a:schemeClr val="lt1"/>
                </a:solidFill>
                <a:latin typeface="Tahoma"/>
                <a:ea typeface="Tahoma"/>
                <a:cs typeface="Tahoma"/>
                <a:sym typeface="Tahoma"/>
              </a:rPr>
              <a:t>1</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lt1"/>
              </a:solidFill>
              <a:latin typeface="Tahoma"/>
              <a:ea typeface="Tahoma"/>
              <a:cs typeface="Tahoma"/>
              <a:sym typeface="Tahoma"/>
            </a:endParaRPr>
          </a:p>
        </p:txBody>
      </p:sp>
      <p:sp>
        <p:nvSpPr>
          <p:cNvPr id="20" name="Google Shape;2308;p205"/>
          <p:cNvSpPr txBox="1"/>
          <p:nvPr/>
        </p:nvSpPr>
        <p:spPr>
          <a:xfrm>
            <a:off x="4940489" y="5016491"/>
            <a:ext cx="6100548" cy="147732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0" i="0" u="none" strike="noStrike" cap="none" dirty="0">
                <a:solidFill>
                  <a:srgbClr val="7030A0"/>
                </a:solidFill>
                <a:latin typeface="Gotham Rounded Medium" panose="02000000000000000000" pitchFamily="50" charset="0"/>
                <a:ea typeface="Tahoma"/>
                <a:cs typeface="Tahoma"/>
                <a:sym typeface="Tahoma"/>
              </a:rPr>
              <a:t>¡</a:t>
            </a:r>
            <a:r>
              <a:rPr lang="es-ES" sz="1800" b="0" i="0" u="none" strike="noStrike" cap="none" dirty="0" err="1">
                <a:solidFill>
                  <a:srgbClr val="7030A0"/>
                </a:solidFill>
                <a:latin typeface="Gotham Rounded Medium" panose="02000000000000000000" pitchFamily="50" charset="0"/>
                <a:ea typeface="Tahoma"/>
                <a:cs typeface="Tahoma"/>
                <a:sym typeface="Tahoma"/>
              </a:rPr>
              <a:t>Auch</a:t>
            </a:r>
            <a:r>
              <a:rPr lang="es-ES" sz="1800" b="0" i="0" u="none" strike="noStrike" cap="none" dirty="0">
                <a:solidFill>
                  <a:srgbClr val="7030A0"/>
                </a:solidFill>
                <a:latin typeface="Gotham Rounded Medium" panose="02000000000000000000" pitchFamily="50" charset="0"/>
                <a:ea typeface="Tahoma"/>
                <a:cs typeface="Tahoma"/>
                <a:sym typeface="Tahoma"/>
              </a:rPr>
              <a:t>, no! Los nombres de las variables no pueden contener operadores matemáticos. En este caso el “guion medio” se utiliza en JavaScript para realizar restas/sustracciones matemáticas. Tampoco se podrían usar el + (suma) o el * (multiplicación)</a:t>
            </a:r>
            <a:endParaRPr sz="1800" b="0" i="0" u="none" strike="noStrike" cap="none" dirty="0">
              <a:solidFill>
                <a:srgbClr val="7030A0"/>
              </a:solidFill>
              <a:latin typeface="Gotham Rounded Medium" panose="02000000000000000000" pitchFamily="50" charset="0"/>
              <a:ea typeface="Calibri"/>
              <a:cs typeface="Calibri"/>
              <a:sym typeface="Calibri"/>
            </a:endParaRPr>
          </a:p>
        </p:txBody>
      </p:sp>
    </p:spTree>
    <p:extLst>
      <p:ext uri="{BB962C8B-B14F-4D97-AF65-F5344CB8AC3E}">
        <p14:creationId xmlns:p14="http://schemas.microsoft.com/office/powerpoint/2010/main" val="12028093"/>
      </p:ext>
    </p:extLst>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Shape 2312"/>
        <p:cNvGrpSpPr/>
        <p:nvPr/>
      </p:nvGrpSpPr>
      <p:grpSpPr>
        <a:xfrm>
          <a:off x="0" y="0"/>
          <a:ext cx="0" cy="0"/>
          <a:chOff x="0" y="0"/>
          <a:chExt cx="0" cy="0"/>
        </a:xfrm>
      </p:grpSpPr>
      <p:pic>
        <p:nvPicPr>
          <p:cNvPr id="2313" name="Google Shape;2313;p206"/>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314" name="Google Shape;2314;p206"/>
          <p:cNvSpPr/>
          <p:nvPr/>
        </p:nvSpPr>
        <p:spPr>
          <a:xfrm>
            <a:off x="1460310" y="3232298"/>
            <a:ext cx="9428516" cy="2977115"/>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Muy bien, continuemos. Luego de asignar correctamente un nombre a la variable debemos presionar la “Barra espaciadora” e introducir el símbolo igual</a:t>
            </a:r>
            <a:r>
              <a:rPr lang="es-ES" sz="2000" b="1" i="0" u="none" strike="noStrike" cap="none" dirty="0">
                <a:solidFill>
                  <a:schemeClr val="lt1"/>
                </a:solidFill>
                <a:latin typeface="Gotham Rounded" pitchFamily="50" charset="0"/>
                <a:ea typeface="Tahoma"/>
                <a:cs typeface="Tahoma"/>
                <a:sym typeface="Tahoma"/>
              </a:rPr>
              <a:t> (=)</a:t>
            </a:r>
            <a:r>
              <a:rPr lang="es-ES" sz="2000" b="0" i="0" u="none" strike="noStrike" cap="none" dirty="0">
                <a:solidFill>
                  <a:schemeClr val="lt1"/>
                </a:solidFill>
                <a:latin typeface="Gotham Rounded" pitchFamily="50" charset="0"/>
                <a:ea typeface="Tahoma"/>
                <a:cs typeface="Tahoma"/>
                <a:sym typeface="Tahoma"/>
              </a:rPr>
              <a:t>.</a:t>
            </a:r>
            <a:r>
              <a:rPr lang="es-ES" sz="2000" b="1" i="0" u="none" strike="noStrike" cap="none" dirty="0">
                <a:solidFill>
                  <a:schemeClr val="lt1"/>
                </a:solidFill>
                <a:latin typeface="Gotham Rounded" pitchFamily="50" charset="0"/>
                <a:ea typeface="Tahoma"/>
                <a:cs typeface="Tahoma"/>
                <a:sym typeface="Tahoma"/>
              </a:rPr>
              <a:t> </a:t>
            </a:r>
            <a:r>
              <a:rPr lang="es-ES" sz="1800" b="0" i="0" u="none" strike="noStrike" cap="none" dirty="0">
                <a:solidFill>
                  <a:schemeClr val="lt1"/>
                </a:solidFill>
                <a:latin typeface="Gotham Rounded" pitchFamily="50" charset="0"/>
                <a:ea typeface="Tahoma"/>
                <a:cs typeface="Tahoma"/>
                <a:sym typeface="Tahoma"/>
              </a:rPr>
              <a:t>Este símbolo le da a entender a JavaScript que a continuación vamos a darle el valor que queremos almacenar. A este proceso se lo conoce como </a:t>
            </a:r>
            <a:r>
              <a:rPr lang="es-ES" sz="1800" b="0" i="1" u="none" strike="noStrike" cap="none" dirty="0">
                <a:solidFill>
                  <a:schemeClr val="lt1"/>
                </a:solidFill>
                <a:latin typeface="Gotham Rounded" pitchFamily="50" charset="0"/>
                <a:ea typeface="Tahoma"/>
                <a:cs typeface="Tahoma"/>
                <a:sym typeface="Tahoma"/>
              </a:rPr>
              <a:t>“asignar un valor a la variable”. </a:t>
            </a:r>
            <a:r>
              <a:rPr lang="es-ES" sz="1800" b="0" i="0" u="none" strike="noStrike" cap="none" dirty="0">
                <a:solidFill>
                  <a:schemeClr val="lt1"/>
                </a:solidFill>
                <a:latin typeface="Gotham Rounded" pitchFamily="50" charset="0"/>
                <a:ea typeface="Tahoma"/>
                <a:cs typeface="Tahoma"/>
                <a:sym typeface="Tahoma"/>
              </a:rPr>
              <a:t>En este ejemplo, la variable llamada "</a:t>
            </a:r>
            <a:r>
              <a:rPr lang="es-ES" sz="1800" b="0" i="0" u="none" strike="noStrike" cap="none" dirty="0" err="1">
                <a:solidFill>
                  <a:schemeClr val="lt1"/>
                </a:solidFill>
                <a:latin typeface="Gotham Rounded" pitchFamily="50" charset="0"/>
                <a:ea typeface="Tahoma"/>
                <a:cs typeface="Tahoma"/>
                <a:sym typeface="Tahoma"/>
              </a:rPr>
              <a:t>nombreVariable</a:t>
            </a:r>
            <a:r>
              <a:rPr lang="es-ES" sz="1800" b="0" i="0" u="none" strike="noStrike" cap="none" dirty="0">
                <a:solidFill>
                  <a:schemeClr val="lt1"/>
                </a:solidFill>
                <a:latin typeface="Gotham Rounded" pitchFamily="50" charset="0"/>
                <a:ea typeface="Tahoma"/>
                <a:cs typeface="Tahoma"/>
                <a:sym typeface="Tahoma"/>
              </a:rPr>
              <a:t>" está almacenando la cadena de caracteres "Hola mundo".</a:t>
            </a:r>
            <a:endParaRPr sz="1800" b="0" i="0" u="none" strike="noStrike" cap="none" dirty="0">
              <a:solidFill>
                <a:schemeClr val="lt1"/>
              </a:solidFill>
              <a:latin typeface="Gotham Rounded" pitchFamily="50" charset="0"/>
              <a:ea typeface="Tahoma"/>
              <a:cs typeface="Tahoma"/>
              <a:sym typeface="Tahoma"/>
            </a:endParaRPr>
          </a:p>
        </p:txBody>
      </p:sp>
      <p:sp>
        <p:nvSpPr>
          <p:cNvPr id="2315" name="Google Shape;2315;p206"/>
          <p:cNvSpPr/>
          <p:nvPr/>
        </p:nvSpPr>
        <p:spPr>
          <a:xfrm>
            <a:off x="7751135" y="1488558"/>
            <a:ext cx="244549" cy="255182"/>
          </a:xfrm>
          <a:prstGeom prst="rect">
            <a:avLst/>
          </a:prstGeom>
          <a:noFill/>
          <a:ln w="19050" cap="flat" cmpd="sng">
            <a:solidFill>
              <a:srgbClr val="FFFF00"/>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Shape 2319"/>
        <p:cNvGrpSpPr/>
        <p:nvPr/>
      </p:nvGrpSpPr>
      <p:grpSpPr>
        <a:xfrm>
          <a:off x="0" y="0"/>
          <a:ext cx="0" cy="0"/>
          <a:chOff x="0" y="0"/>
          <a:chExt cx="0" cy="0"/>
        </a:xfrm>
      </p:grpSpPr>
      <p:pic>
        <p:nvPicPr>
          <p:cNvPr id="2320" name="Google Shape;2320;p207"/>
          <p:cNvPicPr preferRelativeResize="0"/>
          <p:nvPr/>
        </p:nvPicPr>
        <p:blipFill rotWithShape="1">
          <a:blip r:embed="rId3">
            <a:alphaModFix/>
          </a:blip>
          <a:srcRect/>
          <a:stretch/>
        </p:blipFill>
        <p:spPr>
          <a:xfrm>
            <a:off x="0" y="15948"/>
            <a:ext cx="12192000" cy="6858000"/>
          </a:xfrm>
          <a:prstGeom prst="rect">
            <a:avLst/>
          </a:prstGeom>
          <a:noFill/>
          <a:ln>
            <a:noFill/>
          </a:ln>
        </p:spPr>
      </p:pic>
      <p:sp>
        <p:nvSpPr>
          <p:cNvPr id="2321" name="Google Shape;2321;p207"/>
          <p:cNvSpPr/>
          <p:nvPr/>
        </p:nvSpPr>
        <p:spPr>
          <a:xfrm>
            <a:off x="4779413" y="4005436"/>
            <a:ext cx="6481553" cy="2397878"/>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A continuación del </a:t>
            </a:r>
            <a:r>
              <a:rPr lang="es-ES" sz="2000" b="0" i="0" u="none" strike="noStrike" cap="none" dirty="0">
                <a:solidFill>
                  <a:schemeClr val="lt1"/>
                </a:solidFill>
                <a:latin typeface="Gotham Rounded" pitchFamily="50" charset="0"/>
                <a:ea typeface="Tahoma"/>
                <a:cs typeface="Tahoma"/>
                <a:sym typeface="Tahoma"/>
              </a:rPr>
              <a:t>(=)</a:t>
            </a:r>
            <a:r>
              <a:rPr lang="es-ES" sz="1800" b="0" i="0" u="none" strike="noStrike" cap="none" dirty="0">
                <a:solidFill>
                  <a:schemeClr val="lt1"/>
                </a:solidFill>
                <a:latin typeface="Gotham Rounded" pitchFamily="50" charset="0"/>
                <a:ea typeface="Tahoma"/>
                <a:cs typeface="Tahoma"/>
                <a:sym typeface="Tahoma"/>
              </a:rPr>
              <a:t> colocamos el valor que queremos almacenar. Si son caracteres deben ir entre comillas </a:t>
            </a:r>
            <a:r>
              <a:rPr lang="es-ES" sz="1800" b="1" i="0" u="none" strike="noStrike" cap="none" dirty="0">
                <a:solidFill>
                  <a:schemeClr val="lt1"/>
                </a:solidFill>
                <a:latin typeface="Gotham Rounded" pitchFamily="50" charset="0"/>
                <a:ea typeface="Tahoma"/>
                <a:cs typeface="Tahoma"/>
                <a:sym typeface="Tahoma"/>
              </a:rPr>
              <a:t>(“Bienvenido </a:t>
            </a:r>
            <a:r>
              <a:rPr lang="es-ES" sz="1800" b="1" i="0" u="none" strike="noStrike" cap="none" dirty="0" err="1">
                <a:solidFill>
                  <a:schemeClr val="lt1"/>
                </a:solidFill>
                <a:latin typeface="Gotham Rounded" pitchFamily="50" charset="0"/>
                <a:ea typeface="Tahoma"/>
                <a:cs typeface="Tahoma"/>
                <a:sym typeface="Tahoma"/>
              </a:rPr>
              <a:t>super</a:t>
            </a:r>
            <a:r>
              <a:rPr lang="es-ES" sz="1800" b="1" i="0" u="none" strike="noStrike" cap="none" dirty="0">
                <a:solidFill>
                  <a:schemeClr val="lt1"/>
                </a:solidFill>
                <a:latin typeface="Gotham Rounded" pitchFamily="50" charset="0"/>
                <a:ea typeface="Tahoma"/>
                <a:cs typeface="Tahoma"/>
                <a:sym typeface="Tahoma"/>
              </a:rPr>
              <a:t> agente 86”) </a:t>
            </a:r>
            <a:r>
              <a:rPr lang="es-ES" sz="1800" b="0" i="0" u="none" strike="noStrike" cap="none" dirty="0">
                <a:solidFill>
                  <a:schemeClr val="lt1"/>
                </a:solidFill>
                <a:latin typeface="Gotham Rounded" pitchFamily="50" charset="0"/>
                <a:ea typeface="Tahoma"/>
                <a:cs typeface="Tahoma"/>
                <a:sym typeface="Tahoma"/>
              </a:rPr>
              <a:t>y si son numéricos, sin comillas </a:t>
            </a:r>
            <a:r>
              <a:rPr lang="es-ES" sz="1800" b="1" i="0" u="none" strike="noStrike" cap="none" dirty="0">
                <a:solidFill>
                  <a:schemeClr val="lt1"/>
                </a:solidFill>
                <a:latin typeface="Gotham Rounded" pitchFamily="50" charset="0"/>
                <a:ea typeface="Tahoma"/>
                <a:cs typeface="Tahoma"/>
                <a:sym typeface="Tahoma"/>
              </a:rPr>
              <a:t>(276)</a:t>
            </a:r>
            <a:endParaRPr sz="1800" b="1" i="1" u="none" strike="noStrike" cap="none" dirty="0">
              <a:solidFill>
                <a:schemeClr val="lt1"/>
              </a:solidFill>
              <a:latin typeface="Gotham Rounded" pitchFamily="50" charset="0"/>
              <a:ea typeface="Tahoma"/>
              <a:cs typeface="Tahoma"/>
              <a:sym typeface="Tahoma"/>
            </a:endParaRPr>
          </a:p>
        </p:txBody>
      </p:sp>
      <p:sp>
        <p:nvSpPr>
          <p:cNvPr id="2322" name="Google Shape;2322;p207"/>
          <p:cNvSpPr/>
          <p:nvPr/>
        </p:nvSpPr>
        <p:spPr>
          <a:xfrm>
            <a:off x="8020189" y="1488558"/>
            <a:ext cx="1262034" cy="244549"/>
          </a:xfrm>
          <a:prstGeom prst="rect">
            <a:avLst/>
          </a:prstGeom>
          <a:noFill/>
          <a:ln w="19050" cap="flat" cmpd="sng">
            <a:solidFill>
              <a:srgbClr val="FFFF00"/>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Shape 2326"/>
        <p:cNvGrpSpPr/>
        <p:nvPr/>
      </p:nvGrpSpPr>
      <p:grpSpPr>
        <a:xfrm>
          <a:off x="0" y="0"/>
          <a:ext cx="0" cy="0"/>
          <a:chOff x="0" y="0"/>
          <a:chExt cx="0" cy="0"/>
        </a:xfrm>
      </p:grpSpPr>
      <p:sp>
        <p:nvSpPr>
          <p:cNvPr id="2327" name="Google Shape;2327;p208"/>
          <p:cNvSpPr/>
          <p:nvPr/>
        </p:nvSpPr>
        <p:spPr>
          <a:xfrm flipH="1">
            <a:off x="7708604" y="1265274"/>
            <a:ext cx="191385" cy="202019"/>
          </a:xfrm>
          <a:prstGeom prst="rect">
            <a:avLst/>
          </a:prstGeom>
          <a:noFill/>
          <a:ln w="28575" cap="flat" cmpd="sng">
            <a:solidFill>
              <a:srgbClr val="B3FF00"/>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328" name="Google Shape;2328;p208"/>
          <p:cNvPicPr preferRelativeResize="0"/>
          <p:nvPr/>
        </p:nvPicPr>
        <p:blipFill rotWithShape="1">
          <a:blip r:embed="rId3">
            <a:alphaModFix/>
          </a:blip>
          <a:srcRect/>
          <a:stretch/>
        </p:blipFill>
        <p:spPr>
          <a:xfrm>
            <a:off x="0" y="0"/>
            <a:ext cx="12192000" cy="6858000"/>
          </a:xfrm>
          <a:prstGeom prst="rect">
            <a:avLst/>
          </a:prstGeom>
          <a:noFill/>
          <a:ln w="9525" cap="flat" cmpd="sng">
            <a:solidFill>
              <a:srgbClr val="FFFF00"/>
            </a:solidFill>
            <a:prstDash val="solid"/>
            <a:round/>
            <a:headEnd type="none" w="sm" len="sm"/>
            <a:tailEnd type="none" w="sm" len="sm"/>
          </a:ln>
        </p:spPr>
      </p:pic>
      <p:sp>
        <p:nvSpPr>
          <p:cNvPr id="2329" name="Google Shape;2329;p208"/>
          <p:cNvSpPr/>
          <p:nvPr/>
        </p:nvSpPr>
        <p:spPr>
          <a:xfrm>
            <a:off x="2437744" y="4501662"/>
            <a:ext cx="8897649" cy="2208343"/>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Por último, para indicar el final de la declaración es necesario SIEMPRE colocar </a:t>
            </a:r>
            <a:r>
              <a:rPr lang="es-ES" sz="2000" b="1" i="0" u="none" strike="noStrike" cap="none" dirty="0">
                <a:solidFill>
                  <a:schemeClr val="lt1"/>
                </a:solidFill>
                <a:latin typeface="Gotham Rounded" pitchFamily="50" charset="0"/>
                <a:ea typeface="Tahoma"/>
                <a:cs typeface="Tahoma"/>
                <a:sym typeface="Tahoma"/>
              </a:rPr>
              <a:t>un punto y coma (;)</a:t>
            </a:r>
            <a:r>
              <a:rPr lang="es-ES" sz="1800" b="0" i="0" u="none" strike="noStrike" cap="none" dirty="0">
                <a:solidFill>
                  <a:schemeClr val="lt1"/>
                </a:solidFill>
                <a:latin typeface="Gotham Rounded" pitchFamily="50" charset="0"/>
                <a:ea typeface="Tahoma"/>
                <a:cs typeface="Tahoma"/>
                <a:sym typeface="Tahoma"/>
              </a:rPr>
              <a:t>. Funciona igual que un punto “.” cuando terminamos de escribir una oración en español. El punto indica el final de la oración, el </a:t>
            </a:r>
            <a:r>
              <a:rPr lang="es-ES" sz="2000" b="1" i="0" u="none" strike="noStrike" cap="none" dirty="0">
                <a:solidFill>
                  <a:schemeClr val="lt1"/>
                </a:solidFill>
                <a:latin typeface="Gotham Rounded" pitchFamily="50" charset="0"/>
                <a:ea typeface="Tahoma"/>
                <a:cs typeface="Tahoma"/>
                <a:sym typeface="Tahoma"/>
              </a:rPr>
              <a:t>“;”</a:t>
            </a:r>
            <a:r>
              <a:rPr lang="es-ES" sz="2000" b="1" i="0" u="sng" strike="noStrike" cap="none" dirty="0">
                <a:solidFill>
                  <a:schemeClr val="lt1"/>
                </a:solidFill>
                <a:latin typeface="Gotham Rounded" pitchFamily="50" charset="0"/>
                <a:ea typeface="Tahoma"/>
                <a:cs typeface="Tahoma"/>
                <a:sym typeface="Tahoma"/>
              </a:rPr>
              <a:t> </a:t>
            </a:r>
            <a:r>
              <a:rPr lang="es-ES" sz="1800" b="0" i="0" u="none" strike="noStrike" cap="none" dirty="0">
                <a:solidFill>
                  <a:schemeClr val="lt1"/>
                </a:solidFill>
                <a:latin typeface="Gotham Rounded" pitchFamily="50" charset="0"/>
                <a:ea typeface="Tahoma"/>
                <a:cs typeface="Tahoma"/>
                <a:sym typeface="Tahoma"/>
              </a:rPr>
              <a:t>indica en JavaScript el final de una declaración.</a:t>
            </a:r>
            <a:endParaRPr sz="1800" b="0" i="1" u="none" strike="noStrike" cap="none" dirty="0">
              <a:solidFill>
                <a:schemeClr val="lt1"/>
              </a:solidFill>
              <a:latin typeface="Gotham Rounded" pitchFamily="50" charset="0"/>
              <a:ea typeface="Tahoma"/>
              <a:cs typeface="Tahoma"/>
              <a:sym typeface="Tahoma"/>
            </a:endParaRPr>
          </a:p>
        </p:txBody>
      </p:sp>
      <p:sp>
        <p:nvSpPr>
          <p:cNvPr id="2330" name="Google Shape;2330;p208"/>
          <p:cNvSpPr/>
          <p:nvPr/>
        </p:nvSpPr>
        <p:spPr>
          <a:xfrm>
            <a:off x="9287540" y="1467293"/>
            <a:ext cx="308344" cy="318977"/>
          </a:xfrm>
          <a:prstGeom prst="rect">
            <a:avLst/>
          </a:prstGeom>
          <a:noFill/>
          <a:ln w="19050" cap="flat" cmpd="sng">
            <a:solidFill>
              <a:srgbClr val="FFFF00"/>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Shape 2335"/>
        <p:cNvGrpSpPr/>
        <p:nvPr/>
      </p:nvGrpSpPr>
      <p:grpSpPr>
        <a:xfrm>
          <a:off x="0" y="0"/>
          <a:ext cx="0" cy="0"/>
          <a:chOff x="0" y="0"/>
          <a:chExt cx="0" cy="0"/>
        </a:xfrm>
      </p:grpSpPr>
      <p:pic>
        <p:nvPicPr>
          <p:cNvPr id="3" name="Google Shape;214;p2"/>
          <p:cNvPicPr preferRelativeResize="0"/>
          <p:nvPr/>
        </p:nvPicPr>
        <p:blipFill rotWithShape="1">
          <a:blip r:embed="rId3">
            <a:alphaModFix/>
          </a:blip>
          <a:srcRect/>
          <a:stretch/>
        </p:blipFill>
        <p:spPr>
          <a:xfrm>
            <a:off x="0" y="1254"/>
            <a:ext cx="12192000" cy="6856745"/>
          </a:xfrm>
          <a:prstGeom prst="rect">
            <a:avLst/>
          </a:prstGeom>
          <a:noFill/>
          <a:ln>
            <a:noFill/>
          </a:ln>
        </p:spPr>
      </p:pic>
      <p:sp>
        <p:nvSpPr>
          <p:cNvPr id="2336" name="Google Shape;2336;p209"/>
          <p:cNvSpPr/>
          <p:nvPr/>
        </p:nvSpPr>
        <p:spPr>
          <a:xfrm>
            <a:off x="569154" y="500395"/>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Arial"/>
                <a:ea typeface="Arial"/>
                <a:cs typeface="Arial"/>
                <a:sym typeface="Arial"/>
              </a:rPr>
              <a:t>- Conceptos básicos para programar -</a:t>
            </a:r>
            <a:endParaRPr sz="7200" b="0" i="0" u="none" strike="noStrike" cap="none" dirty="0">
              <a:solidFill>
                <a:schemeClr val="tx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Arial"/>
                <a:ea typeface="Arial"/>
                <a:cs typeface="Arial"/>
                <a:sym typeface="Arial"/>
              </a:rPr>
              <a:t>2 tipos de datos</a:t>
            </a:r>
            <a:endParaRPr sz="1400" b="0" i="0" u="none" strike="noStrike" cap="none" dirty="0">
              <a:solidFill>
                <a:schemeClr val="tx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Arial"/>
                <a:ea typeface="Arial"/>
                <a:cs typeface="Arial"/>
                <a:sym typeface="Arial"/>
              </a:rPr>
              <a:t>principales</a:t>
            </a:r>
            <a:endParaRPr sz="1400" b="0" i="0" u="none" strike="noStrike" cap="none" dirty="0">
              <a:solidFill>
                <a:schemeClr val="tx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Shape 2341"/>
        <p:cNvGrpSpPr/>
        <p:nvPr/>
      </p:nvGrpSpPr>
      <p:grpSpPr>
        <a:xfrm>
          <a:off x="0" y="0"/>
          <a:ext cx="0" cy="0"/>
          <a:chOff x="0" y="0"/>
          <a:chExt cx="0" cy="0"/>
        </a:xfrm>
      </p:grpSpPr>
      <p:sp>
        <p:nvSpPr>
          <p:cNvPr id="2342" name="Google Shape;2342;p210"/>
          <p:cNvSpPr/>
          <p:nvPr/>
        </p:nvSpPr>
        <p:spPr>
          <a:xfrm>
            <a:off x="4898571" y="749981"/>
            <a:ext cx="6535437" cy="5349409"/>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400"/>
              <a:buFont typeface="Arial"/>
              <a:buNone/>
            </a:pPr>
            <a:r>
              <a:rPr lang="es-ES" sz="2400" b="1" i="0" u="none" strike="noStrike" cap="none" dirty="0">
                <a:solidFill>
                  <a:schemeClr val="tx1"/>
                </a:solidFill>
                <a:latin typeface="Gotham Rounded" pitchFamily="50" charset="0"/>
                <a:sym typeface="Arial"/>
              </a:rPr>
              <a:t>Tipos de datos</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600"/>
              <a:buFont typeface="Arial"/>
              <a:buNone/>
            </a:pPr>
            <a:r>
              <a:rPr lang="es-ES" sz="3600" b="0" i="0" u="none" strike="noStrike" cap="none" dirty="0">
                <a:solidFill>
                  <a:schemeClr val="tx1"/>
                </a:solidFill>
                <a:latin typeface="Gotham Rounded" pitchFamily="50" charset="0"/>
                <a:sym typeface="Arial"/>
              </a:rPr>
              <a:t>Un </a:t>
            </a:r>
            <a:r>
              <a:rPr lang="es-ES" sz="3600" b="1" i="0" strike="noStrike" cap="none" dirty="0">
                <a:solidFill>
                  <a:schemeClr val="tx1"/>
                </a:solidFill>
                <a:latin typeface="Gotham Rounded" pitchFamily="50" charset="0"/>
                <a:sym typeface="Arial"/>
              </a:rPr>
              <a:t>valor</a:t>
            </a:r>
            <a:r>
              <a:rPr lang="es-ES" sz="3600" b="0" i="0" u="none" strike="noStrike" cap="none" dirty="0">
                <a:solidFill>
                  <a:schemeClr val="tx1"/>
                </a:solidFill>
                <a:latin typeface="Gotham Rounded" pitchFamily="50" charset="0"/>
                <a:sym typeface="Arial"/>
              </a:rPr>
              <a:t> es un </a:t>
            </a:r>
            <a:r>
              <a:rPr lang="es-ES" sz="3600" b="1" i="0" strike="noStrike" cap="none" dirty="0">
                <a:solidFill>
                  <a:schemeClr val="tx1"/>
                </a:solidFill>
                <a:latin typeface="Gotham Rounded" pitchFamily="50" charset="0"/>
                <a:sym typeface="Arial"/>
              </a:rPr>
              <a:t>dato</a:t>
            </a:r>
            <a:r>
              <a:rPr lang="es-ES" sz="3600" b="0" i="0" u="none" strike="noStrike" cap="none" dirty="0">
                <a:solidFill>
                  <a:schemeClr val="tx1"/>
                </a:solidFill>
                <a:latin typeface="Gotham Rounded" pitchFamily="50" charset="0"/>
                <a:sym typeface="Arial"/>
              </a:rPr>
              <a:t>. Puede ser </a:t>
            </a:r>
            <a:r>
              <a:rPr lang="es-ES" sz="3600" b="0" i="0" u="sng" strike="noStrike" cap="none" dirty="0">
                <a:solidFill>
                  <a:schemeClr val="tx1"/>
                </a:solidFill>
                <a:latin typeface="Gotham Rounded" pitchFamily="50" charset="0"/>
                <a:sym typeface="Arial"/>
              </a:rPr>
              <a:t>numérico</a:t>
            </a:r>
            <a:r>
              <a:rPr lang="es-ES" sz="3600" b="0" i="0" u="none" strike="noStrike" cap="none" dirty="0">
                <a:solidFill>
                  <a:schemeClr val="tx1"/>
                </a:solidFill>
                <a:latin typeface="Gotham Rounded" pitchFamily="50" charset="0"/>
                <a:sym typeface="Arial"/>
              </a:rPr>
              <a:t> o </a:t>
            </a:r>
            <a:r>
              <a:rPr lang="es-ES" sz="3600" b="1" i="0" strike="noStrike" cap="none" dirty="0">
                <a:solidFill>
                  <a:schemeClr val="tx1"/>
                </a:solidFill>
                <a:latin typeface="Gotham Rounded" pitchFamily="50" charset="0"/>
                <a:sym typeface="Arial"/>
              </a:rPr>
              <a:t>alfanumérico</a:t>
            </a:r>
            <a:r>
              <a:rPr lang="es-ES" sz="3600" b="0" i="0" u="none" strike="noStrike" cap="none" dirty="0">
                <a:solidFill>
                  <a:schemeClr val="tx1"/>
                </a:solidFill>
                <a:latin typeface="Gotham Rounded" pitchFamily="50" charset="0"/>
                <a:sym typeface="Arial"/>
              </a:rPr>
              <a:t>.</a:t>
            </a:r>
            <a:endParaRPr sz="1400" b="0"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600"/>
              <a:buFont typeface="Arial"/>
              <a:buNone/>
            </a:pPr>
            <a:endParaRPr sz="3600" b="1" i="0" u="none" strike="noStrike" cap="none" dirty="0">
              <a:solidFill>
                <a:schemeClr val="tx1"/>
              </a:solidFill>
              <a:latin typeface="Gotham Rounded" pitchFamily="50" charset="0"/>
              <a:sym typeface="Arial"/>
            </a:endParaRPr>
          </a:p>
          <a:p>
            <a:pPr marL="0" marR="0" lvl="0" indent="0" algn="r" rtl="0">
              <a:lnSpc>
                <a:spcPct val="100000"/>
              </a:lnSpc>
              <a:spcBef>
                <a:spcPts val="0"/>
              </a:spcBef>
              <a:spcAft>
                <a:spcPts val="0"/>
              </a:spcAft>
              <a:buClr>
                <a:srgbClr val="000000"/>
              </a:buClr>
              <a:buSzPts val="3600"/>
              <a:buFont typeface="Arial"/>
              <a:buNone/>
            </a:pPr>
            <a:r>
              <a:rPr lang="es-ES" sz="3600" b="0" i="0" u="none" strike="noStrike" cap="none" dirty="0">
                <a:solidFill>
                  <a:schemeClr val="tx1"/>
                </a:solidFill>
                <a:latin typeface="Gotham Rounded" pitchFamily="50" charset="0"/>
                <a:sym typeface="Arial"/>
              </a:rPr>
              <a:t>Dependiendo del tipo de dato que queramos almacenar, vamos a tener que escribirlo entre “comillas” o no.</a:t>
            </a:r>
            <a:endParaRPr sz="1800" b="0" i="0" u="none" strike="noStrike" cap="none" dirty="0">
              <a:solidFill>
                <a:schemeClr val="tx1"/>
              </a:solidFill>
              <a:latin typeface="Gotham Rounded" pitchFamily="50" charset="0"/>
              <a:ea typeface="Calibri"/>
              <a:cs typeface="Calibri"/>
              <a:sym typeface="Calibri"/>
            </a:endParaRPr>
          </a:p>
        </p:txBody>
      </p:sp>
      <p:sp>
        <p:nvSpPr>
          <p:cNvPr id="2343" name="Google Shape;2343;p210"/>
          <p:cNvSpPr txBox="1"/>
          <p:nvPr/>
        </p:nvSpPr>
        <p:spPr>
          <a:xfrm>
            <a:off x="1161987" y="1731413"/>
            <a:ext cx="2184499"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7200"/>
              <a:buFont typeface="Arial"/>
              <a:buNone/>
            </a:pPr>
            <a:endParaRPr sz="7200" b="0" i="0" u="none" strike="noStrike" cap="none">
              <a:solidFill>
                <a:schemeClr val="dk1"/>
              </a:solidFill>
              <a:latin typeface="Quattrocento Sans"/>
              <a:ea typeface="Quattrocento Sans"/>
              <a:cs typeface="Quattrocento Sans"/>
              <a:sym typeface="Quattrocento Sans"/>
            </a:endParaRPr>
          </a:p>
        </p:txBody>
      </p:sp>
      <p:pic>
        <p:nvPicPr>
          <p:cNvPr id="2344" name="Google Shape;2344;p210" descr="Burbuja de chat"/>
          <p:cNvPicPr preferRelativeResize="0"/>
          <p:nvPr/>
        </p:nvPicPr>
        <p:blipFill rotWithShape="1">
          <a:blip r:embed="rId3">
            <a:alphaModFix/>
            <a:duotone>
              <a:prstClr val="black"/>
              <a:schemeClr val="accent2">
                <a:tint val="45000"/>
                <a:satMod val="400000"/>
              </a:schemeClr>
            </a:duotone>
          </a:blip>
          <a:srcRect/>
          <a:stretch/>
        </p:blipFill>
        <p:spPr>
          <a:xfrm>
            <a:off x="1467546" y="4589887"/>
            <a:ext cx="1741449" cy="1722864"/>
          </a:xfrm>
          <a:prstGeom prst="rect">
            <a:avLst/>
          </a:prstGeom>
          <a:noFill/>
          <a:ln>
            <a:noFill/>
          </a:ln>
        </p:spPr>
      </p:pic>
      <p:pic>
        <p:nvPicPr>
          <p:cNvPr id="2345" name="Google Shape;2345;p210" descr="Calculadora"/>
          <p:cNvPicPr preferRelativeResize="0"/>
          <p:nvPr/>
        </p:nvPicPr>
        <p:blipFill rotWithShape="1">
          <a:blip r:embed="rId4">
            <a:alphaModFix/>
            <a:duotone>
              <a:prstClr val="black"/>
              <a:schemeClr val="accent2">
                <a:tint val="45000"/>
                <a:satMod val="400000"/>
              </a:schemeClr>
            </a:duotone>
          </a:blip>
          <a:srcRect/>
          <a:stretch/>
        </p:blipFill>
        <p:spPr>
          <a:xfrm>
            <a:off x="1596481" y="1336288"/>
            <a:ext cx="1518424" cy="1509132"/>
          </a:xfrm>
          <a:prstGeom prst="rect">
            <a:avLst/>
          </a:prstGeom>
          <a:noFill/>
          <a:ln>
            <a:noFill/>
          </a:ln>
        </p:spPr>
      </p:pic>
      <p:sp>
        <p:nvSpPr>
          <p:cNvPr id="2346" name="Google Shape;2346;p210"/>
          <p:cNvSpPr txBox="1"/>
          <p:nvPr/>
        </p:nvSpPr>
        <p:spPr>
          <a:xfrm>
            <a:off x="1258630" y="666472"/>
            <a:ext cx="2184499"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s-ES" sz="2800" b="0" i="0" u="none" strike="noStrike" cap="none" dirty="0">
                <a:solidFill>
                  <a:schemeClr val="tx1"/>
                </a:solidFill>
                <a:latin typeface="Gotham Rounded" pitchFamily="50" charset="0"/>
                <a:ea typeface="Quattrocento Sans"/>
                <a:cs typeface="Quattrocento Sans"/>
                <a:sym typeface="Quattrocento Sans"/>
              </a:rPr>
              <a:t>numérico</a:t>
            </a:r>
            <a:endParaRPr sz="2800" b="0" i="0" u="none" strike="noStrike" cap="none" dirty="0">
              <a:solidFill>
                <a:schemeClr val="tx1"/>
              </a:solidFill>
              <a:latin typeface="Gotham Rounded" pitchFamily="50" charset="0"/>
              <a:ea typeface="Quattrocento Sans"/>
              <a:cs typeface="Quattrocento Sans"/>
              <a:sym typeface="Quattrocento Sans"/>
            </a:endParaRPr>
          </a:p>
        </p:txBody>
      </p:sp>
      <p:sp>
        <p:nvSpPr>
          <p:cNvPr id="2347" name="Google Shape;2347;p210"/>
          <p:cNvSpPr txBox="1"/>
          <p:nvPr/>
        </p:nvSpPr>
        <p:spPr>
          <a:xfrm>
            <a:off x="849751" y="3305594"/>
            <a:ext cx="2965084" cy="138499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s-ES" sz="2800" b="0" i="0" u="none" strike="noStrike" cap="none" dirty="0">
                <a:solidFill>
                  <a:schemeClr val="tx1"/>
                </a:solidFill>
                <a:latin typeface="Gotham Rounded" pitchFamily="50" charset="0"/>
                <a:ea typeface="Quattrocento Sans"/>
                <a:cs typeface="Quattrocento Sans"/>
                <a:sym typeface="Quattrocento Sans"/>
              </a:rPr>
              <a:t>"alfanumérico" o "cadena de caracteres"</a:t>
            </a:r>
            <a:endParaRPr sz="2800" b="0" i="0" u="none" strike="noStrike" cap="none" dirty="0">
              <a:solidFill>
                <a:schemeClr val="tx1"/>
              </a:solidFill>
              <a:latin typeface="Gotham Rounded" pitchFamily="50" charset="0"/>
              <a:ea typeface="Quattrocento Sans"/>
              <a:cs typeface="Quattrocento Sans"/>
              <a:sym typeface="Quattrocento Sans"/>
            </a:endParaRPr>
          </a:p>
        </p:txBody>
      </p:sp>
      <p:pic>
        <p:nvPicPr>
          <p:cNvPr id="8" name="Google Shape;1102;p6"/>
          <p:cNvPicPr preferRelativeResize="0"/>
          <p:nvPr/>
        </p:nvPicPr>
        <p:blipFill rotWithShape="1">
          <a:blip r:embed="rId5">
            <a:alphaModFix/>
          </a:blip>
          <a:srcRect/>
          <a:stretch/>
        </p:blipFill>
        <p:spPr>
          <a:xfrm>
            <a:off x="5036062" y="-4315"/>
            <a:ext cx="7146096" cy="6858000"/>
          </a:xfrm>
          <a:prstGeom prst="rect">
            <a:avLst/>
          </a:prstGeom>
          <a:noFill/>
          <a:ln>
            <a:noFill/>
          </a:ln>
        </p:spPr>
      </p:pic>
    </p:spTree>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Shape 2352"/>
        <p:cNvGrpSpPr/>
        <p:nvPr/>
      </p:nvGrpSpPr>
      <p:grpSpPr>
        <a:xfrm>
          <a:off x="0" y="0"/>
          <a:ext cx="0" cy="0"/>
          <a:chOff x="0" y="0"/>
          <a:chExt cx="0" cy="0"/>
        </a:xfrm>
      </p:grpSpPr>
      <p:sp>
        <p:nvSpPr>
          <p:cNvPr id="2353" name="Google Shape;2353;p211"/>
          <p:cNvSpPr txBox="1"/>
          <p:nvPr/>
        </p:nvSpPr>
        <p:spPr>
          <a:xfrm>
            <a:off x="1161987" y="1731413"/>
            <a:ext cx="2184499"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7200"/>
              <a:buFont typeface="Arial"/>
              <a:buNone/>
            </a:pPr>
            <a:endParaRPr sz="7200" b="0" i="0" u="none" strike="noStrike" cap="none">
              <a:solidFill>
                <a:schemeClr val="dk1"/>
              </a:solidFill>
              <a:latin typeface="Quattrocento Sans"/>
              <a:ea typeface="Quattrocento Sans"/>
              <a:cs typeface="Quattrocento Sans"/>
              <a:sym typeface="Quattrocento Sans"/>
            </a:endParaRPr>
          </a:p>
        </p:txBody>
      </p:sp>
      <p:pic>
        <p:nvPicPr>
          <p:cNvPr id="2354" name="Google Shape;2354;p211" descr="Calculadora"/>
          <p:cNvPicPr preferRelativeResize="0"/>
          <p:nvPr/>
        </p:nvPicPr>
        <p:blipFill rotWithShape="1">
          <a:blip r:embed="rId3">
            <a:alphaModFix/>
            <a:duotone>
              <a:prstClr val="black"/>
              <a:schemeClr val="accent2">
                <a:tint val="45000"/>
                <a:satMod val="400000"/>
              </a:schemeClr>
            </a:duotone>
          </a:blip>
          <a:srcRect/>
          <a:stretch/>
        </p:blipFill>
        <p:spPr>
          <a:xfrm>
            <a:off x="1596481" y="3056187"/>
            <a:ext cx="1518424" cy="1509132"/>
          </a:xfrm>
          <a:prstGeom prst="rect">
            <a:avLst/>
          </a:prstGeom>
          <a:noFill/>
          <a:ln>
            <a:noFill/>
          </a:ln>
        </p:spPr>
      </p:pic>
      <p:sp>
        <p:nvSpPr>
          <p:cNvPr id="2355" name="Google Shape;2355;p211"/>
          <p:cNvSpPr txBox="1"/>
          <p:nvPr/>
        </p:nvSpPr>
        <p:spPr>
          <a:xfrm>
            <a:off x="1258630" y="2386371"/>
            <a:ext cx="2184499"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s-ES" sz="2800" dirty="0">
                <a:solidFill>
                  <a:schemeClr val="tx1"/>
                </a:solidFill>
                <a:latin typeface="Gotham Rounded" pitchFamily="50" charset="0"/>
                <a:ea typeface="Quattrocento Sans"/>
                <a:cs typeface="Quattrocento Sans"/>
                <a:sym typeface="Quattrocento Sans"/>
              </a:rPr>
              <a:t>N</a:t>
            </a:r>
            <a:r>
              <a:rPr lang="es-ES" sz="2800" b="0" i="0" u="none" strike="noStrike" cap="none" dirty="0" smtClean="0">
                <a:solidFill>
                  <a:schemeClr val="tx1"/>
                </a:solidFill>
                <a:latin typeface="Gotham Rounded" pitchFamily="50" charset="0"/>
                <a:ea typeface="Quattrocento Sans"/>
                <a:cs typeface="Quattrocento Sans"/>
                <a:sym typeface="Quattrocento Sans"/>
              </a:rPr>
              <a:t>umérico</a:t>
            </a:r>
            <a:endParaRPr sz="2800" b="0" i="0" u="none" strike="noStrike" cap="none" dirty="0">
              <a:solidFill>
                <a:schemeClr val="tx1"/>
              </a:solidFill>
              <a:latin typeface="Gotham Rounded" pitchFamily="50" charset="0"/>
              <a:ea typeface="Quattrocento Sans"/>
              <a:cs typeface="Quattrocento Sans"/>
              <a:sym typeface="Quattrocento Sans"/>
            </a:endParaRPr>
          </a:p>
        </p:txBody>
      </p:sp>
      <p:sp>
        <p:nvSpPr>
          <p:cNvPr id="2356" name="Google Shape;2356;p211"/>
          <p:cNvSpPr/>
          <p:nvPr/>
        </p:nvSpPr>
        <p:spPr>
          <a:xfrm>
            <a:off x="4940490" y="1074366"/>
            <a:ext cx="6493519" cy="3147229"/>
          </a:xfrm>
          <a:prstGeom prst="roundRect">
            <a:avLst>
              <a:gd name="adj" fmla="val 4602"/>
            </a:avLst>
          </a:prstGeom>
          <a:solidFill>
            <a:srgbClr val="1F232F"/>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357" name="Google Shape;2357;p211"/>
          <p:cNvGrpSpPr/>
          <p:nvPr/>
        </p:nvGrpSpPr>
        <p:grpSpPr>
          <a:xfrm>
            <a:off x="4940489" y="1074365"/>
            <a:ext cx="6493519" cy="413657"/>
            <a:chOff x="3383283" y="0"/>
            <a:chExt cx="5094515" cy="413657"/>
          </a:xfrm>
        </p:grpSpPr>
        <p:sp>
          <p:nvSpPr>
            <p:cNvPr id="2358" name="Google Shape;2358;p211"/>
            <p:cNvSpPr/>
            <p:nvPr/>
          </p:nvSpPr>
          <p:spPr>
            <a:xfrm>
              <a:off x="3383283" y="0"/>
              <a:ext cx="5094515"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59" name="Google Shape;2359;p211"/>
            <p:cNvSpPr txBox="1"/>
            <p:nvPr/>
          </p:nvSpPr>
          <p:spPr>
            <a:xfrm>
              <a:off x="3707566" y="42482"/>
              <a:ext cx="195424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variables.js</a:t>
              </a:r>
              <a:endParaRPr sz="1400" b="0" i="0" u="none" strike="noStrike" cap="none">
                <a:solidFill>
                  <a:schemeClr val="lt1"/>
                </a:solidFill>
                <a:latin typeface="Arial"/>
                <a:ea typeface="Arial"/>
                <a:cs typeface="Arial"/>
                <a:sym typeface="Arial"/>
              </a:endParaRPr>
            </a:p>
          </p:txBody>
        </p:sp>
        <p:cxnSp>
          <p:nvCxnSpPr>
            <p:cNvPr id="2360" name="Google Shape;2360;p211"/>
            <p:cNvCxnSpPr/>
            <p:nvPr/>
          </p:nvCxnSpPr>
          <p:spPr>
            <a:xfrm>
              <a:off x="3707567" y="403200"/>
              <a:ext cx="1954241" cy="10457"/>
            </a:xfrm>
            <a:prstGeom prst="straightConnector1">
              <a:avLst/>
            </a:prstGeom>
            <a:noFill/>
            <a:ln w="15875" cap="flat" cmpd="sng">
              <a:solidFill>
                <a:srgbClr val="F2CD84"/>
              </a:solidFill>
              <a:prstDash val="solid"/>
              <a:miter lim="800000"/>
              <a:headEnd type="none" w="sm" len="sm"/>
              <a:tailEnd type="none" w="sm" len="sm"/>
            </a:ln>
          </p:spPr>
        </p:cxnSp>
      </p:grpSp>
      <p:sp>
        <p:nvSpPr>
          <p:cNvPr id="2361" name="Google Shape;2361;p211"/>
          <p:cNvSpPr txBox="1"/>
          <p:nvPr/>
        </p:nvSpPr>
        <p:spPr>
          <a:xfrm>
            <a:off x="4940489" y="2002397"/>
            <a:ext cx="4716461" cy="1477328"/>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3200"/>
              <a:buFont typeface="Arial"/>
              <a:buNone/>
            </a:pPr>
            <a:r>
              <a:rPr lang="es-ES" sz="3200" b="0" i="0" u="none" strike="noStrike" cap="none">
                <a:solidFill>
                  <a:schemeClr val="accent1"/>
                </a:solidFill>
                <a:latin typeface="Tahoma"/>
                <a:ea typeface="Tahoma"/>
                <a:cs typeface="Tahoma"/>
                <a:sym typeface="Tahoma"/>
              </a:rPr>
              <a:t>let  </a:t>
            </a:r>
            <a:r>
              <a:rPr lang="es-ES" sz="3200" b="0" i="0" u="none" strike="noStrike" cap="none">
                <a:solidFill>
                  <a:schemeClr val="lt1"/>
                </a:solidFill>
                <a:latin typeface="Tahoma"/>
                <a:ea typeface="Tahoma"/>
                <a:cs typeface="Tahoma"/>
                <a:sym typeface="Tahoma"/>
              </a:rPr>
              <a:t>natural = </a:t>
            </a:r>
            <a:r>
              <a:rPr lang="es-ES" sz="3200" b="0" i="0" u="none" strike="noStrike" cap="none">
                <a:solidFill>
                  <a:srgbClr val="F2CD84"/>
                </a:solidFill>
                <a:latin typeface="Tahoma"/>
                <a:ea typeface="Tahoma"/>
                <a:cs typeface="Tahoma"/>
                <a:sym typeface="Tahoma"/>
              </a:rPr>
              <a:t>3</a:t>
            </a:r>
            <a:r>
              <a:rPr lang="es-ES" sz="32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3200"/>
              <a:buFont typeface="Arial"/>
              <a:buNone/>
            </a:pPr>
            <a:r>
              <a:rPr lang="es-ES" sz="3200" b="0" i="0" u="none" strike="noStrike" cap="none">
                <a:solidFill>
                  <a:schemeClr val="accent1"/>
                </a:solidFill>
                <a:latin typeface="Tahoma"/>
                <a:ea typeface="Tahoma"/>
                <a:cs typeface="Tahoma"/>
                <a:sym typeface="Tahoma"/>
              </a:rPr>
              <a:t>let  </a:t>
            </a:r>
            <a:r>
              <a:rPr lang="es-ES" sz="3200" b="0" i="0" u="none" strike="noStrike" cap="none">
                <a:solidFill>
                  <a:schemeClr val="lt1"/>
                </a:solidFill>
                <a:latin typeface="Tahoma"/>
                <a:ea typeface="Tahoma"/>
                <a:cs typeface="Tahoma"/>
                <a:sym typeface="Tahoma"/>
              </a:rPr>
              <a:t>entero = </a:t>
            </a:r>
            <a:r>
              <a:rPr lang="es-ES" sz="3200" b="0" i="0" u="none" strike="noStrike" cap="none">
                <a:solidFill>
                  <a:srgbClr val="F2CD84"/>
                </a:solidFill>
                <a:latin typeface="Tahoma"/>
                <a:ea typeface="Tahoma"/>
                <a:cs typeface="Tahoma"/>
                <a:sym typeface="Tahoma"/>
              </a:rPr>
              <a:t>-7</a:t>
            </a:r>
            <a:r>
              <a:rPr lang="es-ES" sz="3200" b="0" i="0" u="none" strike="noStrike" cap="none">
                <a:solidFill>
                  <a:schemeClr val="lt1"/>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3200"/>
              <a:buFont typeface="Arial"/>
              <a:buNone/>
            </a:pPr>
            <a:r>
              <a:rPr lang="es-ES" sz="3200" b="0" i="0" u="none" strike="noStrike" cap="none">
                <a:solidFill>
                  <a:schemeClr val="accent1"/>
                </a:solidFill>
                <a:latin typeface="Tahoma"/>
                <a:ea typeface="Tahoma"/>
                <a:cs typeface="Tahoma"/>
                <a:sym typeface="Tahoma"/>
              </a:rPr>
              <a:t>let  </a:t>
            </a:r>
            <a:r>
              <a:rPr lang="es-ES" sz="3200" b="0" i="0" u="none" strike="noStrike" cap="none">
                <a:solidFill>
                  <a:schemeClr val="lt1"/>
                </a:solidFill>
                <a:latin typeface="Tahoma"/>
                <a:ea typeface="Tahoma"/>
                <a:cs typeface="Tahoma"/>
                <a:sym typeface="Tahoma"/>
              </a:rPr>
              <a:t>racional = </a:t>
            </a:r>
            <a:r>
              <a:rPr lang="es-ES" sz="3200" b="0" i="0" u="none" strike="noStrike" cap="none">
                <a:solidFill>
                  <a:srgbClr val="F2CD84"/>
                </a:solidFill>
                <a:latin typeface="Tahoma"/>
                <a:ea typeface="Tahoma"/>
                <a:cs typeface="Tahoma"/>
                <a:sym typeface="Tahoma"/>
              </a:rPr>
              <a:t>3.14</a:t>
            </a:r>
            <a:r>
              <a:rPr lang="es-ES" sz="3200" b="0" i="0" u="none" strike="noStrike" cap="none">
                <a:solidFill>
                  <a:schemeClr val="lt1"/>
                </a:solidFill>
                <a:latin typeface="Tahoma"/>
                <a:ea typeface="Tahoma"/>
                <a:cs typeface="Tahoma"/>
                <a:sym typeface="Tahoma"/>
              </a:rPr>
              <a:t>;</a:t>
            </a:r>
            <a:endParaRPr sz="2400" b="0" i="0" u="none" strike="noStrike" cap="none">
              <a:solidFill>
                <a:schemeClr val="lt1"/>
              </a:solidFill>
              <a:latin typeface="Tahoma"/>
              <a:ea typeface="Tahoma"/>
              <a:cs typeface="Tahoma"/>
              <a:sym typeface="Tahoma"/>
            </a:endParaRPr>
          </a:p>
        </p:txBody>
      </p:sp>
      <p:sp>
        <p:nvSpPr>
          <p:cNvPr id="2362" name="Google Shape;2362;p211"/>
          <p:cNvSpPr txBox="1"/>
          <p:nvPr/>
        </p:nvSpPr>
        <p:spPr>
          <a:xfrm>
            <a:off x="4740812" y="4475900"/>
            <a:ext cx="7347044" cy="1938952"/>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800"/>
              <a:buFont typeface="Arial"/>
              <a:buNone/>
            </a:pPr>
            <a:r>
              <a:rPr lang="es-ES" sz="2400" b="0" i="0" u="none" strike="noStrike" cap="none" dirty="0">
                <a:solidFill>
                  <a:schemeClr val="tx1"/>
                </a:solidFill>
                <a:latin typeface="Gotham Rounded" pitchFamily="50" charset="0"/>
                <a:ea typeface="Tahoma"/>
                <a:cs typeface="Tahoma"/>
                <a:sym typeface="Tahoma"/>
              </a:rPr>
              <a:t>En estas variables estamos almacenando solamente valores numéricos. Estos valores serán interpretados por JavaScript como “números” y con ellos podrá realizar operaciones matemáticas.</a:t>
            </a:r>
            <a:endParaRPr sz="2400" b="0" i="0" u="none" strike="noStrike" cap="none" dirty="0">
              <a:solidFill>
                <a:schemeClr val="tx1"/>
              </a:solidFill>
              <a:latin typeface="Gotham Rounded" pitchFamily="50" charset="0"/>
              <a:ea typeface="Calibri"/>
              <a:cs typeface="Calibri"/>
              <a:sym typeface="Calibri"/>
            </a:endParaRPr>
          </a:p>
        </p:txBody>
      </p:sp>
      <p:pic>
        <p:nvPicPr>
          <p:cNvPr id="12" name="Google Shape;1102;p6"/>
          <p:cNvPicPr preferRelativeResize="0"/>
          <p:nvPr/>
        </p:nvPicPr>
        <p:blipFill rotWithShape="1">
          <a:blip r:embed="rId4">
            <a:alphaModFix/>
          </a:blip>
          <a:srcRect/>
          <a:stretch/>
        </p:blipFill>
        <p:spPr>
          <a:xfrm>
            <a:off x="4541029" y="4221595"/>
            <a:ext cx="7746609" cy="2583464"/>
          </a:xfrm>
          <a:prstGeom prst="rect">
            <a:avLst/>
          </a:prstGeom>
          <a:noFill/>
          <a:ln>
            <a:noFill/>
          </a:ln>
        </p:spPr>
      </p:pic>
      <p:pic>
        <p:nvPicPr>
          <p:cNvPr id="13" name="Google Shape;1102;p6"/>
          <p:cNvPicPr preferRelativeResize="0"/>
          <p:nvPr/>
        </p:nvPicPr>
        <p:blipFill rotWithShape="1">
          <a:blip r:embed="rId4">
            <a:alphaModFix/>
          </a:blip>
          <a:srcRect/>
          <a:stretch/>
        </p:blipFill>
        <p:spPr>
          <a:xfrm>
            <a:off x="4445391" y="4221595"/>
            <a:ext cx="7746609" cy="2583464"/>
          </a:xfrm>
          <a:prstGeom prst="rect">
            <a:avLst/>
          </a:prstGeom>
          <a:noFill/>
          <a:ln>
            <a:noFill/>
          </a:ln>
        </p:spPr>
      </p:pic>
    </p:spTree>
  </p:cSld>
  <p:clrMapOvr>
    <a:masterClrMapping/>
  </p:clrMapOvr>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Shape 2367"/>
        <p:cNvGrpSpPr/>
        <p:nvPr/>
      </p:nvGrpSpPr>
      <p:grpSpPr>
        <a:xfrm>
          <a:off x="0" y="0"/>
          <a:ext cx="0" cy="0"/>
          <a:chOff x="0" y="0"/>
          <a:chExt cx="0" cy="0"/>
        </a:xfrm>
      </p:grpSpPr>
      <p:sp>
        <p:nvSpPr>
          <p:cNvPr id="2368" name="Google Shape;2368;p212"/>
          <p:cNvSpPr txBox="1"/>
          <p:nvPr/>
        </p:nvSpPr>
        <p:spPr>
          <a:xfrm>
            <a:off x="1161987" y="1731413"/>
            <a:ext cx="2184499"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7200"/>
              <a:buFont typeface="Arial"/>
              <a:buNone/>
            </a:pPr>
            <a:endParaRPr sz="7200" b="0" i="0" u="none" strike="noStrike" cap="none">
              <a:solidFill>
                <a:schemeClr val="dk1"/>
              </a:solidFill>
              <a:latin typeface="Quattrocento Sans"/>
              <a:ea typeface="Quattrocento Sans"/>
              <a:cs typeface="Quattrocento Sans"/>
              <a:sym typeface="Quattrocento Sans"/>
            </a:endParaRPr>
          </a:p>
        </p:txBody>
      </p:sp>
      <p:sp>
        <p:nvSpPr>
          <p:cNvPr id="2369" name="Google Shape;2369;p212"/>
          <p:cNvSpPr/>
          <p:nvPr/>
        </p:nvSpPr>
        <p:spPr>
          <a:xfrm>
            <a:off x="4940490" y="191737"/>
            <a:ext cx="6493519" cy="4066622"/>
          </a:xfrm>
          <a:prstGeom prst="roundRect">
            <a:avLst>
              <a:gd name="adj" fmla="val 4602"/>
            </a:avLst>
          </a:prstGeom>
          <a:solidFill>
            <a:srgbClr val="1F232F"/>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370" name="Google Shape;2370;p212"/>
          <p:cNvGrpSpPr/>
          <p:nvPr/>
        </p:nvGrpSpPr>
        <p:grpSpPr>
          <a:xfrm>
            <a:off x="4940490" y="220815"/>
            <a:ext cx="6493519" cy="413657"/>
            <a:chOff x="3383283" y="0"/>
            <a:chExt cx="5094515" cy="413657"/>
          </a:xfrm>
        </p:grpSpPr>
        <p:sp>
          <p:nvSpPr>
            <p:cNvPr id="2371" name="Google Shape;2371;p212"/>
            <p:cNvSpPr/>
            <p:nvPr/>
          </p:nvSpPr>
          <p:spPr>
            <a:xfrm>
              <a:off x="3383283" y="0"/>
              <a:ext cx="5094515"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72" name="Google Shape;2372;p212"/>
            <p:cNvSpPr txBox="1"/>
            <p:nvPr/>
          </p:nvSpPr>
          <p:spPr>
            <a:xfrm>
              <a:off x="3707566" y="42482"/>
              <a:ext cx="195424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variables.js</a:t>
              </a:r>
              <a:endParaRPr sz="1400" b="0" i="0" u="none" strike="noStrike" cap="none">
                <a:solidFill>
                  <a:schemeClr val="lt1"/>
                </a:solidFill>
                <a:latin typeface="Arial"/>
                <a:ea typeface="Arial"/>
                <a:cs typeface="Arial"/>
                <a:sym typeface="Arial"/>
              </a:endParaRPr>
            </a:p>
          </p:txBody>
        </p:sp>
        <p:cxnSp>
          <p:nvCxnSpPr>
            <p:cNvPr id="2373" name="Google Shape;2373;p212"/>
            <p:cNvCxnSpPr/>
            <p:nvPr/>
          </p:nvCxnSpPr>
          <p:spPr>
            <a:xfrm>
              <a:off x="3707567" y="403200"/>
              <a:ext cx="1954241" cy="10457"/>
            </a:xfrm>
            <a:prstGeom prst="straightConnector1">
              <a:avLst/>
            </a:prstGeom>
            <a:noFill/>
            <a:ln w="15875" cap="flat" cmpd="sng">
              <a:solidFill>
                <a:srgbClr val="F2CD84"/>
              </a:solidFill>
              <a:prstDash val="solid"/>
              <a:miter lim="800000"/>
              <a:headEnd type="none" w="sm" len="sm"/>
              <a:tailEnd type="none" w="sm" len="sm"/>
            </a:ln>
          </p:spPr>
        </p:cxnSp>
      </p:grpSp>
      <p:sp>
        <p:nvSpPr>
          <p:cNvPr id="2374" name="Google Shape;2374;p212"/>
          <p:cNvSpPr txBox="1"/>
          <p:nvPr/>
        </p:nvSpPr>
        <p:spPr>
          <a:xfrm>
            <a:off x="4940489" y="1303704"/>
            <a:ext cx="6401760" cy="2954655"/>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3200"/>
              <a:buFont typeface="Arial"/>
              <a:buNone/>
            </a:pPr>
            <a:r>
              <a:rPr lang="es-ES" sz="3200" b="0" i="0" u="none" strike="noStrike" cap="none" dirty="0" err="1">
                <a:solidFill>
                  <a:schemeClr val="accent1"/>
                </a:solidFill>
                <a:latin typeface="Tahoma"/>
                <a:ea typeface="Tahoma"/>
                <a:cs typeface="Tahoma"/>
                <a:sym typeface="Tahoma"/>
              </a:rPr>
              <a:t>let</a:t>
            </a:r>
            <a:r>
              <a:rPr lang="es-ES" sz="3200" b="0" i="0" u="none" strike="noStrike" cap="none" dirty="0">
                <a:solidFill>
                  <a:schemeClr val="accent1"/>
                </a:solidFill>
                <a:latin typeface="Tahoma"/>
                <a:ea typeface="Tahoma"/>
                <a:cs typeface="Tahoma"/>
                <a:sym typeface="Tahoma"/>
              </a:rPr>
              <a:t>  </a:t>
            </a:r>
            <a:r>
              <a:rPr lang="es-ES" sz="3200" b="0" i="0" u="none" strike="noStrike" cap="none" dirty="0" err="1">
                <a:solidFill>
                  <a:schemeClr val="lt1"/>
                </a:solidFill>
                <a:latin typeface="Tahoma"/>
                <a:ea typeface="Tahoma"/>
                <a:cs typeface="Tahoma"/>
                <a:sym typeface="Tahoma"/>
              </a:rPr>
              <a:t>caracter</a:t>
            </a:r>
            <a:r>
              <a:rPr lang="es-ES" sz="3200" b="0" i="0" u="none" strike="noStrike" cap="none" dirty="0">
                <a:solidFill>
                  <a:schemeClr val="lt1"/>
                </a:solidFill>
                <a:latin typeface="Tahoma"/>
                <a:ea typeface="Tahoma"/>
                <a:cs typeface="Tahoma"/>
                <a:sym typeface="Tahoma"/>
              </a:rPr>
              <a:t> = </a:t>
            </a:r>
            <a:r>
              <a:rPr lang="es-ES" sz="3200" b="0" i="0" u="none" strike="noStrike" cap="none" dirty="0">
                <a:solidFill>
                  <a:srgbClr val="F2CD84"/>
                </a:solidFill>
                <a:latin typeface="Tahoma"/>
                <a:ea typeface="Tahoma"/>
                <a:cs typeface="Tahoma"/>
                <a:sym typeface="Tahoma"/>
              </a:rPr>
              <a:t>“e”</a:t>
            </a:r>
            <a:r>
              <a:rPr lang="es-ES" sz="3200" b="0" i="0" u="none" strike="noStrike" cap="none" dirty="0">
                <a:solidFill>
                  <a:schemeClr val="lt1"/>
                </a:solidFill>
                <a:latin typeface="Tahoma"/>
                <a:ea typeface="Tahoma"/>
                <a:cs typeface="Tahoma"/>
                <a:sym typeface="Tahoma"/>
              </a:rPr>
              <a:t>;</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3200"/>
              <a:buFont typeface="Arial"/>
              <a:buNone/>
            </a:pPr>
            <a:r>
              <a:rPr lang="es-ES" sz="3200" b="0" i="0" u="none" strike="noStrike" cap="none" dirty="0" err="1">
                <a:solidFill>
                  <a:schemeClr val="accent1"/>
                </a:solidFill>
                <a:latin typeface="Tahoma"/>
                <a:ea typeface="Tahoma"/>
                <a:cs typeface="Tahoma"/>
                <a:sym typeface="Tahoma"/>
              </a:rPr>
              <a:t>let</a:t>
            </a:r>
            <a:r>
              <a:rPr lang="es-ES" sz="3200" b="0" i="0" u="none" strike="noStrike" cap="none" dirty="0">
                <a:solidFill>
                  <a:schemeClr val="accent1"/>
                </a:solidFill>
                <a:latin typeface="Tahoma"/>
                <a:ea typeface="Tahoma"/>
                <a:cs typeface="Tahoma"/>
                <a:sym typeface="Tahoma"/>
              </a:rPr>
              <a:t>  </a:t>
            </a:r>
            <a:r>
              <a:rPr lang="es-ES" sz="3200" b="0" i="0" u="none" strike="noStrike" cap="none" dirty="0">
                <a:solidFill>
                  <a:schemeClr val="lt1"/>
                </a:solidFill>
                <a:latin typeface="Tahoma"/>
                <a:ea typeface="Tahoma"/>
                <a:cs typeface="Tahoma"/>
                <a:sym typeface="Tahoma"/>
              </a:rPr>
              <a:t>palabra = </a:t>
            </a:r>
            <a:r>
              <a:rPr lang="es-ES" sz="3200" b="0" i="0" u="none" strike="noStrike" cap="none" dirty="0">
                <a:solidFill>
                  <a:srgbClr val="F2CD84"/>
                </a:solidFill>
                <a:latin typeface="Tahoma"/>
                <a:ea typeface="Tahoma"/>
                <a:cs typeface="Tahoma"/>
                <a:sym typeface="Tahoma"/>
              </a:rPr>
              <a:t>“Hola”</a:t>
            </a:r>
            <a:r>
              <a:rPr lang="es-ES" sz="3200" b="0" i="0" u="none" strike="noStrike" cap="none" dirty="0">
                <a:solidFill>
                  <a:schemeClr val="lt1"/>
                </a:solidFill>
                <a:latin typeface="Tahoma"/>
                <a:ea typeface="Tahoma"/>
                <a:cs typeface="Tahoma"/>
                <a:sym typeface="Tahoma"/>
              </a:rPr>
              <a:t>;</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3200"/>
              <a:buFont typeface="Arial"/>
              <a:buNone/>
            </a:pPr>
            <a:r>
              <a:rPr lang="es-ES" sz="3200" b="0" i="0" u="none" strike="noStrike" cap="none" dirty="0" err="1">
                <a:solidFill>
                  <a:schemeClr val="accent1"/>
                </a:solidFill>
                <a:latin typeface="Tahoma"/>
                <a:ea typeface="Tahoma"/>
                <a:cs typeface="Tahoma"/>
                <a:sym typeface="Tahoma"/>
              </a:rPr>
              <a:t>let</a:t>
            </a:r>
            <a:r>
              <a:rPr lang="es-ES" sz="3200" b="0" i="0" u="none" strike="noStrike" cap="none" dirty="0">
                <a:solidFill>
                  <a:schemeClr val="accent1"/>
                </a:solidFill>
                <a:latin typeface="Tahoma"/>
                <a:ea typeface="Tahoma"/>
                <a:cs typeface="Tahoma"/>
                <a:sym typeface="Tahoma"/>
              </a:rPr>
              <a:t>  </a:t>
            </a:r>
            <a:r>
              <a:rPr lang="es-ES" sz="3200" b="0" i="0" u="none" strike="noStrike" cap="none" dirty="0" err="1">
                <a:solidFill>
                  <a:schemeClr val="lt1"/>
                </a:solidFill>
                <a:latin typeface="Tahoma"/>
                <a:ea typeface="Tahoma"/>
                <a:cs typeface="Tahoma"/>
                <a:sym typeface="Tahoma"/>
              </a:rPr>
              <a:t>oracion</a:t>
            </a:r>
            <a:r>
              <a:rPr lang="es-ES" sz="3200" b="0" i="0" u="none" strike="noStrike" cap="none" dirty="0">
                <a:solidFill>
                  <a:schemeClr val="lt1"/>
                </a:solidFill>
                <a:latin typeface="Tahoma"/>
                <a:ea typeface="Tahoma"/>
                <a:cs typeface="Tahoma"/>
                <a:sym typeface="Tahoma"/>
              </a:rPr>
              <a:t> = </a:t>
            </a:r>
            <a:r>
              <a:rPr lang="es-ES" sz="3200" b="0" i="0" u="none" strike="noStrike" cap="none" dirty="0">
                <a:solidFill>
                  <a:srgbClr val="F2CD84"/>
                </a:solidFill>
                <a:latin typeface="Tahoma"/>
                <a:ea typeface="Tahoma"/>
                <a:cs typeface="Tahoma"/>
                <a:sym typeface="Tahoma"/>
              </a:rPr>
              <a:t>“¡Hola mundo!”</a:t>
            </a:r>
            <a:r>
              <a:rPr lang="es-ES" sz="3200" b="0" i="0" u="none" strike="noStrike" cap="none" dirty="0">
                <a:solidFill>
                  <a:schemeClr val="lt1"/>
                </a:solidFill>
                <a:latin typeface="Tahoma"/>
                <a:ea typeface="Tahoma"/>
                <a:cs typeface="Tahoma"/>
                <a:sym typeface="Tahoma"/>
              </a:rPr>
              <a:t>;</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3200"/>
              <a:buFont typeface="Arial"/>
              <a:buNone/>
            </a:pPr>
            <a:r>
              <a:rPr lang="es-ES" sz="3200" b="0" i="0" u="none" strike="noStrike" cap="none" dirty="0" err="1">
                <a:solidFill>
                  <a:schemeClr val="accent1"/>
                </a:solidFill>
                <a:latin typeface="Tahoma"/>
                <a:ea typeface="Tahoma"/>
                <a:cs typeface="Tahoma"/>
                <a:sym typeface="Tahoma"/>
              </a:rPr>
              <a:t>let</a:t>
            </a:r>
            <a:r>
              <a:rPr lang="es-ES" sz="3200" b="0" i="0" u="none" strike="noStrike" cap="none" dirty="0">
                <a:solidFill>
                  <a:schemeClr val="accent1"/>
                </a:solidFill>
                <a:latin typeface="Tahoma"/>
                <a:ea typeface="Tahoma"/>
                <a:cs typeface="Tahoma"/>
                <a:sym typeface="Tahoma"/>
              </a:rPr>
              <a:t>  </a:t>
            </a:r>
            <a:r>
              <a:rPr lang="es-ES" sz="3200" b="0" i="0" u="none" strike="noStrike" cap="none" dirty="0" err="1">
                <a:solidFill>
                  <a:schemeClr val="lt1"/>
                </a:solidFill>
                <a:latin typeface="Tahoma"/>
                <a:ea typeface="Tahoma"/>
                <a:cs typeface="Tahoma"/>
                <a:sym typeface="Tahoma"/>
              </a:rPr>
              <a:t>alfanumerico</a:t>
            </a:r>
            <a:r>
              <a:rPr lang="es-ES" sz="3200" b="0" i="0" u="none" strike="noStrike" cap="none" dirty="0">
                <a:solidFill>
                  <a:schemeClr val="lt1"/>
                </a:solidFill>
                <a:latin typeface="Tahoma"/>
                <a:ea typeface="Tahoma"/>
                <a:cs typeface="Tahoma"/>
                <a:sym typeface="Tahoma"/>
              </a:rPr>
              <a:t> = </a:t>
            </a:r>
            <a:r>
              <a:rPr lang="es-ES" sz="3200" b="0" i="0" u="none" strike="noStrike" cap="none" dirty="0">
                <a:solidFill>
                  <a:srgbClr val="F2CD84"/>
                </a:solidFill>
                <a:latin typeface="Tahoma"/>
                <a:ea typeface="Tahoma"/>
                <a:cs typeface="Tahoma"/>
                <a:sym typeface="Tahoma"/>
              </a:rPr>
              <a:t>“¡Hola mundo, mi número de la suerte es el 777”</a:t>
            </a:r>
            <a:r>
              <a:rPr lang="es-ES" sz="2400" b="0" i="0" u="none" strike="noStrike" cap="none" dirty="0">
                <a:solidFill>
                  <a:schemeClr val="lt1"/>
                </a:solidFill>
                <a:latin typeface="Tahoma"/>
                <a:ea typeface="Tahoma"/>
                <a:cs typeface="Tahoma"/>
                <a:sym typeface="Tahoma"/>
              </a:rPr>
              <a:t>;</a:t>
            </a:r>
            <a:endParaRPr sz="1400" b="0" i="0" u="none" strike="noStrike" cap="none" dirty="0">
              <a:solidFill>
                <a:srgbClr val="000000"/>
              </a:solidFill>
              <a:latin typeface="Arial"/>
              <a:ea typeface="Arial"/>
              <a:cs typeface="Arial"/>
              <a:sym typeface="Arial"/>
            </a:endParaRPr>
          </a:p>
        </p:txBody>
      </p:sp>
      <p:sp>
        <p:nvSpPr>
          <p:cNvPr id="2375" name="Google Shape;2375;p212"/>
          <p:cNvSpPr txBox="1"/>
          <p:nvPr/>
        </p:nvSpPr>
        <p:spPr>
          <a:xfrm>
            <a:off x="4940489" y="4485671"/>
            <a:ext cx="6974846" cy="1938952"/>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s-ES" sz="2000" b="0" i="0" u="none" strike="noStrike" cap="none" dirty="0">
                <a:solidFill>
                  <a:schemeClr val="tx1"/>
                </a:solidFill>
                <a:latin typeface="Gotham Rounded Medium" panose="02000000000000000000" pitchFamily="50" charset="0"/>
                <a:ea typeface="Tahoma"/>
                <a:cs typeface="Tahoma"/>
                <a:sym typeface="Tahoma"/>
              </a:rPr>
              <a:t>Aquí estamos almacenando </a:t>
            </a:r>
            <a:r>
              <a:rPr lang="es-ES" sz="2000" b="1" i="0" u="none" strike="noStrike" cap="none" dirty="0">
                <a:solidFill>
                  <a:schemeClr val="tx1"/>
                </a:solidFill>
                <a:latin typeface="Gotham Rounded Medium" panose="02000000000000000000" pitchFamily="50" charset="0"/>
                <a:ea typeface="Tahoma"/>
                <a:cs typeface="Tahoma"/>
                <a:sym typeface="Tahoma"/>
              </a:rPr>
              <a:t>cadena de caracteres</a:t>
            </a:r>
            <a:r>
              <a:rPr lang="es-ES" sz="2000" b="0" i="0" u="none" strike="noStrike" cap="none" dirty="0">
                <a:solidFill>
                  <a:schemeClr val="tx1"/>
                </a:solidFill>
                <a:latin typeface="Gotham Rounded Medium" panose="02000000000000000000" pitchFamily="50" charset="0"/>
                <a:ea typeface="Tahoma"/>
                <a:cs typeface="Tahoma"/>
                <a:sym typeface="Tahoma"/>
              </a:rPr>
              <a:t>, o sea textos. Observen que van encerrados entre comillas dobles (pueden ir entre ‘comillas </a:t>
            </a:r>
            <a:r>
              <a:rPr lang="es-ES" sz="2000" b="0" i="0" u="none" strike="noStrike" cap="none" dirty="0" err="1">
                <a:solidFill>
                  <a:schemeClr val="tx1"/>
                </a:solidFill>
                <a:latin typeface="Gotham Rounded Medium" panose="02000000000000000000" pitchFamily="50" charset="0"/>
                <a:ea typeface="Tahoma"/>
                <a:cs typeface="Tahoma"/>
                <a:sym typeface="Tahoma"/>
              </a:rPr>
              <a:t>siemples</a:t>
            </a:r>
            <a:r>
              <a:rPr lang="es-ES" sz="2000" b="0" i="0" u="none" strike="noStrike" cap="none" dirty="0">
                <a:solidFill>
                  <a:schemeClr val="tx1"/>
                </a:solidFill>
                <a:latin typeface="Gotham Rounded Medium" panose="02000000000000000000" pitchFamily="50" charset="0"/>
                <a:ea typeface="Tahoma"/>
                <a:cs typeface="Tahoma"/>
                <a:sym typeface="Tahoma"/>
              </a:rPr>
              <a:t>’ también). De esta forma, JavaScript entiende que NO son números y que con estos datos debe operar distinto.</a:t>
            </a:r>
            <a:endParaRPr sz="1600" b="0" i="0" u="none" strike="noStrike" cap="none" dirty="0">
              <a:solidFill>
                <a:schemeClr val="tx1"/>
              </a:solidFill>
              <a:latin typeface="Gotham Rounded Medium" panose="02000000000000000000" pitchFamily="50" charset="0"/>
              <a:sym typeface="Arial"/>
            </a:endParaRPr>
          </a:p>
        </p:txBody>
      </p:sp>
      <p:pic>
        <p:nvPicPr>
          <p:cNvPr id="2376" name="Google Shape;2376;p212" descr="Burbuja de chat"/>
          <p:cNvPicPr preferRelativeResize="0"/>
          <p:nvPr/>
        </p:nvPicPr>
        <p:blipFill rotWithShape="1">
          <a:blip r:embed="rId3">
            <a:alphaModFix/>
            <a:duotone>
              <a:prstClr val="black"/>
              <a:schemeClr val="accent2">
                <a:tint val="45000"/>
                <a:satMod val="400000"/>
              </a:schemeClr>
            </a:duotone>
          </a:blip>
          <a:srcRect/>
          <a:stretch/>
        </p:blipFill>
        <p:spPr>
          <a:xfrm>
            <a:off x="1383511" y="3624239"/>
            <a:ext cx="1741449" cy="1722864"/>
          </a:xfrm>
          <a:prstGeom prst="rect">
            <a:avLst/>
          </a:prstGeom>
          <a:noFill/>
          <a:ln>
            <a:noFill/>
          </a:ln>
        </p:spPr>
      </p:pic>
      <p:sp>
        <p:nvSpPr>
          <p:cNvPr id="2377" name="Google Shape;2377;p212"/>
          <p:cNvSpPr txBox="1"/>
          <p:nvPr/>
        </p:nvSpPr>
        <p:spPr>
          <a:xfrm>
            <a:off x="849751" y="2239244"/>
            <a:ext cx="2965084" cy="138499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s-ES" sz="2800" b="0" i="0" u="none" strike="noStrike" cap="none" dirty="0" smtClean="0">
                <a:solidFill>
                  <a:schemeClr val="tx1"/>
                </a:solidFill>
                <a:latin typeface="Gotham Rounded Medium" panose="02000000000000000000" pitchFamily="50" charset="0"/>
                <a:ea typeface="Quattrocento Sans"/>
                <a:cs typeface="Quattrocento Sans"/>
                <a:sym typeface="Quattrocento Sans"/>
              </a:rPr>
              <a:t>“Alfanumérico</a:t>
            </a:r>
            <a:r>
              <a:rPr lang="es-ES" sz="2800" b="0" i="0" u="none" strike="noStrike" cap="none" dirty="0">
                <a:solidFill>
                  <a:schemeClr val="tx1"/>
                </a:solidFill>
                <a:latin typeface="Gotham Rounded Medium" panose="02000000000000000000" pitchFamily="50" charset="0"/>
                <a:ea typeface="Quattrocento Sans"/>
                <a:cs typeface="Quattrocento Sans"/>
                <a:sym typeface="Quattrocento Sans"/>
              </a:rPr>
              <a:t>" o </a:t>
            </a:r>
            <a:r>
              <a:rPr lang="es-ES" sz="2800" b="0" i="0" u="none" strike="noStrike" cap="none" dirty="0" smtClean="0">
                <a:solidFill>
                  <a:schemeClr val="tx1"/>
                </a:solidFill>
                <a:latin typeface="Gotham Rounded Medium" panose="02000000000000000000" pitchFamily="50" charset="0"/>
                <a:ea typeface="Quattrocento Sans"/>
                <a:cs typeface="Quattrocento Sans"/>
                <a:sym typeface="Quattrocento Sans"/>
              </a:rPr>
              <a:t>“Cadena </a:t>
            </a:r>
            <a:r>
              <a:rPr lang="es-ES" sz="2800" b="0" i="0" u="none" strike="noStrike" cap="none" dirty="0">
                <a:solidFill>
                  <a:schemeClr val="tx1"/>
                </a:solidFill>
                <a:latin typeface="Gotham Rounded Medium" panose="02000000000000000000" pitchFamily="50" charset="0"/>
                <a:ea typeface="Quattrocento Sans"/>
                <a:cs typeface="Quattrocento Sans"/>
                <a:sym typeface="Quattrocento Sans"/>
              </a:rPr>
              <a:t>de caracteres"</a:t>
            </a:r>
            <a:endParaRPr sz="2800" b="0" i="0" u="none" strike="noStrike" cap="none" dirty="0">
              <a:solidFill>
                <a:schemeClr val="tx1"/>
              </a:solidFill>
              <a:latin typeface="Gotham Rounded Medium" panose="02000000000000000000" pitchFamily="50" charset="0"/>
              <a:ea typeface="Quattrocento Sans"/>
              <a:cs typeface="Quattrocento Sans"/>
              <a:sym typeface="Quattrocento Sans"/>
            </a:endParaRPr>
          </a:p>
        </p:txBody>
      </p:sp>
      <p:pic>
        <p:nvPicPr>
          <p:cNvPr id="12" name="Google Shape;1102;p6"/>
          <p:cNvPicPr preferRelativeResize="0"/>
          <p:nvPr/>
        </p:nvPicPr>
        <p:blipFill rotWithShape="1">
          <a:blip r:embed="rId4">
            <a:alphaModFix/>
          </a:blip>
          <a:srcRect/>
          <a:stretch/>
        </p:blipFill>
        <p:spPr>
          <a:xfrm>
            <a:off x="4541029" y="4258359"/>
            <a:ext cx="7746609" cy="2546700"/>
          </a:xfrm>
          <a:prstGeom prst="rect">
            <a:avLst/>
          </a:prstGeom>
          <a:noFill/>
          <a:ln>
            <a:noFill/>
          </a:ln>
        </p:spPr>
      </p:pic>
    </p:spTree>
  </p:cSld>
  <p:clrMapOvr>
    <a:masterClrMapping/>
  </p:clrMapOvr>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Shape 2382"/>
        <p:cNvGrpSpPr/>
        <p:nvPr/>
      </p:nvGrpSpPr>
      <p:grpSpPr>
        <a:xfrm>
          <a:off x="0" y="0"/>
          <a:ext cx="0" cy="0"/>
          <a:chOff x="0" y="0"/>
          <a:chExt cx="0" cy="0"/>
        </a:xfrm>
      </p:grpSpPr>
      <p:pic>
        <p:nvPicPr>
          <p:cNvPr id="2383" name="Google Shape;2383;p213"/>
          <p:cNvPicPr preferRelativeResize="0"/>
          <p:nvPr/>
        </p:nvPicPr>
        <p:blipFill rotWithShape="1">
          <a:blip r:embed="rId3">
            <a:alphaModFix/>
          </a:blip>
          <a:srcRect/>
          <a:stretch/>
        </p:blipFill>
        <p:spPr>
          <a:xfrm>
            <a:off x="0" y="0"/>
            <a:ext cx="12192000" cy="6858000"/>
          </a:xfrm>
          <a:prstGeom prst="rect">
            <a:avLst/>
          </a:prstGeom>
          <a:noFill/>
          <a:ln>
            <a:noFill/>
          </a:ln>
        </p:spPr>
      </p:pic>
    </p:spTree>
  </p:cSld>
  <p:clrMapOvr>
    <a:masterClrMapping/>
  </p:clrMapOvr>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Shape 2388"/>
        <p:cNvGrpSpPr/>
        <p:nvPr/>
      </p:nvGrpSpPr>
      <p:grpSpPr>
        <a:xfrm>
          <a:off x="0" y="0"/>
          <a:ext cx="0" cy="0"/>
          <a:chOff x="0" y="0"/>
          <a:chExt cx="0" cy="0"/>
        </a:xfrm>
      </p:grpSpPr>
      <p:pic>
        <p:nvPicPr>
          <p:cNvPr id="4" name="Google Shape;214;p2"/>
          <p:cNvPicPr preferRelativeResize="0"/>
          <p:nvPr/>
        </p:nvPicPr>
        <p:blipFill rotWithShape="1">
          <a:blip r:embed="rId3">
            <a:alphaModFix/>
          </a:blip>
          <a:srcRect/>
          <a:stretch/>
        </p:blipFill>
        <p:spPr>
          <a:xfrm>
            <a:off x="0" y="1254"/>
            <a:ext cx="12192000" cy="6856745"/>
          </a:xfrm>
          <a:prstGeom prst="rect">
            <a:avLst/>
          </a:prstGeom>
          <a:noFill/>
          <a:ln>
            <a:noFill/>
          </a:ln>
        </p:spPr>
      </p:pic>
      <p:sp>
        <p:nvSpPr>
          <p:cNvPr id="2390" name="Google Shape;2390;p214"/>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Medium" panose="02000000000000000000" pitchFamily="50" charset="0"/>
                <a:sym typeface="Arial"/>
              </a:rPr>
              <a:t>- Operando con variables en JavaScript -</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Gotham Rounded Medium" panose="02000000000000000000" pitchFamily="50" charset="0"/>
                <a:sym typeface="Arial"/>
              </a:rPr>
              <a:t>¿Qué valor se está almacenando en la</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1" i="0" u="none" strike="noStrike" cap="none" dirty="0">
                <a:solidFill>
                  <a:schemeClr val="tx1"/>
                </a:solidFill>
                <a:latin typeface="Gotham Rounded Medium" panose="02000000000000000000" pitchFamily="50" charset="0"/>
                <a:sym typeface="Arial"/>
              </a:rPr>
              <a:t>variable total?</a:t>
            </a:r>
            <a:endParaRPr sz="1400" b="0" i="0" u="none" strike="noStrike" cap="none" dirty="0">
              <a:solidFill>
                <a:schemeClr val="tx1"/>
              </a:solidFill>
              <a:latin typeface="Gotham Rounded Medium" panose="02000000000000000000" pitchFamily="50" charset="0"/>
              <a:sym typeface="Arial"/>
            </a:endParaRPr>
          </a:p>
        </p:txBody>
      </p:sp>
    </p:spTree>
  </p:cSld>
  <p:clrMapOvr>
    <a:masterClrMapping/>
  </p:clrMapOvr>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Shape 2395"/>
        <p:cNvGrpSpPr/>
        <p:nvPr/>
      </p:nvGrpSpPr>
      <p:grpSpPr>
        <a:xfrm>
          <a:off x="0" y="0"/>
          <a:ext cx="0" cy="0"/>
          <a:chOff x="0" y="0"/>
          <a:chExt cx="0" cy="0"/>
        </a:xfrm>
      </p:grpSpPr>
      <p:pic>
        <p:nvPicPr>
          <p:cNvPr id="5"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2047"/>
          </a:xfrm>
          <a:prstGeom prst="rect">
            <a:avLst/>
          </a:prstGeom>
          <a:noFill/>
          <a:extLst>
            <a:ext uri="{909E8E84-426E-40DD-AFC4-6F175D3DCCD1}">
              <a14:hiddenFill xmlns:a14="http://schemas.microsoft.com/office/drawing/2010/main">
                <a:solidFill>
                  <a:srgbClr val="FFFFFF"/>
                </a:solidFill>
              </a14:hiddenFill>
            </a:ext>
          </a:extLst>
        </p:spPr>
      </p:pic>
      <p:sp>
        <p:nvSpPr>
          <p:cNvPr id="2396" name="Google Shape;2396;p215"/>
          <p:cNvSpPr txBox="1"/>
          <p:nvPr/>
        </p:nvSpPr>
        <p:spPr>
          <a:xfrm>
            <a:off x="1888483" y="2904924"/>
            <a:ext cx="5507391" cy="738664"/>
          </a:xfrm>
          <a:prstGeom prst="rect">
            <a:avLst/>
          </a:prstGeom>
          <a:noFill/>
          <a:ln>
            <a:noFill/>
          </a:ln>
        </p:spPr>
        <p:txBody>
          <a:bodyPr spcFirstLastPara="1" wrap="square" lIns="0" tIns="0" rIns="0" bIns="0" anchor="ctr" anchorCtr="0">
            <a:spAutoFit/>
          </a:bodyPr>
          <a:lstStyle/>
          <a:p>
            <a:pPr marL="457200" marR="0" lvl="1" indent="0" algn="l" rtl="0">
              <a:lnSpc>
                <a:spcPct val="100000"/>
              </a:lnSpc>
              <a:spcBef>
                <a:spcPts val="0"/>
              </a:spcBef>
              <a:spcAft>
                <a:spcPts val="0"/>
              </a:spcAft>
              <a:buClr>
                <a:srgbClr val="000000"/>
              </a:buClr>
              <a:buSzPts val="3600"/>
              <a:buFont typeface="Arial"/>
              <a:buNone/>
            </a:pPr>
            <a:r>
              <a:rPr lang="es-ES" sz="4800" b="0" i="0" u="none" strike="noStrike" cap="none" dirty="0" err="1">
                <a:solidFill>
                  <a:srgbClr val="FF3399"/>
                </a:solidFill>
                <a:latin typeface="Gotham Rounded Medium" panose="02000000000000000000" pitchFamily="50" charset="0"/>
                <a:ea typeface="Tahoma"/>
                <a:cs typeface="Tahoma"/>
                <a:sym typeface="Tahoma"/>
              </a:rPr>
              <a:t>let</a:t>
            </a:r>
            <a:r>
              <a:rPr lang="es-ES" sz="4800" b="0" i="0" u="none" strike="noStrike" cap="none" dirty="0">
                <a:solidFill>
                  <a:srgbClr val="4A7B8B"/>
                </a:solidFill>
                <a:latin typeface="Gotham Rounded Medium" panose="02000000000000000000" pitchFamily="50" charset="0"/>
                <a:ea typeface="Tahoma"/>
                <a:cs typeface="Tahoma"/>
                <a:sym typeface="Tahoma"/>
              </a:rPr>
              <a:t> total = </a:t>
            </a:r>
            <a:r>
              <a:rPr lang="es-ES" sz="4800" b="0" i="0" u="none" strike="noStrike" cap="none" dirty="0">
                <a:solidFill>
                  <a:srgbClr val="79D2EA"/>
                </a:solidFill>
                <a:latin typeface="Gotham Rounded Medium" panose="02000000000000000000" pitchFamily="50" charset="0"/>
                <a:ea typeface="Tahoma"/>
                <a:cs typeface="Tahoma"/>
                <a:sym typeface="Tahoma"/>
              </a:rPr>
              <a:t>5</a:t>
            </a:r>
            <a:r>
              <a:rPr lang="es-ES" sz="4800" b="0" i="0" u="none" strike="noStrike" cap="none" dirty="0">
                <a:solidFill>
                  <a:srgbClr val="4A7B8B"/>
                </a:solidFill>
                <a:latin typeface="Gotham Rounded Medium" panose="02000000000000000000" pitchFamily="50" charset="0"/>
                <a:ea typeface="Tahoma"/>
                <a:cs typeface="Tahoma"/>
                <a:sym typeface="Tahoma"/>
              </a:rPr>
              <a:t> + </a:t>
            </a:r>
            <a:r>
              <a:rPr lang="es-ES" sz="4800" b="0" i="0" u="none" strike="noStrike" cap="none" dirty="0">
                <a:solidFill>
                  <a:srgbClr val="79D2EA"/>
                </a:solidFill>
                <a:latin typeface="Gotham Rounded Medium" panose="02000000000000000000" pitchFamily="50" charset="0"/>
                <a:ea typeface="Tahoma"/>
                <a:cs typeface="Tahoma"/>
                <a:sym typeface="Tahoma"/>
              </a:rPr>
              <a:t>3</a:t>
            </a:r>
            <a:r>
              <a:rPr lang="es-ES" sz="4800" b="0" i="0" u="none" strike="noStrike" cap="none" dirty="0">
                <a:solidFill>
                  <a:srgbClr val="4A7B8B"/>
                </a:solidFill>
                <a:latin typeface="Gotham Rounded Medium" panose="02000000000000000000" pitchFamily="50" charset="0"/>
                <a:ea typeface="Tahoma"/>
                <a:cs typeface="Tahoma"/>
                <a:sym typeface="Tahoma"/>
              </a:rPr>
              <a:t>;</a:t>
            </a:r>
            <a:endParaRPr sz="2000" b="0" i="0" u="none" strike="noStrike" cap="none" dirty="0">
              <a:solidFill>
                <a:srgbClr val="000000"/>
              </a:solidFill>
              <a:latin typeface="Gotham Rounded Medium" panose="02000000000000000000" pitchFamily="50" charset="0"/>
              <a:sym typeface="Arial"/>
            </a:endParaRPr>
          </a:p>
        </p:txBody>
      </p:sp>
      <p:cxnSp>
        <p:nvCxnSpPr>
          <p:cNvPr id="2397" name="Google Shape;2397;p215"/>
          <p:cNvCxnSpPr/>
          <p:nvPr/>
        </p:nvCxnSpPr>
        <p:spPr>
          <a:xfrm>
            <a:off x="8238930"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2398" name="Google Shape;2398;p215"/>
          <p:cNvSpPr txBox="1"/>
          <p:nvPr/>
        </p:nvSpPr>
        <p:spPr>
          <a:xfrm>
            <a:off x="8500192" y="2459504"/>
            <a:ext cx="3452315" cy="19389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0"/>
              <a:buFont typeface="Arial"/>
              <a:buNone/>
            </a:pPr>
            <a:r>
              <a:rPr lang="es-ES" sz="12000" b="0" i="0" u="none" strike="noStrike" cap="none" dirty="0">
                <a:solidFill>
                  <a:srgbClr val="79D2EA"/>
                </a:solidFill>
                <a:latin typeface="Tahoma"/>
                <a:ea typeface="Tahoma"/>
                <a:cs typeface="Tahoma"/>
                <a:sym typeface="Tahoma"/>
              </a:rPr>
              <a:t>?</a:t>
            </a:r>
            <a:endParaRPr sz="12000" b="0" i="0" u="none" strike="noStrike" cap="none"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Shape 2403"/>
        <p:cNvGrpSpPr/>
        <p:nvPr/>
      </p:nvGrpSpPr>
      <p:grpSpPr>
        <a:xfrm>
          <a:off x="0" y="0"/>
          <a:ext cx="0" cy="0"/>
          <a:chOff x="0" y="0"/>
          <a:chExt cx="0" cy="0"/>
        </a:xfrm>
      </p:grpSpPr>
      <p:pic>
        <p:nvPicPr>
          <p:cNvPr id="6"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2047"/>
          </a:xfrm>
          <a:prstGeom prst="rect">
            <a:avLst/>
          </a:prstGeom>
          <a:noFill/>
          <a:extLst>
            <a:ext uri="{909E8E84-426E-40DD-AFC4-6F175D3DCCD1}">
              <a14:hiddenFill xmlns:a14="http://schemas.microsoft.com/office/drawing/2010/main">
                <a:solidFill>
                  <a:srgbClr val="FFFFFF"/>
                </a:solidFill>
              </a14:hiddenFill>
            </a:ext>
          </a:extLst>
        </p:spPr>
      </p:pic>
      <p:sp>
        <p:nvSpPr>
          <p:cNvPr id="2404" name="Google Shape;2404;p216"/>
          <p:cNvSpPr txBox="1"/>
          <p:nvPr/>
        </p:nvSpPr>
        <p:spPr>
          <a:xfrm>
            <a:off x="1818145" y="2505000"/>
            <a:ext cx="5507391" cy="738664"/>
          </a:xfrm>
          <a:prstGeom prst="rect">
            <a:avLst/>
          </a:prstGeom>
          <a:noFill/>
          <a:ln>
            <a:noFill/>
          </a:ln>
        </p:spPr>
        <p:txBody>
          <a:bodyPr spcFirstLastPara="1" wrap="square" lIns="0" tIns="0" rIns="0" bIns="0" anchor="ctr" anchorCtr="0">
            <a:spAutoFit/>
          </a:bodyPr>
          <a:lstStyle/>
          <a:p>
            <a:pPr marL="457200" marR="0" lvl="1" indent="0" algn="l" rtl="0">
              <a:lnSpc>
                <a:spcPct val="100000"/>
              </a:lnSpc>
              <a:spcBef>
                <a:spcPts val="0"/>
              </a:spcBef>
              <a:spcAft>
                <a:spcPts val="0"/>
              </a:spcAft>
              <a:buClr>
                <a:srgbClr val="000000"/>
              </a:buClr>
              <a:buSzPts val="3600"/>
              <a:buFont typeface="Arial"/>
              <a:buNone/>
            </a:pPr>
            <a:r>
              <a:rPr lang="es-ES" sz="4800" b="0" i="0" u="none" strike="noStrike" cap="none" dirty="0" err="1">
                <a:solidFill>
                  <a:srgbClr val="FF3399"/>
                </a:solidFill>
                <a:latin typeface="Gotham Rounded Medium" panose="02000000000000000000" pitchFamily="50" charset="0"/>
                <a:ea typeface="Tahoma"/>
                <a:cs typeface="Tahoma"/>
                <a:sym typeface="Tahoma"/>
              </a:rPr>
              <a:t>let</a:t>
            </a:r>
            <a:r>
              <a:rPr lang="es-ES" sz="4800" b="0" i="0" u="none" strike="noStrike" cap="none" dirty="0">
                <a:solidFill>
                  <a:srgbClr val="4A7B8B"/>
                </a:solidFill>
                <a:latin typeface="Gotham Rounded Medium" panose="02000000000000000000" pitchFamily="50" charset="0"/>
                <a:ea typeface="Tahoma"/>
                <a:cs typeface="Tahoma"/>
                <a:sym typeface="Tahoma"/>
              </a:rPr>
              <a:t> total = </a:t>
            </a:r>
            <a:r>
              <a:rPr lang="es-ES" sz="4800" b="0" i="0" u="none" strike="noStrike" cap="none" dirty="0">
                <a:solidFill>
                  <a:srgbClr val="79D2EA"/>
                </a:solidFill>
                <a:latin typeface="Gotham Rounded Medium" panose="02000000000000000000" pitchFamily="50" charset="0"/>
                <a:ea typeface="Tahoma"/>
                <a:cs typeface="Tahoma"/>
                <a:sym typeface="Tahoma"/>
              </a:rPr>
              <a:t>5</a:t>
            </a:r>
            <a:r>
              <a:rPr lang="es-ES" sz="4800" b="0" i="0" u="none" strike="noStrike" cap="none" dirty="0">
                <a:solidFill>
                  <a:srgbClr val="4A7B8B"/>
                </a:solidFill>
                <a:latin typeface="Gotham Rounded Medium" panose="02000000000000000000" pitchFamily="50" charset="0"/>
                <a:ea typeface="Tahoma"/>
                <a:cs typeface="Tahoma"/>
                <a:sym typeface="Tahoma"/>
              </a:rPr>
              <a:t> + </a:t>
            </a:r>
            <a:r>
              <a:rPr lang="es-ES" sz="4800" b="0" i="0" u="none" strike="noStrike" cap="none" dirty="0">
                <a:solidFill>
                  <a:srgbClr val="79D2EA"/>
                </a:solidFill>
                <a:latin typeface="Gotham Rounded Medium" panose="02000000000000000000" pitchFamily="50" charset="0"/>
                <a:ea typeface="Tahoma"/>
                <a:cs typeface="Tahoma"/>
                <a:sym typeface="Tahoma"/>
              </a:rPr>
              <a:t>3</a:t>
            </a:r>
            <a:r>
              <a:rPr lang="es-ES" sz="4800" b="0" i="0" u="none" strike="noStrike" cap="none" dirty="0">
                <a:solidFill>
                  <a:srgbClr val="4A7B8B"/>
                </a:solidFill>
                <a:latin typeface="Gotham Rounded Medium" panose="02000000000000000000" pitchFamily="50" charset="0"/>
                <a:ea typeface="Tahoma"/>
                <a:cs typeface="Tahoma"/>
                <a:sym typeface="Tahoma"/>
              </a:rPr>
              <a:t>;</a:t>
            </a:r>
            <a:endParaRPr sz="4800" b="0" i="0" u="none" strike="noStrike" cap="none" dirty="0">
              <a:solidFill>
                <a:srgbClr val="79D2EA"/>
              </a:solidFill>
              <a:latin typeface="Gotham Rounded Medium" panose="02000000000000000000" pitchFamily="50" charset="0"/>
              <a:ea typeface="Tahoma"/>
              <a:cs typeface="Tahoma"/>
              <a:sym typeface="Tahoma"/>
            </a:endParaRPr>
          </a:p>
        </p:txBody>
      </p:sp>
      <p:cxnSp>
        <p:nvCxnSpPr>
          <p:cNvPr id="2405" name="Google Shape;2405;p216"/>
          <p:cNvCxnSpPr/>
          <p:nvPr/>
        </p:nvCxnSpPr>
        <p:spPr>
          <a:xfrm>
            <a:off x="8238930"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2406" name="Google Shape;2406;p216"/>
          <p:cNvSpPr txBox="1"/>
          <p:nvPr/>
        </p:nvSpPr>
        <p:spPr>
          <a:xfrm>
            <a:off x="8489308" y="2037473"/>
            <a:ext cx="3452315" cy="19389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0"/>
              <a:buFont typeface="Arial"/>
              <a:buNone/>
            </a:pPr>
            <a:r>
              <a:rPr lang="es-ES" sz="12000" b="0" i="0" u="none" strike="noStrike" cap="none" dirty="0">
                <a:solidFill>
                  <a:srgbClr val="79D2EA"/>
                </a:solidFill>
                <a:latin typeface="Tahoma"/>
                <a:ea typeface="Tahoma"/>
                <a:cs typeface="Tahoma"/>
                <a:sym typeface="Tahoma"/>
              </a:rPr>
              <a:t>8</a:t>
            </a:r>
            <a:endParaRPr sz="12000" b="0" i="0" u="none" strike="noStrike" cap="none" dirty="0">
              <a:solidFill>
                <a:schemeClr val="dk1"/>
              </a:solidFill>
              <a:latin typeface="Calibri"/>
              <a:ea typeface="Calibri"/>
              <a:cs typeface="Calibri"/>
              <a:sym typeface="Calibri"/>
            </a:endParaRPr>
          </a:p>
        </p:txBody>
      </p:sp>
      <p:sp>
        <p:nvSpPr>
          <p:cNvPr id="2407" name="Google Shape;2407;p216"/>
          <p:cNvSpPr/>
          <p:nvPr/>
        </p:nvSpPr>
        <p:spPr>
          <a:xfrm>
            <a:off x="1963681" y="3774831"/>
            <a:ext cx="6024872" cy="1557739"/>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800"/>
              <a:buFont typeface="Arial"/>
              <a:buNone/>
            </a:pPr>
            <a:r>
              <a:rPr lang="es-ES" sz="1800" b="0" i="0" u="none" strike="noStrike" cap="none" dirty="0">
                <a:solidFill>
                  <a:schemeClr val="dk1"/>
                </a:solidFill>
                <a:latin typeface="Gotham Rounded" pitchFamily="50" charset="0"/>
                <a:sym typeface="Arial"/>
              </a:rPr>
              <a:t>Al crear una variable y elegir qué valor almacenar en ella, podemos también guardar el resultado de una operación matemática, ya sea una suma (+), sustracción (-), división (/) multiplicación (*) u otras tantas operaciones.</a:t>
            </a:r>
            <a:endParaRPr sz="1400" b="0" i="0" u="none" strike="noStrike" cap="none" dirty="0">
              <a:solidFill>
                <a:srgbClr val="000000"/>
              </a:solidFill>
              <a:latin typeface="Gotham Rounded" pitchFamily="50" charset="0"/>
              <a:sym typeface="Arial"/>
            </a:endParaRPr>
          </a:p>
        </p:txBody>
      </p:sp>
    </p:spTree>
  </p:cSld>
  <p:clrMapOvr>
    <a:masterClrMapping/>
  </p:clrMapOvr>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Shape 2412"/>
        <p:cNvGrpSpPr/>
        <p:nvPr/>
      </p:nvGrpSpPr>
      <p:grpSpPr>
        <a:xfrm>
          <a:off x="0" y="0"/>
          <a:ext cx="0" cy="0"/>
          <a:chOff x="0" y="0"/>
          <a:chExt cx="0" cy="0"/>
        </a:xfrm>
      </p:grpSpPr>
      <p:pic>
        <p:nvPicPr>
          <p:cNvPr id="6"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3" y="0"/>
            <a:ext cx="12202593"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413" name="Google Shape;2413;p217" descr="Alien Monster on Microsoft Windows 10 May 2019 Update"/>
          <p:cNvPicPr preferRelativeResize="0"/>
          <p:nvPr/>
        </p:nvPicPr>
        <p:blipFill rotWithShape="1">
          <a:blip r:embed="rId4">
            <a:alphaModFix/>
          </a:blip>
          <a:srcRect/>
          <a:stretch/>
        </p:blipFill>
        <p:spPr>
          <a:xfrm>
            <a:off x="706797" y="7375848"/>
            <a:ext cx="452530" cy="452530"/>
          </a:xfrm>
          <a:prstGeom prst="rect">
            <a:avLst/>
          </a:prstGeom>
          <a:noFill/>
          <a:ln>
            <a:noFill/>
          </a:ln>
        </p:spPr>
      </p:pic>
      <p:sp>
        <p:nvSpPr>
          <p:cNvPr id="2414" name="Google Shape;2414;p217"/>
          <p:cNvSpPr txBox="1"/>
          <p:nvPr/>
        </p:nvSpPr>
        <p:spPr>
          <a:xfrm>
            <a:off x="1347885" y="2182505"/>
            <a:ext cx="7149579" cy="2215991"/>
          </a:xfrm>
          <a:prstGeom prst="rect">
            <a:avLst/>
          </a:prstGeom>
          <a:noFill/>
          <a:ln>
            <a:noFill/>
          </a:ln>
        </p:spPr>
        <p:txBody>
          <a:bodyPr spcFirstLastPara="1" wrap="square" lIns="0" tIns="0" rIns="0" bIns="0" anchor="ctr" anchorCtr="0">
            <a:spAutoFit/>
          </a:bodyPr>
          <a:lstStyle/>
          <a:p>
            <a:pPr marL="457200" marR="0" lvl="1" indent="0" algn="l" rtl="0">
              <a:lnSpc>
                <a:spcPct val="100000"/>
              </a:lnSpc>
              <a:spcBef>
                <a:spcPts val="0"/>
              </a:spcBef>
              <a:spcAft>
                <a:spcPts val="0"/>
              </a:spcAft>
              <a:buClr>
                <a:srgbClr val="000000"/>
              </a:buClr>
              <a:buSzPts val="3600"/>
              <a:buFont typeface="Arial"/>
              <a:buNone/>
            </a:pPr>
            <a:r>
              <a:rPr lang="es-ES" sz="4800" b="0" i="0" u="none" strike="noStrike" cap="none" dirty="0" err="1">
                <a:solidFill>
                  <a:srgbClr val="FF3399"/>
                </a:solidFill>
                <a:latin typeface="Gotham Rounded Medium" panose="02000000000000000000" pitchFamily="50" charset="0"/>
                <a:ea typeface="Tahoma"/>
                <a:cs typeface="Tahoma"/>
                <a:sym typeface="Tahoma"/>
              </a:rPr>
              <a:t>let</a:t>
            </a:r>
            <a:r>
              <a:rPr lang="es-ES" sz="4800" b="0" i="0" u="none" strike="noStrike" cap="none" dirty="0">
                <a:solidFill>
                  <a:srgbClr val="4A7B8B"/>
                </a:solidFill>
                <a:latin typeface="Gotham Rounded Medium" panose="02000000000000000000" pitchFamily="50" charset="0"/>
                <a:ea typeface="Tahoma"/>
                <a:cs typeface="Tahoma"/>
                <a:sym typeface="Tahoma"/>
              </a:rPr>
              <a:t> num1 = </a:t>
            </a:r>
            <a:r>
              <a:rPr lang="es-ES" sz="4800" b="0" i="0" u="none" strike="noStrike" cap="none" dirty="0">
                <a:solidFill>
                  <a:srgbClr val="79D2EA"/>
                </a:solidFill>
                <a:latin typeface="Gotham Rounded Medium" panose="02000000000000000000" pitchFamily="50" charset="0"/>
                <a:ea typeface="Tahoma"/>
                <a:cs typeface="Tahoma"/>
                <a:sym typeface="Tahoma"/>
              </a:rPr>
              <a:t>7</a:t>
            </a:r>
            <a:r>
              <a:rPr lang="es-ES" sz="4800" b="0" i="0" u="none" strike="noStrike" cap="none" dirty="0">
                <a:solidFill>
                  <a:srgbClr val="4A7B8B"/>
                </a:solidFill>
                <a:latin typeface="Gotham Rounded Medium" panose="02000000000000000000" pitchFamily="50" charset="0"/>
                <a:ea typeface="Tahoma"/>
                <a:cs typeface="Tahoma"/>
                <a:sym typeface="Tahoma"/>
              </a:rPr>
              <a:t>;</a:t>
            </a:r>
            <a:endParaRPr sz="4800" b="0" i="0" u="none" strike="noStrike" cap="none" dirty="0">
              <a:solidFill>
                <a:srgbClr val="79D2EA"/>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endParaRPr sz="4800" b="0" i="0" u="none" strike="noStrike" cap="none" dirty="0">
              <a:solidFill>
                <a:srgbClr val="79D2EA"/>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4800" b="0" i="0" u="none" strike="noStrike" cap="none" dirty="0" err="1">
                <a:solidFill>
                  <a:srgbClr val="FF3399"/>
                </a:solidFill>
                <a:latin typeface="Gotham Rounded Medium" panose="02000000000000000000" pitchFamily="50" charset="0"/>
                <a:ea typeface="Tahoma"/>
                <a:cs typeface="Tahoma"/>
                <a:sym typeface="Tahoma"/>
              </a:rPr>
              <a:t>let</a:t>
            </a:r>
            <a:r>
              <a:rPr lang="es-ES" sz="4800" b="0" i="0" u="none" strike="noStrike" cap="none" dirty="0">
                <a:solidFill>
                  <a:srgbClr val="4A7B8B"/>
                </a:solidFill>
                <a:latin typeface="Gotham Rounded Medium" panose="02000000000000000000" pitchFamily="50" charset="0"/>
                <a:ea typeface="Tahoma"/>
                <a:cs typeface="Tahoma"/>
                <a:sym typeface="Tahoma"/>
              </a:rPr>
              <a:t> total = num1 * </a:t>
            </a:r>
            <a:r>
              <a:rPr lang="es-ES" sz="4800" b="0" i="0" u="none" strike="noStrike" cap="none" dirty="0">
                <a:solidFill>
                  <a:srgbClr val="79D2EA"/>
                </a:solidFill>
                <a:latin typeface="Gotham Rounded Medium" panose="02000000000000000000" pitchFamily="50" charset="0"/>
                <a:ea typeface="Tahoma"/>
                <a:cs typeface="Tahoma"/>
                <a:sym typeface="Tahoma"/>
              </a:rPr>
              <a:t>2</a:t>
            </a:r>
            <a:r>
              <a:rPr lang="es-ES" sz="4800" b="0" i="0" u="none" strike="noStrike" cap="none" dirty="0">
                <a:solidFill>
                  <a:srgbClr val="4A7B8B"/>
                </a:solidFill>
                <a:latin typeface="Gotham Rounded Medium" panose="02000000000000000000" pitchFamily="50" charset="0"/>
                <a:ea typeface="Tahoma"/>
                <a:cs typeface="Tahoma"/>
                <a:sym typeface="Tahoma"/>
              </a:rPr>
              <a:t>;</a:t>
            </a:r>
            <a:endParaRPr sz="2000" b="0" i="0" u="none" strike="noStrike" cap="none" dirty="0">
              <a:solidFill>
                <a:srgbClr val="000000"/>
              </a:solidFill>
              <a:latin typeface="Gotham Rounded Medium" panose="02000000000000000000" pitchFamily="50" charset="0"/>
              <a:sym typeface="Arial"/>
            </a:endParaRPr>
          </a:p>
        </p:txBody>
      </p:sp>
      <p:cxnSp>
        <p:nvCxnSpPr>
          <p:cNvPr id="2415" name="Google Shape;2415;p217"/>
          <p:cNvCxnSpPr/>
          <p:nvPr/>
        </p:nvCxnSpPr>
        <p:spPr>
          <a:xfrm>
            <a:off x="8238930"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2416" name="Google Shape;2416;p217"/>
          <p:cNvSpPr txBox="1"/>
          <p:nvPr/>
        </p:nvSpPr>
        <p:spPr>
          <a:xfrm>
            <a:off x="8489308" y="2182505"/>
            <a:ext cx="3452315" cy="19389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0"/>
              <a:buFont typeface="Arial"/>
              <a:buNone/>
            </a:pPr>
            <a:r>
              <a:rPr lang="es-ES" sz="12000" b="0" i="0" u="none" strike="noStrike" cap="none" dirty="0">
                <a:solidFill>
                  <a:srgbClr val="79D2EA"/>
                </a:solidFill>
                <a:latin typeface="Tahoma"/>
                <a:ea typeface="Tahoma"/>
                <a:cs typeface="Tahoma"/>
                <a:sym typeface="Tahoma"/>
              </a:rPr>
              <a:t>?</a:t>
            </a:r>
            <a:endParaRPr sz="12000" b="0" i="0" u="none" strike="noStrike" cap="none"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Shape 2421"/>
        <p:cNvGrpSpPr/>
        <p:nvPr/>
      </p:nvGrpSpPr>
      <p:grpSpPr>
        <a:xfrm>
          <a:off x="0" y="0"/>
          <a:ext cx="0" cy="0"/>
          <a:chOff x="0" y="0"/>
          <a:chExt cx="0" cy="0"/>
        </a:xfrm>
      </p:grpSpPr>
      <p:pic>
        <p:nvPicPr>
          <p:cNvPr id="6"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2047"/>
          </a:xfrm>
          <a:prstGeom prst="rect">
            <a:avLst/>
          </a:prstGeom>
          <a:noFill/>
          <a:extLst>
            <a:ext uri="{909E8E84-426E-40DD-AFC4-6F175D3DCCD1}">
              <a14:hiddenFill xmlns:a14="http://schemas.microsoft.com/office/drawing/2010/main">
                <a:solidFill>
                  <a:srgbClr val="FFFFFF"/>
                </a:solidFill>
              </a14:hiddenFill>
            </a:ext>
          </a:extLst>
        </p:spPr>
      </p:pic>
      <p:sp>
        <p:nvSpPr>
          <p:cNvPr id="2422" name="Google Shape;2422;p218"/>
          <p:cNvSpPr txBox="1"/>
          <p:nvPr/>
        </p:nvSpPr>
        <p:spPr>
          <a:xfrm>
            <a:off x="1587378" y="2038871"/>
            <a:ext cx="7149579" cy="1477328"/>
          </a:xfrm>
          <a:prstGeom prst="rect">
            <a:avLst/>
          </a:prstGeom>
          <a:noFill/>
          <a:ln>
            <a:noFill/>
          </a:ln>
        </p:spPr>
        <p:txBody>
          <a:bodyPr spcFirstLastPara="1" wrap="square" lIns="0" tIns="0" rIns="0" bIns="0" anchor="ctr" anchorCtr="0">
            <a:spAutoFit/>
          </a:bodyPr>
          <a:lstStyle/>
          <a:p>
            <a:pPr marL="457200" marR="0" lvl="1" indent="0" algn="l" rtl="0">
              <a:lnSpc>
                <a:spcPct val="100000"/>
              </a:lnSpc>
              <a:spcBef>
                <a:spcPts val="0"/>
              </a:spcBef>
              <a:spcAft>
                <a:spcPts val="0"/>
              </a:spcAft>
              <a:buClr>
                <a:srgbClr val="000000"/>
              </a:buClr>
              <a:buSzPts val="3600"/>
              <a:buFont typeface="Arial"/>
              <a:buNone/>
            </a:pPr>
            <a:r>
              <a:rPr lang="es-ES" sz="4800" b="0" i="0" u="none" strike="noStrike" cap="none" dirty="0" err="1">
                <a:solidFill>
                  <a:srgbClr val="FF3399"/>
                </a:solidFill>
                <a:latin typeface="Tahoma"/>
                <a:ea typeface="Tahoma"/>
                <a:cs typeface="Tahoma"/>
                <a:sym typeface="Tahoma"/>
              </a:rPr>
              <a:t>let</a:t>
            </a:r>
            <a:r>
              <a:rPr lang="es-ES" sz="4800" b="0" i="0" u="none" strike="noStrike" cap="none" dirty="0">
                <a:solidFill>
                  <a:srgbClr val="4A7B8B"/>
                </a:solidFill>
                <a:latin typeface="Tahoma"/>
                <a:ea typeface="Tahoma"/>
                <a:cs typeface="Tahoma"/>
                <a:sym typeface="Tahoma"/>
              </a:rPr>
              <a:t> num1 = </a:t>
            </a:r>
            <a:r>
              <a:rPr lang="es-ES" sz="4800" b="0" i="0" u="none" strike="noStrike" cap="none" dirty="0">
                <a:solidFill>
                  <a:srgbClr val="79D2EA"/>
                </a:solidFill>
                <a:latin typeface="Tahoma"/>
                <a:ea typeface="Tahoma"/>
                <a:cs typeface="Tahoma"/>
                <a:sym typeface="Tahoma"/>
              </a:rPr>
              <a:t>7</a:t>
            </a:r>
            <a:r>
              <a:rPr lang="es-ES" sz="4800" b="0" i="0" u="none" strike="noStrike" cap="none" dirty="0" smtClean="0">
                <a:solidFill>
                  <a:srgbClr val="4A7B8B"/>
                </a:solidFill>
                <a:latin typeface="Tahoma"/>
                <a:ea typeface="Tahoma"/>
                <a:cs typeface="Tahoma"/>
                <a:sym typeface="Tahoma"/>
              </a:rPr>
              <a:t>;</a:t>
            </a:r>
            <a:endParaRPr sz="4800" b="0" i="0" u="none" strike="noStrike" cap="none" dirty="0">
              <a:solidFill>
                <a:srgbClr val="79D2EA"/>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4800" b="0" i="0" u="none" strike="noStrike" cap="none" dirty="0" err="1">
                <a:solidFill>
                  <a:srgbClr val="FF3399"/>
                </a:solidFill>
                <a:latin typeface="Tahoma"/>
                <a:ea typeface="Tahoma"/>
                <a:cs typeface="Tahoma"/>
                <a:sym typeface="Tahoma"/>
              </a:rPr>
              <a:t>let</a:t>
            </a:r>
            <a:r>
              <a:rPr lang="es-ES" sz="4800" b="0" i="0" u="none" strike="noStrike" cap="none" dirty="0">
                <a:solidFill>
                  <a:srgbClr val="4A7B8B"/>
                </a:solidFill>
                <a:latin typeface="Tahoma"/>
                <a:ea typeface="Tahoma"/>
                <a:cs typeface="Tahoma"/>
                <a:sym typeface="Tahoma"/>
              </a:rPr>
              <a:t> total = num1 * </a:t>
            </a:r>
            <a:r>
              <a:rPr lang="es-ES" sz="4800" b="0" i="0" u="none" strike="noStrike" cap="none" dirty="0">
                <a:solidFill>
                  <a:srgbClr val="79D2EA"/>
                </a:solidFill>
                <a:latin typeface="Tahoma"/>
                <a:ea typeface="Tahoma"/>
                <a:cs typeface="Tahoma"/>
                <a:sym typeface="Tahoma"/>
              </a:rPr>
              <a:t>2</a:t>
            </a:r>
            <a:r>
              <a:rPr lang="es-ES" sz="3600" b="0" i="0" u="none" strike="noStrike" cap="none" dirty="0">
                <a:solidFill>
                  <a:srgbClr val="4A7B8B"/>
                </a:solidFill>
                <a:latin typeface="Tahoma"/>
                <a:ea typeface="Tahoma"/>
                <a:cs typeface="Tahoma"/>
                <a:sym typeface="Tahoma"/>
              </a:rPr>
              <a:t>;</a:t>
            </a:r>
            <a:endParaRPr sz="1400" b="0" i="0" u="none" strike="noStrike" cap="none" dirty="0">
              <a:solidFill>
                <a:srgbClr val="000000"/>
              </a:solidFill>
              <a:latin typeface="Arial"/>
              <a:ea typeface="Arial"/>
              <a:cs typeface="Arial"/>
              <a:sym typeface="Arial"/>
            </a:endParaRPr>
          </a:p>
        </p:txBody>
      </p:sp>
      <p:cxnSp>
        <p:nvCxnSpPr>
          <p:cNvPr id="2423" name="Google Shape;2423;p218"/>
          <p:cNvCxnSpPr/>
          <p:nvPr/>
        </p:nvCxnSpPr>
        <p:spPr>
          <a:xfrm>
            <a:off x="8238930"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2424" name="Google Shape;2424;p218"/>
          <p:cNvSpPr txBox="1"/>
          <p:nvPr/>
        </p:nvSpPr>
        <p:spPr>
          <a:xfrm>
            <a:off x="8489308" y="2087334"/>
            <a:ext cx="3452315" cy="19389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0"/>
              <a:buFont typeface="Arial"/>
              <a:buNone/>
            </a:pPr>
            <a:r>
              <a:rPr lang="es-ES" sz="12000" b="0" i="0" u="none" strike="noStrike" cap="none" dirty="0">
                <a:solidFill>
                  <a:srgbClr val="79D2EA"/>
                </a:solidFill>
                <a:latin typeface="Tahoma"/>
                <a:ea typeface="Tahoma"/>
                <a:cs typeface="Tahoma"/>
                <a:sym typeface="Tahoma"/>
              </a:rPr>
              <a:t>14</a:t>
            </a:r>
            <a:endParaRPr sz="12000" b="0" i="0" u="none" strike="noStrike" cap="none" dirty="0">
              <a:solidFill>
                <a:schemeClr val="dk1"/>
              </a:solidFill>
              <a:latin typeface="Calibri"/>
              <a:ea typeface="Calibri"/>
              <a:cs typeface="Calibri"/>
              <a:sym typeface="Calibri"/>
            </a:endParaRPr>
          </a:p>
        </p:txBody>
      </p:sp>
      <p:sp>
        <p:nvSpPr>
          <p:cNvPr id="2425" name="Google Shape;2425;p218"/>
          <p:cNvSpPr/>
          <p:nvPr/>
        </p:nvSpPr>
        <p:spPr>
          <a:xfrm>
            <a:off x="1624224" y="3880345"/>
            <a:ext cx="6484076" cy="2230954"/>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800"/>
              <a:buFont typeface="Arial"/>
              <a:buNone/>
            </a:pPr>
            <a:r>
              <a:rPr lang="es-ES" sz="1800" b="0" i="0" u="none" strike="noStrike" cap="none" dirty="0">
                <a:solidFill>
                  <a:schemeClr val="dk1"/>
                </a:solidFill>
                <a:latin typeface="Gotham Rounded" pitchFamily="50" charset="0"/>
                <a:sym typeface="Arial"/>
              </a:rPr>
              <a:t>Una vez que creamos una variable, va a representar el valor que almacena. De esta forma, podemos utilizar la variable a su valor simplemente escribiendo su nombre y operando con ella. En este caso estamos operando con la variable “num1”, que vale 7, y la estamos multiplicando por 2. El resultado, a su vez, lo estamos almacenando en la variable “total”.</a:t>
            </a:r>
            <a:endParaRPr sz="1400" b="0" i="0" u="none" strike="noStrike" cap="none" dirty="0">
              <a:solidFill>
                <a:srgbClr val="000000"/>
              </a:solidFill>
              <a:latin typeface="Gotham Rounded" pitchFamily="50" charset="0"/>
              <a:sym typeface="Arial"/>
            </a:endParaRPr>
          </a:p>
        </p:txBody>
      </p:sp>
    </p:spTree>
  </p:cSld>
  <p:clrMapOvr>
    <a:masterClrMapping/>
  </p:clrMapOvr>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Shape 2430"/>
        <p:cNvGrpSpPr/>
        <p:nvPr/>
      </p:nvGrpSpPr>
      <p:grpSpPr>
        <a:xfrm>
          <a:off x="0" y="0"/>
          <a:ext cx="0" cy="0"/>
          <a:chOff x="0" y="0"/>
          <a:chExt cx="0" cy="0"/>
        </a:xfrm>
      </p:grpSpPr>
      <p:pic>
        <p:nvPicPr>
          <p:cNvPr id="5"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2047"/>
          </a:xfrm>
          <a:prstGeom prst="rect">
            <a:avLst/>
          </a:prstGeom>
          <a:noFill/>
          <a:extLst>
            <a:ext uri="{909E8E84-426E-40DD-AFC4-6F175D3DCCD1}">
              <a14:hiddenFill xmlns:a14="http://schemas.microsoft.com/office/drawing/2010/main">
                <a:solidFill>
                  <a:srgbClr val="FFFFFF"/>
                </a:solidFill>
              </a14:hiddenFill>
            </a:ext>
          </a:extLst>
        </p:spPr>
      </p:pic>
      <p:sp>
        <p:nvSpPr>
          <p:cNvPr id="2431" name="Google Shape;2431;p219"/>
          <p:cNvSpPr txBox="1"/>
          <p:nvPr/>
        </p:nvSpPr>
        <p:spPr>
          <a:xfrm>
            <a:off x="1587378" y="1725194"/>
            <a:ext cx="7149579" cy="3693319"/>
          </a:xfrm>
          <a:prstGeom prst="rect">
            <a:avLst/>
          </a:prstGeom>
          <a:noFill/>
          <a:ln>
            <a:noFill/>
          </a:ln>
        </p:spPr>
        <p:txBody>
          <a:bodyPr spcFirstLastPara="1" wrap="square" lIns="0" tIns="0" rIns="0" bIns="0" anchor="ctr" anchorCtr="0">
            <a:spAutoFit/>
          </a:bodyPr>
          <a:lstStyle/>
          <a:p>
            <a:pPr marL="457200" marR="0" lvl="1" indent="0" algn="l" rtl="0">
              <a:lnSpc>
                <a:spcPct val="100000"/>
              </a:lnSpc>
              <a:spcBef>
                <a:spcPts val="0"/>
              </a:spcBef>
              <a:spcAft>
                <a:spcPts val="0"/>
              </a:spcAft>
              <a:buClr>
                <a:srgbClr val="000000"/>
              </a:buClr>
              <a:buSzPts val="3600"/>
              <a:buFont typeface="Arial"/>
              <a:buNone/>
            </a:pPr>
            <a:r>
              <a:rPr lang="es-ES" sz="4800" b="0" i="0" u="none" strike="noStrike" cap="none" dirty="0" err="1">
                <a:solidFill>
                  <a:srgbClr val="FF3399"/>
                </a:solidFill>
                <a:latin typeface="Gotham Rounded Medium" panose="02000000000000000000" pitchFamily="50" charset="0"/>
                <a:ea typeface="Tahoma"/>
                <a:cs typeface="Tahoma"/>
                <a:sym typeface="Tahoma"/>
              </a:rPr>
              <a:t>let</a:t>
            </a:r>
            <a:r>
              <a:rPr lang="es-ES" sz="4800" b="0" i="0" u="none" strike="noStrike" cap="none" dirty="0">
                <a:solidFill>
                  <a:srgbClr val="4A7B8B"/>
                </a:solidFill>
                <a:latin typeface="Gotham Rounded Medium" panose="02000000000000000000" pitchFamily="50" charset="0"/>
                <a:ea typeface="Tahoma"/>
                <a:cs typeface="Tahoma"/>
                <a:sym typeface="Tahoma"/>
              </a:rPr>
              <a:t> num1 = </a:t>
            </a:r>
            <a:r>
              <a:rPr lang="es-ES" sz="4800" b="0" i="0" u="none" strike="noStrike" cap="none" dirty="0">
                <a:solidFill>
                  <a:srgbClr val="79D2EA"/>
                </a:solidFill>
                <a:latin typeface="Gotham Rounded Medium" panose="02000000000000000000" pitchFamily="50" charset="0"/>
                <a:ea typeface="Tahoma"/>
                <a:cs typeface="Tahoma"/>
                <a:sym typeface="Tahoma"/>
              </a:rPr>
              <a:t>7</a:t>
            </a:r>
            <a:r>
              <a:rPr lang="es-ES" sz="4800" b="0" i="0" u="none" strike="noStrike" cap="none" dirty="0">
                <a:solidFill>
                  <a:srgbClr val="4A7B8B"/>
                </a:solidFill>
                <a:latin typeface="Gotham Rounded Medium" panose="02000000000000000000" pitchFamily="50" charset="0"/>
                <a:ea typeface="Tahoma"/>
                <a:cs typeface="Tahoma"/>
                <a:sym typeface="Tahoma"/>
              </a:rPr>
              <a:t>;</a:t>
            </a:r>
            <a:endParaRPr sz="4800" b="0" i="0" u="none" strike="noStrike" cap="none" dirty="0">
              <a:solidFill>
                <a:srgbClr val="79D2EA"/>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4800" b="0" i="0" u="none" strike="noStrike" cap="none" dirty="0" err="1">
                <a:solidFill>
                  <a:srgbClr val="FF3399"/>
                </a:solidFill>
                <a:latin typeface="Gotham Rounded Medium" panose="02000000000000000000" pitchFamily="50" charset="0"/>
                <a:ea typeface="Tahoma"/>
                <a:cs typeface="Tahoma"/>
                <a:sym typeface="Tahoma"/>
              </a:rPr>
              <a:t>let</a:t>
            </a:r>
            <a:r>
              <a:rPr lang="es-ES" sz="4800" b="0" i="0" u="none" strike="noStrike" cap="none" dirty="0">
                <a:solidFill>
                  <a:srgbClr val="4A7B8B"/>
                </a:solidFill>
                <a:latin typeface="Gotham Rounded Medium" panose="02000000000000000000" pitchFamily="50" charset="0"/>
                <a:ea typeface="Tahoma"/>
                <a:cs typeface="Tahoma"/>
                <a:sym typeface="Tahoma"/>
              </a:rPr>
              <a:t> num2 = </a:t>
            </a:r>
            <a:r>
              <a:rPr lang="es-ES" sz="4800" b="0" i="0" u="none" strike="noStrike" cap="none" dirty="0">
                <a:solidFill>
                  <a:srgbClr val="79D2EA"/>
                </a:solidFill>
                <a:latin typeface="Gotham Rounded Medium" panose="02000000000000000000" pitchFamily="50" charset="0"/>
                <a:ea typeface="Tahoma"/>
                <a:cs typeface="Tahoma"/>
                <a:sym typeface="Tahoma"/>
              </a:rPr>
              <a:t>3</a:t>
            </a:r>
            <a:r>
              <a:rPr lang="es-ES" sz="4800" b="0" i="0" u="none" strike="noStrike" cap="none" dirty="0">
                <a:solidFill>
                  <a:srgbClr val="4A7B8B"/>
                </a:solidFill>
                <a:latin typeface="Gotham Rounded Medium" panose="02000000000000000000" pitchFamily="50" charset="0"/>
                <a:ea typeface="Tahoma"/>
                <a:cs typeface="Tahoma"/>
                <a:sym typeface="Tahoma"/>
              </a:rPr>
              <a:t>;</a:t>
            </a:r>
            <a:endParaRPr sz="4800" b="0" i="0" u="none" strike="noStrike" cap="none" dirty="0">
              <a:solidFill>
                <a:srgbClr val="79D2EA"/>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endParaRPr sz="4800" b="0" i="0" u="none" strike="noStrike" cap="none" dirty="0">
              <a:solidFill>
                <a:srgbClr val="79D2EA"/>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4800" b="0" i="0" u="none" strike="noStrike" cap="none" dirty="0" err="1">
                <a:solidFill>
                  <a:srgbClr val="FF3399"/>
                </a:solidFill>
                <a:latin typeface="Gotham Rounded Medium" panose="02000000000000000000" pitchFamily="50" charset="0"/>
                <a:ea typeface="Tahoma"/>
                <a:cs typeface="Tahoma"/>
                <a:sym typeface="Tahoma"/>
              </a:rPr>
              <a:t>let</a:t>
            </a:r>
            <a:r>
              <a:rPr lang="es-ES" sz="4800" b="0" i="0" u="none" strike="noStrike" cap="none" dirty="0">
                <a:solidFill>
                  <a:srgbClr val="4A7B8B"/>
                </a:solidFill>
                <a:latin typeface="Gotham Rounded Medium" panose="02000000000000000000" pitchFamily="50" charset="0"/>
                <a:ea typeface="Tahoma"/>
                <a:cs typeface="Tahoma"/>
                <a:sym typeface="Tahoma"/>
              </a:rPr>
              <a:t> total = num1 – num2;</a:t>
            </a:r>
            <a:endParaRPr sz="4800" b="0" i="0" u="none" strike="noStrike" cap="none" dirty="0">
              <a:solidFill>
                <a:srgbClr val="000000"/>
              </a:solidFill>
              <a:latin typeface="Gotham Rounded Medium" panose="02000000000000000000" pitchFamily="50" charset="0"/>
              <a:sym typeface="Arial"/>
            </a:endParaRPr>
          </a:p>
        </p:txBody>
      </p:sp>
      <p:cxnSp>
        <p:nvCxnSpPr>
          <p:cNvPr id="2432" name="Google Shape;2432;p219"/>
          <p:cNvCxnSpPr/>
          <p:nvPr/>
        </p:nvCxnSpPr>
        <p:spPr>
          <a:xfrm>
            <a:off x="8238930"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2433" name="Google Shape;2433;p219"/>
          <p:cNvSpPr txBox="1"/>
          <p:nvPr/>
        </p:nvSpPr>
        <p:spPr>
          <a:xfrm>
            <a:off x="8500192" y="2067951"/>
            <a:ext cx="3471414" cy="193895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0"/>
              <a:buFont typeface="Arial"/>
              <a:buNone/>
            </a:pPr>
            <a:r>
              <a:rPr lang="es-ES" sz="12000" b="0" i="0" u="none" strike="noStrike" cap="none" dirty="0">
                <a:solidFill>
                  <a:srgbClr val="79D2EA"/>
                </a:solidFill>
                <a:latin typeface="Tahoma"/>
                <a:ea typeface="Tahoma"/>
                <a:cs typeface="Tahoma"/>
                <a:sym typeface="Tahoma"/>
              </a:rPr>
              <a:t>?</a:t>
            </a:r>
            <a:endParaRPr sz="12000" b="0" i="0" u="none" strike="noStrike" cap="none"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Shape 2438"/>
        <p:cNvGrpSpPr/>
        <p:nvPr/>
      </p:nvGrpSpPr>
      <p:grpSpPr>
        <a:xfrm>
          <a:off x="0" y="0"/>
          <a:ext cx="0" cy="0"/>
          <a:chOff x="0" y="0"/>
          <a:chExt cx="0" cy="0"/>
        </a:xfrm>
      </p:grpSpPr>
      <p:pic>
        <p:nvPicPr>
          <p:cNvPr id="6"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2047"/>
          </a:xfrm>
          <a:prstGeom prst="rect">
            <a:avLst/>
          </a:prstGeom>
          <a:noFill/>
          <a:extLst>
            <a:ext uri="{909E8E84-426E-40DD-AFC4-6F175D3DCCD1}">
              <a14:hiddenFill xmlns:a14="http://schemas.microsoft.com/office/drawing/2010/main">
                <a:solidFill>
                  <a:srgbClr val="FFFFFF"/>
                </a:solidFill>
              </a14:hiddenFill>
            </a:ext>
          </a:extLst>
        </p:spPr>
      </p:pic>
      <p:sp>
        <p:nvSpPr>
          <p:cNvPr id="2439" name="Google Shape;2439;p220"/>
          <p:cNvSpPr txBox="1"/>
          <p:nvPr/>
        </p:nvSpPr>
        <p:spPr>
          <a:xfrm>
            <a:off x="974552" y="2086198"/>
            <a:ext cx="7264378" cy="2031325"/>
          </a:xfrm>
          <a:prstGeom prst="rect">
            <a:avLst/>
          </a:prstGeom>
          <a:noFill/>
          <a:ln>
            <a:noFill/>
          </a:ln>
        </p:spPr>
        <p:txBody>
          <a:bodyPr spcFirstLastPara="1" wrap="square" lIns="0" tIns="0" rIns="0" bIns="0" anchor="ctr" anchorCtr="0">
            <a:spAutoFit/>
          </a:bodyPr>
          <a:lstStyle/>
          <a:p>
            <a:pPr marL="457200" marR="0" lvl="1" indent="0" algn="l" rtl="0">
              <a:lnSpc>
                <a:spcPct val="100000"/>
              </a:lnSpc>
              <a:spcBef>
                <a:spcPts val="0"/>
              </a:spcBef>
              <a:spcAft>
                <a:spcPts val="0"/>
              </a:spcAft>
              <a:buClr>
                <a:srgbClr val="000000"/>
              </a:buClr>
              <a:buSzPts val="3600"/>
              <a:buFont typeface="Arial"/>
              <a:buNone/>
            </a:pPr>
            <a:r>
              <a:rPr lang="es-ES" sz="4400" b="0" i="0" u="none" strike="noStrike" cap="none" dirty="0" err="1">
                <a:solidFill>
                  <a:srgbClr val="FF3399"/>
                </a:solidFill>
                <a:latin typeface="Gotham Rounded Medium" panose="02000000000000000000" pitchFamily="50" charset="0"/>
                <a:ea typeface="Tahoma"/>
                <a:cs typeface="Tahoma"/>
                <a:sym typeface="Tahoma"/>
              </a:rPr>
              <a:t>let</a:t>
            </a:r>
            <a:r>
              <a:rPr lang="es-ES" sz="4400" b="0" i="0" u="none" strike="noStrike" cap="none" dirty="0">
                <a:solidFill>
                  <a:srgbClr val="4A7B8B"/>
                </a:solidFill>
                <a:latin typeface="Gotham Rounded Medium" panose="02000000000000000000" pitchFamily="50" charset="0"/>
                <a:ea typeface="Tahoma"/>
                <a:cs typeface="Tahoma"/>
                <a:sym typeface="Tahoma"/>
              </a:rPr>
              <a:t> num1 = </a:t>
            </a:r>
            <a:r>
              <a:rPr lang="es-ES" sz="4400" b="0" i="0" u="none" strike="noStrike" cap="none" dirty="0">
                <a:solidFill>
                  <a:srgbClr val="79D2EA"/>
                </a:solidFill>
                <a:latin typeface="Gotham Rounded Medium" panose="02000000000000000000" pitchFamily="50" charset="0"/>
                <a:ea typeface="Tahoma"/>
                <a:cs typeface="Tahoma"/>
                <a:sym typeface="Tahoma"/>
              </a:rPr>
              <a:t>7</a:t>
            </a:r>
            <a:r>
              <a:rPr lang="es-ES" sz="4400" b="0" i="0" u="none" strike="noStrike" cap="none" dirty="0">
                <a:solidFill>
                  <a:srgbClr val="4A7B8B"/>
                </a:solidFill>
                <a:latin typeface="Gotham Rounded Medium" panose="02000000000000000000" pitchFamily="50" charset="0"/>
                <a:ea typeface="Tahoma"/>
                <a:cs typeface="Tahoma"/>
                <a:sym typeface="Tahoma"/>
              </a:rPr>
              <a:t>;</a:t>
            </a:r>
            <a:endParaRPr sz="4400" b="0" i="0" u="none" strike="noStrike" cap="none" dirty="0">
              <a:solidFill>
                <a:srgbClr val="79D2EA"/>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4400" b="0" i="0" u="none" strike="noStrike" cap="none" dirty="0" err="1">
                <a:solidFill>
                  <a:srgbClr val="FF3399"/>
                </a:solidFill>
                <a:latin typeface="Gotham Rounded Medium" panose="02000000000000000000" pitchFamily="50" charset="0"/>
                <a:ea typeface="Tahoma"/>
                <a:cs typeface="Tahoma"/>
                <a:sym typeface="Tahoma"/>
              </a:rPr>
              <a:t>let</a:t>
            </a:r>
            <a:r>
              <a:rPr lang="es-ES" sz="4400" b="0" i="0" u="none" strike="noStrike" cap="none" dirty="0">
                <a:solidFill>
                  <a:srgbClr val="4A7B8B"/>
                </a:solidFill>
                <a:latin typeface="Gotham Rounded Medium" panose="02000000000000000000" pitchFamily="50" charset="0"/>
                <a:ea typeface="Tahoma"/>
                <a:cs typeface="Tahoma"/>
                <a:sym typeface="Tahoma"/>
              </a:rPr>
              <a:t> num2 = </a:t>
            </a:r>
            <a:r>
              <a:rPr lang="es-ES" sz="4400" b="0" i="0" u="none" strike="noStrike" cap="none" dirty="0">
                <a:solidFill>
                  <a:srgbClr val="79D2EA"/>
                </a:solidFill>
                <a:latin typeface="Gotham Rounded Medium" panose="02000000000000000000" pitchFamily="50" charset="0"/>
                <a:ea typeface="Tahoma"/>
                <a:cs typeface="Tahoma"/>
                <a:sym typeface="Tahoma"/>
              </a:rPr>
              <a:t>3</a:t>
            </a:r>
            <a:r>
              <a:rPr lang="es-ES" sz="4400" b="0" i="0" u="none" strike="noStrike" cap="none" dirty="0" smtClean="0">
                <a:solidFill>
                  <a:srgbClr val="4A7B8B"/>
                </a:solidFill>
                <a:latin typeface="Gotham Rounded Medium" panose="02000000000000000000" pitchFamily="50" charset="0"/>
                <a:ea typeface="Tahoma"/>
                <a:cs typeface="Tahoma"/>
                <a:sym typeface="Tahoma"/>
              </a:rPr>
              <a:t>;</a:t>
            </a:r>
            <a:endParaRPr sz="4400" b="0" i="0" u="none" strike="noStrike" cap="none" dirty="0">
              <a:solidFill>
                <a:srgbClr val="79D2EA"/>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4400" b="0" i="0" u="none" strike="noStrike" cap="none" dirty="0" err="1">
                <a:solidFill>
                  <a:srgbClr val="FF3399"/>
                </a:solidFill>
                <a:latin typeface="Gotham Rounded Medium" panose="02000000000000000000" pitchFamily="50" charset="0"/>
                <a:ea typeface="Tahoma"/>
                <a:cs typeface="Tahoma"/>
                <a:sym typeface="Tahoma"/>
              </a:rPr>
              <a:t>let</a:t>
            </a:r>
            <a:r>
              <a:rPr lang="es-ES" sz="4400" b="0" i="0" u="none" strike="noStrike" cap="none" dirty="0">
                <a:solidFill>
                  <a:srgbClr val="4A7B8B"/>
                </a:solidFill>
                <a:latin typeface="Gotham Rounded Medium" panose="02000000000000000000" pitchFamily="50" charset="0"/>
                <a:ea typeface="Tahoma"/>
                <a:cs typeface="Tahoma"/>
                <a:sym typeface="Tahoma"/>
              </a:rPr>
              <a:t> total = num1 – num2;</a:t>
            </a:r>
            <a:endParaRPr sz="4400" b="0" i="0" u="none" strike="noStrike" cap="none" dirty="0">
              <a:solidFill>
                <a:srgbClr val="000000"/>
              </a:solidFill>
              <a:latin typeface="Gotham Rounded Medium" panose="02000000000000000000" pitchFamily="50" charset="0"/>
              <a:sym typeface="Arial"/>
            </a:endParaRPr>
          </a:p>
        </p:txBody>
      </p:sp>
      <p:cxnSp>
        <p:nvCxnSpPr>
          <p:cNvPr id="2440" name="Google Shape;2440;p220"/>
          <p:cNvCxnSpPr/>
          <p:nvPr/>
        </p:nvCxnSpPr>
        <p:spPr>
          <a:xfrm>
            <a:off x="8238930"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2441" name="Google Shape;2441;p220"/>
          <p:cNvSpPr txBox="1"/>
          <p:nvPr/>
        </p:nvSpPr>
        <p:spPr>
          <a:xfrm>
            <a:off x="8500192" y="2459504"/>
            <a:ext cx="3452315" cy="19389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0"/>
              <a:buFont typeface="Arial"/>
              <a:buNone/>
            </a:pPr>
            <a:r>
              <a:rPr lang="es-ES" sz="12000" b="0" i="0" u="none" strike="noStrike" cap="none">
                <a:solidFill>
                  <a:srgbClr val="79D2EA"/>
                </a:solidFill>
                <a:latin typeface="Tahoma"/>
                <a:ea typeface="Tahoma"/>
                <a:cs typeface="Tahoma"/>
                <a:sym typeface="Tahoma"/>
              </a:rPr>
              <a:t>4</a:t>
            </a:r>
            <a:endParaRPr sz="12000" b="0" i="0" u="none" strike="noStrike" cap="none">
              <a:solidFill>
                <a:schemeClr val="dk1"/>
              </a:solidFill>
              <a:latin typeface="Calibri"/>
              <a:ea typeface="Calibri"/>
              <a:cs typeface="Calibri"/>
              <a:sym typeface="Calibri"/>
            </a:endParaRPr>
          </a:p>
        </p:txBody>
      </p:sp>
      <p:sp>
        <p:nvSpPr>
          <p:cNvPr id="2442" name="Google Shape;2442;p220"/>
          <p:cNvSpPr/>
          <p:nvPr/>
        </p:nvSpPr>
        <p:spPr>
          <a:xfrm>
            <a:off x="1336422" y="4597844"/>
            <a:ext cx="6024872" cy="150368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800"/>
              <a:buFont typeface="Arial"/>
              <a:buNone/>
            </a:pPr>
            <a:r>
              <a:rPr lang="es-ES" sz="2400" b="0" i="0" u="none" strike="noStrike" cap="none" dirty="0">
                <a:solidFill>
                  <a:schemeClr val="dk1"/>
                </a:solidFill>
                <a:latin typeface="Gotham Rounded" pitchFamily="50" charset="0"/>
                <a:sym typeface="Arial"/>
              </a:rPr>
              <a:t>Aquí estamos restando/sustrayendo dos variables cuyos valores son iguales a 7 y 3.</a:t>
            </a:r>
            <a:endParaRPr sz="1800" b="0" i="0" u="none" strike="noStrike" cap="none" dirty="0">
              <a:solidFill>
                <a:srgbClr val="000000"/>
              </a:solidFill>
              <a:latin typeface="Gotham Rounded" pitchFamily="50" charset="0"/>
              <a:sym typeface="Arial"/>
            </a:endParaRPr>
          </a:p>
        </p:txBody>
      </p:sp>
    </p:spTree>
  </p:cSld>
  <p:clrMapOvr>
    <a:masterClrMapping/>
  </p:clrMapOvr>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Shape 2447"/>
        <p:cNvGrpSpPr/>
        <p:nvPr/>
      </p:nvGrpSpPr>
      <p:grpSpPr>
        <a:xfrm>
          <a:off x="0" y="0"/>
          <a:ext cx="0" cy="0"/>
          <a:chOff x="0" y="0"/>
          <a:chExt cx="0" cy="0"/>
        </a:xfrm>
      </p:grpSpPr>
      <p:pic>
        <p:nvPicPr>
          <p:cNvPr id="5"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2047"/>
          </a:xfrm>
          <a:prstGeom prst="rect">
            <a:avLst/>
          </a:prstGeom>
          <a:noFill/>
          <a:extLst>
            <a:ext uri="{909E8E84-426E-40DD-AFC4-6F175D3DCCD1}">
              <a14:hiddenFill xmlns:a14="http://schemas.microsoft.com/office/drawing/2010/main">
                <a:solidFill>
                  <a:srgbClr val="FFFFFF"/>
                </a:solidFill>
              </a14:hiddenFill>
            </a:ext>
          </a:extLst>
        </p:spPr>
      </p:pic>
      <p:cxnSp>
        <p:nvCxnSpPr>
          <p:cNvPr id="2448" name="Google Shape;2448;p221"/>
          <p:cNvCxnSpPr/>
          <p:nvPr/>
        </p:nvCxnSpPr>
        <p:spPr>
          <a:xfrm>
            <a:off x="8238930"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2449" name="Google Shape;2449;p221"/>
          <p:cNvSpPr txBox="1"/>
          <p:nvPr/>
        </p:nvSpPr>
        <p:spPr>
          <a:xfrm>
            <a:off x="8500192" y="2459504"/>
            <a:ext cx="3452315" cy="19389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0"/>
              <a:buFont typeface="Arial"/>
              <a:buNone/>
            </a:pPr>
            <a:r>
              <a:rPr lang="es-ES" sz="12000" b="0" i="0" u="none" strike="noStrike" cap="none" dirty="0">
                <a:solidFill>
                  <a:srgbClr val="79D2EA"/>
                </a:solidFill>
                <a:latin typeface="Tahoma"/>
                <a:ea typeface="Tahoma"/>
                <a:cs typeface="Tahoma"/>
                <a:sym typeface="Tahoma"/>
              </a:rPr>
              <a:t>?</a:t>
            </a:r>
            <a:endParaRPr sz="12000" b="0" i="0" u="none" strike="noStrike" cap="none" dirty="0">
              <a:solidFill>
                <a:schemeClr val="dk1"/>
              </a:solidFill>
              <a:latin typeface="Calibri"/>
              <a:ea typeface="Calibri"/>
              <a:cs typeface="Calibri"/>
              <a:sym typeface="Calibri"/>
            </a:endParaRPr>
          </a:p>
        </p:txBody>
      </p:sp>
      <p:sp>
        <p:nvSpPr>
          <p:cNvPr id="2450" name="Google Shape;2450;p221"/>
          <p:cNvSpPr txBox="1"/>
          <p:nvPr/>
        </p:nvSpPr>
        <p:spPr>
          <a:xfrm>
            <a:off x="1347885" y="1962035"/>
            <a:ext cx="7149579" cy="3385542"/>
          </a:xfrm>
          <a:prstGeom prst="rect">
            <a:avLst/>
          </a:prstGeom>
          <a:noFill/>
          <a:ln>
            <a:noFill/>
          </a:ln>
        </p:spPr>
        <p:txBody>
          <a:bodyPr spcFirstLastPara="1" wrap="square" lIns="0" tIns="0" rIns="0" bIns="0" anchor="ctr" anchorCtr="0">
            <a:spAutoFit/>
          </a:bodyPr>
          <a:lstStyle/>
          <a:p>
            <a:pPr marL="457200" marR="0" lvl="1" indent="0" algn="l" rtl="0">
              <a:lnSpc>
                <a:spcPct val="100000"/>
              </a:lnSpc>
              <a:spcBef>
                <a:spcPts val="0"/>
              </a:spcBef>
              <a:spcAft>
                <a:spcPts val="0"/>
              </a:spcAft>
              <a:buClr>
                <a:srgbClr val="000000"/>
              </a:buClr>
              <a:buSzPts val="3600"/>
              <a:buFont typeface="Arial"/>
              <a:buNone/>
            </a:pPr>
            <a:r>
              <a:rPr lang="es-ES" sz="4400" b="0" i="0" u="none" strike="noStrike" cap="none" dirty="0" err="1">
                <a:solidFill>
                  <a:srgbClr val="FF3399"/>
                </a:solidFill>
                <a:latin typeface="Gotham Rounded" pitchFamily="50" charset="0"/>
                <a:ea typeface="Tahoma"/>
                <a:cs typeface="Tahoma"/>
                <a:sym typeface="Tahoma"/>
              </a:rPr>
              <a:t>let</a:t>
            </a:r>
            <a:r>
              <a:rPr lang="es-ES" sz="4400" b="0" i="0" u="none" strike="noStrike" cap="none" dirty="0">
                <a:solidFill>
                  <a:srgbClr val="4A7B8B"/>
                </a:solidFill>
                <a:latin typeface="Gotham Rounded" pitchFamily="50" charset="0"/>
                <a:ea typeface="Tahoma"/>
                <a:cs typeface="Tahoma"/>
                <a:sym typeface="Tahoma"/>
              </a:rPr>
              <a:t> a = “</a:t>
            </a:r>
            <a:r>
              <a:rPr lang="es-ES" sz="4400" b="0" i="0" u="none" strike="noStrike" cap="none" dirty="0" err="1">
                <a:solidFill>
                  <a:srgbClr val="79D2EA"/>
                </a:solidFill>
                <a:latin typeface="Gotham Rounded" pitchFamily="50" charset="0"/>
                <a:ea typeface="Tahoma"/>
                <a:cs typeface="Tahoma"/>
                <a:sym typeface="Tahoma"/>
              </a:rPr>
              <a:t>ho</a:t>
            </a:r>
            <a:r>
              <a:rPr lang="es-ES" sz="4400" b="0" i="0" u="none" strike="noStrike" cap="none" dirty="0">
                <a:solidFill>
                  <a:srgbClr val="4A7B8B"/>
                </a:solidFill>
                <a:latin typeface="Gotham Rounded" pitchFamily="50" charset="0"/>
                <a:ea typeface="Tahoma"/>
                <a:cs typeface="Tahoma"/>
                <a:sym typeface="Tahoma"/>
              </a:rPr>
              <a:t>”;</a:t>
            </a:r>
            <a:endParaRPr sz="4400" b="0" i="0" u="none" strike="noStrike" cap="none" dirty="0">
              <a:solidFill>
                <a:srgbClr val="000000"/>
              </a:solidFill>
              <a:latin typeface="Gotham Rounded"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r>
              <a:rPr lang="es-ES" sz="4400" b="0" i="0" u="none" strike="noStrike" cap="none" dirty="0" err="1">
                <a:solidFill>
                  <a:srgbClr val="FF3399"/>
                </a:solidFill>
                <a:latin typeface="Gotham Rounded" pitchFamily="50" charset="0"/>
                <a:ea typeface="Tahoma"/>
                <a:cs typeface="Tahoma"/>
                <a:sym typeface="Tahoma"/>
              </a:rPr>
              <a:t>let</a:t>
            </a:r>
            <a:r>
              <a:rPr lang="es-ES" sz="4400" b="0" i="0" u="none" strike="noStrike" cap="none" dirty="0">
                <a:solidFill>
                  <a:srgbClr val="FF3399"/>
                </a:solidFill>
                <a:latin typeface="Gotham Rounded" pitchFamily="50" charset="0"/>
                <a:ea typeface="Tahoma"/>
                <a:cs typeface="Tahoma"/>
                <a:sym typeface="Tahoma"/>
              </a:rPr>
              <a:t> </a:t>
            </a:r>
            <a:r>
              <a:rPr lang="es-ES" sz="4400" b="0" i="0" u="none" strike="noStrike" cap="none" dirty="0">
                <a:solidFill>
                  <a:srgbClr val="4A7B8B"/>
                </a:solidFill>
                <a:latin typeface="Gotham Rounded" pitchFamily="50" charset="0"/>
                <a:ea typeface="Tahoma"/>
                <a:cs typeface="Tahoma"/>
                <a:sym typeface="Tahoma"/>
              </a:rPr>
              <a:t>b = “</a:t>
            </a:r>
            <a:r>
              <a:rPr lang="es-ES" sz="4400" b="0" i="0" u="none" strike="noStrike" cap="none" dirty="0">
                <a:solidFill>
                  <a:srgbClr val="79D2EA"/>
                </a:solidFill>
                <a:latin typeface="Gotham Rounded" pitchFamily="50" charset="0"/>
                <a:ea typeface="Tahoma"/>
                <a:cs typeface="Tahoma"/>
                <a:sym typeface="Tahoma"/>
              </a:rPr>
              <a:t>la</a:t>
            </a:r>
            <a:r>
              <a:rPr lang="es-ES" sz="4400" b="0" i="0" u="none" strike="noStrike" cap="none" dirty="0">
                <a:solidFill>
                  <a:srgbClr val="4A7B8B"/>
                </a:solidFill>
                <a:latin typeface="Gotham Rounded" pitchFamily="50" charset="0"/>
                <a:ea typeface="Tahoma"/>
                <a:cs typeface="Tahoma"/>
                <a:sym typeface="Tahoma"/>
              </a:rPr>
              <a:t>”;</a:t>
            </a:r>
            <a:endParaRPr sz="4400" b="0" i="0" u="none" strike="noStrike" cap="none" dirty="0">
              <a:solidFill>
                <a:srgbClr val="79D2EA"/>
              </a:solidFill>
              <a:latin typeface="Gotham Rounded"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4400" b="0" i="0" u="none" strike="noStrike" cap="none" dirty="0" err="1">
                <a:solidFill>
                  <a:srgbClr val="FF3399"/>
                </a:solidFill>
                <a:latin typeface="Gotham Rounded" pitchFamily="50" charset="0"/>
                <a:ea typeface="Tahoma"/>
                <a:cs typeface="Tahoma"/>
                <a:sym typeface="Tahoma"/>
              </a:rPr>
              <a:t>let</a:t>
            </a:r>
            <a:r>
              <a:rPr lang="es-ES" sz="4400" b="0" i="0" u="none" strike="noStrike" cap="none" dirty="0">
                <a:solidFill>
                  <a:srgbClr val="4A7B8B"/>
                </a:solidFill>
                <a:latin typeface="Gotham Rounded" pitchFamily="50" charset="0"/>
                <a:ea typeface="Tahoma"/>
                <a:cs typeface="Tahoma"/>
                <a:sym typeface="Tahoma"/>
              </a:rPr>
              <a:t> c = </a:t>
            </a:r>
            <a:r>
              <a:rPr lang="es-ES" sz="4400" b="0" i="0" u="none" strike="noStrike" cap="none" dirty="0">
                <a:solidFill>
                  <a:srgbClr val="79D2EA"/>
                </a:solidFill>
                <a:latin typeface="Gotham Rounded" pitchFamily="50" charset="0"/>
                <a:ea typeface="Tahoma"/>
                <a:cs typeface="Tahoma"/>
                <a:sym typeface="Tahoma"/>
              </a:rPr>
              <a:t>3</a:t>
            </a:r>
            <a:r>
              <a:rPr lang="es-ES" sz="4400" b="0" i="0" u="none" strike="noStrike" cap="none" dirty="0">
                <a:solidFill>
                  <a:srgbClr val="4A7B8B"/>
                </a:solidFill>
                <a:latin typeface="Gotham Rounded" pitchFamily="50" charset="0"/>
                <a:ea typeface="Tahoma"/>
                <a:cs typeface="Tahoma"/>
                <a:sym typeface="Tahoma"/>
              </a:rPr>
              <a:t>;</a:t>
            </a:r>
            <a:endParaRPr sz="4400" b="0" i="0" u="none" strike="noStrike" cap="none" dirty="0">
              <a:solidFill>
                <a:srgbClr val="79D2EA"/>
              </a:solidFill>
              <a:latin typeface="Gotham Rounded"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endParaRPr sz="4400" b="0" i="0" u="none" strike="noStrike" cap="none" dirty="0">
              <a:solidFill>
                <a:srgbClr val="79D2EA"/>
              </a:solidFill>
              <a:latin typeface="Gotham Rounded"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4400" b="0" i="0" u="none" strike="noStrike" cap="none" dirty="0" err="1">
                <a:solidFill>
                  <a:srgbClr val="FF3399"/>
                </a:solidFill>
                <a:latin typeface="Gotham Rounded" pitchFamily="50" charset="0"/>
                <a:ea typeface="Tahoma"/>
                <a:cs typeface="Tahoma"/>
                <a:sym typeface="Tahoma"/>
              </a:rPr>
              <a:t>let</a:t>
            </a:r>
            <a:r>
              <a:rPr lang="es-ES" sz="4400" b="0" i="0" u="none" strike="noStrike" cap="none" dirty="0">
                <a:solidFill>
                  <a:srgbClr val="4A7B8B"/>
                </a:solidFill>
                <a:latin typeface="Gotham Rounded" pitchFamily="50" charset="0"/>
                <a:ea typeface="Tahoma"/>
                <a:cs typeface="Tahoma"/>
                <a:sym typeface="Tahoma"/>
              </a:rPr>
              <a:t> total = a + b + c;</a:t>
            </a:r>
            <a:endParaRPr sz="4400" b="0" i="0" u="none" strike="noStrike" cap="none" dirty="0">
              <a:solidFill>
                <a:srgbClr val="000000"/>
              </a:solidFill>
              <a:latin typeface="Gotham Rounded" pitchFamily="50" charset="0"/>
              <a:sym typeface="Arial"/>
            </a:endParaRPr>
          </a:p>
        </p:txBody>
      </p:sp>
    </p:spTree>
  </p:cSld>
  <p:clrMapOvr>
    <a:masterClrMapping/>
  </p:clrMapOvr>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Shape 2455"/>
        <p:cNvGrpSpPr/>
        <p:nvPr/>
      </p:nvGrpSpPr>
      <p:grpSpPr>
        <a:xfrm>
          <a:off x="0" y="0"/>
          <a:ext cx="0" cy="0"/>
          <a:chOff x="0" y="0"/>
          <a:chExt cx="0" cy="0"/>
        </a:xfrm>
      </p:grpSpPr>
      <p:pic>
        <p:nvPicPr>
          <p:cNvPr id="6"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953"/>
            <a:ext cx="12192000" cy="6852047"/>
          </a:xfrm>
          <a:prstGeom prst="rect">
            <a:avLst/>
          </a:prstGeom>
          <a:noFill/>
          <a:extLst>
            <a:ext uri="{909E8E84-426E-40DD-AFC4-6F175D3DCCD1}">
              <a14:hiddenFill xmlns:a14="http://schemas.microsoft.com/office/drawing/2010/main">
                <a:solidFill>
                  <a:srgbClr val="FFFFFF"/>
                </a:solidFill>
              </a14:hiddenFill>
            </a:ext>
          </a:extLst>
        </p:spPr>
      </p:pic>
      <p:sp>
        <p:nvSpPr>
          <p:cNvPr id="2456" name="Google Shape;2456;p222"/>
          <p:cNvSpPr txBox="1"/>
          <p:nvPr/>
        </p:nvSpPr>
        <p:spPr>
          <a:xfrm>
            <a:off x="1219982" y="1632816"/>
            <a:ext cx="7149579" cy="2769989"/>
          </a:xfrm>
          <a:prstGeom prst="rect">
            <a:avLst/>
          </a:prstGeom>
          <a:noFill/>
          <a:ln>
            <a:noFill/>
          </a:ln>
        </p:spPr>
        <p:txBody>
          <a:bodyPr spcFirstLastPara="1" wrap="square" lIns="0" tIns="0" rIns="0" bIns="0" anchor="ctr" anchorCtr="0">
            <a:spAutoFit/>
          </a:bodyPr>
          <a:lstStyle/>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err="1">
                <a:solidFill>
                  <a:srgbClr val="FF3399"/>
                </a:solidFill>
                <a:latin typeface="Tahoma"/>
                <a:ea typeface="Tahoma"/>
                <a:cs typeface="Tahoma"/>
                <a:sym typeface="Tahoma"/>
              </a:rPr>
              <a:t>let</a:t>
            </a:r>
            <a:r>
              <a:rPr lang="es-ES" sz="3600" b="0" i="0" u="none" strike="noStrike" cap="none" dirty="0">
                <a:solidFill>
                  <a:srgbClr val="4A7B8B"/>
                </a:solidFill>
                <a:latin typeface="Tahoma"/>
                <a:ea typeface="Tahoma"/>
                <a:cs typeface="Tahoma"/>
                <a:sym typeface="Tahoma"/>
              </a:rPr>
              <a:t> a = “</a:t>
            </a:r>
            <a:r>
              <a:rPr lang="es-ES" sz="3600" b="0" i="0" u="none" strike="noStrike" cap="none" dirty="0" err="1">
                <a:solidFill>
                  <a:srgbClr val="79D2EA"/>
                </a:solidFill>
                <a:latin typeface="Tahoma"/>
                <a:ea typeface="Tahoma"/>
                <a:cs typeface="Tahoma"/>
                <a:sym typeface="Tahoma"/>
              </a:rPr>
              <a:t>ho</a:t>
            </a:r>
            <a:r>
              <a:rPr lang="es-ES" sz="3600" b="0" i="0" u="none" strike="noStrike" cap="none" dirty="0">
                <a:solidFill>
                  <a:srgbClr val="4A7B8B"/>
                </a:solidFill>
                <a:latin typeface="Tahoma"/>
                <a:ea typeface="Tahoma"/>
                <a:cs typeface="Tahoma"/>
                <a:sym typeface="Tahoma"/>
              </a:rPr>
              <a:t>”;</a:t>
            </a:r>
            <a:endParaRPr sz="1400" b="0" i="0" u="none" strike="noStrike" cap="none" dirty="0">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err="1">
                <a:solidFill>
                  <a:srgbClr val="FF3399"/>
                </a:solidFill>
                <a:latin typeface="Tahoma"/>
                <a:ea typeface="Tahoma"/>
                <a:cs typeface="Tahoma"/>
                <a:sym typeface="Tahoma"/>
              </a:rPr>
              <a:t>let</a:t>
            </a:r>
            <a:r>
              <a:rPr lang="es-ES" sz="3600" b="0" i="0" u="none" strike="noStrike" cap="none" dirty="0">
                <a:solidFill>
                  <a:srgbClr val="FF3399"/>
                </a:solidFill>
                <a:latin typeface="Tahoma"/>
                <a:ea typeface="Tahoma"/>
                <a:cs typeface="Tahoma"/>
                <a:sym typeface="Tahoma"/>
              </a:rPr>
              <a:t> </a:t>
            </a:r>
            <a:r>
              <a:rPr lang="es-ES" sz="3600" b="0" i="0" u="none" strike="noStrike" cap="none" dirty="0">
                <a:solidFill>
                  <a:srgbClr val="4A7B8B"/>
                </a:solidFill>
                <a:latin typeface="Tahoma"/>
                <a:ea typeface="Tahoma"/>
                <a:cs typeface="Tahoma"/>
                <a:sym typeface="Tahoma"/>
              </a:rPr>
              <a:t>b = “</a:t>
            </a:r>
            <a:r>
              <a:rPr lang="es-ES" sz="3600" b="0" i="0" u="none" strike="noStrike" cap="none" dirty="0">
                <a:solidFill>
                  <a:srgbClr val="79D2EA"/>
                </a:solidFill>
                <a:latin typeface="Tahoma"/>
                <a:ea typeface="Tahoma"/>
                <a:cs typeface="Tahoma"/>
                <a:sym typeface="Tahoma"/>
              </a:rPr>
              <a:t>la</a:t>
            </a:r>
            <a:r>
              <a:rPr lang="es-ES" sz="3600" b="0" i="0" u="none" strike="noStrike" cap="none" dirty="0">
                <a:solidFill>
                  <a:srgbClr val="4A7B8B"/>
                </a:solidFill>
                <a:latin typeface="Tahoma"/>
                <a:ea typeface="Tahoma"/>
                <a:cs typeface="Tahoma"/>
                <a:sym typeface="Tahoma"/>
              </a:rPr>
              <a:t>”;</a:t>
            </a:r>
            <a:endParaRPr sz="3600" b="0" i="0" u="none" strike="noStrike" cap="none" dirty="0">
              <a:solidFill>
                <a:srgbClr val="79D2EA"/>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err="1">
                <a:solidFill>
                  <a:srgbClr val="FF3399"/>
                </a:solidFill>
                <a:latin typeface="Tahoma"/>
                <a:ea typeface="Tahoma"/>
                <a:cs typeface="Tahoma"/>
                <a:sym typeface="Tahoma"/>
              </a:rPr>
              <a:t>let</a:t>
            </a:r>
            <a:r>
              <a:rPr lang="es-ES" sz="3600" b="0" i="0" u="none" strike="noStrike" cap="none" dirty="0">
                <a:solidFill>
                  <a:srgbClr val="4A7B8B"/>
                </a:solidFill>
                <a:latin typeface="Tahoma"/>
                <a:ea typeface="Tahoma"/>
                <a:cs typeface="Tahoma"/>
                <a:sym typeface="Tahoma"/>
              </a:rPr>
              <a:t> c = </a:t>
            </a:r>
            <a:r>
              <a:rPr lang="es-ES" sz="3600" b="0" i="0" u="none" strike="noStrike" cap="none" dirty="0">
                <a:solidFill>
                  <a:srgbClr val="79D2EA"/>
                </a:solidFill>
                <a:latin typeface="Tahoma"/>
                <a:ea typeface="Tahoma"/>
                <a:cs typeface="Tahoma"/>
                <a:sym typeface="Tahoma"/>
              </a:rPr>
              <a:t>3</a:t>
            </a:r>
            <a:r>
              <a:rPr lang="es-ES" sz="3600" b="0" i="0" u="none" strike="noStrike" cap="none" dirty="0">
                <a:solidFill>
                  <a:srgbClr val="4A7B8B"/>
                </a:solidFill>
                <a:latin typeface="Tahoma"/>
                <a:ea typeface="Tahoma"/>
                <a:cs typeface="Tahoma"/>
                <a:sym typeface="Tahoma"/>
              </a:rPr>
              <a:t>;</a:t>
            </a:r>
            <a:endParaRPr sz="3600" b="0" i="0" u="none" strike="noStrike" cap="none" dirty="0">
              <a:solidFill>
                <a:srgbClr val="79D2EA"/>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endParaRPr sz="3600" b="0" i="0" u="none" strike="noStrike" cap="none" dirty="0">
              <a:solidFill>
                <a:srgbClr val="79D2EA"/>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err="1">
                <a:solidFill>
                  <a:srgbClr val="FF3399"/>
                </a:solidFill>
                <a:latin typeface="Tahoma"/>
                <a:ea typeface="Tahoma"/>
                <a:cs typeface="Tahoma"/>
                <a:sym typeface="Tahoma"/>
              </a:rPr>
              <a:t>let</a:t>
            </a:r>
            <a:r>
              <a:rPr lang="es-ES" sz="3600" b="0" i="0" u="none" strike="noStrike" cap="none" dirty="0">
                <a:solidFill>
                  <a:srgbClr val="4A7B8B"/>
                </a:solidFill>
                <a:latin typeface="Tahoma"/>
                <a:ea typeface="Tahoma"/>
                <a:cs typeface="Tahoma"/>
                <a:sym typeface="Tahoma"/>
              </a:rPr>
              <a:t> total = a + b + c;</a:t>
            </a:r>
            <a:endParaRPr sz="1400" b="0" i="0" u="none" strike="noStrike" cap="none" dirty="0">
              <a:solidFill>
                <a:srgbClr val="000000"/>
              </a:solidFill>
              <a:latin typeface="Arial"/>
              <a:ea typeface="Arial"/>
              <a:cs typeface="Arial"/>
              <a:sym typeface="Arial"/>
            </a:endParaRPr>
          </a:p>
        </p:txBody>
      </p:sp>
      <p:cxnSp>
        <p:nvCxnSpPr>
          <p:cNvPr id="2457" name="Google Shape;2457;p222"/>
          <p:cNvCxnSpPr/>
          <p:nvPr/>
        </p:nvCxnSpPr>
        <p:spPr>
          <a:xfrm>
            <a:off x="8238930"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2458" name="Google Shape;2458;p222"/>
          <p:cNvSpPr txBox="1"/>
          <p:nvPr/>
        </p:nvSpPr>
        <p:spPr>
          <a:xfrm>
            <a:off x="8500192" y="2459504"/>
            <a:ext cx="3452315" cy="14465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800"/>
              <a:buFont typeface="Arial"/>
              <a:buNone/>
            </a:pPr>
            <a:r>
              <a:rPr lang="es-ES" sz="8800" b="0" i="0" u="none" strike="noStrike" cap="none">
                <a:solidFill>
                  <a:srgbClr val="79D2EA"/>
                </a:solidFill>
                <a:latin typeface="Tahoma"/>
                <a:ea typeface="Tahoma"/>
                <a:cs typeface="Tahoma"/>
                <a:sym typeface="Tahoma"/>
              </a:rPr>
              <a:t>hola3</a:t>
            </a:r>
            <a:endParaRPr sz="8800" b="0" i="0" u="none" strike="noStrike" cap="none">
              <a:solidFill>
                <a:schemeClr val="dk1"/>
              </a:solidFill>
              <a:latin typeface="Calibri"/>
              <a:ea typeface="Calibri"/>
              <a:cs typeface="Calibri"/>
              <a:sym typeface="Calibri"/>
            </a:endParaRPr>
          </a:p>
        </p:txBody>
      </p:sp>
      <p:sp>
        <p:nvSpPr>
          <p:cNvPr id="2459" name="Google Shape;2459;p222"/>
          <p:cNvSpPr/>
          <p:nvPr/>
        </p:nvSpPr>
        <p:spPr>
          <a:xfrm>
            <a:off x="1117608" y="4785360"/>
            <a:ext cx="6990692" cy="183896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800"/>
              <a:buFont typeface="Arial"/>
              <a:buNone/>
            </a:pPr>
            <a:r>
              <a:rPr lang="es-ES" sz="1800" b="0" i="0" u="none" strike="noStrike" cap="none" dirty="0">
                <a:solidFill>
                  <a:schemeClr val="dk1"/>
                </a:solidFill>
                <a:latin typeface="Gotham Rounded" pitchFamily="50" charset="0"/>
                <a:sym typeface="Arial"/>
              </a:rPr>
              <a:t>Atención aquí, cuando le pedimos a JavaScript que sume (+) valores y AL MENOS UNO de ellos es de tipo de dato “alfanumérico”, lo que va a hacer es concatenar la cadena de caracteres. Es una decisión en la lógica del lenguaje para evitar un error y porque claramente es imposible sumar textos como si fuesen números.</a:t>
            </a:r>
            <a:endParaRPr sz="1400" b="0" i="0" u="none" strike="noStrike" cap="none" dirty="0">
              <a:solidFill>
                <a:srgbClr val="000000"/>
              </a:solidFill>
              <a:latin typeface="Gotham Rounded" pitchFamily="50" charset="0"/>
              <a:sym typeface="Arial"/>
            </a:endParaRPr>
          </a:p>
        </p:txBody>
      </p:sp>
    </p:spTree>
  </p:cSld>
  <p:clrMapOvr>
    <a:masterClrMapping/>
  </p:clrMapOvr>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Shape 2464"/>
        <p:cNvGrpSpPr/>
        <p:nvPr/>
      </p:nvGrpSpPr>
      <p:grpSpPr>
        <a:xfrm>
          <a:off x="0" y="0"/>
          <a:ext cx="0" cy="0"/>
          <a:chOff x="0" y="0"/>
          <a:chExt cx="0" cy="0"/>
        </a:xfrm>
      </p:grpSpPr>
      <p:pic>
        <p:nvPicPr>
          <p:cNvPr id="6"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2047"/>
          </a:xfrm>
          <a:prstGeom prst="rect">
            <a:avLst/>
          </a:prstGeom>
          <a:noFill/>
          <a:extLst>
            <a:ext uri="{909E8E84-426E-40DD-AFC4-6F175D3DCCD1}">
              <a14:hiddenFill xmlns:a14="http://schemas.microsoft.com/office/drawing/2010/main">
                <a:solidFill>
                  <a:srgbClr val="FFFFFF"/>
                </a:solidFill>
              </a14:hiddenFill>
            </a:ext>
          </a:extLst>
        </p:spPr>
      </p:pic>
      <p:pic>
        <p:nvPicPr>
          <p:cNvPr id="2465" name="Google Shape;2465;p223" descr="Alien Monster on Microsoft Windows 10 May 2019 Update"/>
          <p:cNvPicPr preferRelativeResize="0"/>
          <p:nvPr/>
        </p:nvPicPr>
        <p:blipFill rotWithShape="1">
          <a:blip r:embed="rId4">
            <a:alphaModFix/>
          </a:blip>
          <a:srcRect/>
          <a:stretch/>
        </p:blipFill>
        <p:spPr>
          <a:xfrm>
            <a:off x="706797" y="7375848"/>
            <a:ext cx="452530" cy="452530"/>
          </a:xfrm>
          <a:prstGeom prst="rect">
            <a:avLst/>
          </a:prstGeom>
          <a:noFill/>
          <a:ln>
            <a:noFill/>
          </a:ln>
        </p:spPr>
      </p:pic>
      <p:sp>
        <p:nvSpPr>
          <p:cNvPr id="2466" name="Google Shape;2466;p223"/>
          <p:cNvSpPr txBox="1"/>
          <p:nvPr/>
        </p:nvSpPr>
        <p:spPr>
          <a:xfrm>
            <a:off x="1614705" y="2106419"/>
            <a:ext cx="5342311" cy="2954655"/>
          </a:xfrm>
          <a:prstGeom prst="rect">
            <a:avLst/>
          </a:prstGeom>
          <a:noFill/>
          <a:ln>
            <a:noFill/>
          </a:ln>
        </p:spPr>
        <p:txBody>
          <a:bodyPr spcFirstLastPara="1" wrap="square" lIns="0" tIns="0" rIns="0" bIns="0" anchor="ctr" anchorCtr="0">
            <a:spAutoFit/>
          </a:bodyPr>
          <a:lstStyle/>
          <a:p>
            <a:pPr marL="457200" marR="0" lvl="1" indent="0" algn="l" rtl="0">
              <a:lnSpc>
                <a:spcPct val="100000"/>
              </a:lnSpc>
              <a:spcBef>
                <a:spcPts val="0"/>
              </a:spcBef>
              <a:spcAft>
                <a:spcPts val="0"/>
              </a:spcAft>
              <a:buClr>
                <a:srgbClr val="000000"/>
              </a:buClr>
              <a:buSzPts val="3600"/>
              <a:buFont typeface="Arial"/>
              <a:buNone/>
            </a:pPr>
            <a:r>
              <a:rPr lang="es-ES" sz="4800" b="0" i="0" u="none" strike="noStrike" cap="none" dirty="0" err="1">
                <a:solidFill>
                  <a:srgbClr val="FF3399"/>
                </a:solidFill>
                <a:latin typeface="Gotham Rounded Medium" panose="02000000000000000000" pitchFamily="50" charset="0"/>
                <a:ea typeface="Tahoma"/>
                <a:cs typeface="Tahoma"/>
                <a:sym typeface="Tahoma"/>
              </a:rPr>
              <a:t>let</a:t>
            </a:r>
            <a:r>
              <a:rPr lang="es-ES" sz="4800" b="0" i="0" u="none" strike="noStrike" cap="none" dirty="0">
                <a:solidFill>
                  <a:srgbClr val="4A7B8B"/>
                </a:solidFill>
                <a:latin typeface="Gotham Rounded Medium" panose="02000000000000000000" pitchFamily="50" charset="0"/>
                <a:ea typeface="Tahoma"/>
                <a:cs typeface="Tahoma"/>
                <a:sym typeface="Tahoma"/>
              </a:rPr>
              <a:t> a = “</a:t>
            </a:r>
            <a:r>
              <a:rPr lang="es-ES" sz="4800" b="0" i="0" u="none" strike="noStrike" cap="none" dirty="0">
                <a:solidFill>
                  <a:srgbClr val="79D2EA"/>
                </a:solidFill>
                <a:latin typeface="Gotham Rounded Medium" panose="02000000000000000000" pitchFamily="50" charset="0"/>
                <a:ea typeface="Tahoma"/>
                <a:cs typeface="Tahoma"/>
                <a:sym typeface="Tahoma"/>
              </a:rPr>
              <a:t>70</a:t>
            </a:r>
            <a:r>
              <a:rPr lang="es-ES" sz="4800" b="0" i="0" u="none" strike="noStrike" cap="none" dirty="0">
                <a:solidFill>
                  <a:srgbClr val="4A7B8B"/>
                </a:solidFill>
                <a:latin typeface="Gotham Rounded Medium" panose="02000000000000000000" pitchFamily="50" charset="0"/>
                <a:ea typeface="Tahoma"/>
                <a:cs typeface="Tahoma"/>
                <a:sym typeface="Tahoma"/>
              </a:rPr>
              <a:t>”;</a:t>
            </a:r>
            <a:endParaRPr sz="4800" b="0" i="0" u="none" strike="noStrike" cap="none" dirty="0">
              <a:solidFill>
                <a:srgbClr val="79D2EA"/>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4800" b="0" i="0" u="none" strike="noStrike" cap="none" dirty="0" err="1">
                <a:solidFill>
                  <a:srgbClr val="FF3399"/>
                </a:solidFill>
                <a:latin typeface="Gotham Rounded Medium" panose="02000000000000000000" pitchFamily="50" charset="0"/>
                <a:ea typeface="Tahoma"/>
                <a:cs typeface="Tahoma"/>
                <a:sym typeface="Tahoma"/>
              </a:rPr>
              <a:t>let</a:t>
            </a:r>
            <a:r>
              <a:rPr lang="es-ES" sz="4800" b="0" i="0" u="none" strike="noStrike" cap="none" dirty="0">
                <a:solidFill>
                  <a:srgbClr val="4A7B8B"/>
                </a:solidFill>
                <a:latin typeface="Gotham Rounded Medium" panose="02000000000000000000" pitchFamily="50" charset="0"/>
                <a:ea typeface="Tahoma"/>
                <a:cs typeface="Tahoma"/>
                <a:sym typeface="Tahoma"/>
              </a:rPr>
              <a:t> b = “</a:t>
            </a:r>
            <a:r>
              <a:rPr lang="es-ES" sz="4800" b="0" i="0" u="none" strike="noStrike" cap="none" dirty="0">
                <a:solidFill>
                  <a:srgbClr val="79D2EA"/>
                </a:solidFill>
                <a:latin typeface="Gotham Rounded Medium" panose="02000000000000000000" pitchFamily="50" charset="0"/>
                <a:ea typeface="Tahoma"/>
                <a:cs typeface="Tahoma"/>
                <a:sym typeface="Tahoma"/>
              </a:rPr>
              <a:t>40</a:t>
            </a:r>
            <a:r>
              <a:rPr lang="es-ES" sz="4800" b="0" i="0" u="none" strike="noStrike" cap="none" dirty="0">
                <a:solidFill>
                  <a:srgbClr val="4A7B8B"/>
                </a:solidFill>
                <a:latin typeface="Gotham Rounded Medium" panose="02000000000000000000" pitchFamily="50" charset="0"/>
                <a:ea typeface="Tahoma"/>
                <a:cs typeface="Tahoma"/>
                <a:sym typeface="Tahoma"/>
              </a:rPr>
              <a:t>”;</a:t>
            </a:r>
            <a:endParaRPr sz="4800" b="0" i="0" u="none" strike="noStrike" cap="none" dirty="0">
              <a:solidFill>
                <a:srgbClr val="79D2EA"/>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endParaRPr sz="4800" b="0" i="0" u="none" strike="noStrike" cap="none" dirty="0">
              <a:solidFill>
                <a:srgbClr val="79D2EA"/>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4800" b="0" i="0" u="none" strike="noStrike" cap="none" dirty="0" err="1">
                <a:solidFill>
                  <a:srgbClr val="FF3399"/>
                </a:solidFill>
                <a:latin typeface="Gotham Rounded Medium" panose="02000000000000000000" pitchFamily="50" charset="0"/>
                <a:ea typeface="Tahoma"/>
                <a:cs typeface="Tahoma"/>
                <a:sym typeface="Tahoma"/>
              </a:rPr>
              <a:t>let</a:t>
            </a:r>
            <a:r>
              <a:rPr lang="es-ES" sz="4800" b="0" i="0" u="none" strike="noStrike" cap="none" dirty="0">
                <a:solidFill>
                  <a:srgbClr val="4A7B8B"/>
                </a:solidFill>
                <a:latin typeface="Gotham Rounded Medium" panose="02000000000000000000" pitchFamily="50" charset="0"/>
                <a:ea typeface="Tahoma"/>
                <a:cs typeface="Tahoma"/>
                <a:sym typeface="Tahoma"/>
              </a:rPr>
              <a:t> total = b + a;</a:t>
            </a:r>
            <a:endParaRPr sz="2000" b="0" i="0" u="none" strike="noStrike" cap="none" dirty="0">
              <a:solidFill>
                <a:srgbClr val="000000"/>
              </a:solidFill>
              <a:latin typeface="Gotham Rounded Medium" panose="02000000000000000000" pitchFamily="50" charset="0"/>
              <a:sym typeface="Arial"/>
            </a:endParaRPr>
          </a:p>
        </p:txBody>
      </p:sp>
      <p:cxnSp>
        <p:nvCxnSpPr>
          <p:cNvPr id="2467" name="Google Shape;2467;p223"/>
          <p:cNvCxnSpPr/>
          <p:nvPr/>
        </p:nvCxnSpPr>
        <p:spPr>
          <a:xfrm>
            <a:off x="8238930"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2468" name="Google Shape;2468;p223"/>
          <p:cNvSpPr txBox="1"/>
          <p:nvPr/>
        </p:nvSpPr>
        <p:spPr>
          <a:xfrm>
            <a:off x="8500192" y="2459504"/>
            <a:ext cx="3452315" cy="19389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0"/>
              <a:buFont typeface="Arial"/>
              <a:buNone/>
            </a:pPr>
            <a:r>
              <a:rPr lang="es-ES" sz="12000" b="0" i="0" u="none" strike="noStrike" cap="none">
                <a:solidFill>
                  <a:srgbClr val="79D2EA"/>
                </a:solidFill>
                <a:latin typeface="Tahoma"/>
                <a:ea typeface="Tahoma"/>
                <a:cs typeface="Tahoma"/>
                <a:sym typeface="Tahoma"/>
              </a:rPr>
              <a:t>?</a:t>
            </a:r>
            <a:endParaRPr sz="120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Shape 2473"/>
        <p:cNvGrpSpPr/>
        <p:nvPr/>
      </p:nvGrpSpPr>
      <p:grpSpPr>
        <a:xfrm>
          <a:off x="0" y="0"/>
          <a:ext cx="0" cy="0"/>
          <a:chOff x="0" y="0"/>
          <a:chExt cx="0" cy="0"/>
        </a:xfrm>
      </p:grpSpPr>
      <p:pic>
        <p:nvPicPr>
          <p:cNvPr id="5"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2047"/>
          </a:xfrm>
          <a:prstGeom prst="rect">
            <a:avLst/>
          </a:prstGeom>
          <a:noFill/>
          <a:extLst>
            <a:ext uri="{909E8E84-426E-40DD-AFC4-6F175D3DCCD1}">
              <a14:hiddenFill xmlns:a14="http://schemas.microsoft.com/office/drawing/2010/main">
                <a:solidFill>
                  <a:srgbClr val="FFFFFF"/>
                </a:solidFill>
              </a14:hiddenFill>
            </a:ext>
          </a:extLst>
        </p:spPr>
      </p:pic>
      <p:sp>
        <p:nvSpPr>
          <p:cNvPr id="2474" name="Google Shape;2474;p224"/>
          <p:cNvSpPr txBox="1"/>
          <p:nvPr/>
        </p:nvSpPr>
        <p:spPr>
          <a:xfrm>
            <a:off x="1420837" y="1667812"/>
            <a:ext cx="6493048" cy="4154984"/>
          </a:xfrm>
          <a:prstGeom prst="rect">
            <a:avLst/>
          </a:prstGeom>
          <a:noFill/>
          <a:ln>
            <a:noFill/>
          </a:ln>
        </p:spPr>
        <p:txBody>
          <a:bodyPr spcFirstLastPara="1" wrap="square" lIns="0" tIns="0" rIns="0" bIns="0" anchor="ctr" anchorCtr="0">
            <a:spAutoFit/>
          </a:bodyPr>
          <a:lstStyle/>
          <a:p>
            <a:pPr marL="457200" marR="0" lvl="1" indent="0" algn="l" rtl="0">
              <a:lnSpc>
                <a:spcPct val="100000"/>
              </a:lnSpc>
              <a:spcBef>
                <a:spcPts val="0"/>
              </a:spcBef>
              <a:spcAft>
                <a:spcPts val="0"/>
              </a:spcAft>
              <a:buClr>
                <a:srgbClr val="000000"/>
              </a:buClr>
              <a:buSzPts val="3600"/>
              <a:buFont typeface="Arial"/>
              <a:buNone/>
            </a:pPr>
            <a:r>
              <a:rPr lang="es-ES" sz="4800" b="0" i="0" u="none" strike="noStrike" cap="none" dirty="0" err="1">
                <a:solidFill>
                  <a:srgbClr val="FF3399"/>
                </a:solidFill>
                <a:latin typeface="Gotham Rounded Medium" panose="02000000000000000000" pitchFamily="50" charset="0"/>
                <a:ea typeface="Tahoma"/>
                <a:cs typeface="Tahoma"/>
                <a:sym typeface="Tahoma"/>
              </a:rPr>
              <a:t>let</a:t>
            </a:r>
            <a:r>
              <a:rPr lang="es-ES" sz="4800" b="0" i="0" u="none" strike="noStrike" cap="none" dirty="0">
                <a:solidFill>
                  <a:srgbClr val="4A7B8B"/>
                </a:solidFill>
                <a:latin typeface="Gotham Rounded Medium" panose="02000000000000000000" pitchFamily="50" charset="0"/>
                <a:ea typeface="Tahoma"/>
                <a:cs typeface="Tahoma"/>
                <a:sym typeface="Tahoma"/>
              </a:rPr>
              <a:t> a = “</a:t>
            </a:r>
            <a:r>
              <a:rPr lang="es-ES" sz="4800" b="0" i="0" u="none" strike="noStrike" cap="none" dirty="0">
                <a:solidFill>
                  <a:srgbClr val="79D2EA"/>
                </a:solidFill>
                <a:latin typeface="Gotham Rounded Medium" panose="02000000000000000000" pitchFamily="50" charset="0"/>
                <a:ea typeface="Tahoma"/>
                <a:cs typeface="Tahoma"/>
                <a:sym typeface="Tahoma"/>
              </a:rPr>
              <a:t>70</a:t>
            </a:r>
            <a:r>
              <a:rPr lang="es-ES" sz="4800" b="0" i="0" u="none" strike="noStrike" cap="none" dirty="0">
                <a:solidFill>
                  <a:srgbClr val="4A7B8B"/>
                </a:solidFill>
                <a:latin typeface="Gotham Rounded Medium" panose="02000000000000000000" pitchFamily="50" charset="0"/>
                <a:ea typeface="Tahoma"/>
                <a:cs typeface="Tahoma"/>
                <a:sym typeface="Tahoma"/>
              </a:rPr>
              <a:t>”;</a:t>
            </a:r>
            <a:endParaRPr sz="4800" b="0" i="0" u="none" strike="noStrike" cap="none" dirty="0">
              <a:solidFill>
                <a:srgbClr val="79D2EA"/>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4800" b="0" i="0" u="none" strike="noStrike" cap="none" dirty="0" err="1">
                <a:solidFill>
                  <a:srgbClr val="FF3399"/>
                </a:solidFill>
                <a:latin typeface="Gotham Rounded Medium" panose="02000000000000000000" pitchFamily="50" charset="0"/>
                <a:ea typeface="Tahoma"/>
                <a:cs typeface="Tahoma"/>
                <a:sym typeface="Tahoma"/>
              </a:rPr>
              <a:t>let</a:t>
            </a:r>
            <a:r>
              <a:rPr lang="es-ES" sz="4800" b="0" i="0" u="none" strike="noStrike" cap="none" dirty="0">
                <a:solidFill>
                  <a:srgbClr val="4A7B8B"/>
                </a:solidFill>
                <a:latin typeface="Gotham Rounded Medium" panose="02000000000000000000" pitchFamily="50" charset="0"/>
                <a:ea typeface="Tahoma"/>
                <a:cs typeface="Tahoma"/>
                <a:sym typeface="Tahoma"/>
              </a:rPr>
              <a:t> b = “</a:t>
            </a:r>
            <a:r>
              <a:rPr lang="es-ES" sz="4800" b="0" i="0" u="none" strike="noStrike" cap="none" dirty="0">
                <a:solidFill>
                  <a:srgbClr val="79D2EA"/>
                </a:solidFill>
                <a:latin typeface="Gotham Rounded Medium" panose="02000000000000000000" pitchFamily="50" charset="0"/>
                <a:ea typeface="Tahoma"/>
                <a:cs typeface="Tahoma"/>
                <a:sym typeface="Tahoma"/>
              </a:rPr>
              <a:t>40</a:t>
            </a:r>
            <a:r>
              <a:rPr lang="es-ES" sz="4800" b="0" i="0" u="none" strike="noStrike" cap="none" dirty="0" smtClean="0">
                <a:solidFill>
                  <a:srgbClr val="4A7B8B"/>
                </a:solidFill>
                <a:latin typeface="Gotham Rounded Medium" panose="02000000000000000000" pitchFamily="50" charset="0"/>
                <a:ea typeface="Tahoma"/>
                <a:cs typeface="Tahoma"/>
                <a:sym typeface="Tahoma"/>
              </a:rPr>
              <a:t>”;</a:t>
            </a:r>
            <a:endParaRPr sz="4800" b="0" i="0" u="none" strike="noStrike" cap="none" dirty="0">
              <a:solidFill>
                <a:srgbClr val="79D2EA"/>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4800" b="0" i="0" u="none" strike="noStrike" cap="none" dirty="0" err="1">
                <a:solidFill>
                  <a:srgbClr val="FF3399"/>
                </a:solidFill>
                <a:latin typeface="Gotham Rounded Medium" panose="02000000000000000000" pitchFamily="50" charset="0"/>
                <a:ea typeface="Tahoma"/>
                <a:cs typeface="Tahoma"/>
                <a:sym typeface="Tahoma"/>
              </a:rPr>
              <a:t>let</a:t>
            </a:r>
            <a:r>
              <a:rPr lang="es-ES" sz="4800" b="0" i="0" u="none" strike="noStrike" cap="none" dirty="0">
                <a:solidFill>
                  <a:srgbClr val="4A7B8B"/>
                </a:solidFill>
                <a:latin typeface="Gotham Rounded Medium" panose="02000000000000000000" pitchFamily="50" charset="0"/>
                <a:ea typeface="Tahoma"/>
                <a:cs typeface="Tahoma"/>
                <a:sym typeface="Tahoma"/>
              </a:rPr>
              <a:t> total = b + a;</a:t>
            </a:r>
            <a:endParaRPr sz="48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endParaRPr sz="3600" b="0" i="0" u="none" strike="noStrike" cap="none" dirty="0">
              <a:solidFill>
                <a:schemeClr val="dk1"/>
              </a:solidFill>
              <a:latin typeface="Gotham Rounded Medium" panose="02000000000000000000" pitchFamily="50" charset="0"/>
              <a:ea typeface="Tahoma"/>
              <a:cs typeface="Tahoma"/>
              <a:sym typeface="Tahoma"/>
            </a:endParaRPr>
          </a:p>
          <a:p>
            <a:pPr marL="457200" marR="0" lvl="1" indent="0" algn="just" rtl="0">
              <a:lnSpc>
                <a:spcPct val="100000"/>
              </a:lnSpc>
              <a:spcBef>
                <a:spcPts val="0"/>
              </a:spcBef>
              <a:spcAft>
                <a:spcPts val="0"/>
              </a:spcAft>
              <a:buClr>
                <a:srgbClr val="000000"/>
              </a:buClr>
              <a:buSzPts val="1800"/>
              <a:buFont typeface="Arial"/>
              <a:buNone/>
            </a:pPr>
            <a:r>
              <a:rPr lang="es-ES" sz="1800" b="0" i="0" u="none" strike="noStrike" cap="none" dirty="0">
                <a:solidFill>
                  <a:schemeClr val="dk1"/>
                </a:solidFill>
                <a:latin typeface="Gotham Rounded" pitchFamily="50" charset="0"/>
                <a:sym typeface="Arial"/>
              </a:rPr>
              <a:t>Aquí se están almacenando los números como “textos” porque están entre comillas. Cuando JavaScript intenta SUMAR textos lo que hace es concatenarlos/unirlos, por eso el valor es “4070” y no la suma de ellos, o sea 110.</a:t>
            </a:r>
            <a:endParaRPr sz="1400" b="0" i="0" u="none" strike="noStrike" cap="none" dirty="0">
              <a:solidFill>
                <a:srgbClr val="000000"/>
              </a:solidFill>
              <a:latin typeface="Gotham Rounded" pitchFamily="50" charset="0"/>
              <a:sym typeface="Arial"/>
            </a:endParaRPr>
          </a:p>
        </p:txBody>
      </p:sp>
      <p:cxnSp>
        <p:nvCxnSpPr>
          <p:cNvPr id="2475" name="Google Shape;2475;p224"/>
          <p:cNvCxnSpPr/>
          <p:nvPr/>
        </p:nvCxnSpPr>
        <p:spPr>
          <a:xfrm>
            <a:off x="8238930"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2476" name="Google Shape;2476;p224"/>
          <p:cNvSpPr txBox="1"/>
          <p:nvPr/>
        </p:nvSpPr>
        <p:spPr>
          <a:xfrm>
            <a:off x="8416225" y="2459504"/>
            <a:ext cx="3629594" cy="19389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0"/>
              <a:buFont typeface="Arial"/>
              <a:buNone/>
            </a:pPr>
            <a:r>
              <a:rPr lang="es-ES" sz="12000" b="0" i="0" u="none" strike="noStrike" cap="none">
                <a:solidFill>
                  <a:srgbClr val="79D2EA"/>
                </a:solidFill>
                <a:latin typeface="Tahoma"/>
                <a:ea typeface="Tahoma"/>
                <a:cs typeface="Tahoma"/>
                <a:sym typeface="Tahoma"/>
              </a:rPr>
              <a:t>4070</a:t>
            </a:r>
            <a:endParaRPr sz="120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Shape 2481"/>
        <p:cNvGrpSpPr/>
        <p:nvPr/>
      </p:nvGrpSpPr>
      <p:grpSpPr>
        <a:xfrm>
          <a:off x="0" y="0"/>
          <a:ext cx="0" cy="0"/>
          <a:chOff x="0" y="0"/>
          <a:chExt cx="0" cy="0"/>
        </a:xfrm>
      </p:grpSpPr>
      <p:pic>
        <p:nvPicPr>
          <p:cNvPr id="6"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2047"/>
          </a:xfrm>
          <a:prstGeom prst="rect">
            <a:avLst/>
          </a:prstGeom>
          <a:noFill/>
          <a:extLst>
            <a:ext uri="{909E8E84-426E-40DD-AFC4-6F175D3DCCD1}">
              <a14:hiddenFill xmlns:a14="http://schemas.microsoft.com/office/drawing/2010/main">
                <a:solidFill>
                  <a:srgbClr val="FFFFFF"/>
                </a:solidFill>
              </a14:hiddenFill>
            </a:ext>
          </a:extLst>
        </p:spPr>
      </p:pic>
      <p:pic>
        <p:nvPicPr>
          <p:cNvPr id="2482" name="Google Shape;2482;p225" descr="Alien Monster on Microsoft Windows 10 May 2019 Update"/>
          <p:cNvPicPr preferRelativeResize="0"/>
          <p:nvPr/>
        </p:nvPicPr>
        <p:blipFill rotWithShape="1">
          <a:blip r:embed="rId4">
            <a:alphaModFix/>
          </a:blip>
          <a:srcRect/>
          <a:stretch/>
        </p:blipFill>
        <p:spPr>
          <a:xfrm>
            <a:off x="706797" y="7375848"/>
            <a:ext cx="452530" cy="452530"/>
          </a:xfrm>
          <a:prstGeom prst="rect">
            <a:avLst/>
          </a:prstGeom>
          <a:noFill/>
          <a:ln>
            <a:noFill/>
          </a:ln>
        </p:spPr>
      </p:pic>
      <p:sp>
        <p:nvSpPr>
          <p:cNvPr id="2483" name="Google Shape;2483;p225"/>
          <p:cNvSpPr txBox="1"/>
          <p:nvPr/>
        </p:nvSpPr>
        <p:spPr>
          <a:xfrm>
            <a:off x="1461714" y="1804447"/>
            <a:ext cx="6515955" cy="3693319"/>
          </a:xfrm>
          <a:prstGeom prst="rect">
            <a:avLst/>
          </a:prstGeom>
          <a:noFill/>
          <a:ln>
            <a:noFill/>
          </a:ln>
        </p:spPr>
        <p:txBody>
          <a:bodyPr spcFirstLastPara="1" wrap="square" lIns="0" tIns="0" rIns="0" bIns="0" anchor="ctr" anchorCtr="0">
            <a:spAutoFit/>
          </a:bodyPr>
          <a:lstStyle/>
          <a:p>
            <a:pPr marL="457200" marR="0" lvl="1" indent="0" algn="l" rtl="0">
              <a:lnSpc>
                <a:spcPct val="100000"/>
              </a:lnSpc>
              <a:spcBef>
                <a:spcPts val="0"/>
              </a:spcBef>
              <a:spcAft>
                <a:spcPts val="0"/>
              </a:spcAft>
              <a:buClr>
                <a:srgbClr val="000000"/>
              </a:buClr>
              <a:buSzPts val="3600"/>
              <a:buFont typeface="Arial"/>
              <a:buNone/>
            </a:pPr>
            <a:r>
              <a:rPr lang="es-ES" sz="4800" b="0" i="0" u="none" strike="noStrike" cap="none" dirty="0" err="1">
                <a:solidFill>
                  <a:srgbClr val="FF3399"/>
                </a:solidFill>
                <a:latin typeface="Gotham Rounded Medium" panose="02000000000000000000" pitchFamily="50" charset="0"/>
                <a:ea typeface="Tahoma"/>
                <a:cs typeface="Tahoma"/>
                <a:sym typeface="Tahoma"/>
              </a:rPr>
              <a:t>let</a:t>
            </a:r>
            <a:r>
              <a:rPr lang="es-ES" sz="4800" b="0" i="0" u="none" strike="noStrike" cap="none" dirty="0">
                <a:solidFill>
                  <a:srgbClr val="4A7B8B"/>
                </a:solidFill>
                <a:latin typeface="Gotham Rounded Medium" panose="02000000000000000000" pitchFamily="50" charset="0"/>
                <a:ea typeface="Tahoma"/>
                <a:cs typeface="Tahoma"/>
                <a:sym typeface="Tahoma"/>
              </a:rPr>
              <a:t> a = “</a:t>
            </a:r>
            <a:r>
              <a:rPr lang="es-ES" sz="4800" b="0" i="0" u="none" strike="noStrike" cap="none" dirty="0" err="1">
                <a:solidFill>
                  <a:srgbClr val="79D2EA"/>
                </a:solidFill>
                <a:latin typeface="Gotham Rounded Medium" panose="02000000000000000000" pitchFamily="50" charset="0"/>
                <a:ea typeface="Tahoma"/>
                <a:cs typeface="Tahoma"/>
                <a:sym typeface="Tahoma"/>
              </a:rPr>
              <a:t>holaaaaa</a:t>
            </a:r>
            <a:r>
              <a:rPr lang="es-ES" sz="4800" b="0" i="0" u="none" strike="noStrike" cap="none" dirty="0">
                <a:solidFill>
                  <a:srgbClr val="4A7B8B"/>
                </a:solidFill>
                <a:latin typeface="Gotham Rounded Medium" panose="02000000000000000000" pitchFamily="50" charset="0"/>
                <a:ea typeface="Tahoma"/>
                <a:cs typeface="Tahoma"/>
                <a:sym typeface="Tahoma"/>
              </a:rPr>
              <a:t>”;</a:t>
            </a:r>
            <a:endParaRPr sz="4800" b="0" i="0" u="none" strike="noStrike" cap="none" dirty="0">
              <a:solidFill>
                <a:srgbClr val="79D2EA"/>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4800" b="0" i="0" u="none" strike="noStrike" cap="none" dirty="0">
                <a:solidFill>
                  <a:srgbClr val="4A7B8B"/>
                </a:solidFill>
                <a:latin typeface="Gotham Rounded Medium" panose="02000000000000000000" pitchFamily="50" charset="0"/>
                <a:ea typeface="Tahoma"/>
                <a:cs typeface="Tahoma"/>
                <a:sym typeface="Tahoma"/>
              </a:rPr>
              <a:t>a = </a:t>
            </a:r>
            <a:r>
              <a:rPr lang="es-ES" sz="4800" b="0" i="0" u="none" strike="noStrike" cap="none" dirty="0">
                <a:solidFill>
                  <a:srgbClr val="79D2EA"/>
                </a:solidFill>
                <a:latin typeface="Gotham Rounded Medium" panose="02000000000000000000" pitchFamily="50" charset="0"/>
                <a:ea typeface="Tahoma"/>
                <a:cs typeface="Tahoma"/>
                <a:sym typeface="Tahoma"/>
              </a:rPr>
              <a:t>4</a:t>
            </a:r>
            <a:r>
              <a:rPr lang="es-ES" sz="4800" b="0" i="0" u="none" strike="noStrike" cap="none" dirty="0">
                <a:solidFill>
                  <a:srgbClr val="4A7B8B"/>
                </a:solidFill>
                <a:latin typeface="Gotham Rounded Medium" panose="02000000000000000000" pitchFamily="50" charset="0"/>
                <a:ea typeface="Tahoma"/>
                <a:cs typeface="Tahoma"/>
                <a:sym typeface="Tahoma"/>
              </a:rPr>
              <a:t>;</a:t>
            </a:r>
            <a:endParaRPr sz="20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r>
              <a:rPr lang="es-ES" sz="4800" b="0" i="0" u="none" strike="noStrike" cap="none" dirty="0">
                <a:solidFill>
                  <a:srgbClr val="4A7B8B"/>
                </a:solidFill>
                <a:latin typeface="Gotham Rounded Medium" panose="02000000000000000000" pitchFamily="50" charset="0"/>
                <a:ea typeface="Tahoma"/>
                <a:cs typeface="Tahoma"/>
                <a:sym typeface="Tahoma"/>
              </a:rPr>
              <a:t>a = a + </a:t>
            </a:r>
            <a:r>
              <a:rPr lang="es-ES" sz="4800" b="0" i="0" u="none" strike="noStrike" cap="none" dirty="0">
                <a:solidFill>
                  <a:srgbClr val="79D2EA"/>
                </a:solidFill>
                <a:latin typeface="Gotham Rounded Medium" panose="02000000000000000000" pitchFamily="50" charset="0"/>
                <a:ea typeface="Tahoma"/>
                <a:cs typeface="Tahoma"/>
                <a:sym typeface="Tahoma"/>
              </a:rPr>
              <a:t>2</a:t>
            </a:r>
            <a:r>
              <a:rPr lang="es-ES" sz="4800" b="0" i="0" u="none" strike="noStrike" cap="none" dirty="0">
                <a:solidFill>
                  <a:srgbClr val="4A7B8B"/>
                </a:solidFill>
                <a:latin typeface="Gotham Rounded Medium" panose="02000000000000000000" pitchFamily="50" charset="0"/>
                <a:ea typeface="Tahoma"/>
                <a:cs typeface="Tahoma"/>
                <a:sym typeface="Tahoma"/>
              </a:rPr>
              <a:t>;</a:t>
            </a:r>
            <a:endParaRPr sz="4800" b="0" i="0" u="none" strike="noStrike" cap="none" dirty="0">
              <a:solidFill>
                <a:srgbClr val="79D2EA"/>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endParaRPr sz="4800" b="0" i="0" u="none" strike="noStrike" cap="none" dirty="0">
              <a:solidFill>
                <a:srgbClr val="79D2EA"/>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4800" b="0" i="0" u="none" strike="noStrike" cap="none" dirty="0" err="1">
                <a:solidFill>
                  <a:srgbClr val="FF3399"/>
                </a:solidFill>
                <a:latin typeface="Gotham Rounded Medium" panose="02000000000000000000" pitchFamily="50" charset="0"/>
                <a:ea typeface="Tahoma"/>
                <a:cs typeface="Tahoma"/>
                <a:sym typeface="Tahoma"/>
              </a:rPr>
              <a:t>let</a:t>
            </a:r>
            <a:r>
              <a:rPr lang="es-ES" sz="4800" b="0" i="0" u="none" strike="noStrike" cap="none" dirty="0">
                <a:solidFill>
                  <a:srgbClr val="4A7B8B"/>
                </a:solidFill>
                <a:latin typeface="Gotham Rounded Medium" panose="02000000000000000000" pitchFamily="50" charset="0"/>
                <a:ea typeface="Tahoma"/>
                <a:cs typeface="Tahoma"/>
                <a:sym typeface="Tahoma"/>
              </a:rPr>
              <a:t> total = a;</a:t>
            </a:r>
            <a:endParaRPr sz="2000" b="0" i="0" u="none" strike="noStrike" cap="none" dirty="0">
              <a:solidFill>
                <a:srgbClr val="000000"/>
              </a:solidFill>
              <a:latin typeface="Gotham Rounded Medium" panose="02000000000000000000" pitchFamily="50" charset="0"/>
              <a:sym typeface="Arial"/>
            </a:endParaRPr>
          </a:p>
        </p:txBody>
      </p:sp>
      <p:cxnSp>
        <p:nvCxnSpPr>
          <p:cNvPr id="2484" name="Google Shape;2484;p225"/>
          <p:cNvCxnSpPr/>
          <p:nvPr/>
        </p:nvCxnSpPr>
        <p:spPr>
          <a:xfrm>
            <a:off x="8238930"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2485" name="Google Shape;2485;p225"/>
          <p:cNvSpPr txBox="1"/>
          <p:nvPr/>
        </p:nvSpPr>
        <p:spPr>
          <a:xfrm>
            <a:off x="8531828" y="2150015"/>
            <a:ext cx="3452315" cy="19389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0"/>
              <a:buFont typeface="Arial"/>
              <a:buNone/>
            </a:pPr>
            <a:r>
              <a:rPr lang="es-ES" sz="12000" b="0" i="0" u="none" strike="noStrike" cap="none" dirty="0">
                <a:solidFill>
                  <a:srgbClr val="79D2EA"/>
                </a:solidFill>
                <a:latin typeface="Tahoma"/>
                <a:ea typeface="Tahoma"/>
                <a:cs typeface="Tahoma"/>
                <a:sym typeface="Tahoma"/>
              </a:rPr>
              <a:t>?</a:t>
            </a:r>
            <a:endParaRPr sz="12000" b="0" i="0" u="none" strike="noStrike" cap="none"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Shape 2490"/>
        <p:cNvGrpSpPr/>
        <p:nvPr/>
      </p:nvGrpSpPr>
      <p:grpSpPr>
        <a:xfrm>
          <a:off x="0" y="0"/>
          <a:ext cx="0" cy="0"/>
          <a:chOff x="0" y="0"/>
          <a:chExt cx="0" cy="0"/>
        </a:xfrm>
      </p:grpSpPr>
      <p:pic>
        <p:nvPicPr>
          <p:cNvPr id="6" name="Picture 2" descr="https://lh3.googleusercontent.com/-PiZNdu--c2rxWjToDMWDMnU29_e5TKRibUqwPtt3OLqJ_-zQBxRbAGLb5tZYKen2xq1VdyyjmsWCrf9mU3PDemtWMb9Cy_hsBEJhTJV7gAcfIAK9f-6ThH6GGGgxUB2iCMQgNTF2JcYIEBT9izJUMHJhGfSvghfUDVq0B1PdXu15w3CxTXTubK-yifCrXm16meDBw=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783526"/>
          </a:xfrm>
          <a:prstGeom prst="rect">
            <a:avLst/>
          </a:prstGeom>
          <a:noFill/>
          <a:extLst>
            <a:ext uri="{909E8E84-426E-40DD-AFC4-6F175D3DCCD1}">
              <a14:hiddenFill xmlns:a14="http://schemas.microsoft.com/office/drawing/2010/main">
                <a:solidFill>
                  <a:srgbClr val="FFFFFF"/>
                </a:solidFill>
              </a14:hiddenFill>
            </a:ext>
          </a:extLst>
        </p:spPr>
      </p:pic>
      <p:sp>
        <p:nvSpPr>
          <p:cNvPr id="2491" name="Google Shape;2491;p226"/>
          <p:cNvSpPr txBox="1"/>
          <p:nvPr/>
        </p:nvSpPr>
        <p:spPr>
          <a:xfrm>
            <a:off x="2644420" y="1090961"/>
            <a:ext cx="4329437" cy="2462213"/>
          </a:xfrm>
          <a:prstGeom prst="rect">
            <a:avLst/>
          </a:prstGeom>
          <a:noFill/>
          <a:ln>
            <a:noFill/>
          </a:ln>
        </p:spPr>
        <p:txBody>
          <a:bodyPr spcFirstLastPara="1" wrap="square" lIns="0" tIns="0" rIns="0" bIns="0" anchor="ctr" anchorCtr="0">
            <a:spAutoFit/>
          </a:bodyPr>
          <a:lstStyle/>
          <a:p>
            <a:pPr marL="457200" marR="0" lvl="1" indent="0" algn="l" rtl="0">
              <a:lnSpc>
                <a:spcPct val="100000"/>
              </a:lnSpc>
              <a:spcBef>
                <a:spcPts val="0"/>
              </a:spcBef>
              <a:spcAft>
                <a:spcPts val="0"/>
              </a:spcAft>
              <a:buClr>
                <a:srgbClr val="000000"/>
              </a:buClr>
              <a:buSzPts val="3600"/>
              <a:buFont typeface="Arial"/>
              <a:buNone/>
            </a:pPr>
            <a:r>
              <a:rPr lang="es-ES" sz="3200" b="0" i="0" u="none" strike="noStrike" cap="none" dirty="0" err="1">
                <a:solidFill>
                  <a:srgbClr val="FF3399"/>
                </a:solidFill>
                <a:latin typeface="Gotham Rounded Medium" panose="02000000000000000000" pitchFamily="50" charset="0"/>
                <a:ea typeface="Tahoma"/>
                <a:cs typeface="Tahoma"/>
                <a:sym typeface="Tahoma"/>
              </a:rPr>
              <a:t>let</a:t>
            </a:r>
            <a:r>
              <a:rPr lang="es-ES" sz="3200" b="0" i="0" u="none" strike="noStrike" cap="none" dirty="0">
                <a:solidFill>
                  <a:srgbClr val="4A7B8B"/>
                </a:solidFill>
                <a:latin typeface="Gotham Rounded Medium" panose="02000000000000000000" pitchFamily="50" charset="0"/>
                <a:ea typeface="Tahoma"/>
                <a:cs typeface="Tahoma"/>
                <a:sym typeface="Tahoma"/>
              </a:rPr>
              <a:t> a = “</a:t>
            </a:r>
            <a:r>
              <a:rPr lang="es-ES" sz="3200" b="0" i="0" u="none" strike="noStrike" cap="none" dirty="0" err="1">
                <a:solidFill>
                  <a:srgbClr val="79D2EA"/>
                </a:solidFill>
                <a:latin typeface="Gotham Rounded Medium" panose="02000000000000000000" pitchFamily="50" charset="0"/>
                <a:ea typeface="Tahoma"/>
                <a:cs typeface="Tahoma"/>
                <a:sym typeface="Tahoma"/>
              </a:rPr>
              <a:t>holaaaaa</a:t>
            </a:r>
            <a:r>
              <a:rPr lang="es-ES" sz="3200" b="0" i="0" u="none" strike="noStrike" cap="none" dirty="0">
                <a:solidFill>
                  <a:srgbClr val="4A7B8B"/>
                </a:solidFill>
                <a:latin typeface="Gotham Rounded Medium" panose="02000000000000000000" pitchFamily="50" charset="0"/>
                <a:ea typeface="Tahoma"/>
                <a:cs typeface="Tahoma"/>
                <a:sym typeface="Tahoma"/>
              </a:rPr>
              <a:t>”;</a:t>
            </a:r>
            <a:endParaRPr sz="3200" b="0" i="0" u="none" strike="noStrike" cap="none" dirty="0">
              <a:solidFill>
                <a:srgbClr val="79D2EA"/>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3200" b="0" i="0" u="none" strike="noStrike" cap="none" dirty="0">
                <a:solidFill>
                  <a:srgbClr val="4A7B8B"/>
                </a:solidFill>
                <a:latin typeface="Gotham Rounded Medium" panose="02000000000000000000" pitchFamily="50" charset="0"/>
                <a:ea typeface="Tahoma"/>
                <a:cs typeface="Tahoma"/>
                <a:sym typeface="Tahoma"/>
              </a:rPr>
              <a:t>a = </a:t>
            </a:r>
            <a:r>
              <a:rPr lang="es-ES" sz="3200" b="0" i="0" u="none" strike="noStrike" cap="none" dirty="0">
                <a:solidFill>
                  <a:srgbClr val="79D2EA"/>
                </a:solidFill>
                <a:latin typeface="Gotham Rounded Medium" panose="02000000000000000000" pitchFamily="50" charset="0"/>
                <a:ea typeface="Tahoma"/>
                <a:cs typeface="Tahoma"/>
                <a:sym typeface="Tahoma"/>
              </a:rPr>
              <a:t>4</a:t>
            </a:r>
            <a:r>
              <a:rPr lang="es-ES" sz="3200" b="0" i="0" u="none" strike="noStrike" cap="none" dirty="0">
                <a:solidFill>
                  <a:srgbClr val="4A7B8B"/>
                </a:solidFill>
                <a:latin typeface="Gotham Rounded Medium" panose="02000000000000000000" pitchFamily="50" charset="0"/>
                <a:ea typeface="Tahoma"/>
                <a:cs typeface="Tahoma"/>
                <a:sym typeface="Tahoma"/>
              </a:rPr>
              <a:t>;</a:t>
            </a:r>
            <a:endParaRPr sz="12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r>
              <a:rPr lang="es-ES" sz="3200" b="0" i="0" u="none" strike="noStrike" cap="none" dirty="0">
                <a:solidFill>
                  <a:srgbClr val="4A7B8B"/>
                </a:solidFill>
                <a:latin typeface="Gotham Rounded Medium" panose="02000000000000000000" pitchFamily="50" charset="0"/>
                <a:ea typeface="Tahoma"/>
                <a:cs typeface="Tahoma"/>
                <a:sym typeface="Tahoma"/>
              </a:rPr>
              <a:t>a = a + </a:t>
            </a:r>
            <a:r>
              <a:rPr lang="es-ES" sz="3200" b="0" i="0" u="none" strike="noStrike" cap="none" dirty="0">
                <a:solidFill>
                  <a:srgbClr val="79D2EA"/>
                </a:solidFill>
                <a:latin typeface="Gotham Rounded Medium" panose="02000000000000000000" pitchFamily="50" charset="0"/>
                <a:ea typeface="Tahoma"/>
                <a:cs typeface="Tahoma"/>
                <a:sym typeface="Tahoma"/>
              </a:rPr>
              <a:t>2</a:t>
            </a:r>
            <a:r>
              <a:rPr lang="es-ES" sz="3200" b="0" i="0" u="none" strike="noStrike" cap="none" dirty="0">
                <a:solidFill>
                  <a:srgbClr val="4A7B8B"/>
                </a:solidFill>
                <a:latin typeface="Gotham Rounded Medium" panose="02000000000000000000" pitchFamily="50" charset="0"/>
                <a:ea typeface="Tahoma"/>
                <a:cs typeface="Tahoma"/>
                <a:sym typeface="Tahoma"/>
              </a:rPr>
              <a:t>;</a:t>
            </a:r>
            <a:endParaRPr sz="3200" b="0" i="0" u="none" strike="noStrike" cap="none" dirty="0">
              <a:solidFill>
                <a:srgbClr val="79D2EA"/>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endParaRPr sz="3200" b="0" i="0" u="none" strike="noStrike" cap="none" dirty="0">
              <a:solidFill>
                <a:srgbClr val="79D2EA"/>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3200" b="0" i="0" u="none" strike="noStrike" cap="none" dirty="0" err="1">
                <a:solidFill>
                  <a:srgbClr val="FF3399"/>
                </a:solidFill>
                <a:latin typeface="Gotham Rounded Medium" panose="02000000000000000000" pitchFamily="50" charset="0"/>
                <a:ea typeface="Tahoma"/>
                <a:cs typeface="Tahoma"/>
                <a:sym typeface="Tahoma"/>
              </a:rPr>
              <a:t>let</a:t>
            </a:r>
            <a:r>
              <a:rPr lang="es-ES" sz="3200" b="0" i="0" u="none" strike="noStrike" cap="none" dirty="0">
                <a:solidFill>
                  <a:srgbClr val="4A7B8B"/>
                </a:solidFill>
                <a:latin typeface="Gotham Rounded Medium" panose="02000000000000000000" pitchFamily="50" charset="0"/>
                <a:ea typeface="Tahoma"/>
                <a:cs typeface="Tahoma"/>
                <a:sym typeface="Tahoma"/>
              </a:rPr>
              <a:t> total = a;</a:t>
            </a:r>
            <a:endParaRPr sz="1200" b="0" i="0" u="none" strike="noStrike" cap="none" dirty="0">
              <a:solidFill>
                <a:srgbClr val="000000"/>
              </a:solidFill>
              <a:latin typeface="Gotham Rounded Medium" panose="02000000000000000000" pitchFamily="50" charset="0"/>
              <a:sym typeface="Arial"/>
            </a:endParaRPr>
          </a:p>
        </p:txBody>
      </p:sp>
      <p:cxnSp>
        <p:nvCxnSpPr>
          <p:cNvPr id="2492" name="Google Shape;2492;p226"/>
          <p:cNvCxnSpPr/>
          <p:nvPr/>
        </p:nvCxnSpPr>
        <p:spPr>
          <a:xfrm>
            <a:off x="8238930"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2493" name="Google Shape;2493;p226"/>
          <p:cNvSpPr txBox="1"/>
          <p:nvPr/>
        </p:nvSpPr>
        <p:spPr>
          <a:xfrm>
            <a:off x="8500192" y="2459504"/>
            <a:ext cx="3452315" cy="19389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0"/>
              <a:buFont typeface="Arial"/>
              <a:buNone/>
            </a:pPr>
            <a:r>
              <a:rPr lang="es-ES" sz="12000" b="0" i="0" u="none" strike="noStrike" cap="none">
                <a:solidFill>
                  <a:srgbClr val="79D2EA"/>
                </a:solidFill>
                <a:latin typeface="Tahoma"/>
                <a:ea typeface="Tahoma"/>
                <a:cs typeface="Tahoma"/>
                <a:sym typeface="Tahoma"/>
              </a:rPr>
              <a:t>6</a:t>
            </a:r>
            <a:endParaRPr sz="12000" b="0" i="0" u="none" strike="noStrike" cap="none">
              <a:solidFill>
                <a:schemeClr val="dk1"/>
              </a:solidFill>
              <a:latin typeface="Calibri"/>
              <a:ea typeface="Calibri"/>
              <a:cs typeface="Calibri"/>
              <a:sym typeface="Calibri"/>
            </a:endParaRPr>
          </a:p>
        </p:txBody>
      </p:sp>
      <p:sp>
        <p:nvSpPr>
          <p:cNvPr id="2494" name="Google Shape;2494;p226"/>
          <p:cNvSpPr/>
          <p:nvPr/>
        </p:nvSpPr>
        <p:spPr>
          <a:xfrm>
            <a:off x="1139377" y="3705456"/>
            <a:ext cx="7121322" cy="2769989"/>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800"/>
              <a:buFont typeface="Arial"/>
              <a:buNone/>
            </a:pPr>
            <a:r>
              <a:rPr lang="es-ES" sz="1800" b="0" i="0" u="none" strike="noStrike" cap="none" dirty="0">
                <a:solidFill>
                  <a:schemeClr val="dk1"/>
                </a:solidFill>
                <a:latin typeface="Gotham Rounded" pitchFamily="50" charset="0"/>
                <a:sym typeface="Arial"/>
              </a:rPr>
              <a:t>¡</a:t>
            </a:r>
            <a:r>
              <a:rPr lang="es-ES" sz="1800" b="0" i="0" u="none" strike="noStrike" cap="none" dirty="0" err="1">
                <a:solidFill>
                  <a:schemeClr val="dk1"/>
                </a:solidFill>
                <a:latin typeface="Gotham Rounded" pitchFamily="50" charset="0"/>
                <a:sym typeface="Arial"/>
              </a:rPr>
              <a:t>Jaaa</a:t>
            </a:r>
            <a:r>
              <a:rPr lang="es-ES" sz="1800" b="0" i="0" u="none" strike="noStrike" cap="none" dirty="0">
                <a:solidFill>
                  <a:schemeClr val="dk1"/>
                </a:solidFill>
                <a:latin typeface="Gotham Rounded" pitchFamily="50" charset="0"/>
                <a:sym typeface="Arial"/>
              </a:rPr>
              <a:t>! A ver qué pasó </a:t>
            </a:r>
            <a:r>
              <a:rPr lang="es-ES" sz="1800" b="0" i="0" u="none" strike="noStrike" cap="none" dirty="0" err="1">
                <a:solidFill>
                  <a:schemeClr val="dk1"/>
                </a:solidFill>
                <a:latin typeface="Gotham Rounded" pitchFamily="50" charset="0"/>
                <a:sym typeface="Arial"/>
              </a:rPr>
              <a:t>aca</a:t>
            </a:r>
            <a:r>
              <a:rPr lang="es-ES" sz="1800" b="0" i="0" u="none" strike="noStrike" cap="none" dirty="0">
                <a:solidFill>
                  <a:schemeClr val="dk1"/>
                </a:solidFill>
                <a:latin typeface="Gotham Rounded" pitchFamily="50" charset="0"/>
                <a:sym typeface="Arial"/>
              </a:rPr>
              <a:t>. Es importante saber que las variables pueden guardar un solo valor y que este se puede ir sobrescribiendo a medida que lo necesitemos. En este caso creamos la variable “a” y le guardamos el valor “</a:t>
            </a:r>
            <a:r>
              <a:rPr lang="es-ES" sz="1800" b="0" i="0" u="none" strike="noStrike" cap="none" dirty="0" err="1">
                <a:solidFill>
                  <a:schemeClr val="dk1"/>
                </a:solidFill>
                <a:latin typeface="Gotham Rounded" pitchFamily="50" charset="0"/>
                <a:sym typeface="Arial"/>
              </a:rPr>
              <a:t>holaaaaa</a:t>
            </a:r>
            <a:r>
              <a:rPr lang="es-ES" sz="1800" b="0" i="0" u="none" strike="noStrike" cap="none" dirty="0">
                <a:solidFill>
                  <a:schemeClr val="dk1"/>
                </a:solidFill>
                <a:latin typeface="Gotham Rounded" pitchFamily="50" charset="0"/>
                <a:sym typeface="Arial"/>
              </a:rPr>
              <a:t>”. En un segundo paso, a esa misma variable la sobrescribimos y le asignamos el valor 4, “</a:t>
            </a:r>
            <a:r>
              <a:rPr lang="es-ES" sz="1800" b="0" i="0" u="none" strike="noStrike" cap="none" dirty="0" err="1">
                <a:solidFill>
                  <a:schemeClr val="dk1"/>
                </a:solidFill>
                <a:latin typeface="Gotham Rounded" pitchFamily="50" charset="0"/>
                <a:sym typeface="Arial"/>
              </a:rPr>
              <a:t>holaaaaa</a:t>
            </a:r>
            <a:r>
              <a:rPr lang="es-ES" sz="1800" b="0" i="0" u="none" strike="noStrike" cap="none" dirty="0">
                <a:solidFill>
                  <a:schemeClr val="dk1"/>
                </a:solidFill>
                <a:latin typeface="Gotham Rounded" pitchFamily="50" charset="0"/>
                <a:sym typeface="Arial"/>
              </a:rPr>
              <a:t>” ya no existe más dentro de ella. Por eso en el paso siguiente, cuando volvimos a definir “a”, el resultado fue 4 + 2. Por último, le dijimos a total que almacene el mismo valor que hay en “a”, es decir, 6.</a:t>
            </a:r>
            <a:endParaRPr sz="1400" b="0" i="0" u="none" strike="noStrike" cap="none" dirty="0">
              <a:solidFill>
                <a:srgbClr val="000000"/>
              </a:solidFill>
              <a:latin typeface="Gotham Rounded" pitchFamily="50" charset="0"/>
              <a:sym typeface="Arial"/>
            </a:endParaRPr>
          </a:p>
        </p:txBody>
      </p:sp>
    </p:spTree>
  </p:cSld>
  <p:clrMapOvr>
    <a:masterClrMapping/>
  </p:clrMapOvr>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Shape 2499"/>
        <p:cNvGrpSpPr/>
        <p:nvPr/>
      </p:nvGrpSpPr>
      <p:grpSpPr>
        <a:xfrm>
          <a:off x="0" y="0"/>
          <a:ext cx="0" cy="0"/>
          <a:chOff x="0" y="0"/>
          <a:chExt cx="0" cy="0"/>
        </a:xfrm>
      </p:grpSpPr>
      <p:pic>
        <p:nvPicPr>
          <p:cNvPr id="3" name="Google Shape;214;p2"/>
          <p:cNvPicPr preferRelativeResize="0"/>
          <p:nvPr/>
        </p:nvPicPr>
        <p:blipFill rotWithShape="1">
          <a:blip r:embed="rId3">
            <a:alphaModFix/>
          </a:blip>
          <a:srcRect/>
          <a:stretch/>
        </p:blipFill>
        <p:spPr>
          <a:xfrm>
            <a:off x="0" y="1254"/>
            <a:ext cx="12192000" cy="6856745"/>
          </a:xfrm>
          <a:prstGeom prst="rect">
            <a:avLst/>
          </a:prstGeom>
          <a:noFill/>
          <a:ln>
            <a:noFill/>
          </a:ln>
        </p:spPr>
      </p:pic>
      <p:sp>
        <p:nvSpPr>
          <p:cNvPr id="2500" name="Google Shape;2500;p227"/>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342900" marR="0" lvl="0" indent="-342900" algn="ctr" rtl="0">
              <a:lnSpc>
                <a:spcPct val="100000"/>
              </a:lnSpc>
              <a:spcBef>
                <a:spcPts val="0"/>
              </a:spcBef>
              <a:spcAft>
                <a:spcPts val="0"/>
              </a:spcAft>
              <a:buClr>
                <a:schemeClr val="lt1"/>
              </a:buClr>
              <a:buSzPts val="2400"/>
              <a:buFont typeface="Arial"/>
              <a:buChar char="-"/>
            </a:pPr>
            <a:r>
              <a:rPr lang="es-ES" sz="2400" b="0" i="0" u="none" strike="noStrike" cap="none" dirty="0">
                <a:solidFill>
                  <a:schemeClr val="tx1"/>
                </a:solidFill>
                <a:latin typeface="Gotham Rounded Medium" panose="02000000000000000000" pitchFamily="50" charset="0"/>
                <a:sym typeface="Arial"/>
              </a:rPr>
              <a:t>Conceptos básicos para programar -</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Gotham Rounded Medium" panose="02000000000000000000" pitchFamily="50" charset="0"/>
                <a:sym typeface="Arial"/>
              </a:rPr>
              <a:t>Crear mis propias funciones</a:t>
            </a:r>
            <a:endParaRPr sz="1400" b="0" i="0" u="none" strike="noStrike" cap="none" dirty="0">
              <a:solidFill>
                <a:schemeClr val="tx1"/>
              </a:solidFill>
              <a:latin typeface="Gotham Rounded Medium" panose="02000000000000000000" pitchFamily="50" charset="0"/>
              <a:sym typeface="Arial"/>
            </a:endParaRPr>
          </a:p>
        </p:txBody>
      </p:sp>
    </p:spTree>
  </p:cSld>
  <p:clrMapOvr>
    <a:masterClrMapping/>
  </p:clrMapOvr>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Shape 2527"/>
        <p:cNvGrpSpPr/>
        <p:nvPr/>
      </p:nvGrpSpPr>
      <p:grpSpPr>
        <a:xfrm>
          <a:off x="0" y="0"/>
          <a:ext cx="0" cy="0"/>
          <a:chOff x="0" y="0"/>
          <a:chExt cx="0" cy="0"/>
        </a:xfrm>
      </p:grpSpPr>
      <p:pic>
        <p:nvPicPr>
          <p:cNvPr id="2528" name="Google Shape;2528;p231"/>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529" name="Google Shape;2529;p231"/>
          <p:cNvSpPr/>
          <p:nvPr/>
        </p:nvSpPr>
        <p:spPr>
          <a:xfrm>
            <a:off x="4271749" y="4784650"/>
            <a:ext cx="7018293" cy="1857649"/>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Primero, vamos a ver un ejemplo paso a paso para entender cómo se crea y se usa una función utilizando el lenguaje JavaScript. </a:t>
            </a:r>
            <a:endParaRPr sz="1800" b="0" i="0" u="none" strike="noStrike" cap="none" dirty="0">
              <a:solidFill>
                <a:schemeClr val="lt1"/>
              </a:solidFill>
              <a:latin typeface="Gotham Rounded Medium" panose="02000000000000000000" pitchFamily="50" charset="0"/>
              <a:ea typeface="Tahoma"/>
              <a:cs typeface="Tahoma"/>
              <a:sym typeface="Tahoma"/>
            </a:endParaRPr>
          </a:p>
        </p:txBody>
      </p:sp>
    </p:spTree>
  </p:cSld>
  <p:clrMapOvr>
    <a:masterClrMapping/>
  </p:clrMapOvr>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Shape 2533"/>
        <p:cNvGrpSpPr/>
        <p:nvPr/>
      </p:nvGrpSpPr>
      <p:grpSpPr>
        <a:xfrm>
          <a:off x="0" y="0"/>
          <a:ext cx="0" cy="0"/>
          <a:chOff x="0" y="0"/>
          <a:chExt cx="0" cy="0"/>
        </a:xfrm>
      </p:grpSpPr>
      <p:pic>
        <p:nvPicPr>
          <p:cNvPr id="2534" name="Google Shape;2534;p232"/>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535" name="Google Shape;2535;p232"/>
          <p:cNvSpPr/>
          <p:nvPr/>
        </p:nvSpPr>
        <p:spPr>
          <a:xfrm>
            <a:off x="3831688" y="4579349"/>
            <a:ext cx="7660577" cy="1786597"/>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a:t>
            </a:r>
            <a:r>
              <a:rPr lang="es-ES" sz="1800" b="0" i="0" u="none" strike="noStrike" cap="none" dirty="0" err="1">
                <a:solidFill>
                  <a:schemeClr val="lt1"/>
                </a:solidFill>
                <a:latin typeface="Gotham Rounded Medium" panose="02000000000000000000" pitchFamily="50" charset="0"/>
                <a:ea typeface="Tahoma"/>
                <a:cs typeface="Tahoma"/>
                <a:sym typeface="Tahoma"/>
              </a:rPr>
              <a:t>function</a:t>
            </a:r>
            <a:r>
              <a:rPr lang="es-ES" sz="1800" b="0" i="0" u="none" strike="noStrike" cap="none" dirty="0">
                <a:solidFill>
                  <a:schemeClr val="lt1"/>
                </a:solidFill>
                <a:latin typeface="Gotham Rounded Medium" panose="02000000000000000000" pitchFamily="50" charset="0"/>
                <a:ea typeface="Tahoma"/>
                <a:cs typeface="Tahoma"/>
                <a:sym typeface="Tahoma"/>
              </a:rPr>
              <a:t>" es la palabra reservada para indicar que vamos a crear una función. Como toda palabra reservada, se utiliza al principio de la declaración.</a:t>
            </a:r>
            <a:endParaRPr sz="1800" b="0" i="0" u="none" strike="noStrike" cap="none" dirty="0">
              <a:solidFill>
                <a:schemeClr val="lt1"/>
              </a:solidFill>
              <a:latin typeface="Gotham Rounded Medium" panose="02000000000000000000" pitchFamily="50" charset="0"/>
              <a:ea typeface="Tahoma"/>
              <a:cs typeface="Tahoma"/>
              <a:sym typeface="Tahoma"/>
            </a:endParaRPr>
          </a:p>
        </p:txBody>
      </p:sp>
      <p:sp>
        <p:nvSpPr>
          <p:cNvPr id="2536" name="Google Shape;2536;p232"/>
          <p:cNvSpPr/>
          <p:nvPr/>
        </p:nvSpPr>
        <p:spPr>
          <a:xfrm>
            <a:off x="1807535" y="1446028"/>
            <a:ext cx="1052623" cy="340242"/>
          </a:xfrm>
          <a:prstGeom prst="rect">
            <a:avLst/>
          </a:prstGeom>
          <a:noFill/>
          <a:ln w="19050" cap="flat" cmpd="sng">
            <a:solidFill>
              <a:srgbClr val="FFFF00"/>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Shape 2540"/>
        <p:cNvGrpSpPr/>
        <p:nvPr/>
      </p:nvGrpSpPr>
      <p:grpSpPr>
        <a:xfrm>
          <a:off x="0" y="0"/>
          <a:ext cx="0" cy="0"/>
          <a:chOff x="0" y="0"/>
          <a:chExt cx="0" cy="0"/>
        </a:xfrm>
      </p:grpSpPr>
      <p:pic>
        <p:nvPicPr>
          <p:cNvPr id="2541" name="Google Shape;2541;p233"/>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542" name="Google Shape;2542;p233"/>
          <p:cNvSpPr/>
          <p:nvPr/>
        </p:nvSpPr>
        <p:spPr>
          <a:xfrm>
            <a:off x="4259852" y="4853190"/>
            <a:ext cx="7593715" cy="1758461"/>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Acá le asignamos un nombre a nuestra función. Es algo similar a lo que hacíamos cuando nombrábamos variables; las restricciones son las mismas.</a:t>
            </a:r>
            <a:endParaRPr sz="1400" b="0" i="0" u="none" strike="noStrike" cap="none" dirty="0">
              <a:solidFill>
                <a:srgbClr val="000000"/>
              </a:solidFill>
              <a:latin typeface="Gotham Rounded Medium" panose="02000000000000000000" pitchFamily="50" charset="0"/>
              <a:sym typeface="Arial"/>
            </a:endParaRPr>
          </a:p>
        </p:txBody>
      </p:sp>
      <p:sp>
        <p:nvSpPr>
          <p:cNvPr id="2543" name="Google Shape;2543;p233"/>
          <p:cNvSpPr/>
          <p:nvPr/>
        </p:nvSpPr>
        <p:spPr>
          <a:xfrm>
            <a:off x="2870791" y="1456660"/>
            <a:ext cx="1711842" cy="340242"/>
          </a:xfrm>
          <a:prstGeom prst="rect">
            <a:avLst/>
          </a:prstGeom>
          <a:noFill/>
          <a:ln w="19050" cap="flat" cmpd="sng">
            <a:solidFill>
              <a:srgbClr val="B3FF00"/>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Shape 2547"/>
        <p:cNvGrpSpPr/>
        <p:nvPr/>
      </p:nvGrpSpPr>
      <p:grpSpPr>
        <a:xfrm>
          <a:off x="0" y="0"/>
          <a:ext cx="0" cy="0"/>
          <a:chOff x="0" y="0"/>
          <a:chExt cx="0" cy="0"/>
        </a:xfrm>
      </p:grpSpPr>
      <p:pic>
        <p:nvPicPr>
          <p:cNvPr id="2548" name="Google Shape;2548;p234"/>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549" name="Google Shape;2549;p234"/>
          <p:cNvSpPr/>
          <p:nvPr/>
        </p:nvSpPr>
        <p:spPr>
          <a:xfrm>
            <a:off x="1751993" y="2433711"/>
            <a:ext cx="10027147" cy="4146351"/>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Luego de escribir el nombre, la función nos ofrece la posibilidad de designar un espacio para crear variables que solo van a existir cuando la función se ejecute. Estas variables, propias de la función, se llaman </a:t>
            </a:r>
            <a:r>
              <a:rPr lang="es-ES" sz="1800" b="1" i="0" u="none" strike="noStrike" cap="none" dirty="0">
                <a:solidFill>
                  <a:schemeClr val="lt1"/>
                </a:solidFill>
                <a:latin typeface="Gotham Rounded Medium" panose="02000000000000000000" pitchFamily="50" charset="0"/>
                <a:ea typeface="Tahoma"/>
                <a:cs typeface="Tahoma"/>
                <a:sym typeface="Tahoma"/>
              </a:rPr>
              <a:t>parámetros</a:t>
            </a:r>
            <a:r>
              <a:rPr lang="es-ES" sz="1800" b="0" i="0" u="none" strike="noStrike" cap="none" dirty="0">
                <a:solidFill>
                  <a:schemeClr val="lt1"/>
                </a:solidFill>
                <a:latin typeface="Gotham Rounded Medium" panose="02000000000000000000" pitchFamily="50" charset="0"/>
                <a:ea typeface="Tahoma"/>
                <a:cs typeface="Tahoma"/>
                <a:sym typeface="Tahoma"/>
              </a:rPr>
              <a:t> y permiten que, cuando usemos una función, por ejemplo, para detectar si dos palabras son iguales, podamos cargarle los dos valores con los cuales queremos que opere y nos diga si las palabras son iguales o no. Los parámetros van siempre escritos entre ( ) y, si hay más de uno, se separan con una coma.</a:t>
            </a:r>
            <a:endParaRPr sz="1400" b="0" i="0" u="none" strike="noStrike" cap="none" dirty="0">
              <a:solidFill>
                <a:srgbClr val="000000"/>
              </a:solidFill>
              <a:latin typeface="Gotham Rounded Medium" panose="02000000000000000000" pitchFamily="50" charset="0"/>
              <a:sym typeface="Arial"/>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
            </a:r>
            <a:br>
              <a:rPr lang="es-ES" sz="1800" b="0" i="0" u="none" strike="noStrike" cap="none" dirty="0">
                <a:solidFill>
                  <a:schemeClr val="lt1"/>
                </a:solidFill>
                <a:latin typeface="Gotham Rounded Medium" panose="02000000000000000000" pitchFamily="50" charset="0"/>
                <a:ea typeface="Tahoma"/>
                <a:cs typeface="Tahoma"/>
                <a:sym typeface="Tahoma"/>
              </a:rPr>
            </a:br>
            <a:r>
              <a:rPr lang="es-ES" sz="1800" b="0" i="0" u="none" strike="noStrike" cap="none" dirty="0">
                <a:solidFill>
                  <a:schemeClr val="lt1"/>
                </a:solidFill>
                <a:latin typeface="Gotham Rounded Medium" panose="02000000000000000000" pitchFamily="50" charset="0"/>
                <a:ea typeface="Tahoma"/>
                <a:cs typeface="Tahoma"/>
                <a:sym typeface="Tahoma"/>
              </a:rPr>
              <a:t>Paciencia, este concepto de parámetro lo van a ir entendiendo a medida que avancemos y practiquemos.</a:t>
            </a:r>
            <a:endParaRPr sz="1800" b="0" i="0" u="none" strike="noStrike" cap="none" dirty="0">
              <a:solidFill>
                <a:schemeClr val="lt1"/>
              </a:solidFill>
              <a:latin typeface="Gotham Rounded Medium" panose="02000000000000000000" pitchFamily="50" charset="0"/>
              <a:ea typeface="Tahoma"/>
              <a:cs typeface="Tahoma"/>
              <a:sym typeface="Tahoma"/>
            </a:endParaRPr>
          </a:p>
        </p:txBody>
      </p:sp>
      <p:sp>
        <p:nvSpPr>
          <p:cNvPr id="2550" name="Google Shape;2550;p234"/>
          <p:cNvSpPr/>
          <p:nvPr/>
        </p:nvSpPr>
        <p:spPr>
          <a:xfrm>
            <a:off x="4572000" y="1446028"/>
            <a:ext cx="3062177" cy="340242"/>
          </a:xfrm>
          <a:prstGeom prst="rect">
            <a:avLst/>
          </a:prstGeom>
          <a:noFill/>
          <a:ln w="19050" cap="flat" cmpd="sng">
            <a:solidFill>
              <a:srgbClr val="FFFF00"/>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Shape 2554"/>
        <p:cNvGrpSpPr/>
        <p:nvPr/>
      </p:nvGrpSpPr>
      <p:grpSpPr>
        <a:xfrm>
          <a:off x="0" y="0"/>
          <a:ext cx="0" cy="0"/>
          <a:chOff x="0" y="0"/>
          <a:chExt cx="0" cy="0"/>
        </a:xfrm>
      </p:grpSpPr>
      <p:pic>
        <p:nvPicPr>
          <p:cNvPr id="2555" name="Google Shape;2555;p235"/>
          <p:cNvPicPr preferRelativeResize="0"/>
          <p:nvPr/>
        </p:nvPicPr>
        <p:blipFill rotWithShape="1">
          <a:blip r:embed="rId3">
            <a:alphaModFix/>
          </a:blip>
          <a:srcRect/>
          <a:stretch/>
        </p:blipFill>
        <p:spPr>
          <a:xfrm>
            <a:off x="0" y="0"/>
            <a:ext cx="12192000" cy="7464056"/>
          </a:xfrm>
          <a:prstGeom prst="rect">
            <a:avLst/>
          </a:prstGeom>
          <a:noFill/>
          <a:ln>
            <a:noFill/>
          </a:ln>
        </p:spPr>
      </p:pic>
      <p:sp>
        <p:nvSpPr>
          <p:cNvPr id="2556" name="Google Shape;2556;p235"/>
          <p:cNvSpPr/>
          <p:nvPr/>
        </p:nvSpPr>
        <p:spPr>
          <a:xfrm>
            <a:off x="3490413" y="5037319"/>
            <a:ext cx="8701587" cy="2192820"/>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Luego de escribir los parámetros, que van siempre entre paréntesis (), debemos indicar el </a:t>
            </a:r>
            <a:r>
              <a:rPr lang="es-ES" sz="1800" b="0" i="0" u="sng" strike="noStrike" cap="none" dirty="0">
                <a:solidFill>
                  <a:schemeClr val="lt1"/>
                </a:solidFill>
                <a:latin typeface="Gotham Rounded Medium" panose="02000000000000000000" pitchFamily="50" charset="0"/>
                <a:ea typeface="Tahoma"/>
                <a:cs typeface="Tahoma"/>
                <a:sym typeface="Tahoma"/>
              </a:rPr>
              <a:t>bloque de código</a:t>
            </a:r>
            <a:r>
              <a:rPr lang="es-ES" sz="1800" b="0" i="0" u="none" strike="noStrike" cap="none" dirty="0">
                <a:solidFill>
                  <a:schemeClr val="lt1"/>
                </a:solidFill>
                <a:latin typeface="Gotham Rounded Medium" panose="02000000000000000000" pitchFamily="50" charset="0"/>
                <a:ea typeface="Tahoma"/>
                <a:cs typeface="Tahoma"/>
                <a:sym typeface="Tahoma"/>
              </a:rPr>
              <a:t> que se va a ejecutar cada vez que se llame a la función. Esto se indica abriendo y cerrando llaves { }. Todo lo que esté encerrado entre ellas será el código que se va a ejecutar cada vez que invoquemos/llamemos a la función.</a:t>
            </a:r>
            <a:endParaRPr sz="1400" b="0" i="0" u="none" strike="noStrike" cap="none" dirty="0">
              <a:solidFill>
                <a:srgbClr val="000000"/>
              </a:solidFill>
              <a:latin typeface="Gotham Rounded Medium" panose="02000000000000000000" pitchFamily="50" charset="0"/>
              <a:sym typeface="Arial"/>
            </a:endParaRPr>
          </a:p>
        </p:txBody>
      </p:sp>
      <p:sp>
        <p:nvSpPr>
          <p:cNvPr id="2557" name="Google Shape;2557;p235"/>
          <p:cNvSpPr/>
          <p:nvPr/>
        </p:nvSpPr>
        <p:spPr>
          <a:xfrm>
            <a:off x="7591647" y="1594884"/>
            <a:ext cx="361506" cy="340242"/>
          </a:xfrm>
          <a:prstGeom prst="rect">
            <a:avLst/>
          </a:prstGeom>
          <a:noFill/>
          <a:ln w="19050" cap="flat" cmpd="sng">
            <a:solidFill>
              <a:srgbClr val="B3FF00"/>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58" name="Google Shape;2558;p235"/>
          <p:cNvSpPr/>
          <p:nvPr/>
        </p:nvSpPr>
        <p:spPr>
          <a:xfrm>
            <a:off x="1669312" y="2594344"/>
            <a:ext cx="425302" cy="435935"/>
          </a:xfrm>
          <a:prstGeom prst="rect">
            <a:avLst/>
          </a:prstGeom>
          <a:noFill/>
          <a:ln w="19050" cap="flat" cmpd="sng">
            <a:solidFill>
              <a:srgbClr val="B3FF00"/>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Shape 2562"/>
        <p:cNvGrpSpPr/>
        <p:nvPr/>
      </p:nvGrpSpPr>
      <p:grpSpPr>
        <a:xfrm>
          <a:off x="0" y="0"/>
          <a:ext cx="0" cy="0"/>
          <a:chOff x="0" y="0"/>
          <a:chExt cx="0" cy="0"/>
        </a:xfrm>
      </p:grpSpPr>
      <p:pic>
        <p:nvPicPr>
          <p:cNvPr id="2563" name="Google Shape;2563;p236"/>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564" name="Google Shape;2564;p236"/>
          <p:cNvSpPr/>
          <p:nvPr/>
        </p:nvSpPr>
        <p:spPr>
          <a:xfrm>
            <a:off x="844874" y="2882231"/>
            <a:ext cx="10502251" cy="3792889"/>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1" i="0" u="none" strike="noStrike" cap="none" dirty="0">
                <a:solidFill>
                  <a:schemeClr val="lt1"/>
                </a:solidFill>
                <a:latin typeface="Gotham Rounded Medium" panose="02000000000000000000" pitchFamily="50" charset="0"/>
                <a:ea typeface="Tahoma"/>
                <a:cs typeface="Tahoma"/>
                <a:sym typeface="Tahoma"/>
              </a:rPr>
              <a:t>“</a:t>
            </a:r>
            <a:r>
              <a:rPr lang="es-ES" sz="1800" b="1" i="0" u="none" strike="noStrike" cap="none" dirty="0" err="1">
                <a:solidFill>
                  <a:schemeClr val="lt1"/>
                </a:solidFill>
                <a:latin typeface="Gotham Rounded Medium" panose="02000000000000000000" pitchFamily="50" charset="0"/>
                <a:ea typeface="Tahoma"/>
                <a:cs typeface="Tahoma"/>
                <a:sym typeface="Tahoma"/>
              </a:rPr>
              <a:t>return</a:t>
            </a:r>
            <a:r>
              <a:rPr lang="es-ES" sz="1800" b="1" i="0" u="none" strike="noStrike" cap="none" dirty="0">
                <a:solidFill>
                  <a:schemeClr val="lt1"/>
                </a:solidFill>
                <a:latin typeface="Gotham Rounded Medium" panose="02000000000000000000" pitchFamily="50" charset="0"/>
                <a:ea typeface="Tahoma"/>
                <a:cs typeface="Tahoma"/>
                <a:sym typeface="Tahoma"/>
              </a:rPr>
              <a:t>” </a:t>
            </a:r>
            <a:r>
              <a:rPr lang="es-ES" sz="1800" b="0" i="0" u="none" strike="noStrike" cap="none" dirty="0">
                <a:solidFill>
                  <a:schemeClr val="lt1"/>
                </a:solidFill>
                <a:latin typeface="Gotham Rounded Medium" panose="02000000000000000000" pitchFamily="50" charset="0"/>
                <a:ea typeface="Tahoma"/>
                <a:cs typeface="Tahoma"/>
                <a:sym typeface="Tahoma"/>
              </a:rPr>
              <a:t>es una palabra reservada de las funciones y se utiliza para devolver un resultado. Además, indica el final de la ejecución de la función. Es importante saber que no siempre todas las funciones deben tener un “</a:t>
            </a:r>
            <a:r>
              <a:rPr lang="es-ES" sz="1800" b="0" i="0" u="none" strike="noStrike" cap="none" dirty="0" err="1">
                <a:solidFill>
                  <a:schemeClr val="lt1"/>
                </a:solidFill>
                <a:latin typeface="Gotham Rounded Medium" panose="02000000000000000000" pitchFamily="50" charset="0"/>
                <a:ea typeface="Tahoma"/>
                <a:cs typeface="Tahoma"/>
                <a:sym typeface="Tahoma"/>
              </a:rPr>
              <a:t>return</a:t>
            </a:r>
            <a:r>
              <a:rPr lang="es-ES" sz="1800" b="0" i="0" u="none" strike="noStrike" cap="none" dirty="0">
                <a:solidFill>
                  <a:schemeClr val="lt1"/>
                </a:solidFill>
                <a:latin typeface="Gotham Rounded Medium" panose="02000000000000000000" pitchFamily="50" charset="0"/>
                <a:ea typeface="Tahoma"/>
                <a:cs typeface="Tahoma"/>
                <a:sym typeface="Tahoma"/>
              </a:rPr>
              <a:t>”, solo se usa cuando queremos retornar un valor. En este caso la función está devolviendo el valor almacenado en la variable "total”… por ejemplo, si esta función recibió en sus parámetros los valores (5, 7), la variable total va a almacenar 12 y la función va a devolver/retornar justamente ese valor, 12.</a:t>
            </a:r>
            <a:endParaRPr sz="1400" b="0" i="0" u="none" strike="noStrike" cap="none" dirty="0">
              <a:solidFill>
                <a:srgbClr val="000000"/>
              </a:solidFill>
              <a:latin typeface="Gotham Rounded Medium" panose="02000000000000000000" pitchFamily="50" charset="0"/>
              <a:sym typeface="Arial"/>
            </a:endParaRPr>
          </a:p>
          <a:p>
            <a:pPr marL="0" marR="0" lvl="0" indent="0" algn="l" rtl="0">
              <a:lnSpc>
                <a:spcPct val="150000"/>
              </a:lnSpc>
              <a:spcBef>
                <a:spcPts val="0"/>
              </a:spcBef>
              <a:spcAft>
                <a:spcPts val="0"/>
              </a:spcAft>
              <a:buClr>
                <a:srgbClr val="000000"/>
              </a:buClr>
              <a:buSzPts val="1800"/>
              <a:buFont typeface="Arial"/>
              <a:buNone/>
            </a:pPr>
            <a:endParaRPr sz="1800" b="0" i="0" u="none" strike="noStrike" cap="none" dirty="0">
              <a:solidFill>
                <a:schemeClr val="lt1"/>
              </a:solidFill>
              <a:latin typeface="Gotham Rounded Medium" panose="02000000000000000000" pitchFamily="50" charset="0"/>
              <a:ea typeface="Tahoma"/>
              <a:cs typeface="Tahoma"/>
              <a:sym typeface="Tahoma"/>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Paciencia, esto lo van a comprender mejor con más ejemplos</a:t>
            </a:r>
            <a:r>
              <a:rPr lang="es-ES" sz="1800" b="0" i="0" u="none" strike="noStrike" cap="none" dirty="0">
                <a:solidFill>
                  <a:schemeClr val="lt1"/>
                </a:solidFill>
                <a:latin typeface="Tahoma"/>
                <a:ea typeface="Tahoma"/>
                <a:cs typeface="Tahoma"/>
                <a:sym typeface="Tahoma"/>
              </a:rPr>
              <a:t>.</a:t>
            </a:r>
            <a:endParaRPr sz="1800" b="0" i="0" u="none" strike="noStrike" cap="none" dirty="0">
              <a:solidFill>
                <a:schemeClr val="lt1"/>
              </a:solidFill>
              <a:latin typeface="Tahoma"/>
              <a:ea typeface="Tahoma"/>
              <a:cs typeface="Tahoma"/>
              <a:sym typeface="Tahoma"/>
            </a:endParaRPr>
          </a:p>
        </p:txBody>
      </p:sp>
      <p:sp>
        <p:nvSpPr>
          <p:cNvPr id="2565" name="Google Shape;2565;p236"/>
          <p:cNvSpPr/>
          <p:nvPr/>
        </p:nvSpPr>
        <p:spPr>
          <a:xfrm>
            <a:off x="2094614" y="2041451"/>
            <a:ext cx="1084521" cy="404037"/>
          </a:xfrm>
          <a:prstGeom prst="rect">
            <a:avLst/>
          </a:prstGeom>
          <a:noFill/>
          <a:ln w="19050" cap="flat" cmpd="sng">
            <a:solidFill>
              <a:srgbClr val="FFFF00"/>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Shape 2569"/>
        <p:cNvGrpSpPr/>
        <p:nvPr/>
      </p:nvGrpSpPr>
      <p:grpSpPr>
        <a:xfrm>
          <a:off x="0" y="0"/>
          <a:ext cx="0" cy="0"/>
          <a:chOff x="0" y="0"/>
          <a:chExt cx="0" cy="0"/>
        </a:xfrm>
      </p:grpSpPr>
      <p:pic>
        <p:nvPicPr>
          <p:cNvPr id="2570" name="Google Shape;2570;p237"/>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571" name="Google Shape;2571;p237"/>
          <p:cNvSpPr/>
          <p:nvPr/>
        </p:nvSpPr>
        <p:spPr>
          <a:xfrm>
            <a:off x="1241884" y="946980"/>
            <a:ext cx="10208726" cy="2795025"/>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Por último, aquí ya estamos FUERA de la función porque las llaves { } ya cerraron.</a:t>
            </a:r>
            <a:endParaRPr sz="1800" b="0" i="0" u="none" strike="noStrike" cap="none" dirty="0">
              <a:solidFill>
                <a:schemeClr val="lt1"/>
              </a:solidFill>
              <a:latin typeface="Gotham Rounded Medium" panose="02000000000000000000" pitchFamily="50" charset="0"/>
              <a:ea typeface="Calibri"/>
              <a:cs typeface="Calibri"/>
              <a:sym typeface="Calibri"/>
            </a:endParaRPr>
          </a:p>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Lo que estamos haciendo acá es crear la variable “suma” y asignándole el valor que nos devuelva/retorne la función </a:t>
            </a:r>
            <a:r>
              <a:rPr lang="es-ES" sz="1800" b="1" i="0" u="none" strike="noStrike" cap="none" dirty="0">
                <a:solidFill>
                  <a:schemeClr val="lt1"/>
                </a:solidFill>
                <a:latin typeface="Gotham Rounded Medium" panose="02000000000000000000" pitchFamily="50" charset="0"/>
                <a:ea typeface="Tahoma"/>
                <a:cs typeface="Tahoma"/>
                <a:sym typeface="Tahoma"/>
              </a:rPr>
              <a:t>"</a:t>
            </a:r>
            <a:r>
              <a:rPr lang="es-ES" sz="1800" b="1" i="0" u="none" strike="noStrike" cap="none" dirty="0" err="1">
                <a:solidFill>
                  <a:schemeClr val="lt1"/>
                </a:solidFill>
                <a:latin typeface="Gotham Rounded Medium" panose="02000000000000000000" pitchFamily="50" charset="0"/>
                <a:ea typeface="Tahoma"/>
                <a:cs typeface="Tahoma"/>
                <a:sym typeface="Tahoma"/>
              </a:rPr>
              <a:t>nombreFuncion</a:t>
            </a:r>
            <a:r>
              <a:rPr lang="es-ES" sz="1800" b="1" i="0" u="none" strike="noStrike" cap="none" dirty="0">
                <a:solidFill>
                  <a:schemeClr val="lt1"/>
                </a:solidFill>
                <a:latin typeface="Gotham Rounded Medium" panose="02000000000000000000" pitchFamily="50" charset="0"/>
                <a:ea typeface="Tahoma"/>
                <a:cs typeface="Tahoma"/>
                <a:sym typeface="Tahoma"/>
              </a:rPr>
              <a:t>(2, 2)". </a:t>
            </a:r>
            <a:r>
              <a:rPr lang="es-ES" sz="1800" b="0" i="0" u="none" strike="noStrike" cap="none" dirty="0">
                <a:solidFill>
                  <a:schemeClr val="lt1"/>
                </a:solidFill>
                <a:latin typeface="Gotham Rounded Medium" panose="02000000000000000000" pitchFamily="50" charset="0"/>
                <a:ea typeface="Tahoma"/>
                <a:cs typeface="Tahoma"/>
                <a:sym typeface="Tahoma"/>
              </a:rPr>
              <a:t>Si observamos, entre paréntesis y separados por una coma, estamos cargando dos valores numéricos </a:t>
            </a:r>
            <a:r>
              <a:rPr lang="es-ES" sz="1800" b="1" i="0" u="none" strike="noStrike" cap="none" dirty="0">
                <a:solidFill>
                  <a:schemeClr val="lt1"/>
                </a:solidFill>
                <a:latin typeface="Gotham Rounded Medium" panose="02000000000000000000" pitchFamily="50" charset="0"/>
                <a:ea typeface="Tahoma"/>
                <a:cs typeface="Tahoma"/>
                <a:sym typeface="Tahoma"/>
              </a:rPr>
              <a:t>(2, 2) </a:t>
            </a:r>
            <a:r>
              <a:rPr lang="es-ES" sz="1800" b="0" i="0" u="none" strike="noStrike" cap="none" dirty="0">
                <a:solidFill>
                  <a:schemeClr val="lt1"/>
                </a:solidFill>
                <a:latin typeface="Gotham Rounded Medium" panose="02000000000000000000" pitchFamily="50" charset="0"/>
                <a:ea typeface="Tahoma"/>
                <a:cs typeface="Tahoma"/>
                <a:sym typeface="Tahoma"/>
              </a:rPr>
              <a:t>que van a ser recibidos por los </a:t>
            </a:r>
            <a:r>
              <a:rPr lang="es-ES" sz="1800" b="1" i="0" u="none" strike="noStrike" cap="none" dirty="0">
                <a:solidFill>
                  <a:schemeClr val="lt1"/>
                </a:solidFill>
                <a:latin typeface="Gotham Rounded Medium" panose="02000000000000000000" pitchFamily="50" charset="0"/>
                <a:ea typeface="Tahoma"/>
                <a:cs typeface="Tahoma"/>
                <a:sym typeface="Tahoma"/>
              </a:rPr>
              <a:t>“parametro1” </a:t>
            </a:r>
            <a:r>
              <a:rPr lang="es-ES" sz="1800" b="0" i="0" u="none" strike="noStrike" cap="none" dirty="0">
                <a:solidFill>
                  <a:schemeClr val="lt1"/>
                </a:solidFill>
                <a:latin typeface="Gotham Rounded Medium" panose="02000000000000000000" pitchFamily="50" charset="0"/>
                <a:ea typeface="Tahoma"/>
                <a:cs typeface="Tahoma"/>
                <a:sym typeface="Tahoma"/>
              </a:rPr>
              <a:t>y </a:t>
            </a:r>
            <a:r>
              <a:rPr lang="es-ES" sz="1800" b="1" i="0" u="none" strike="noStrike" cap="none" dirty="0">
                <a:solidFill>
                  <a:schemeClr val="lt1"/>
                </a:solidFill>
                <a:latin typeface="Gotham Rounded Medium" panose="02000000000000000000" pitchFamily="50" charset="0"/>
                <a:ea typeface="Tahoma"/>
                <a:cs typeface="Tahoma"/>
                <a:sym typeface="Tahoma"/>
              </a:rPr>
              <a:t>“parametro2” </a:t>
            </a:r>
            <a:r>
              <a:rPr lang="es-ES" sz="1800" b="0" i="0" u="none" strike="noStrike" cap="none" dirty="0">
                <a:solidFill>
                  <a:schemeClr val="lt1"/>
                </a:solidFill>
                <a:latin typeface="Gotham Rounded Medium" panose="02000000000000000000" pitchFamily="50" charset="0"/>
                <a:ea typeface="Tahoma"/>
                <a:cs typeface="Tahoma"/>
                <a:sym typeface="Tahoma"/>
              </a:rPr>
              <a:t>de la función</a:t>
            </a:r>
            <a:r>
              <a:rPr lang="es-ES" sz="1800" b="0" i="0" u="none" strike="noStrike" cap="none" dirty="0">
                <a:solidFill>
                  <a:schemeClr val="lt1"/>
                </a:solidFill>
                <a:latin typeface="Tahoma"/>
                <a:ea typeface="Tahoma"/>
                <a:cs typeface="Tahoma"/>
                <a:sym typeface="Tahoma"/>
              </a:rPr>
              <a:t>.</a:t>
            </a:r>
            <a:endParaRPr sz="1800" b="0" i="0" u="none" strike="noStrike" cap="none" dirty="0">
              <a:solidFill>
                <a:schemeClr val="lt1"/>
              </a:solidFill>
              <a:latin typeface="Calibri"/>
              <a:ea typeface="Calibri"/>
              <a:cs typeface="Calibri"/>
              <a:sym typeface="Calibri"/>
            </a:endParaRPr>
          </a:p>
        </p:txBody>
      </p:sp>
      <p:sp>
        <p:nvSpPr>
          <p:cNvPr id="2572" name="Google Shape;2572;p237"/>
          <p:cNvSpPr/>
          <p:nvPr/>
        </p:nvSpPr>
        <p:spPr>
          <a:xfrm>
            <a:off x="1743740" y="3944679"/>
            <a:ext cx="3987209" cy="478465"/>
          </a:xfrm>
          <a:prstGeom prst="rect">
            <a:avLst/>
          </a:prstGeom>
          <a:noFill/>
          <a:ln w="19050" cap="flat" cmpd="sng">
            <a:solidFill>
              <a:srgbClr val="FFFF00"/>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Shape 2576"/>
        <p:cNvGrpSpPr/>
        <p:nvPr/>
      </p:nvGrpSpPr>
      <p:grpSpPr>
        <a:xfrm>
          <a:off x="0" y="0"/>
          <a:ext cx="0" cy="0"/>
          <a:chOff x="0" y="0"/>
          <a:chExt cx="0" cy="0"/>
        </a:xfrm>
      </p:grpSpPr>
      <p:pic>
        <p:nvPicPr>
          <p:cNvPr id="2577" name="Google Shape;2577;p238"/>
          <p:cNvPicPr preferRelativeResize="0"/>
          <p:nvPr/>
        </p:nvPicPr>
        <p:blipFill rotWithShape="1">
          <a:blip r:embed="rId3">
            <a:alphaModFix/>
          </a:blip>
          <a:srcRect/>
          <a:stretch/>
        </p:blipFill>
        <p:spPr>
          <a:xfrm>
            <a:off x="0" y="0"/>
            <a:ext cx="12192000" cy="6974958"/>
          </a:xfrm>
          <a:prstGeom prst="rect">
            <a:avLst/>
          </a:prstGeom>
          <a:noFill/>
          <a:ln>
            <a:noFill/>
          </a:ln>
        </p:spPr>
      </p:pic>
      <p:sp>
        <p:nvSpPr>
          <p:cNvPr id="2578" name="Google Shape;2578;p238"/>
          <p:cNvSpPr/>
          <p:nvPr/>
        </p:nvSpPr>
        <p:spPr>
          <a:xfrm>
            <a:off x="2987439" y="4698609"/>
            <a:ext cx="8802333" cy="2145259"/>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Observen: acá estamos asignando los valores del “parámetro1” y “parámetro2”. En este caso, ambos van a valer 2 (dos)… si cargáramos en la función "</a:t>
            </a:r>
            <a:r>
              <a:rPr lang="es-ES" sz="1800" b="0" i="0" u="none" strike="noStrike" cap="none" dirty="0" err="1">
                <a:solidFill>
                  <a:schemeClr val="lt1"/>
                </a:solidFill>
                <a:latin typeface="Gotham Rounded Medium" panose="02000000000000000000" pitchFamily="50" charset="0"/>
                <a:ea typeface="Tahoma"/>
                <a:cs typeface="Tahoma"/>
                <a:sym typeface="Tahoma"/>
              </a:rPr>
              <a:t>nombreFuncion</a:t>
            </a:r>
            <a:r>
              <a:rPr lang="es-ES" sz="1800" b="0" i="0" u="none" strike="noStrike" cap="none" dirty="0">
                <a:solidFill>
                  <a:schemeClr val="lt1"/>
                </a:solidFill>
                <a:latin typeface="Gotham Rounded Medium" panose="02000000000000000000" pitchFamily="50" charset="0"/>
                <a:ea typeface="Tahoma"/>
                <a:cs typeface="Tahoma"/>
                <a:sym typeface="Tahoma"/>
              </a:rPr>
              <a:t>(3, 5)" el valor que va a retornan la función va a ser 8 y ese valor va a ser almacenado en la variable "suma".</a:t>
            </a:r>
            <a:endParaRPr sz="1800" b="0" i="0" u="none" strike="noStrike" cap="none" dirty="0">
              <a:solidFill>
                <a:schemeClr val="lt1"/>
              </a:solidFill>
              <a:latin typeface="Gotham Rounded Medium" panose="02000000000000000000" pitchFamily="50" charset="0"/>
              <a:ea typeface="Tahoma"/>
              <a:cs typeface="Tahoma"/>
              <a:sym typeface="Tahoma"/>
            </a:endParaRPr>
          </a:p>
        </p:txBody>
      </p:sp>
      <p:sp>
        <p:nvSpPr>
          <p:cNvPr id="2579" name="Google Shape;2579;p238"/>
          <p:cNvSpPr/>
          <p:nvPr/>
        </p:nvSpPr>
        <p:spPr>
          <a:xfrm>
            <a:off x="4859079" y="4008474"/>
            <a:ext cx="765544" cy="382773"/>
          </a:xfrm>
          <a:prstGeom prst="rect">
            <a:avLst/>
          </a:prstGeom>
          <a:noFill/>
          <a:ln w="19050" cap="flat" cmpd="sng">
            <a:solidFill>
              <a:srgbClr val="B3FF00"/>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80" name="Google Shape;2580;p238"/>
          <p:cNvSpPr/>
          <p:nvPr/>
        </p:nvSpPr>
        <p:spPr>
          <a:xfrm>
            <a:off x="4603898" y="1435395"/>
            <a:ext cx="3030279" cy="435935"/>
          </a:xfrm>
          <a:prstGeom prst="rect">
            <a:avLst/>
          </a:prstGeom>
          <a:noFill/>
          <a:ln w="19050" cap="flat" cmpd="sng">
            <a:solidFill>
              <a:srgbClr val="FFFF00"/>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Shape 2584"/>
        <p:cNvGrpSpPr/>
        <p:nvPr/>
      </p:nvGrpSpPr>
      <p:grpSpPr>
        <a:xfrm>
          <a:off x="0" y="0"/>
          <a:ext cx="0" cy="0"/>
          <a:chOff x="0" y="0"/>
          <a:chExt cx="0" cy="0"/>
        </a:xfrm>
      </p:grpSpPr>
      <p:pic>
        <p:nvPicPr>
          <p:cNvPr id="2585" name="Google Shape;2585;p239"/>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586" name="Google Shape;2586;p239"/>
          <p:cNvSpPr/>
          <p:nvPr/>
        </p:nvSpPr>
        <p:spPr>
          <a:xfrm>
            <a:off x="1754372" y="4827181"/>
            <a:ext cx="8032896" cy="1297172"/>
          </a:xfrm>
          <a:prstGeom prst="rect">
            <a:avLst/>
          </a:prstGeom>
          <a:noFill/>
          <a:ln w="19050" cap="flat" cmpd="sng">
            <a:solidFill>
              <a:srgbClr val="FFFF00"/>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87" name="Google Shape;2587;p239"/>
          <p:cNvSpPr/>
          <p:nvPr/>
        </p:nvSpPr>
        <p:spPr>
          <a:xfrm>
            <a:off x="1754372" y="4210493"/>
            <a:ext cx="797442" cy="478465"/>
          </a:xfrm>
          <a:prstGeom prst="rect">
            <a:avLst/>
          </a:prstGeom>
          <a:noFill/>
          <a:ln w="19050" cap="flat" cmpd="sng">
            <a:solidFill>
              <a:srgbClr val="B3FF00"/>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Shape 2591"/>
        <p:cNvGrpSpPr/>
        <p:nvPr/>
      </p:nvGrpSpPr>
      <p:grpSpPr>
        <a:xfrm>
          <a:off x="0" y="0"/>
          <a:ext cx="0" cy="0"/>
          <a:chOff x="0" y="0"/>
          <a:chExt cx="0" cy="0"/>
        </a:xfrm>
      </p:grpSpPr>
      <p:pic>
        <p:nvPicPr>
          <p:cNvPr id="2592" name="Google Shape;2592;p240"/>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593" name="Google Shape;2593;p240"/>
          <p:cNvSpPr txBox="1"/>
          <p:nvPr/>
        </p:nvSpPr>
        <p:spPr>
          <a:xfrm>
            <a:off x="1850066" y="4104168"/>
            <a:ext cx="6007395" cy="2585283"/>
          </a:xfrm>
          <a:prstGeom prst="rect">
            <a:avLst/>
          </a:prstGeom>
          <a:solidFill>
            <a:srgbClr val="872789"/>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Gotham Rounded Medium" panose="02000000000000000000" pitchFamily="50" charset="0"/>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En el </a:t>
            </a:r>
            <a:r>
              <a:rPr lang="es-ES" sz="1800" b="0" i="0" u="none" strike="noStrike" cap="none" dirty="0" err="1">
                <a:solidFill>
                  <a:schemeClr val="lt1"/>
                </a:solidFill>
                <a:latin typeface="Gotham Rounded Medium" panose="02000000000000000000" pitchFamily="50" charset="0"/>
                <a:ea typeface="Tahoma"/>
                <a:cs typeface="Tahoma"/>
                <a:sym typeface="Tahoma"/>
              </a:rPr>
              <a:t>html</a:t>
            </a:r>
            <a:r>
              <a:rPr lang="es-ES" sz="1800" b="0" i="0" u="none" strike="noStrike" cap="none" dirty="0">
                <a:solidFill>
                  <a:schemeClr val="lt1"/>
                </a:solidFill>
                <a:latin typeface="Gotham Rounded Medium" panose="02000000000000000000" pitchFamily="50" charset="0"/>
                <a:ea typeface="Tahoma"/>
                <a:cs typeface="Tahoma"/>
                <a:sym typeface="Tahoma"/>
              </a:rPr>
              <a:t> agregar un link que apunte hacia el archivo que contiene el código JavaScript  </a:t>
            </a:r>
            <a:r>
              <a:rPr lang="es-ES" sz="1800" b="1" i="0" u="none" strike="noStrike" cap="none" dirty="0">
                <a:solidFill>
                  <a:schemeClr val="lt1"/>
                </a:solidFill>
                <a:latin typeface="Gotham Rounded Medium" panose="02000000000000000000" pitchFamily="50" charset="0"/>
                <a:ea typeface="Tahoma"/>
                <a:cs typeface="Tahoma"/>
                <a:sym typeface="Tahoma"/>
              </a:rPr>
              <a:t>“</a:t>
            </a:r>
            <a:r>
              <a:rPr lang="es-ES" sz="1800" b="1" i="0" u="none" strike="noStrike" cap="none" dirty="0" err="1">
                <a:solidFill>
                  <a:schemeClr val="lt1"/>
                </a:solidFill>
                <a:latin typeface="Gotham Rounded Medium" panose="02000000000000000000" pitchFamily="50" charset="0"/>
                <a:ea typeface="Tahoma"/>
                <a:cs typeface="Tahoma"/>
                <a:sym typeface="Tahoma"/>
              </a:rPr>
              <a:t>script:src</a:t>
            </a:r>
            <a:r>
              <a:rPr lang="es-ES" sz="1800" b="1" i="0" u="none" strike="noStrike" cap="none" dirty="0">
                <a:solidFill>
                  <a:schemeClr val="lt1"/>
                </a:solidFill>
                <a:latin typeface="Gotham Rounded Medium" panose="02000000000000000000" pitchFamily="50" charset="0"/>
                <a:ea typeface="Tahoma"/>
                <a:cs typeface="Tahoma"/>
                <a:sym typeface="Tahoma"/>
              </a:rPr>
              <a:t>”</a:t>
            </a:r>
            <a:endParaRPr sz="1400" b="0" i="0" u="none" strike="noStrike" cap="none" dirty="0">
              <a:solidFill>
                <a:srgbClr val="000000"/>
              </a:solidFill>
              <a:latin typeface="Gotham Rounded Medium" panose="02000000000000000000" pitchFamily="50" charset="0"/>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chemeClr val="lt1"/>
              </a:solidFill>
              <a:latin typeface="Gotham Rounded Medium" panose="02000000000000000000" pitchFamily="50" charset="0"/>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Para ejecutar el código debemos abrir la página </a:t>
            </a:r>
            <a:r>
              <a:rPr lang="es-ES" sz="1800" b="0" i="0" u="none" strike="noStrike" cap="none" dirty="0" err="1">
                <a:solidFill>
                  <a:schemeClr val="lt1"/>
                </a:solidFill>
                <a:latin typeface="Gotham Rounded Medium" panose="02000000000000000000" pitchFamily="50" charset="0"/>
                <a:ea typeface="Tahoma"/>
                <a:cs typeface="Tahoma"/>
                <a:sym typeface="Tahoma"/>
              </a:rPr>
              <a:t>html</a:t>
            </a:r>
            <a:r>
              <a:rPr lang="es-ES" sz="1800" b="0" i="0" u="none" strike="noStrike" cap="none" dirty="0">
                <a:solidFill>
                  <a:schemeClr val="lt1"/>
                </a:solidFill>
                <a:latin typeface="Gotham Rounded Medium" panose="02000000000000000000" pitchFamily="50" charset="0"/>
                <a:ea typeface="Tahoma"/>
                <a:cs typeface="Tahoma"/>
                <a:sym typeface="Tahoma"/>
              </a:rPr>
              <a:t> en el navegador.</a:t>
            </a:r>
            <a:endParaRPr sz="1400" b="0" i="0" u="none" strike="noStrike" cap="none" dirty="0">
              <a:solidFill>
                <a:srgbClr val="000000"/>
              </a:solidFill>
              <a:latin typeface="Gotham Rounded Medium" panose="02000000000000000000" pitchFamily="50" charset="0"/>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chemeClr val="lt1"/>
              </a:solidFill>
              <a:latin typeface="Tahoma"/>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chemeClr val="lt1"/>
              </a:solidFill>
              <a:latin typeface="Tahoma"/>
              <a:ea typeface="Tahoma"/>
              <a:cs typeface="Tahoma"/>
              <a:sym typeface="Tahoma"/>
            </a:endParaRPr>
          </a:p>
        </p:txBody>
      </p:sp>
      <p:sp>
        <p:nvSpPr>
          <p:cNvPr id="2594" name="Google Shape;2594;p240"/>
          <p:cNvSpPr/>
          <p:nvPr/>
        </p:nvSpPr>
        <p:spPr>
          <a:xfrm>
            <a:off x="2211573" y="3338624"/>
            <a:ext cx="1488558" cy="382772"/>
          </a:xfrm>
          <a:prstGeom prst="rect">
            <a:avLst/>
          </a:prstGeom>
          <a:noFill/>
          <a:ln w="19050" cap="flat" cmpd="sng">
            <a:solidFill>
              <a:srgbClr val="FFFF00"/>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Shape 2598"/>
        <p:cNvGrpSpPr/>
        <p:nvPr/>
      </p:nvGrpSpPr>
      <p:grpSpPr>
        <a:xfrm>
          <a:off x="0" y="0"/>
          <a:ext cx="0" cy="0"/>
          <a:chOff x="0" y="0"/>
          <a:chExt cx="0" cy="0"/>
        </a:xfrm>
      </p:grpSpPr>
      <p:pic>
        <p:nvPicPr>
          <p:cNvPr id="2599" name="Google Shape;2599;p241"/>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600" name="Google Shape;2600;p241"/>
          <p:cNvSpPr txBox="1"/>
          <p:nvPr/>
        </p:nvSpPr>
        <p:spPr>
          <a:xfrm>
            <a:off x="5465135" y="4380614"/>
            <a:ext cx="3880883" cy="923289"/>
          </a:xfrm>
          <a:prstGeom prst="rect">
            <a:avLst/>
          </a:prstGeom>
          <a:solidFill>
            <a:srgbClr val="872789"/>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Tahoma"/>
              <a:ea typeface="Tahoma"/>
              <a:cs typeface="Tahoma"/>
              <a:sym typeface="Tahoma"/>
            </a:endParaRPr>
          </a:p>
          <a:p>
            <a:pPr marL="0" marR="0" lvl="0" indent="0" algn="ctr" rtl="0">
              <a:lnSpc>
                <a:spcPct val="100000"/>
              </a:lnSpc>
              <a:spcBef>
                <a:spcPts val="0"/>
              </a:spcBef>
              <a:spcAft>
                <a:spcPts val="0"/>
              </a:spcAft>
              <a:buClr>
                <a:srgbClr val="000000"/>
              </a:buClr>
              <a:buSzPts val="1800"/>
              <a:buFont typeface="Arial"/>
              <a:buNone/>
            </a:pPr>
            <a:r>
              <a:rPr lang="es-ES" sz="1800" dirty="0">
                <a:solidFill>
                  <a:schemeClr val="lt1"/>
                </a:solidFill>
                <a:latin typeface="Gotham Rounded Medium" panose="02000000000000000000" pitchFamily="50" charset="0"/>
                <a:ea typeface="Tahoma"/>
                <a:cs typeface="Tahoma"/>
                <a:sym typeface="Tahoma"/>
              </a:rPr>
              <a:t>¡</a:t>
            </a:r>
            <a:r>
              <a:rPr lang="es-ES" sz="1800" b="0" i="0" u="none" strike="noStrike" cap="none" dirty="0" smtClean="0">
                <a:solidFill>
                  <a:schemeClr val="lt1"/>
                </a:solidFill>
                <a:latin typeface="Gotham Rounded Medium" panose="02000000000000000000" pitchFamily="50" charset="0"/>
                <a:ea typeface="Tahoma"/>
                <a:cs typeface="Tahoma"/>
                <a:sym typeface="Tahoma"/>
              </a:rPr>
              <a:t>Resultado </a:t>
            </a:r>
            <a:r>
              <a:rPr lang="es-ES" sz="1800" b="0" i="0" u="none" strike="noStrike" cap="none" dirty="0">
                <a:solidFill>
                  <a:schemeClr val="lt1"/>
                </a:solidFill>
                <a:latin typeface="Gotham Rounded Medium" panose="02000000000000000000" pitchFamily="50" charset="0"/>
                <a:ea typeface="Tahoma"/>
                <a:cs typeface="Tahoma"/>
                <a:sym typeface="Tahoma"/>
              </a:rPr>
              <a:t>de la ejecución</a:t>
            </a:r>
            <a:r>
              <a:rPr lang="es-ES" sz="1800" b="0" i="0" u="none" strike="noStrike" cap="none" dirty="0" smtClean="0">
                <a:solidFill>
                  <a:schemeClr val="lt1"/>
                </a:solidFill>
                <a:latin typeface="Gotham Rounded Medium" panose="02000000000000000000" pitchFamily="50" charset="0"/>
                <a:ea typeface="Tahoma"/>
                <a:cs typeface="Tahoma"/>
                <a:sym typeface="Tahoma"/>
              </a:rPr>
              <a:t>!</a:t>
            </a:r>
            <a:endParaRPr sz="1800" b="0" i="0" u="none" strike="noStrike" cap="none" dirty="0">
              <a:solidFill>
                <a:schemeClr val="lt1"/>
              </a:solidFill>
              <a:latin typeface="Gotham Rounded Medium" panose="02000000000000000000" pitchFamily="50" charset="0"/>
              <a:ea typeface="Tahoma"/>
              <a:cs typeface="Tahoma"/>
              <a:sym typeface="Tahoma"/>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Shape 2605"/>
        <p:cNvGrpSpPr/>
        <p:nvPr/>
      </p:nvGrpSpPr>
      <p:grpSpPr>
        <a:xfrm>
          <a:off x="0" y="0"/>
          <a:ext cx="0" cy="0"/>
          <a:chOff x="0" y="0"/>
          <a:chExt cx="0" cy="0"/>
        </a:xfrm>
      </p:grpSpPr>
      <p:pic>
        <p:nvPicPr>
          <p:cNvPr id="4" name="Google Shape;214;p2"/>
          <p:cNvPicPr preferRelativeResize="0"/>
          <p:nvPr/>
        </p:nvPicPr>
        <p:blipFill rotWithShape="1">
          <a:blip r:embed="rId3">
            <a:alphaModFix/>
          </a:blip>
          <a:srcRect/>
          <a:stretch/>
        </p:blipFill>
        <p:spPr>
          <a:xfrm>
            <a:off x="0" y="1254"/>
            <a:ext cx="12192000" cy="6856745"/>
          </a:xfrm>
          <a:prstGeom prst="rect">
            <a:avLst/>
          </a:prstGeom>
          <a:noFill/>
          <a:ln>
            <a:noFill/>
          </a:ln>
        </p:spPr>
      </p:pic>
      <p:sp>
        <p:nvSpPr>
          <p:cNvPr id="2607" name="Google Shape;2607;p242"/>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Medium" panose="02000000000000000000" pitchFamily="50" charset="0"/>
                <a:sym typeface="Arial"/>
              </a:rPr>
              <a:t>Desafío JavaScript</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Gotham Rounded Medium" panose="02000000000000000000" pitchFamily="50" charset="0"/>
                <a:sym typeface="Arial"/>
              </a:rPr>
              <a:t>Operar con</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Gotham Rounded Medium" panose="02000000000000000000" pitchFamily="50" charset="0"/>
                <a:sym typeface="Arial"/>
              </a:rPr>
              <a:t>variables y funciones</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Medium" panose="02000000000000000000" pitchFamily="50" charset="0"/>
                <a:sym typeface="Arial"/>
              </a:rPr>
              <a:t>¿Cuánto vale la variable </a:t>
            </a:r>
            <a:r>
              <a:rPr lang="es-ES" sz="2400" b="0" i="0" u="sng" strike="noStrike" cap="none" dirty="0">
                <a:solidFill>
                  <a:schemeClr val="tx1"/>
                </a:solidFill>
                <a:latin typeface="Gotham Rounded Medium" panose="02000000000000000000" pitchFamily="50" charset="0"/>
                <a:sym typeface="Arial"/>
              </a:rPr>
              <a:t>total</a:t>
            </a:r>
            <a:r>
              <a:rPr lang="es-ES" sz="2400" b="0" i="0" u="none" strike="noStrike" cap="none" dirty="0">
                <a:solidFill>
                  <a:schemeClr val="tx1"/>
                </a:solidFill>
                <a:latin typeface="Gotham Rounded Medium" panose="02000000000000000000" pitchFamily="50" charset="0"/>
                <a:sym typeface="Arial"/>
              </a:rPr>
              <a:t>?</a:t>
            </a:r>
            <a:endParaRPr sz="2400" b="0" i="0" u="none" strike="noStrike" cap="none" dirty="0">
              <a:solidFill>
                <a:schemeClr val="tx1"/>
              </a:solidFill>
              <a:latin typeface="Gotham Rounded Medium" panose="02000000000000000000" pitchFamily="50" charset="0"/>
              <a:sym typeface="Arial"/>
            </a:endParaRPr>
          </a:p>
        </p:txBody>
      </p:sp>
    </p:spTree>
  </p:cSld>
  <p:clrMapOvr>
    <a:masterClrMapping/>
  </p:clrMapOvr>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rot="10800000">
            <a:off x="11448224" y="0"/>
            <a:ext cx="743776" cy="1493649"/>
          </a:xfrm>
          <a:prstGeom prst="rect">
            <a:avLst/>
          </a:prstGeom>
        </p:spPr>
      </p:pic>
      <p:pic>
        <p:nvPicPr>
          <p:cNvPr id="3" name="Imagen 2"/>
          <p:cNvPicPr>
            <a:picLocks noChangeAspect="1"/>
          </p:cNvPicPr>
          <p:nvPr/>
        </p:nvPicPr>
        <p:blipFill>
          <a:blip r:embed="rId4"/>
          <a:stretch>
            <a:fillRect/>
          </a:stretch>
        </p:blipFill>
        <p:spPr>
          <a:xfrm rot="5400000">
            <a:off x="-1249789" y="2951593"/>
            <a:ext cx="3365284" cy="865707"/>
          </a:xfrm>
          <a:prstGeom prst="rect">
            <a:avLst/>
          </a:prstGeom>
        </p:spPr>
      </p:pic>
      <p:pic>
        <p:nvPicPr>
          <p:cNvPr id="4" name="Imagen 3"/>
          <p:cNvPicPr>
            <a:picLocks noChangeAspect="1"/>
          </p:cNvPicPr>
          <p:nvPr/>
        </p:nvPicPr>
        <p:blipFill>
          <a:blip r:embed="rId5"/>
          <a:stretch>
            <a:fillRect/>
          </a:stretch>
        </p:blipFill>
        <p:spPr>
          <a:xfrm>
            <a:off x="5095549" y="0"/>
            <a:ext cx="1487553" cy="530398"/>
          </a:xfrm>
          <a:prstGeom prst="rect">
            <a:avLst/>
          </a:prstGeom>
        </p:spPr>
      </p:pic>
      <p:sp>
        <p:nvSpPr>
          <p:cNvPr id="9" name="Google Shape;2614;p243"/>
          <p:cNvSpPr txBox="1"/>
          <p:nvPr/>
        </p:nvSpPr>
        <p:spPr>
          <a:xfrm>
            <a:off x="865707" y="1832991"/>
            <a:ext cx="7149579" cy="2769989"/>
          </a:xfrm>
          <a:prstGeom prst="rect">
            <a:avLst/>
          </a:prstGeom>
          <a:noFill/>
          <a:ln>
            <a:noFill/>
          </a:ln>
        </p:spPr>
        <p:txBody>
          <a:bodyPr spcFirstLastPara="1" wrap="square" lIns="0" tIns="0" rIns="0" bIns="0" anchor="ctr" anchorCtr="0">
            <a:spAutoFit/>
          </a:bodyPr>
          <a:lstStyle/>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err="1">
                <a:solidFill>
                  <a:srgbClr val="FF3399"/>
                </a:solidFill>
                <a:latin typeface="Gotham Rounded Medium" panose="02000000000000000000" pitchFamily="50" charset="0"/>
                <a:ea typeface="Tahoma"/>
                <a:cs typeface="Tahoma"/>
                <a:sym typeface="Tahoma"/>
              </a:rPr>
              <a:t>function</a:t>
            </a:r>
            <a:r>
              <a:rPr lang="es-ES" sz="3600" b="0" i="0" u="none" strike="noStrike" cap="none" dirty="0">
                <a:solidFill>
                  <a:srgbClr val="FF3399"/>
                </a:solidFill>
                <a:latin typeface="Gotham Rounded Medium" panose="02000000000000000000" pitchFamily="50" charset="0"/>
                <a:ea typeface="Tahoma"/>
                <a:cs typeface="Tahoma"/>
                <a:sym typeface="Tahoma"/>
              </a:rPr>
              <a:t> </a:t>
            </a:r>
            <a:r>
              <a:rPr lang="es-ES" sz="3600" b="0" i="0" u="none" strike="noStrike" cap="none" dirty="0">
                <a:solidFill>
                  <a:srgbClr val="E8A47A"/>
                </a:solidFill>
                <a:latin typeface="Gotham Rounded Medium" panose="02000000000000000000" pitchFamily="50" charset="0"/>
                <a:ea typeface="Tahoma"/>
                <a:cs typeface="Tahoma"/>
                <a:sym typeface="Tahoma"/>
              </a:rPr>
              <a:t>suma</a:t>
            </a:r>
            <a:r>
              <a:rPr lang="es-ES" sz="3600" b="0" i="0" u="none" strike="noStrike" cap="none" dirty="0">
                <a:solidFill>
                  <a:srgbClr val="FF3399"/>
                </a:solidFill>
                <a:latin typeface="Gotham Rounded Medium" panose="02000000000000000000" pitchFamily="50" charset="0"/>
                <a:ea typeface="Tahoma"/>
                <a:cs typeface="Tahoma"/>
                <a:sym typeface="Tahoma"/>
              </a:rPr>
              <a:t>(a, b) {</a:t>
            </a:r>
            <a:endParaRPr sz="14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a:solidFill>
                  <a:srgbClr val="FF3399"/>
                </a:solidFill>
                <a:latin typeface="Gotham Rounded Medium" panose="02000000000000000000" pitchFamily="50" charset="0"/>
                <a:ea typeface="Tahoma"/>
                <a:cs typeface="Tahoma"/>
                <a:sym typeface="Tahoma"/>
              </a:rPr>
              <a:t>	</a:t>
            </a:r>
            <a:r>
              <a:rPr lang="es-ES" sz="3600" b="0" i="0" u="none" strike="noStrike" cap="none" dirty="0" err="1">
                <a:solidFill>
                  <a:srgbClr val="4A7B8B"/>
                </a:solidFill>
                <a:latin typeface="Gotham Rounded Medium" panose="02000000000000000000" pitchFamily="50" charset="0"/>
                <a:ea typeface="Tahoma"/>
                <a:cs typeface="Tahoma"/>
                <a:sym typeface="Tahoma"/>
              </a:rPr>
              <a:t>return</a:t>
            </a:r>
            <a:r>
              <a:rPr lang="es-ES" sz="3600" b="0" i="0" u="none" strike="noStrike" cap="none" dirty="0">
                <a:solidFill>
                  <a:srgbClr val="FF3399"/>
                </a:solidFill>
                <a:latin typeface="Gotham Rounded Medium" panose="02000000000000000000" pitchFamily="50" charset="0"/>
                <a:ea typeface="Tahoma"/>
                <a:cs typeface="Tahoma"/>
                <a:sym typeface="Tahoma"/>
              </a:rPr>
              <a:t> a + b;</a:t>
            </a:r>
            <a:endParaRPr sz="14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a:solidFill>
                  <a:srgbClr val="FF3399"/>
                </a:solidFill>
                <a:latin typeface="Gotham Rounded Medium" panose="02000000000000000000" pitchFamily="50" charset="0"/>
                <a:ea typeface="Tahoma"/>
                <a:cs typeface="Tahoma"/>
                <a:sym typeface="Tahoma"/>
              </a:rPr>
              <a:t>}</a:t>
            </a:r>
            <a:endParaRPr sz="14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endParaRPr sz="3600" b="0" i="0" u="none" strike="noStrike" cap="none" dirty="0">
              <a:solidFill>
                <a:srgbClr val="79D2EA"/>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err="1">
                <a:solidFill>
                  <a:srgbClr val="FF3399"/>
                </a:solidFill>
                <a:latin typeface="Gotham Rounded Medium" panose="02000000000000000000" pitchFamily="50" charset="0"/>
                <a:ea typeface="Tahoma"/>
                <a:cs typeface="Tahoma"/>
                <a:sym typeface="Tahoma"/>
              </a:rPr>
              <a:t>let</a:t>
            </a:r>
            <a:r>
              <a:rPr lang="es-ES" sz="3600" b="0" i="0" u="none" strike="noStrike" cap="none" dirty="0">
                <a:solidFill>
                  <a:srgbClr val="4A7B8B"/>
                </a:solidFill>
                <a:latin typeface="Gotham Rounded Medium" panose="02000000000000000000" pitchFamily="50" charset="0"/>
                <a:ea typeface="Tahoma"/>
                <a:cs typeface="Tahoma"/>
                <a:sym typeface="Tahoma"/>
              </a:rPr>
              <a:t> total = </a:t>
            </a:r>
            <a:r>
              <a:rPr lang="es-ES" sz="3600" b="0" i="0" u="none" strike="noStrike" cap="none" dirty="0">
                <a:solidFill>
                  <a:srgbClr val="E8A47A"/>
                </a:solidFill>
                <a:latin typeface="Gotham Rounded Medium" panose="02000000000000000000" pitchFamily="50" charset="0"/>
                <a:ea typeface="Tahoma"/>
                <a:cs typeface="Tahoma"/>
                <a:sym typeface="Tahoma"/>
              </a:rPr>
              <a:t>suma(</a:t>
            </a:r>
            <a:r>
              <a:rPr lang="es-ES" sz="3600" b="0" i="0" u="none" strike="noStrike" cap="none" dirty="0">
                <a:solidFill>
                  <a:srgbClr val="79D2EA"/>
                </a:solidFill>
                <a:latin typeface="Gotham Rounded Medium" panose="02000000000000000000" pitchFamily="50" charset="0"/>
                <a:ea typeface="Tahoma"/>
                <a:cs typeface="Tahoma"/>
                <a:sym typeface="Tahoma"/>
              </a:rPr>
              <a:t>5, 4</a:t>
            </a:r>
            <a:r>
              <a:rPr lang="es-ES" sz="3600" b="0" i="0" u="none" strike="noStrike" cap="none" dirty="0">
                <a:solidFill>
                  <a:srgbClr val="E8A47A"/>
                </a:solidFill>
                <a:latin typeface="Gotham Rounded Medium" panose="02000000000000000000" pitchFamily="50" charset="0"/>
                <a:ea typeface="Tahoma"/>
                <a:cs typeface="Tahoma"/>
                <a:sym typeface="Tahoma"/>
              </a:rPr>
              <a:t>)</a:t>
            </a:r>
            <a:r>
              <a:rPr lang="es-ES" sz="3600" b="0" i="0" u="none" strike="noStrike" cap="none" dirty="0">
                <a:solidFill>
                  <a:srgbClr val="4A7B8B"/>
                </a:solidFill>
                <a:latin typeface="Gotham Rounded Medium" panose="02000000000000000000" pitchFamily="50" charset="0"/>
                <a:ea typeface="Tahoma"/>
                <a:cs typeface="Tahoma"/>
                <a:sym typeface="Tahoma"/>
              </a:rPr>
              <a:t>;</a:t>
            </a:r>
            <a:endParaRPr sz="1400" b="0" i="0" u="none" strike="noStrike" cap="none" dirty="0">
              <a:solidFill>
                <a:srgbClr val="000000"/>
              </a:solidFill>
              <a:latin typeface="Gotham Rounded Medium" panose="02000000000000000000" pitchFamily="50" charset="0"/>
              <a:sym typeface="Arial"/>
            </a:endParaRPr>
          </a:p>
        </p:txBody>
      </p:sp>
      <p:cxnSp>
        <p:nvCxnSpPr>
          <p:cNvPr id="10" name="Google Shape;2615;p243"/>
          <p:cNvCxnSpPr/>
          <p:nvPr/>
        </p:nvCxnSpPr>
        <p:spPr>
          <a:xfrm>
            <a:off x="8238930"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11" name="Google Shape;2616;p243"/>
          <p:cNvSpPr txBox="1"/>
          <p:nvPr/>
        </p:nvSpPr>
        <p:spPr>
          <a:xfrm>
            <a:off x="8114422" y="2044006"/>
            <a:ext cx="3452315" cy="19389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0"/>
              <a:buFont typeface="Arial"/>
              <a:buNone/>
            </a:pPr>
            <a:r>
              <a:rPr lang="es-ES" sz="12000" b="0" i="0" u="none" strike="noStrike" cap="none" dirty="0" smtClean="0">
                <a:solidFill>
                  <a:srgbClr val="79D2EA"/>
                </a:solidFill>
                <a:latin typeface="Tahoma"/>
                <a:ea typeface="Tahoma"/>
                <a:cs typeface="Tahoma"/>
                <a:sym typeface="Tahoma"/>
              </a:rPr>
              <a:t>?</a:t>
            </a:r>
            <a:endParaRPr sz="120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08973595"/>
      </p:ext>
    </p:extLst>
  </p:cSld>
  <p:clrMapOvr>
    <a:masterClrMapping/>
  </p:clrMapOvr>
  <p:timing>
    <p:tnLst>
      <p:par>
        <p:cT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rot="10800000">
            <a:off x="11448224" y="0"/>
            <a:ext cx="743776" cy="1493649"/>
          </a:xfrm>
          <a:prstGeom prst="rect">
            <a:avLst/>
          </a:prstGeom>
        </p:spPr>
      </p:pic>
      <p:pic>
        <p:nvPicPr>
          <p:cNvPr id="3" name="Imagen 2"/>
          <p:cNvPicPr>
            <a:picLocks noChangeAspect="1"/>
          </p:cNvPicPr>
          <p:nvPr/>
        </p:nvPicPr>
        <p:blipFill>
          <a:blip r:embed="rId4"/>
          <a:stretch>
            <a:fillRect/>
          </a:stretch>
        </p:blipFill>
        <p:spPr>
          <a:xfrm rot="5400000">
            <a:off x="-1249789" y="2951593"/>
            <a:ext cx="3365284" cy="865707"/>
          </a:xfrm>
          <a:prstGeom prst="rect">
            <a:avLst/>
          </a:prstGeom>
        </p:spPr>
      </p:pic>
      <p:pic>
        <p:nvPicPr>
          <p:cNvPr id="4" name="Imagen 3"/>
          <p:cNvPicPr>
            <a:picLocks noChangeAspect="1"/>
          </p:cNvPicPr>
          <p:nvPr/>
        </p:nvPicPr>
        <p:blipFill>
          <a:blip r:embed="rId5"/>
          <a:stretch>
            <a:fillRect/>
          </a:stretch>
        </p:blipFill>
        <p:spPr>
          <a:xfrm>
            <a:off x="5095549" y="0"/>
            <a:ext cx="1487553" cy="530398"/>
          </a:xfrm>
          <a:prstGeom prst="rect">
            <a:avLst/>
          </a:prstGeom>
        </p:spPr>
      </p:pic>
      <p:sp>
        <p:nvSpPr>
          <p:cNvPr id="9" name="Google Shape;2614;p243"/>
          <p:cNvSpPr txBox="1"/>
          <p:nvPr/>
        </p:nvSpPr>
        <p:spPr>
          <a:xfrm>
            <a:off x="865707" y="659011"/>
            <a:ext cx="7149579" cy="2769989"/>
          </a:xfrm>
          <a:prstGeom prst="rect">
            <a:avLst/>
          </a:prstGeom>
          <a:noFill/>
          <a:ln>
            <a:noFill/>
          </a:ln>
        </p:spPr>
        <p:txBody>
          <a:bodyPr spcFirstLastPara="1" wrap="square" lIns="0" tIns="0" rIns="0" bIns="0" anchor="ctr" anchorCtr="0">
            <a:spAutoFit/>
          </a:bodyPr>
          <a:lstStyle/>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err="1">
                <a:solidFill>
                  <a:srgbClr val="FF3399"/>
                </a:solidFill>
                <a:latin typeface="Gotham Rounded Medium" panose="02000000000000000000" pitchFamily="50" charset="0"/>
                <a:ea typeface="Tahoma"/>
                <a:cs typeface="Tahoma"/>
                <a:sym typeface="Tahoma"/>
              </a:rPr>
              <a:t>function</a:t>
            </a:r>
            <a:r>
              <a:rPr lang="es-ES" sz="3600" b="0" i="0" u="none" strike="noStrike" cap="none" dirty="0">
                <a:solidFill>
                  <a:srgbClr val="FF3399"/>
                </a:solidFill>
                <a:latin typeface="Gotham Rounded Medium" panose="02000000000000000000" pitchFamily="50" charset="0"/>
                <a:ea typeface="Tahoma"/>
                <a:cs typeface="Tahoma"/>
                <a:sym typeface="Tahoma"/>
              </a:rPr>
              <a:t> </a:t>
            </a:r>
            <a:r>
              <a:rPr lang="es-ES" sz="3600" b="0" i="0" u="none" strike="noStrike" cap="none" dirty="0">
                <a:solidFill>
                  <a:srgbClr val="E8A47A"/>
                </a:solidFill>
                <a:latin typeface="Gotham Rounded Medium" panose="02000000000000000000" pitchFamily="50" charset="0"/>
                <a:ea typeface="Tahoma"/>
                <a:cs typeface="Tahoma"/>
                <a:sym typeface="Tahoma"/>
              </a:rPr>
              <a:t>suma</a:t>
            </a:r>
            <a:r>
              <a:rPr lang="es-ES" sz="3600" b="0" i="0" u="none" strike="noStrike" cap="none" dirty="0">
                <a:solidFill>
                  <a:srgbClr val="FF3399"/>
                </a:solidFill>
                <a:latin typeface="Gotham Rounded Medium" panose="02000000000000000000" pitchFamily="50" charset="0"/>
                <a:ea typeface="Tahoma"/>
                <a:cs typeface="Tahoma"/>
                <a:sym typeface="Tahoma"/>
              </a:rPr>
              <a:t>(a, b) {</a:t>
            </a:r>
            <a:endParaRPr sz="14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a:solidFill>
                  <a:srgbClr val="FF3399"/>
                </a:solidFill>
                <a:latin typeface="Gotham Rounded Medium" panose="02000000000000000000" pitchFamily="50" charset="0"/>
                <a:ea typeface="Tahoma"/>
                <a:cs typeface="Tahoma"/>
                <a:sym typeface="Tahoma"/>
              </a:rPr>
              <a:t>	</a:t>
            </a:r>
            <a:r>
              <a:rPr lang="es-ES" sz="3600" b="0" i="0" u="none" strike="noStrike" cap="none" dirty="0" err="1">
                <a:solidFill>
                  <a:srgbClr val="4A7B8B"/>
                </a:solidFill>
                <a:latin typeface="Gotham Rounded Medium" panose="02000000000000000000" pitchFamily="50" charset="0"/>
                <a:ea typeface="Tahoma"/>
                <a:cs typeface="Tahoma"/>
                <a:sym typeface="Tahoma"/>
              </a:rPr>
              <a:t>return</a:t>
            </a:r>
            <a:r>
              <a:rPr lang="es-ES" sz="3600" b="0" i="0" u="none" strike="noStrike" cap="none" dirty="0">
                <a:solidFill>
                  <a:srgbClr val="FF3399"/>
                </a:solidFill>
                <a:latin typeface="Gotham Rounded Medium" panose="02000000000000000000" pitchFamily="50" charset="0"/>
                <a:ea typeface="Tahoma"/>
                <a:cs typeface="Tahoma"/>
                <a:sym typeface="Tahoma"/>
              </a:rPr>
              <a:t> a + b;</a:t>
            </a:r>
            <a:endParaRPr sz="14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a:solidFill>
                  <a:srgbClr val="FF3399"/>
                </a:solidFill>
                <a:latin typeface="Gotham Rounded Medium" panose="02000000000000000000" pitchFamily="50" charset="0"/>
                <a:ea typeface="Tahoma"/>
                <a:cs typeface="Tahoma"/>
                <a:sym typeface="Tahoma"/>
              </a:rPr>
              <a:t>}</a:t>
            </a:r>
            <a:endParaRPr sz="14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endParaRPr sz="3600" b="0" i="0" u="none" strike="noStrike" cap="none" dirty="0">
              <a:solidFill>
                <a:srgbClr val="79D2EA"/>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err="1">
                <a:solidFill>
                  <a:srgbClr val="FF3399"/>
                </a:solidFill>
                <a:latin typeface="Gotham Rounded Medium" panose="02000000000000000000" pitchFamily="50" charset="0"/>
                <a:ea typeface="Tahoma"/>
                <a:cs typeface="Tahoma"/>
                <a:sym typeface="Tahoma"/>
              </a:rPr>
              <a:t>let</a:t>
            </a:r>
            <a:r>
              <a:rPr lang="es-ES" sz="3600" b="0" i="0" u="none" strike="noStrike" cap="none" dirty="0">
                <a:solidFill>
                  <a:srgbClr val="4A7B8B"/>
                </a:solidFill>
                <a:latin typeface="Gotham Rounded Medium" panose="02000000000000000000" pitchFamily="50" charset="0"/>
                <a:ea typeface="Tahoma"/>
                <a:cs typeface="Tahoma"/>
                <a:sym typeface="Tahoma"/>
              </a:rPr>
              <a:t> total = </a:t>
            </a:r>
            <a:r>
              <a:rPr lang="es-ES" sz="3600" b="0" i="0" u="none" strike="noStrike" cap="none" dirty="0">
                <a:solidFill>
                  <a:srgbClr val="E8A47A"/>
                </a:solidFill>
                <a:latin typeface="Gotham Rounded Medium" panose="02000000000000000000" pitchFamily="50" charset="0"/>
                <a:ea typeface="Tahoma"/>
                <a:cs typeface="Tahoma"/>
                <a:sym typeface="Tahoma"/>
              </a:rPr>
              <a:t>suma(</a:t>
            </a:r>
            <a:r>
              <a:rPr lang="es-ES" sz="3600" b="0" i="0" u="none" strike="noStrike" cap="none" dirty="0">
                <a:solidFill>
                  <a:srgbClr val="79D2EA"/>
                </a:solidFill>
                <a:latin typeface="Gotham Rounded Medium" panose="02000000000000000000" pitchFamily="50" charset="0"/>
                <a:ea typeface="Tahoma"/>
                <a:cs typeface="Tahoma"/>
                <a:sym typeface="Tahoma"/>
              </a:rPr>
              <a:t>5, 4</a:t>
            </a:r>
            <a:r>
              <a:rPr lang="es-ES" sz="3600" b="0" i="0" u="none" strike="noStrike" cap="none" dirty="0">
                <a:solidFill>
                  <a:srgbClr val="E8A47A"/>
                </a:solidFill>
                <a:latin typeface="Gotham Rounded Medium" panose="02000000000000000000" pitchFamily="50" charset="0"/>
                <a:ea typeface="Tahoma"/>
                <a:cs typeface="Tahoma"/>
                <a:sym typeface="Tahoma"/>
              </a:rPr>
              <a:t>)</a:t>
            </a:r>
            <a:r>
              <a:rPr lang="es-ES" sz="3600" b="0" i="0" u="none" strike="noStrike" cap="none" dirty="0">
                <a:solidFill>
                  <a:srgbClr val="4A7B8B"/>
                </a:solidFill>
                <a:latin typeface="Gotham Rounded Medium" panose="02000000000000000000" pitchFamily="50" charset="0"/>
                <a:ea typeface="Tahoma"/>
                <a:cs typeface="Tahoma"/>
                <a:sym typeface="Tahoma"/>
              </a:rPr>
              <a:t>;</a:t>
            </a:r>
            <a:endParaRPr sz="1400" b="0" i="0" u="none" strike="noStrike" cap="none" dirty="0">
              <a:solidFill>
                <a:srgbClr val="000000"/>
              </a:solidFill>
              <a:latin typeface="Gotham Rounded Medium" panose="02000000000000000000" pitchFamily="50" charset="0"/>
              <a:sym typeface="Arial"/>
            </a:endParaRPr>
          </a:p>
        </p:txBody>
      </p:sp>
      <p:cxnSp>
        <p:nvCxnSpPr>
          <p:cNvPr id="10" name="Google Shape;2615;p243"/>
          <p:cNvCxnSpPr/>
          <p:nvPr/>
        </p:nvCxnSpPr>
        <p:spPr>
          <a:xfrm>
            <a:off x="8238930"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11" name="Google Shape;2616;p243"/>
          <p:cNvSpPr txBox="1"/>
          <p:nvPr/>
        </p:nvSpPr>
        <p:spPr>
          <a:xfrm>
            <a:off x="8114422" y="2044006"/>
            <a:ext cx="3452315" cy="19389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0"/>
              <a:buFont typeface="Arial"/>
              <a:buNone/>
            </a:pPr>
            <a:r>
              <a:rPr lang="es-ES" sz="12000" b="0" i="0" u="none" strike="noStrike" cap="none" dirty="0" smtClean="0">
                <a:solidFill>
                  <a:srgbClr val="79D2EA"/>
                </a:solidFill>
                <a:latin typeface="Tahoma"/>
                <a:ea typeface="Tahoma"/>
                <a:cs typeface="Tahoma"/>
                <a:sym typeface="Tahoma"/>
              </a:rPr>
              <a:t>9</a:t>
            </a:r>
            <a:endParaRPr sz="12000" b="0" i="0" u="none" strike="noStrike" cap="none" dirty="0">
              <a:solidFill>
                <a:schemeClr val="dk1"/>
              </a:solidFill>
              <a:latin typeface="Calibri"/>
              <a:ea typeface="Calibri"/>
              <a:cs typeface="Calibri"/>
              <a:sym typeface="Calibri"/>
            </a:endParaRPr>
          </a:p>
        </p:txBody>
      </p:sp>
      <p:sp>
        <p:nvSpPr>
          <p:cNvPr id="5" name="Rectángulo 4"/>
          <p:cNvSpPr/>
          <p:nvPr/>
        </p:nvSpPr>
        <p:spPr>
          <a:xfrm>
            <a:off x="990215" y="3982998"/>
            <a:ext cx="6096000" cy="2031325"/>
          </a:xfrm>
          <a:prstGeom prst="rect">
            <a:avLst/>
          </a:prstGeom>
        </p:spPr>
        <p:txBody>
          <a:bodyPr>
            <a:spAutoFit/>
          </a:bodyPr>
          <a:lstStyle/>
          <a:p>
            <a:pPr marL="457200" lvl="1" algn="just">
              <a:buSzPts val="1800"/>
            </a:pPr>
            <a:r>
              <a:rPr lang="es-MX" sz="1800" dirty="0">
                <a:solidFill>
                  <a:schemeClr val="dk1"/>
                </a:solidFill>
                <a:latin typeface="Gotham Rounded" pitchFamily="50" charset="0"/>
              </a:rPr>
              <a:t>Al llamar a la función suma(); con los valores 5 y 4, lo que estamos haciendo es cargar los parámetros con esos dos números. De esa forma el parámetro “a”, va a ser igual a 5 y “b” a 4. Por último, la función suma(); nos va a retornar el resultado de la suma de 5 + 4, o sea de a + b.</a:t>
            </a:r>
            <a:endParaRPr lang="es-MX" dirty="0">
              <a:latin typeface="Gotham Rounded" pitchFamily="50" charset="0"/>
            </a:endParaRPr>
          </a:p>
        </p:txBody>
      </p:sp>
    </p:spTree>
    <p:extLst>
      <p:ext uri="{BB962C8B-B14F-4D97-AF65-F5344CB8AC3E}">
        <p14:creationId xmlns:p14="http://schemas.microsoft.com/office/powerpoint/2010/main" val="730832134"/>
      </p:ext>
    </p:extLst>
  </p:cSld>
  <p:clrMapOvr>
    <a:masterClrMapping/>
  </p:clrMapOvr>
  <p:timing>
    <p:tnLst>
      <p:par>
        <p:cTn id="1" dur="indefinite" restart="never" nodeType="tmRoot"/>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Shape 2630"/>
        <p:cNvGrpSpPr/>
        <p:nvPr/>
      </p:nvGrpSpPr>
      <p:grpSpPr>
        <a:xfrm>
          <a:off x="0" y="0"/>
          <a:ext cx="0" cy="0"/>
          <a:chOff x="0" y="0"/>
          <a:chExt cx="0" cy="0"/>
        </a:xfrm>
      </p:grpSpPr>
      <p:pic>
        <p:nvPicPr>
          <p:cNvPr id="2631" name="Google Shape;2631;p245" descr="Alien Monster on Microsoft Windows 10 May 2019 Update"/>
          <p:cNvPicPr preferRelativeResize="0"/>
          <p:nvPr/>
        </p:nvPicPr>
        <p:blipFill rotWithShape="1">
          <a:blip r:embed="rId3">
            <a:alphaModFix/>
          </a:blip>
          <a:srcRect/>
          <a:stretch/>
        </p:blipFill>
        <p:spPr>
          <a:xfrm>
            <a:off x="706797" y="7375848"/>
            <a:ext cx="452530" cy="452530"/>
          </a:xfrm>
          <a:prstGeom prst="rect">
            <a:avLst/>
          </a:prstGeom>
          <a:noFill/>
          <a:ln>
            <a:noFill/>
          </a:ln>
        </p:spPr>
      </p:pic>
      <p:sp>
        <p:nvSpPr>
          <p:cNvPr id="2632" name="Google Shape;2632;p245"/>
          <p:cNvSpPr txBox="1"/>
          <p:nvPr/>
        </p:nvSpPr>
        <p:spPr>
          <a:xfrm>
            <a:off x="706797" y="2044006"/>
            <a:ext cx="7149579" cy="2769989"/>
          </a:xfrm>
          <a:prstGeom prst="rect">
            <a:avLst/>
          </a:prstGeom>
          <a:noFill/>
          <a:ln>
            <a:noFill/>
          </a:ln>
        </p:spPr>
        <p:txBody>
          <a:bodyPr spcFirstLastPara="1" wrap="square" lIns="0" tIns="0" rIns="0" bIns="0" anchor="ctr" anchorCtr="0">
            <a:spAutoFit/>
          </a:bodyPr>
          <a:lstStyle/>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err="1">
                <a:solidFill>
                  <a:srgbClr val="FF3399"/>
                </a:solidFill>
                <a:latin typeface="Gotham Rounded Medium" panose="02000000000000000000" pitchFamily="50" charset="0"/>
                <a:ea typeface="Tahoma"/>
                <a:cs typeface="Tahoma"/>
                <a:sym typeface="Tahoma"/>
              </a:rPr>
              <a:t>function</a:t>
            </a:r>
            <a:r>
              <a:rPr lang="es-ES" sz="3600" b="0" i="0" u="none" strike="noStrike" cap="none" dirty="0">
                <a:solidFill>
                  <a:srgbClr val="FF3399"/>
                </a:solidFill>
                <a:latin typeface="Gotham Rounded Medium" panose="02000000000000000000" pitchFamily="50" charset="0"/>
                <a:ea typeface="Tahoma"/>
                <a:cs typeface="Tahoma"/>
                <a:sym typeface="Tahoma"/>
              </a:rPr>
              <a:t> </a:t>
            </a:r>
            <a:r>
              <a:rPr lang="es-ES" sz="3600" b="0" i="0" u="none" strike="noStrike" cap="none" dirty="0" err="1">
                <a:solidFill>
                  <a:srgbClr val="E8A47A"/>
                </a:solidFill>
                <a:latin typeface="Gotham Rounded Medium" panose="02000000000000000000" pitchFamily="50" charset="0"/>
                <a:ea typeface="Tahoma"/>
                <a:cs typeface="Tahoma"/>
                <a:sym typeface="Tahoma"/>
              </a:rPr>
              <a:t>retornarNum</a:t>
            </a:r>
            <a:r>
              <a:rPr lang="es-ES" sz="3600" b="0" i="0" u="none" strike="noStrike" cap="none" dirty="0">
                <a:solidFill>
                  <a:srgbClr val="FF3399"/>
                </a:solidFill>
                <a:latin typeface="Gotham Rounded Medium" panose="02000000000000000000" pitchFamily="50" charset="0"/>
                <a:ea typeface="Tahoma"/>
                <a:cs typeface="Tahoma"/>
                <a:sym typeface="Tahoma"/>
              </a:rPr>
              <a:t>() {</a:t>
            </a:r>
            <a:endParaRPr sz="14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a:solidFill>
                  <a:srgbClr val="FF3399"/>
                </a:solidFill>
                <a:latin typeface="Gotham Rounded Medium" panose="02000000000000000000" pitchFamily="50" charset="0"/>
                <a:ea typeface="Tahoma"/>
                <a:cs typeface="Tahoma"/>
                <a:sym typeface="Tahoma"/>
              </a:rPr>
              <a:t>	</a:t>
            </a:r>
            <a:r>
              <a:rPr lang="es-ES" sz="3600" b="0" i="0" u="none" strike="noStrike" cap="none" dirty="0" err="1">
                <a:solidFill>
                  <a:srgbClr val="4A7B8B"/>
                </a:solidFill>
                <a:latin typeface="Gotham Rounded Medium" panose="02000000000000000000" pitchFamily="50" charset="0"/>
                <a:ea typeface="Tahoma"/>
                <a:cs typeface="Tahoma"/>
                <a:sym typeface="Tahoma"/>
              </a:rPr>
              <a:t>return</a:t>
            </a:r>
            <a:r>
              <a:rPr lang="es-ES" sz="3600" b="0" i="0" u="none" strike="noStrike" cap="none" dirty="0">
                <a:solidFill>
                  <a:srgbClr val="FF3399"/>
                </a:solidFill>
                <a:latin typeface="Gotham Rounded Medium" panose="02000000000000000000" pitchFamily="50" charset="0"/>
                <a:ea typeface="Tahoma"/>
                <a:cs typeface="Tahoma"/>
                <a:sym typeface="Tahoma"/>
              </a:rPr>
              <a:t> 3;</a:t>
            </a:r>
            <a:endParaRPr sz="14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a:solidFill>
                  <a:srgbClr val="FF3399"/>
                </a:solidFill>
                <a:latin typeface="Gotham Rounded Medium" panose="02000000000000000000" pitchFamily="50" charset="0"/>
                <a:ea typeface="Tahoma"/>
                <a:cs typeface="Tahoma"/>
                <a:sym typeface="Tahoma"/>
              </a:rPr>
              <a:t>}</a:t>
            </a:r>
            <a:endParaRPr sz="14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endParaRPr sz="3600" b="0" i="0" u="none" strike="noStrike" cap="none" dirty="0">
              <a:solidFill>
                <a:srgbClr val="79D2EA"/>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err="1">
                <a:solidFill>
                  <a:srgbClr val="FF3399"/>
                </a:solidFill>
                <a:latin typeface="Gotham Rounded Medium" panose="02000000000000000000" pitchFamily="50" charset="0"/>
                <a:ea typeface="Tahoma"/>
                <a:cs typeface="Tahoma"/>
                <a:sym typeface="Tahoma"/>
              </a:rPr>
              <a:t>let</a:t>
            </a:r>
            <a:r>
              <a:rPr lang="es-ES" sz="3600" b="0" i="0" u="none" strike="noStrike" cap="none" dirty="0">
                <a:solidFill>
                  <a:srgbClr val="4A7B8B"/>
                </a:solidFill>
                <a:latin typeface="Gotham Rounded Medium" panose="02000000000000000000" pitchFamily="50" charset="0"/>
                <a:ea typeface="Tahoma"/>
                <a:cs typeface="Tahoma"/>
                <a:sym typeface="Tahoma"/>
              </a:rPr>
              <a:t> total = </a:t>
            </a:r>
            <a:r>
              <a:rPr lang="es-ES" sz="3600" b="0" i="0" u="none" strike="noStrike" cap="none" dirty="0" err="1">
                <a:solidFill>
                  <a:srgbClr val="E8A47A"/>
                </a:solidFill>
                <a:latin typeface="Gotham Rounded Medium" panose="02000000000000000000" pitchFamily="50" charset="0"/>
                <a:ea typeface="Tahoma"/>
                <a:cs typeface="Tahoma"/>
                <a:sym typeface="Tahoma"/>
              </a:rPr>
              <a:t>retornarNum</a:t>
            </a:r>
            <a:r>
              <a:rPr lang="es-ES" sz="3600" b="0" i="0" u="none" strike="noStrike" cap="none" dirty="0">
                <a:solidFill>
                  <a:srgbClr val="E8A47A"/>
                </a:solidFill>
                <a:latin typeface="Gotham Rounded Medium" panose="02000000000000000000" pitchFamily="50" charset="0"/>
                <a:ea typeface="Tahoma"/>
                <a:cs typeface="Tahoma"/>
                <a:sym typeface="Tahoma"/>
              </a:rPr>
              <a:t>() </a:t>
            </a:r>
            <a:r>
              <a:rPr lang="es-ES" sz="3600" b="0" i="0" u="none" strike="noStrike" cap="none" dirty="0">
                <a:solidFill>
                  <a:srgbClr val="4A7B8B"/>
                </a:solidFill>
                <a:latin typeface="Gotham Rounded Medium" panose="02000000000000000000" pitchFamily="50" charset="0"/>
                <a:ea typeface="Tahoma"/>
                <a:cs typeface="Tahoma"/>
                <a:sym typeface="Tahoma"/>
              </a:rPr>
              <a:t>+</a:t>
            </a:r>
            <a:r>
              <a:rPr lang="es-ES" sz="3600" b="0" i="0" u="none" strike="noStrike" cap="none" dirty="0">
                <a:solidFill>
                  <a:srgbClr val="E8A47A"/>
                </a:solidFill>
                <a:latin typeface="Gotham Rounded Medium" panose="02000000000000000000" pitchFamily="50" charset="0"/>
                <a:ea typeface="Tahoma"/>
                <a:cs typeface="Tahoma"/>
                <a:sym typeface="Tahoma"/>
              </a:rPr>
              <a:t> </a:t>
            </a:r>
            <a:r>
              <a:rPr lang="es-ES" sz="3600" b="0" i="0" u="none" strike="noStrike" cap="none" dirty="0">
                <a:solidFill>
                  <a:srgbClr val="79D2EA"/>
                </a:solidFill>
                <a:latin typeface="Gotham Rounded Medium" panose="02000000000000000000" pitchFamily="50" charset="0"/>
                <a:ea typeface="Tahoma"/>
                <a:cs typeface="Tahoma"/>
                <a:sym typeface="Tahoma"/>
              </a:rPr>
              <a:t>1</a:t>
            </a:r>
            <a:r>
              <a:rPr lang="es-ES" sz="3600" b="0" i="0" u="none" strike="noStrike" cap="none" dirty="0">
                <a:solidFill>
                  <a:srgbClr val="4A7B8B"/>
                </a:solidFill>
                <a:latin typeface="Gotham Rounded Medium" panose="02000000000000000000" pitchFamily="50" charset="0"/>
                <a:ea typeface="Tahoma"/>
                <a:cs typeface="Tahoma"/>
                <a:sym typeface="Tahoma"/>
              </a:rPr>
              <a:t>;</a:t>
            </a:r>
            <a:endParaRPr sz="1400" b="0" i="0" u="none" strike="noStrike" cap="none" dirty="0">
              <a:solidFill>
                <a:srgbClr val="000000"/>
              </a:solidFill>
              <a:latin typeface="Gotham Rounded Medium" panose="02000000000000000000" pitchFamily="50" charset="0"/>
              <a:sym typeface="Arial"/>
            </a:endParaRPr>
          </a:p>
        </p:txBody>
      </p:sp>
      <p:cxnSp>
        <p:nvCxnSpPr>
          <p:cNvPr id="2633" name="Google Shape;2633;p245"/>
          <p:cNvCxnSpPr/>
          <p:nvPr/>
        </p:nvCxnSpPr>
        <p:spPr>
          <a:xfrm>
            <a:off x="8238930"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2634" name="Google Shape;2634;p245"/>
          <p:cNvSpPr txBox="1"/>
          <p:nvPr/>
        </p:nvSpPr>
        <p:spPr>
          <a:xfrm>
            <a:off x="8500192" y="2459504"/>
            <a:ext cx="3452315" cy="19389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0"/>
              <a:buFont typeface="Arial"/>
              <a:buNone/>
            </a:pPr>
            <a:r>
              <a:rPr lang="es-ES" sz="12000" b="0" i="0" u="none" strike="noStrike" cap="none">
                <a:solidFill>
                  <a:srgbClr val="79D2EA"/>
                </a:solidFill>
                <a:latin typeface="Tahoma"/>
                <a:ea typeface="Tahoma"/>
                <a:cs typeface="Tahoma"/>
                <a:sym typeface="Tahoma"/>
              </a:rPr>
              <a:t>?</a:t>
            </a:r>
            <a:endParaRPr sz="12000" b="0" i="0" u="none" strike="noStrike" cap="none">
              <a:solidFill>
                <a:schemeClr val="dk1"/>
              </a:solidFill>
              <a:latin typeface="Calibri"/>
              <a:ea typeface="Calibri"/>
              <a:cs typeface="Calibri"/>
              <a:sym typeface="Calibri"/>
            </a:endParaRPr>
          </a:p>
        </p:txBody>
      </p:sp>
      <p:pic>
        <p:nvPicPr>
          <p:cNvPr id="6" name="Imagen 5"/>
          <p:cNvPicPr>
            <a:picLocks noChangeAspect="1"/>
          </p:cNvPicPr>
          <p:nvPr/>
        </p:nvPicPr>
        <p:blipFill>
          <a:blip r:embed="rId4"/>
          <a:stretch>
            <a:fillRect/>
          </a:stretch>
        </p:blipFill>
        <p:spPr>
          <a:xfrm rot="10800000">
            <a:off x="11448224" y="0"/>
            <a:ext cx="743776" cy="1493649"/>
          </a:xfrm>
          <a:prstGeom prst="rect">
            <a:avLst/>
          </a:prstGeom>
        </p:spPr>
      </p:pic>
      <p:pic>
        <p:nvPicPr>
          <p:cNvPr id="7" name="Imagen 6"/>
          <p:cNvPicPr>
            <a:picLocks noChangeAspect="1"/>
          </p:cNvPicPr>
          <p:nvPr/>
        </p:nvPicPr>
        <p:blipFill>
          <a:blip r:embed="rId5"/>
          <a:stretch>
            <a:fillRect/>
          </a:stretch>
        </p:blipFill>
        <p:spPr>
          <a:xfrm rot="5400000">
            <a:off x="-1249789" y="2951593"/>
            <a:ext cx="3365284" cy="865707"/>
          </a:xfrm>
          <a:prstGeom prst="rect">
            <a:avLst/>
          </a:prstGeom>
        </p:spPr>
      </p:pic>
      <p:pic>
        <p:nvPicPr>
          <p:cNvPr id="8" name="Imagen 7"/>
          <p:cNvPicPr>
            <a:picLocks noChangeAspect="1"/>
          </p:cNvPicPr>
          <p:nvPr/>
        </p:nvPicPr>
        <p:blipFill>
          <a:blip r:embed="rId6"/>
          <a:stretch>
            <a:fillRect/>
          </a:stretch>
        </p:blipFill>
        <p:spPr>
          <a:xfrm>
            <a:off x="5095549" y="0"/>
            <a:ext cx="1487553" cy="530398"/>
          </a:xfrm>
          <a:prstGeom prst="rect">
            <a:avLst/>
          </a:prstGeom>
        </p:spPr>
      </p:pic>
    </p:spTree>
  </p:cSld>
  <p:clrMapOvr>
    <a:masterClrMapping/>
  </p:clrMapOvr>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Shape 2639"/>
        <p:cNvGrpSpPr/>
        <p:nvPr/>
      </p:nvGrpSpPr>
      <p:grpSpPr>
        <a:xfrm>
          <a:off x="0" y="0"/>
          <a:ext cx="0" cy="0"/>
          <a:chOff x="0" y="0"/>
          <a:chExt cx="0" cy="0"/>
        </a:xfrm>
      </p:grpSpPr>
      <p:sp>
        <p:nvSpPr>
          <p:cNvPr id="2640" name="Google Shape;2640;p246"/>
          <p:cNvSpPr txBox="1"/>
          <p:nvPr/>
        </p:nvSpPr>
        <p:spPr>
          <a:xfrm>
            <a:off x="706797" y="1074511"/>
            <a:ext cx="7149579" cy="4708981"/>
          </a:xfrm>
          <a:prstGeom prst="rect">
            <a:avLst/>
          </a:prstGeom>
          <a:noFill/>
          <a:ln>
            <a:noFill/>
          </a:ln>
        </p:spPr>
        <p:txBody>
          <a:bodyPr spcFirstLastPara="1" wrap="square" lIns="0" tIns="0" rIns="0" bIns="0" anchor="ctr" anchorCtr="0">
            <a:spAutoFit/>
          </a:bodyPr>
          <a:lstStyle/>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err="1">
                <a:solidFill>
                  <a:srgbClr val="FF3399"/>
                </a:solidFill>
                <a:latin typeface="Gotham Rounded Medium" panose="02000000000000000000" pitchFamily="50" charset="0"/>
                <a:ea typeface="Tahoma"/>
                <a:cs typeface="Tahoma"/>
                <a:sym typeface="Tahoma"/>
              </a:rPr>
              <a:t>function</a:t>
            </a:r>
            <a:r>
              <a:rPr lang="es-ES" sz="3600" b="0" i="0" u="none" strike="noStrike" cap="none" dirty="0">
                <a:solidFill>
                  <a:srgbClr val="FF3399"/>
                </a:solidFill>
                <a:latin typeface="Gotham Rounded Medium" panose="02000000000000000000" pitchFamily="50" charset="0"/>
                <a:ea typeface="Tahoma"/>
                <a:cs typeface="Tahoma"/>
                <a:sym typeface="Tahoma"/>
              </a:rPr>
              <a:t> </a:t>
            </a:r>
            <a:r>
              <a:rPr lang="es-ES" sz="3600" b="0" i="0" u="none" strike="noStrike" cap="none" dirty="0" err="1">
                <a:solidFill>
                  <a:srgbClr val="E8A47A"/>
                </a:solidFill>
                <a:latin typeface="Gotham Rounded Medium" panose="02000000000000000000" pitchFamily="50" charset="0"/>
                <a:ea typeface="Tahoma"/>
                <a:cs typeface="Tahoma"/>
                <a:sym typeface="Tahoma"/>
              </a:rPr>
              <a:t>retornarNum</a:t>
            </a:r>
            <a:r>
              <a:rPr lang="es-ES" sz="3600" b="0" i="0" u="none" strike="noStrike" cap="none" dirty="0">
                <a:solidFill>
                  <a:srgbClr val="FF3399"/>
                </a:solidFill>
                <a:latin typeface="Gotham Rounded Medium" panose="02000000000000000000" pitchFamily="50" charset="0"/>
                <a:ea typeface="Tahoma"/>
                <a:cs typeface="Tahoma"/>
                <a:sym typeface="Tahoma"/>
              </a:rPr>
              <a:t>() {</a:t>
            </a:r>
            <a:endParaRPr sz="14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a:solidFill>
                  <a:srgbClr val="FF3399"/>
                </a:solidFill>
                <a:latin typeface="Gotham Rounded Medium" panose="02000000000000000000" pitchFamily="50" charset="0"/>
                <a:ea typeface="Tahoma"/>
                <a:cs typeface="Tahoma"/>
                <a:sym typeface="Tahoma"/>
              </a:rPr>
              <a:t>	</a:t>
            </a:r>
            <a:r>
              <a:rPr lang="es-ES" sz="3600" b="0" i="0" u="none" strike="noStrike" cap="none" dirty="0" err="1">
                <a:solidFill>
                  <a:srgbClr val="4A7B8B"/>
                </a:solidFill>
                <a:latin typeface="Gotham Rounded Medium" panose="02000000000000000000" pitchFamily="50" charset="0"/>
                <a:ea typeface="Tahoma"/>
                <a:cs typeface="Tahoma"/>
                <a:sym typeface="Tahoma"/>
              </a:rPr>
              <a:t>return</a:t>
            </a:r>
            <a:r>
              <a:rPr lang="es-ES" sz="3600" b="0" i="0" u="none" strike="noStrike" cap="none" dirty="0">
                <a:solidFill>
                  <a:srgbClr val="FF3399"/>
                </a:solidFill>
                <a:latin typeface="Gotham Rounded Medium" panose="02000000000000000000" pitchFamily="50" charset="0"/>
                <a:ea typeface="Tahoma"/>
                <a:cs typeface="Tahoma"/>
                <a:sym typeface="Tahoma"/>
              </a:rPr>
              <a:t> 3;</a:t>
            </a:r>
            <a:endParaRPr sz="14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a:solidFill>
                  <a:srgbClr val="FF3399"/>
                </a:solidFill>
                <a:latin typeface="Gotham Rounded Medium" panose="02000000000000000000" pitchFamily="50" charset="0"/>
                <a:ea typeface="Tahoma"/>
                <a:cs typeface="Tahoma"/>
                <a:sym typeface="Tahoma"/>
              </a:rPr>
              <a:t>}</a:t>
            </a:r>
            <a:endParaRPr sz="14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endParaRPr sz="3600" b="0" i="0" u="none" strike="noStrike" cap="none" dirty="0">
              <a:solidFill>
                <a:srgbClr val="79D2EA"/>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err="1">
                <a:solidFill>
                  <a:srgbClr val="FF3399"/>
                </a:solidFill>
                <a:latin typeface="Gotham Rounded Medium" panose="02000000000000000000" pitchFamily="50" charset="0"/>
                <a:ea typeface="Tahoma"/>
                <a:cs typeface="Tahoma"/>
                <a:sym typeface="Tahoma"/>
              </a:rPr>
              <a:t>let</a:t>
            </a:r>
            <a:r>
              <a:rPr lang="es-ES" sz="3600" b="0" i="0" u="none" strike="noStrike" cap="none" dirty="0">
                <a:solidFill>
                  <a:srgbClr val="4A7B8B"/>
                </a:solidFill>
                <a:latin typeface="Gotham Rounded Medium" panose="02000000000000000000" pitchFamily="50" charset="0"/>
                <a:ea typeface="Tahoma"/>
                <a:cs typeface="Tahoma"/>
                <a:sym typeface="Tahoma"/>
              </a:rPr>
              <a:t> total = </a:t>
            </a:r>
            <a:r>
              <a:rPr lang="es-ES" sz="3600" b="0" i="0" u="none" strike="noStrike" cap="none" dirty="0" err="1">
                <a:solidFill>
                  <a:srgbClr val="E8A47A"/>
                </a:solidFill>
                <a:latin typeface="Gotham Rounded Medium" panose="02000000000000000000" pitchFamily="50" charset="0"/>
                <a:ea typeface="Tahoma"/>
                <a:cs typeface="Tahoma"/>
                <a:sym typeface="Tahoma"/>
              </a:rPr>
              <a:t>retornarNum</a:t>
            </a:r>
            <a:r>
              <a:rPr lang="es-ES" sz="3600" b="0" i="0" u="none" strike="noStrike" cap="none" dirty="0">
                <a:solidFill>
                  <a:srgbClr val="E8A47A"/>
                </a:solidFill>
                <a:latin typeface="Gotham Rounded Medium" panose="02000000000000000000" pitchFamily="50" charset="0"/>
                <a:ea typeface="Tahoma"/>
                <a:cs typeface="Tahoma"/>
                <a:sym typeface="Tahoma"/>
              </a:rPr>
              <a:t>() </a:t>
            </a:r>
            <a:r>
              <a:rPr lang="es-ES" sz="3600" b="0" i="0" u="none" strike="noStrike" cap="none" dirty="0">
                <a:solidFill>
                  <a:srgbClr val="4A7B8B"/>
                </a:solidFill>
                <a:latin typeface="Gotham Rounded Medium" panose="02000000000000000000" pitchFamily="50" charset="0"/>
                <a:ea typeface="Tahoma"/>
                <a:cs typeface="Tahoma"/>
                <a:sym typeface="Tahoma"/>
              </a:rPr>
              <a:t>+</a:t>
            </a:r>
            <a:r>
              <a:rPr lang="es-ES" sz="3600" b="0" i="0" u="none" strike="noStrike" cap="none" dirty="0">
                <a:solidFill>
                  <a:srgbClr val="E8A47A"/>
                </a:solidFill>
                <a:latin typeface="Gotham Rounded Medium" panose="02000000000000000000" pitchFamily="50" charset="0"/>
                <a:ea typeface="Tahoma"/>
                <a:cs typeface="Tahoma"/>
                <a:sym typeface="Tahoma"/>
              </a:rPr>
              <a:t> </a:t>
            </a:r>
            <a:r>
              <a:rPr lang="es-ES" sz="3600" b="0" i="0" u="none" strike="noStrike" cap="none" dirty="0">
                <a:solidFill>
                  <a:srgbClr val="79D2EA"/>
                </a:solidFill>
                <a:latin typeface="Gotham Rounded Medium" panose="02000000000000000000" pitchFamily="50" charset="0"/>
                <a:ea typeface="Tahoma"/>
                <a:cs typeface="Tahoma"/>
                <a:sym typeface="Tahoma"/>
              </a:rPr>
              <a:t>1</a:t>
            </a:r>
            <a:r>
              <a:rPr lang="es-ES" sz="3600" b="0" i="0" u="none" strike="noStrike" cap="none" dirty="0">
                <a:solidFill>
                  <a:srgbClr val="4A7B8B"/>
                </a:solidFill>
                <a:latin typeface="Gotham Rounded Medium" panose="02000000000000000000" pitchFamily="50" charset="0"/>
                <a:ea typeface="Tahoma"/>
                <a:cs typeface="Tahoma"/>
                <a:sym typeface="Tahoma"/>
              </a:rPr>
              <a:t>;</a:t>
            </a:r>
            <a:endParaRPr sz="14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dirty="0">
              <a:solidFill>
                <a:srgbClr val="A5A5A5"/>
              </a:solidFill>
              <a:latin typeface="Gotham Rounded Medium" panose="02000000000000000000" pitchFamily="50" charset="0"/>
              <a:sym typeface="Arial"/>
            </a:endParaRPr>
          </a:p>
          <a:p>
            <a:pPr marL="457200" marR="0" lvl="1" indent="0" algn="just" rtl="0">
              <a:lnSpc>
                <a:spcPct val="100000"/>
              </a:lnSpc>
              <a:spcBef>
                <a:spcPts val="0"/>
              </a:spcBef>
              <a:spcAft>
                <a:spcPts val="0"/>
              </a:spcAft>
              <a:buClr>
                <a:srgbClr val="000000"/>
              </a:buClr>
              <a:buSzPts val="1800"/>
              <a:buFont typeface="Arial"/>
              <a:buNone/>
            </a:pPr>
            <a:r>
              <a:rPr lang="es-ES" sz="1800" b="0" i="0" u="none" strike="noStrike" cap="none" dirty="0">
                <a:solidFill>
                  <a:schemeClr val="dk1"/>
                </a:solidFill>
                <a:latin typeface="Gotham Rounded" pitchFamily="50" charset="0"/>
                <a:sym typeface="Arial"/>
              </a:rPr>
              <a:t>Vemos que la función </a:t>
            </a:r>
            <a:r>
              <a:rPr lang="es-ES" sz="1800" b="0" i="0" u="none" strike="noStrike" cap="none" dirty="0" err="1">
                <a:solidFill>
                  <a:schemeClr val="dk1"/>
                </a:solidFill>
                <a:latin typeface="Gotham Rounded" pitchFamily="50" charset="0"/>
                <a:sym typeface="Arial"/>
              </a:rPr>
              <a:t>retornarNum</a:t>
            </a:r>
            <a:r>
              <a:rPr lang="es-ES" sz="1800" b="0" i="0" u="none" strike="noStrike" cap="none" dirty="0">
                <a:solidFill>
                  <a:schemeClr val="dk1"/>
                </a:solidFill>
                <a:latin typeface="Gotham Rounded" pitchFamily="50" charset="0"/>
                <a:sym typeface="Arial"/>
              </a:rPr>
              <a:t>(); no tiene espacios para admitir parámetros. Por ende, se la llama y no se le carga nada entre los paréntesis. Lo que esta función va a hacer SIEMPRE que la llamemos es retornar el valor de 3 numérico. Por eso, al llamarla y sumarle 1, el valor que se almacena en la variable total es 4.</a:t>
            </a:r>
            <a:endParaRPr sz="1400" b="0" i="0" u="none" strike="noStrike" cap="none" dirty="0">
              <a:solidFill>
                <a:srgbClr val="000000"/>
              </a:solidFill>
              <a:latin typeface="Gotham Rounded" pitchFamily="50" charset="0"/>
              <a:sym typeface="Arial"/>
            </a:endParaRPr>
          </a:p>
        </p:txBody>
      </p:sp>
      <p:cxnSp>
        <p:nvCxnSpPr>
          <p:cNvPr id="2641" name="Google Shape;2641;p246"/>
          <p:cNvCxnSpPr/>
          <p:nvPr/>
        </p:nvCxnSpPr>
        <p:spPr>
          <a:xfrm>
            <a:off x="8238930"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2642" name="Google Shape;2642;p246"/>
          <p:cNvSpPr txBox="1"/>
          <p:nvPr/>
        </p:nvSpPr>
        <p:spPr>
          <a:xfrm>
            <a:off x="8500192" y="2459504"/>
            <a:ext cx="3452315" cy="19389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0"/>
              <a:buFont typeface="Arial"/>
              <a:buNone/>
            </a:pPr>
            <a:r>
              <a:rPr lang="es-ES" sz="12000" b="0" i="0" u="none" strike="noStrike" cap="none">
                <a:solidFill>
                  <a:srgbClr val="79D2EA"/>
                </a:solidFill>
                <a:latin typeface="Tahoma"/>
                <a:ea typeface="Tahoma"/>
                <a:cs typeface="Tahoma"/>
                <a:sym typeface="Tahoma"/>
              </a:rPr>
              <a:t>4</a:t>
            </a:r>
            <a:endParaRPr sz="12000" b="0" i="0" u="none" strike="noStrike" cap="none">
              <a:solidFill>
                <a:schemeClr val="dk1"/>
              </a:solidFill>
              <a:latin typeface="Calibri"/>
              <a:ea typeface="Calibri"/>
              <a:cs typeface="Calibri"/>
              <a:sym typeface="Calibri"/>
            </a:endParaRPr>
          </a:p>
        </p:txBody>
      </p:sp>
      <p:pic>
        <p:nvPicPr>
          <p:cNvPr id="5" name="Imagen 4"/>
          <p:cNvPicPr>
            <a:picLocks noChangeAspect="1"/>
          </p:cNvPicPr>
          <p:nvPr/>
        </p:nvPicPr>
        <p:blipFill>
          <a:blip r:embed="rId3"/>
          <a:stretch>
            <a:fillRect/>
          </a:stretch>
        </p:blipFill>
        <p:spPr>
          <a:xfrm rot="10800000">
            <a:off x="11448224" y="0"/>
            <a:ext cx="743776" cy="1493649"/>
          </a:xfrm>
          <a:prstGeom prst="rect">
            <a:avLst/>
          </a:prstGeom>
        </p:spPr>
      </p:pic>
      <p:pic>
        <p:nvPicPr>
          <p:cNvPr id="6" name="Imagen 5"/>
          <p:cNvPicPr>
            <a:picLocks noChangeAspect="1"/>
          </p:cNvPicPr>
          <p:nvPr/>
        </p:nvPicPr>
        <p:blipFill>
          <a:blip r:embed="rId4"/>
          <a:stretch>
            <a:fillRect/>
          </a:stretch>
        </p:blipFill>
        <p:spPr>
          <a:xfrm rot="5400000">
            <a:off x="-1249789" y="2951593"/>
            <a:ext cx="3365284" cy="865707"/>
          </a:xfrm>
          <a:prstGeom prst="rect">
            <a:avLst/>
          </a:prstGeom>
        </p:spPr>
      </p:pic>
      <p:pic>
        <p:nvPicPr>
          <p:cNvPr id="7" name="Imagen 6"/>
          <p:cNvPicPr>
            <a:picLocks noChangeAspect="1"/>
          </p:cNvPicPr>
          <p:nvPr/>
        </p:nvPicPr>
        <p:blipFill>
          <a:blip r:embed="rId5"/>
          <a:stretch>
            <a:fillRect/>
          </a:stretch>
        </p:blipFill>
        <p:spPr>
          <a:xfrm>
            <a:off x="5095549" y="0"/>
            <a:ext cx="1487553" cy="530398"/>
          </a:xfrm>
          <a:prstGeom prst="rect">
            <a:avLst/>
          </a:prstGeom>
        </p:spPr>
      </p:pic>
    </p:spTree>
  </p:cSld>
  <p:clrMapOvr>
    <a:masterClrMapping/>
  </p:clrMapOvr>
  <p:timing>
    <p:tnLst>
      <p:par>
        <p:cTn id="1" dur="indefinite" restart="never" nodeType="tmRoot"/>
      </p:par>
    </p:tn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Shape 2647"/>
        <p:cNvGrpSpPr/>
        <p:nvPr/>
      </p:nvGrpSpPr>
      <p:grpSpPr>
        <a:xfrm>
          <a:off x="0" y="0"/>
          <a:ext cx="0" cy="0"/>
          <a:chOff x="0" y="0"/>
          <a:chExt cx="0" cy="0"/>
        </a:xfrm>
      </p:grpSpPr>
      <p:pic>
        <p:nvPicPr>
          <p:cNvPr id="2648" name="Google Shape;2648;p247" descr="Alien Monster on Microsoft Windows 10 May 2019 Update"/>
          <p:cNvPicPr preferRelativeResize="0"/>
          <p:nvPr/>
        </p:nvPicPr>
        <p:blipFill rotWithShape="1">
          <a:blip r:embed="rId3">
            <a:alphaModFix/>
          </a:blip>
          <a:srcRect/>
          <a:stretch/>
        </p:blipFill>
        <p:spPr>
          <a:xfrm>
            <a:off x="706797" y="7375848"/>
            <a:ext cx="452530" cy="452530"/>
          </a:xfrm>
          <a:prstGeom prst="rect">
            <a:avLst/>
          </a:prstGeom>
          <a:noFill/>
          <a:ln>
            <a:noFill/>
          </a:ln>
        </p:spPr>
      </p:pic>
      <p:sp>
        <p:nvSpPr>
          <p:cNvPr id="2649" name="Google Shape;2649;p247"/>
          <p:cNvSpPr txBox="1"/>
          <p:nvPr/>
        </p:nvSpPr>
        <p:spPr>
          <a:xfrm>
            <a:off x="706797" y="2044006"/>
            <a:ext cx="7149579" cy="2769989"/>
          </a:xfrm>
          <a:prstGeom prst="rect">
            <a:avLst/>
          </a:prstGeom>
          <a:noFill/>
          <a:ln>
            <a:noFill/>
          </a:ln>
        </p:spPr>
        <p:txBody>
          <a:bodyPr spcFirstLastPara="1" wrap="square" lIns="0" tIns="0" rIns="0" bIns="0" anchor="ctr" anchorCtr="0">
            <a:spAutoFit/>
          </a:bodyPr>
          <a:lstStyle/>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err="1">
                <a:solidFill>
                  <a:srgbClr val="FF3399"/>
                </a:solidFill>
                <a:latin typeface="Gotham Rounded Medium" panose="02000000000000000000" pitchFamily="50" charset="0"/>
                <a:ea typeface="Tahoma"/>
                <a:cs typeface="Tahoma"/>
                <a:sym typeface="Tahoma"/>
              </a:rPr>
              <a:t>function</a:t>
            </a:r>
            <a:r>
              <a:rPr lang="es-ES" sz="3600" b="0" i="0" u="none" strike="noStrike" cap="none" dirty="0">
                <a:solidFill>
                  <a:srgbClr val="FF3399"/>
                </a:solidFill>
                <a:latin typeface="Gotham Rounded Medium" panose="02000000000000000000" pitchFamily="50" charset="0"/>
                <a:ea typeface="Tahoma"/>
                <a:cs typeface="Tahoma"/>
                <a:sym typeface="Tahoma"/>
              </a:rPr>
              <a:t> </a:t>
            </a:r>
            <a:r>
              <a:rPr lang="es-ES" sz="3600" b="0" i="0" u="none" strike="noStrike" cap="none" dirty="0" err="1">
                <a:solidFill>
                  <a:srgbClr val="E8A47A"/>
                </a:solidFill>
                <a:latin typeface="Gotham Rounded Medium" panose="02000000000000000000" pitchFamily="50" charset="0"/>
                <a:ea typeface="Tahoma"/>
                <a:cs typeface="Tahoma"/>
                <a:sym typeface="Tahoma"/>
              </a:rPr>
              <a:t>multi</a:t>
            </a:r>
            <a:r>
              <a:rPr lang="es-ES" sz="3600" b="0" i="0" u="none" strike="noStrike" cap="none" dirty="0">
                <a:solidFill>
                  <a:srgbClr val="FF3399"/>
                </a:solidFill>
                <a:latin typeface="Gotham Rounded Medium" panose="02000000000000000000" pitchFamily="50" charset="0"/>
                <a:ea typeface="Tahoma"/>
                <a:cs typeface="Tahoma"/>
                <a:sym typeface="Tahoma"/>
              </a:rPr>
              <a:t>(a) {</a:t>
            </a:r>
            <a:endParaRPr sz="14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a:solidFill>
                  <a:srgbClr val="FF3399"/>
                </a:solidFill>
                <a:latin typeface="Gotham Rounded Medium" panose="02000000000000000000" pitchFamily="50" charset="0"/>
                <a:ea typeface="Tahoma"/>
                <a:cs typeface="Tahoma"/>
                <a:sym typeface="Tahoma"/>
              </a:rPr>
              <a:t>	</a:t>
            </a:r>
            <a:r>
              <a:rPr lang="es-ES" sz="3600" b="0" i="0" u="none" strike="noStrike" cap="none" dirty="0" err="1">
                <a:solidFill>
                  <a:srgbClr val="4A7B8B"/>
                </a:solidFill>
                <a:latin typeface="Gotham Rounded Medium" panose="02000000000000000000" pitchFamily="50" charset="0"/>
                <a:ea typeface="Tahoma"/>
                <a:cs typeface="Tahoma"/>
                <a:sym typeface="Tahoma"/>
              </a:rPr>
              <a:t>return</a:t>
            </a:r>
            <a:r>
              <a:rPr lang="es-ES" sz="3600" b="0" i="0" u="none" strike="noStrike" cap="none" dirty="0">
                <a:solidFill>
                  <a:srgbClr val="FF3399"/>
                </a:solidFill>
                <a:latin typeface="Gotham Rounded Medium" panose="02000000000000000000" pitchFamily="50" charset="0"/>
                <a:ea typeface="Tahoma"/>
                <a:cs typeface="Tahoma"/>
                <a:sym typeface="Tahoma"/>
              </a:rPr>
              <a:t> a * a;</a:t>
            </a:r>
            <a:endParaRPr sz="14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a:solidFill>
                  <a:srgbClr val="FF3399"/>
                </a:solidFill>
                <a:latin typeface="Gotham Rounded Medium" panose="02000000000000000000" pitchFamily="50" charset="0"/>
                <a:ea typeface="Tahoma"/>
                <a:cs typeface="Tahoma"/>
                <a:sym typeface="Tahoma"/>
              </a:rPr>
              <a:t>}</a:t>
            </a:r>
            <a:endParaRPr sz="14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endParaRPr sz="3600" b="0" i="0" u="none" strike="noStrike" cap="none" dirty="0">
              <a:solidFill>
                <a:srgbClr val="79D2EA"/>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err="1">
                <a:solidFill>
                  <a:srgbClr val="FF3399"/>
                </a:solidFill>
                <a:latin typeface="Gotham Rounded Medium" panose="02000000000000000000" pitchFamily="50" charset="0"/>
                <a:ea typeface="Tahoma"/>
                <a:cs typeface="Tahoma"/>
                <a:sym typeface="Tahoma"/>
              </a:rPr>
              <a:t>let</a:t>
            </a:r>
            <a:r>
              <a:rPr lang="es-ES" sz="3600" b="0" i="0" u="none" strike="noStrike" cap="none" dirty="0">
                <a:solidFill>
                  <a:srgbClr val="4A7B8B"/>
                </a:solidFill>
                <a:latin typeface="Gotham Rounded Medium" panose="02000000000000000000" pitchFamily="50" charset="0"/>
                <a:ea typeface="Tahoma"/>
                <a:cs typeface="Tahoma"/>
                <a:sym typeface="Tahoma"/>
              </a:rPr>
              <a:t> total = </a:t>
            </a:r>
            <a:r>
              <a:rPr lang="es-ES" sz="3600" b="0" i="0" u="none" strike="noStrike" cap="none" dirty="0" err="1">
                <a:solidFill>
                  <a:srgbClr val="E8A47A"/>
                </a:solidFill>
                <a:latin typeface="Gotham Rounded Medium" panose="02000000000000000000" pitchFamily="50" charset="0"/>
                <a:ea typeface="Tahoma"/>
                <a:cs typeface="Tahoma"/>
                <a:sym typeface="Tahoma"/>
              </a:rPr>
              <a:t>multi</a:t>
            </a:r>
            <a:r>
              <a:rPr lang="es-ES" sz="3600" b="0" i="0" u="none" strike="noStrike" cap="none" dirty="0">
                <a:solidFill>
                  <a:srgbClr val="E8A47A"/>
                </a:solidFill>
                <a:latin typeface="Gotham Rounded Medium" panose="02000000000000000000" pitchFamily="50" charset="0"/>
                <a:ea typeface="Tahoma"/>
                <a:cs typeface="Tahoma"/>
                <a:sym typeface="Tahoma"/>
              </a:rPr>
              <a:t>(</a:t>
            </a:r>
            <a:r>
              <a:rPr lang="es-ES" sz="3600" b="0" i="0" u="none" strike="noStrike" cap="none" dirty="0">
                <a:solidFill>
                  <a:srgbClr val="79D2EA"/>
                </a:solidFill>
                <a:latin typeface="Gotham Rounded Medium" panose="02000000000000000000" pitchFamily="50" charset="0"/>
                <a:ea typeface="Tahoma"/>
                <a:cs typeface="Tahoma"/>
                <a:sym typeface="Tahoma"/>
              </a:rPr>
              <a:t>5</a:t>
            </a:r>
            <a:r>
              <a:rPr lang="es-ES" sz="3600" b="0" i="0" u="none" strike="noStrike" cap="none" dirty="0">
                <a:solidFill>
                  <a:srgbClr val="E8A47A"/>
                </a:solidFill>
                <a:latin typeface="Gotham Rounded Medium" panose="02000000000000000000" pitchFamily="50" charset="0"/>
                <a:ea typeface="Tahoma"/>
                <a:cs typeface="Tahoma"/>
                <a:sym typeface="Tahoma"/>
              </a:rPr>
              <a:t>)</a:t>
            </a:r>
            <a:r>
              <a:rPr lang="es-ES" sz="3600" b="0" i="0" u="none" strike="noStrike" cap="none" dirty="0">
                <a:solidFill>
                  <a:srgbClr val="4A7B8B"/>
                </a:solidFill>
                <a:latin typeface="Gotham Rounded Medium" panose="02000000000000000000" pitchFamily="50" charset="0"/>
                <a:ea typeface="Tahoma"/>
                <a:cs typeface="Tahoma"/>
                <a:sym typeface="Tahoma"/>
              </a:rPr>
              <a:t>;</a:t>
            </a:r>
            <a:endParaRPr sz="1400" b="0" i="0" u="none" strike="noStrike" cap="none" dirty="0">
              <a:solidFill>
                <a:srgbClr val="000000"/>
              </a:solidFill>
              <a:latin typeface="Gotham Rounded Medium" panose="02000000000000000000" pitchFamily="50" charset="0"/>
              <a:sym typeface="Arial"/>
            </a:endParaRPr>
          </a:p>
        </p:txBody>
      </p:sp>
      <p:cxnSp>
        <p:nvCxnSpPr>
          <p:cNvPr id="2650" name="Google Shape;2650;p247"/>
          <p:cNvCxnSpPr/>
          <p:nvPr/>
        </p:nvCxnSpPr>
        <p:spPr>
          <a:xfrm>
            <a:off x="8238930"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2651" name="Google Shape;2651;p247"/>
          <p:cNvSpPr txBox="1"/>
          <p:nvPr/>
        </p:nvSpPr>
        <p:spPr>
          <a:xfrm>
            <a:off x="8500192" y="2459504"/>
            <a:ext cx="3452315" cy="19389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0"/>
              <a:buFont typeface="Arial"/>
              <a:buNone/>
            </a:pPr>
            <a:r>
              <a:rPr lang="es-ES" sz="12000" b="0" i="0" u="none" strike="noStrike" cap="none">
                <a:solidFill>
                  <a:srgbClr val="79D2EA"/>
                </a:solidFill>
                <a:latin typeface="Tahoma"/>
                <a:ea typeface="Tahoma"/>
                <a:cs typeface="Tahoma"/>
                <a:sym typeface="Tahoma"/>
              </a:rPr>
              <a:t>?</a:t>
            </a:r>
            <a:endParaRPr sz="12000" b="0" i="0" u="none" strike="noStrike" cap="none">
              <a:solidFill>
                <a:schemeClr val="dk1"/>
              </a:solidFill>
              <a:latin typeface="Calibri"/>
              <a:ea typeface="Calibri"/>
              <a:cs typeface="Calibri"/>
              <a:sym typeface="Calibri"/>
            </a:endParaRPr>
          </a:p>
        </p:txBody>
      </p:sp>
      <p:pic>
        <p:nvPicPr>
          <p:cNvPr id="6" name="Imagen 5"/>
          <p:cNvPicPr>
            <a:picLocks noChangeAspect="1"/>
          </p:cNvPicPr>
          <p:nvPr/>
        </p:nvPicPr>
        <p:blipFill>
          <a:blip r:embed="rId4"/>
          <a:stretch>
            <a:fillRect/>
          </a:stretch>
        </p:blipFill>
        <p:spPr>
          <a:xfrm rot="10800000">
            <a:off x="11448224" y="0"/>
            <a:ext cx="743776" cy="1493649"/>
          </a:xfrm>
          <a:prstGeom prst="rect">
            <a:avLst/>
          </a:prstGeom>
        </p:spPr>
      </p:pic>
      <p:pic>
        <p:nvPicPr>
          <p:cNvPr id="7" name="Imagen 6"/>
          <p:cNvPicPr>
            <a:picLocks noChangeAspect="1"/>
          </p:cNvPicPr>
          <p:nvPr/>
        </p:nvPicPr>
        <p:blipFill>
          <a:blip r:embed="rId5"/>
          <a:stretch>
            <a:fillRect/>
          </a:stretch>
        </p:blipFill>
        <p:spPr>
          <a:xfrm rot="5400000">
            <a:off x="-1249789" y="2951593"/>
            <a:ext cx="3365284" cy="865707"/>
          </a:xfrm>
          <a:prstGeom prst="rect">
            <a:avLst/>
          </a:prstGeom>
        </p:spPr>
      </p:pic>
      <p:pic>
        <p:nvPicPr>
          <p:cNvPr id="8" name="Imagen 7"/>
          <p:cNvPicPr>
            <a:picLocks noChangeAspect="1"/>
          </p:cNvPicPr>
          <p:nvPr/>
        </p:nvPicPr>
        <p:blipFill>
          <a:blip r:embed="rId6"/>
          <a:stretch>
            <a:fillRect/>
          </a:stretch>
        </p:blipFill>
        <p:spPr>
          <a:xfrm>
            <a:off x="5095549" y="0"/>
            <a:ext cx="1487553" cy="530398"/>
          </a:xfrm>
          <a:prstGeom prst="rect">
            <a:avLst/>
          </a:prstGeom>
        </p:spPr>
      </p:pic>
    </p:spTree>
  </p:cSld>
  <p:clrMapOvr>
    <a:masterClrMapping/>
  </p:clrMapOvr>
  <p:timing>
    <p:tnLst>
      <p:par>
        <p:cTn id="1" dur="indefinite" restart="never" nodeType="tmRoot"/>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Shape 2656"/>
        <p:cNvGrpSpPr/>
        <p:nvPr/>
      </p:nvGrpSpPr>
      <p:grpSpPr>
        <a:xfrm>
          <a:off x="0" y="0"/>
          <a:ext cx="0" cy="0"/>
          <a:chOff x="0" y="0"/>
          <a:chExt cx="0" cy="0"/>
        </a:xfrm>
      </p:grpSpPr>
      <p:pic>
        <p:nvPicPr>
          <p:cNvPr id="2657" name="Google Shape;2657;p248" descr="Alien Monster on Microsoft Windows 10 May 2019 Update"/>
          <p:cNvPicPr preferRelativeResize="0"/>
          <p:nvPr/>
        </p:nvPicPr>
        <p:blipFill rotWithShape="1">
          <a:blip r:embed="rId3">
            <a:alphaModFix/>
          </a:blip>
          <a:srcRect/>
          <a:stretch/>
        </p:blipFill>
        <p:spPr>
          <a:xfrm>
            <a:off x="706797" y="7375848"/>
            <a:ext cx="452530" cy="452530"/>
          </a:xfrm>
          <a:prstGeom prst="rect">
            <a:avLst/>
          </a:prstGeom>
          <a:noFill/>
          <a:ln>
            <a:noFill/>
          </a:ln>
        </p:spPr>
      </p:pic>
      <p:sp>
        <p:nvSpPr>
          <p:cNvPr id="2658" name="Google Shape;2658;p248"/>
          <p:cNvSpPr txBox="1"/>
          <p:nvPr/>
        </p:nvSpPr>
        <p:spPr>
          <a:xfrm>
            <a:off x="706797" y="797512"/>
            <a:ext cx="7149579" cy="5262979"/>
          </a:xfrm>
          <a:prstGeom prst="rect">
            <a:avLst/>
          </a:prstGeom>
          <a:noFill/>
          <a:ln>
            <a:noFill/>
          </a:ln>
        </p:spPr>
        <p:txBody>
          <a:bodyPr spcFirstLastPara="1" wrap="square" lIns="0" tIns="0" rIns="0" bIns="0" anchor="ctr" anchorCtr="0">
            <a:spAutoFit/>
          </a:bodyPr>
          <a:lstStyle/>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err="1">
                <a:solidFill>
                  <a:srgbClr val="FF3399"/>
                </a:solidFill>
                <a:latin typeface="Gotham Rounded Medium" panose="02000000000000000000" pitchFamily="50" charset="0"/>
                <a:ea typeface="Tahoma"/>
                <a:cs typeface="Tahoma"/>
                <a:sym typeface="Tahoma"/>
              </a:rPr>
              <a:t>function</a:t>
            </a:r>
            <a:r>
              <a:rPr lang="es-ES" sz="3600" b="0" i="0" u="none" strike="noStrike" cap="none" dirty="0">
                <a:solidFill>
                  <a:srgbClr val="FF3399"/>
                </a:solidFill>
                <a:latin typeface="Gotham Rounded Medium" panose="02000000000000000000" pitchFamily="50" charset="0"/>
                <a:ea typeface="Tahoma"/>
                <a:cs typeface="Tahoma"/>
                <a:sym typeface="Tahoma"/>
              </a:rPr>
              <a:t> </a:t>
            </a:r>
            <a:r>
              <a:rPr lang="es-ES" sz="3600" b="0" i="0" u="none" strike="noStrike" cap="none" dirty="0" err="1">
                <a:solidFill>
                  <a:srgbClr val="E8A47A"/>
                </a:solidFill>
                <a:latin typeface="Gotham Rounded Medium" panose="02000000000000000000" pitchFamily="50" charset="0"/>
                <a:ea typeface="Tahoma"/>
                <a:cs typeface="Tahoma"/>
                <a:sym typeface="Tahoma"/>
              </a:rPr>
              <a:t>multi</a:t>
            </a:r>
            <a:r>
              <a:rPr lang="es-ES" sz="3600" b="0" i="0" u="none" strike="noStrike" cap="none" dirty="0">
                <a:solidFill>
                  <a:srgbClr val="FF3399"/>
                </a:solidFill>
                <a:latin typeface="Gotham Rounded Medium" panose="02000000000000000000" pitchFamily="50" charset="0"/>
                <a:ea typeface="Tahoma"/>
                <a:cs typeface="Tahoma"/>
                <a:sym typeface="Tahoma"/>
              </a:rPr>
              <a:t>(a) {</a:t>
            </a:r>
            <a:endParaRPr sz="14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a:solidFill>
                  <a:srgbClr val="FF3399"/>
                </a:solidFill>
                <a:latin typeface="Gotham Rounded Medium" panose="02000000000000000000" pitchFamily="50" charset="0"/>
                <a:ea typeface="Tahoma"/>
                <a:cs typeface="Tahoma"/>
                <a:sym typeface="Tahoma"/>
              </a:rPr>
              <a:t>	</a:t>
            </a:r>
            <a:r>
              <a:rPr lang="es-ES" sz="3600" b="0" i="0" u="none" strike="noStrike" cap="none" dirty="0" err="1">
                <a:solidFill>
                  <a:srgbClr val="4A7B8B"/>
                </a:solidFill>
                <a:latin typeface="Gotham Rounded Medium" panose="02000000000000000000" pitchFamily="50" charset="0"/>
                <a:ea typeface="Tahoma"/>
                <a:cs typeface="Tahoma"/>
                <a:sym typeface="Tahoma"/>
              </a:rPr>
              <a:t>return</a:t>
            </a:r>
            <a:r>
              <a:rPr lang="es-ES" sz="3600" b="0" i="0" u="none" strike="noStrike" cap="none" dirty="0">
                <a:solidFill>
                  <a:srgbClr val="FF3399"/>
                </a:solidFill>
                <a:latin typeface="Gotham Rounded Medium" panose="02000000000000000000" pitchFamily="50" charset="0"/>
                <a:ea typeface="Tahoma"/>
                <a:cs typeface="Tahoma"/>
                <a:sym typeface="Tahoma"/>
              </a:rPr>
              <a:t> a * a;</a:t>
            </a:r>
            <a:endParaRPr sz="14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a:solidFill>
                  <a:srgbClr val="FF3399"/>
                </a:solidFill>
                <a:latin typeface="Gotham Rounded Medium" panose="02000000000000000000" pitchFamily="50" charset="0"/>
                <a:ea typeface="Tahoma"/>
                <a:cs typeface="Tahoma"/>
                <a:sym typeface="Tahoma"/>
              </a:rPr>
              <a:t>}</a:t>
            </a:r>
            <a:endParaRPr sz="14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endParaRPr sz="3600" b="0" i="0" u="none" strike="noStrike" cap="none" dirty="0">
              <a:solidFill>
                <a:srgbClr val="79D2EA"/>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err="1">
                <a:solidFill>
                  <a:srgbClr val="FF3399"/>
                </a:solidFill>
                <a:latin typeface="Gotham Rounded Medium" panose="02000000000000000000" pitchFamily="50" charset="0"/>
                <a:ea typeface="Tahoma"/>
                <a:cs typeface="Tahoma"/>
                <a:sym typeface="Tahoma"/>
              </a:rPr>
              <a:t>let</a:t>
            </a:r>
            <a:r>
              <a:rPr lang="es-ES" sz="3600" b="0" i="0" u="none" strike="noStrike" cap="none" dirty="0">
                <a:solidFill>
                  <a:srgbClr val="4A7B8B"/>
                </a:solidFill>
                <a:latin typeface="Gotham Rounded Medium" panose="02000000000000000000" pitchFamily="50" charset="0"/>
                <a:ea typeface="Tahoma"/>
                <a:cs typeface="Tahoma"/>
                <a:sym typeface="Tahoma"/>
              </a:rPr>
              <a:t> total = </a:t>
            </a:r>
            <a:r>
              <a:rPr lang="es-ES" sz="3600" b="0" i="0" u="none" strike="noStrike" cap="none" dirty="0" err="1">
                <a:solidFill>
                  <a:srgbClr val="E8A47A"/>
                </a:solidFill>
                <a:latin typeface="Gotham Rounded Medium" panose="02000000000000000000" pitchFamily="50" charset="0"/>
                <a:ea typeface="Tahoma"/>
                <a:cs typeface="Tahoma"/>
                <a:sym typeface="Tahoma"/>
              </a:rPr>
              <a:t>multi</a:t>
            </a:r>
            <a:r>
              <a:rPr lang="es-ES" sz="3600" b="0" i="0" u="none" strike="noStrike" cap="none" dirty="0">
                <a:solidFill>
                  <a:srgbClr val="E8A47A"/>
                </a:solidFill>
                <a:latin typeface="Gotham Rounded Medium" panose="02000000000000000000" pitchFamily="50" charset="0"/>
                <a:ea typeface="Tahoma"/>
                <a:cs typeface="Tahoma"/>
                <a:sym typeface="Tahoma"/>
              </a:rPr>
              <a:t>(</a:t>
            </a:r>
            <a:r>
              <a:rPr lang="es-ES" sz="3600" b="0" i="0" u="none" strike="noStrike" cap="none" dirty="0">
                <a:solidFill>
                  <a:srgbClr val="79D2EA"/>
                </a:solidFill>
                <a:latin typeface="Gotham Rounded Medium" panose="02000000000000000000" pitchFamily="50" charset="0"/>
                <a:ea typeface="Tahoma"/>
                <a:cs typeface="Tahoma"/>
                <a:sym typeface="Tahoma"/>
              </a:rPr>
              <a:t>5</a:t>
            </a:r>
            <a:r>
              <a:rPr lang="es-ES" sz="3600" b="0" i="0" u="none" strike="noStrike" cap="none" dirty="0">
                <a:solidFill>
                  <a:srgbClr val="E8A47A"/>
                </a:solidFill>
                <a:latin typeface="Gotham Rounded Medium" panose="02000000000000000000" pitchFamily="50" charset="0"/>
                <a:ea typeface="Tahoma"/>
                <a:cs typeface="Tahoma"/>
                <a:sym typeface="Tahoma"/>
              </a:rPr>
              <a:t>)</a:t>
            </a:r>
            <a:r>
              <a:rPr lang="es-ES" sz="3600" b="0" i="0" u="none" strike="noStrike" cap="none" dirty="0">
                <a:solidFill>
                  <a:srgbClr val="4A7B8B"/>
                </a:solidFill>
                <a:latin typeface="Gotham Rounded Medium" panose="02000000000000000000" pitchFamily="50" charset="0"/>
                <a:ea typeface="Tahoma"/>
                <a:cs typeface="Tahoma"/>
                <a:sym typeface="Tahoma"/>
              </a:rPr>
              <a:t>;</a:t>
            </a:r>
            <a:endParaRPr sz="14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endParaRPr sz="3600" b="0" i="0" u="none" strike="noStrike" cap="none" dirty="0">
              <a:solidFill>
                <a:srgbClr val="4A7B8B"/>
              </a:solidFill>
              <a:latin typeface="Gotham Rounded"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dirty="0">
                <a:solidFill>
                  <a:schemeClr val="dk1"/>
                </a:solidFill>
                <a:latin typeface="Gotham Rounded" pitchFamily="50" charset="0"/>
                <a:sym typeface="Arial"/>
              </a:rPr>
              <a:t>Cuando llamamos a la función </a:t>
            </a:r>
            <a:r>
              <a:rPr lang="es-ES" sz="1800" b="0" i="0" u="none" strike="noStrike" cap="none" dirty="0" err="1">
                <a:solidFill>
                  <a:schemeClr val="dk1"/>
                </a:solidFill>
                <a:latin typeface="Gotham Rounded" pitchFamily="50" charset="0"/>
                <a:sym typeface="Arial"/>
              </a:rPr>
              <a:t>multi</a:t>
            </a:r>
            <a:r>
              <a:rPr lang="es-ES" sz="1800" b="0" i="0" u="none" strike="noStrike" cap="none" dirty="0">
                <a:solidFill>
                  <a:schemeClr val="dk1"/>
                </a:solidFill>
                <a:latin typeface="Gotham Rounded" pitchFamily="50" charset="0"/>
                <a:sym typeface="Arial"/>
              </a:rPr>
              <a:t>(); con el valor 5, lo que hace es multiplicar al número por mismo. Cómo vemos, la función solo admite un parámetro y lo que hace es multiplicarlo por sí mismo.</a:t>
            </a:r>
            <a:endParaRPr sz="1400" b="0" i="0" u="none" strike="noStrike" cap="none" dirty="0">
              <a:solidFill>
                <a:srgbClr val="000000"/>
              </a:solidFill>
              <a:latin typeface="Gotham Rounded" pitchFamily="50" charset="0"/>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Gotham Rounded" pitchFamily="50" charset="0"/>
              <a:sym typeface="Arial"/>
            </a:endParaRPr>
          </a:p>
          <a:p>
            <a:pPr marL="457200" marR="0" lvl="1" indent="0" algn="l" rtl="0">
              <a:lnSpc>
                <a:spcPct val="100000"/>
              </a:lnSpc>
              <a:spcBef>
                <a:spcPts val="0"/>
              </a:spcBef>
              <a:spcAft>
                <a:spcPts val="0"/>
              </a:spcAft>
              <a:buClr>
                <a:srgbClr val="000000"/>
              </a:buClr>
              <a:buSzPts val="1800"/>
              <a:buFont typeface="Arial"/>
              <a:buNone/>
            </a:pPr>
            <a:r>
              <a:rPr lang="es-ES" sz="1800" b="0" i="0" u="none" strike="noStrike" cap="none" dirty="0">
                <a:solidFill>
                  <a:schemeClr val="dk1"/>
                </a:solidFill>
                <a:latin typeface="Gotham Rounded" pitchFamily="50" charset="0"/>
                <a:sym typeface="Arial"/>
              </a:rPr>
              <a:t>Importante: el símbolo * (asterisco) se utiliza para multiplicar.</a:t>
            </a:r>
            <a:endParaRPr sz="1400" b="0" i="0" u="none" strike="noStrike" cap="none" dirty="0">
              <a:solidFill>
                <a:srgbClr val="000000"/>
              </a:solidFill>
              <a:latin typeface="Gotham Rounded" pitchFamily="50" charset="0"/>
              <a:sym typeface="Arial"/>
            </a:endParaRPr>
          </a:p>
        </p:txBody>
      </p:sp>
      <p:cxnSp>
        <p:nvCxnSpPr>
          <p:cNvPr id="2659" name="Google Shape;2659;p248"/>
          <p:cNvCxnSpPr/>
          <p:nvPr/>
        </p:nvCxnSpPr>
        <p:spPr>
          <a:xfrm>
            <a:off x="8238930"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2660" name="Google Shape;2660;p248"/>
          <p:cNvSpPr txBox="1"/>
          <p:nvPr/>
        </p:nvSpPr>
        <p:spPr>
          <a:xfrm>
            <a:off x="8500192" y="2459504"/>
            <a:ext cx="3452315" cy="19389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0"/>
              <a:buFont typeface="Arial"/>
              <a:buNone/>
            </a:pPr>
            <a:r>
              <a:rPr lang="es-ES" sz="12000" b="0" i="0" u="none" strike="noStrike" cap="none">
                <a:solidFill>
                  <a:srgbClr val="79D2EA"/>
                </a:solidFill>
                <a:latin typeface="Tahoma"/>
                <a:ea typeface="Tahoma"/>
                <a:cs typeface="Tahoma"/>
                <a:sym typeface="Tahoma"/>
              </a:rPr>
              <a:t>25</a:t>
            </a:r>
            <a:endParaRPr sz="12000" b="0" i="0" u="none" strike="noStrike" cap="none">
              <a:solidFill>
                <a:schemeClr val="dk1"/>
              </a:solidFill>
              <a:latin typeface="Calibri"/>
              <a:ea typeface="Calibri"/>
              <a:cs typeface="Calibri"/>
              <a:sym typeface="Calibri"/>
            </a:endParaRPr>
          </a:p>
        </p:txBody>
      </p:sp>
      <p:pic>
        <p:nvPicPr>
          <p:cNvPr id="6" name="Imagen 5"/>
          <p:cNvPicPr>
            <a:picLocks noChangeAspect="1"/>
          </p:cNvPicPr>
          <p:nvPr/>
        </p:nvPicPr>
        <p:blipFill>
          <a:blip r:embed="rId4"/>
          <a:stretch>
            <a:fillRect/>
          </a:stretch>
        </p:blipFill>
        <p:spPr>
          <a:xfrm rot="10800000">
            <a:off x="11448224" y="0"/>
            <a:ext cx="743776" cy="1493649"/>
          </a:xfrm>
          <a:prstGeom prst="rect">
            <a:avLst/>
          </a:prstGeom>
        </p:spPr>
      </p:pic>
      <p:pic>
        <p:nvPicPr>
          <p:cNvPr id="7" name="Imagen 6"/>
          <p:cNvPicPr>
            <a:picLocks noChangeAspect="1"/>
          </p:cNvPicPr>
          <p:nvPr/>
        </p:nvPicPr>
        <p:blipFill>
          <a:blip r:embed="rId5"/>
          <a:stretch>
            <a:fillRect/>
          </a:stretch>
        </p:blipFill>
        <p:spPr>
          <a:xfrm rot="5400000">
            <a:off x="-1249789" y="2951593"/>
            <a:ext cx="3365284" cy="865707"/>
          </a:xfrm>
          <a:prstGeom prst="rect">
            <a:avLst/>
          </a:prstGeom>
        </p:spPr>
      </p:pic>
      <p:pic>
        <p:nvPicPr>
          <p:cNvPr id="8" name="Imagen 7"/>
          <p:cNvPicPr>
            <a:picLocks noChangeAspect="1"/>
          </p:cNvPicPr>
          <p:nvPr/>
        </p:nvPicPr>
        <p:blipFill>
          <a:blip r:embed="rId6"/>
          <a:stretch>
            <a:fillRect/>
          </a:stretch>
        </p:blipFill>
        <p:spPr>
          <a:xfrm>
            <a:off x="5095549" y="0"/>
            <a:ext cx="1487553" cy="530398"/>
          </a:xfrm>
          <a:prstGeom prst="rect">
            <a:avLst/>
          </a:prstGeom>
        </p:spPr>
      </p:pic>
    </p:spTree>
  </p:cSld>
  <p:clrMapOvr>
    <a:masterClrMapping/>
  </p:clrMapOvr>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Shape 2665"/>
        <p:cNvGrpSpPr/>
        <p:nvPr/>
      </p:nvGrpSpPr>
      <p:grpSpPr>
        <a:xfrm>
          <a:off x="0" y="0"/>
          <a:ext cx="0" cy="0"/>
          <a:chOff x="0" y="0"/>
          <a:chExt cx="0" cy="0"/>
        </a:xfrm>
      </p:grpSpPr>
      <p:pic>
        <p:nvPicPr>
          <p:cNvPr id="2666" name="Google Shape;2666;p249" descr="Alien Monster on Microsoft Windows 10 May 2019 Update"/>
          <p:cNvPicPr preferRelativeResize="0"/>
          <p:nvPr/>
        </p:nvPicPr>
        <p:blipFill rotWithShape="1">
          <a:blip r:embed="rId3">
            <a:alphaModFix/>
          </a:blip>
          <a:srcRect/>
          <a:stretch/>
        </p:blipFill>
        <p:spPr>
          <a:xfrm>
            <a:off x="706797" y="7375848"/>
            <a:ext cx="452530" cy="452530"/>
          </a:xfrm>
          <a:prstGeom prst="rect">
            <a:avLst/>
          </a:prstGeom>
          <a:noFill/>
          <a:ln>
            <a:noFill/>
          </a:ln>
        </p:spPr>
      </p:pic>
      <p:sp>
        <p:nvSpPr>
          <p:cNvPr id="2667" name="Google Shape;2667;p249"/>
          <p:cNvSpPr txBox="1"/>
          <p:nvPr/>
        </p:nvSpPr>
        <p:spPr>
          <a:xfrm>
            <a:off x="706797" y="1767007"/>
            <a:ext cx="7532130" cy="3323987"/>
          </a:xfrm>
          <a:prstGeom prst="rect">
            <a:avLst/>
          </a:prstGeom>
          <a:noFill/>
          <a:ln>
            <a:noFill/>
          </a:ln>
        </p:spPr>
        <p:txBody>
          <a:bodyPr spcFirstLastPara="1" wrap="square" lIns="0" tIns="0" rIns="0" bIns="0" anchor="ctr" anchorCtr="0">
            <a:spAutoFit/>
          </a:bodyPr>
          <a:lstStyle/>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err="1">
                <a:solidFill>
                  <a:srgbClr val="FF3399"/>
                </a:solidFill>
                <a:latin typeface="Gotham Rounded Medium" panose="02000000000000000000" pitchFamily="50" charset="0"/>
                <a:ea typeface="Tahoma"/>
                <a:cs typeface="Tahoma"/>
                <a:sym typeface="Tahoma"/>
              </a:rPr>
              <a:t>function</a:t>
            </a:r>
            <a:r>
              <a:rPr lang="es-ES" sz="3600" b="0" i="0" u="none" strike="noStrike" cap="none" dirty="0">
                <a:solidFill>
                  <a:srgbClr val="FF3399"/>
                </a:solidFill>
                <a:latin typeface="Gotham Rounded Medium" panose="02000000000000000000" pitchFamily="50" charset="0"/>
                <a:ea typeface="Tahoma"/>
                <a:cs typeface="Tahoma"/>
                <a:sym typeface="Tahoma"/>
              </a:rPr>
              <a:t> </a:t>
            </a:r>
            <a:r>
              <a:rPr lang="es-ES" sz="3600" b="0" i="0" u="none" strike="noStrike" cap="none" dirty="0">
                <a:solidFill>
                  <a:srgbClr val="E8A47A"/>
                </a:solidFill>
                <a:latin typeface="Gotham Rounded Medium" panose="02000000000000000000" pitchFamily="50" charset="0"/>
                <a:ea typeface="Tahoma"/>
                <a:cs typeface="Tahoma"/>
                <a:sym typeface="Tahoma"/>
              </a:rPr>
              <a:t>añadir</a:t>
            </a:r>
            <a:r>
              <a:rPr lang="es-ES" sz="3600" b="0" i="0" u="none" strike="noStrike" cap="none" dirty="0">
                <a:solidFill>
                  <a:srgbClr val="FF3399"/>
                </a:solidFill>
                <a:latin typeface="Gotham Rounded Medium" panose="02000000000000000000" pitchFamily="50" charset="0"/>
                <a:ea typeface="Tahoma"/>
                <a:cs typeface="Tahoma"/>
                <a:sym typeface="Tahoma"/>
              </a:rPr>
              <a:t>(a) {</a:t>
            </a:r>
            <a:endParaRPr sz="14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a:solidFill>
                  <a:srgbClr val="FF3399"/>
                </a:solidFill>
                <a:latin typeface="Gotham Rounded Medium" panose="02000000000000000000" pitchFamily="50" charset="0"/>
                <a:ea typeface="Tahoma"/>
                <a:cs typeface="Tahoma"/>
                <a:sym typeface="Tahoma"/>
              </a:rPr>
              <a:t>	</a:t>
            </a:r>
            <a:r>
              <a:rPr lang="es-ES" sz="3600" b="0" i="0" u="none" strike="noStrike" cap="none" dirty="0" err="1">
                <a:solidFill>
                  <a:srgbClr val="4A7B8B"/>
                </a:solidFill>
                <a:latin typeface="Gotham Rounded Medium" panose="02000000000000000000" pitchFamily="50" charset="0"/>
                <a:ea typeface="Tahoma"/>
                <a:cs typeface="Tahoma"/>
                <a:sym typeface="Tahoma"/>
              </a:rPr>
              <a:t>return</a:t>
            </a:r>
            <a:r>
              <a:rPr lang="es-ES" sz="3600" b="0" i="0" u="none" strike="noStrike" cap="none" dirty="0">
                <a:solidFill>
                  <a:srgbClr val="FF3399"/>
                </a:solidFill>
                <a:latin typeface="Gotham Rounded Medium" panose="02000000000000000000" pitchFamily="50" charset="0"/>
                <a:ea typeface="Tahoma"/>
                <a:cs typeface="Tahoma"/>
                <a:sym typeface="Tahoma"/>
              </a:rPr>
              <a:t> a + </a:t>
            </a:r>
            <a:r>
              <a:rPr lang="es-ES" sz="3600" b="0" i="0" u="none" strike="noStrike" cap="none" dirty="0">
                <a:solidFill>
                  <a:srgbClr val="4A7B8B"/>
                </a:solidFill>
                <a:latin typeface="Gotham Rounded Medium" panose="02000000000000000000" pitchFamily="50" charset="0"/>
                <a:ea typeface="Tahoma"/>
                <a:cs typeface="Tahoma"/>
                <a:sym typeface="Tahoma"/>
              </a:rPr>
              <a:t>“</a:t>
            </a:r>
            <a:r>
              <a:rPr lang="es-ES" sz="3600" b="0" i="0" u="none" strike="noStrike" cap="none" dirty="0">
                <a:solidFill>
                  <a:srgbClr val="79D2EA"/>
                </a:solidFill>
                <a:latin typeface="Gotham Rounded Medium" panose="02000000000000000000" pitchFamily="50" charset="0"/>
                <a:ea typeface="Tahoma"/>
                <a:cs typeface="Tahoma"/>
                <a:sym typeface="Tahoma"/>
              </a:rPr>
              <a:t>!</a:t>
            </a:r>
            <a:r>
              <a:rPr lang="es-ES" sz="3600" b="0" i="0" u="none" strike="noStrike" cap="none" dirty="0">
                <a:solidFill>
                  <a:srgbClr val="4A7B8B"/>
                </a:solidFill>
                <a:latin typeface="Gotham Rounded Medium" panose="02000000000000000000" pitchFamily="50" charset="0"/>
                <a:ea typeface="Tahoma"/>
                <a:cs typeface="Tahoma"/>
                <a:sym typeface="Tahoma"/>
              </a:rPr>
              <a:t>”</a:t>
            </a:r>
            <a:r>
              <a:rPr lang="es-ES" sz="3600" b="0" i="0" u="none" strike="noStrike" cap="none" dirty="0">
                <a:solidFill>
                  <a:srgbClr val="FF3399"/>
                </a:solidFill>
                <a:latin typeface="Gotham Rounded Medium" panose="02000000000000000000" pitchFamily="50" charset="0"/>
                <a:ea typeface="Tahoma"/>
                <a:cs typeface="Tahoma"/>
                <a:sym typeface="Tahoma"/>
              </a:rPr>
              <a:t>;</a:t>
            </a:r>
            <a:endParaRPr sz="3600" b="0" i="0" u="none" strike="noStrike" cap="none" dirty="0">
              <a:solidFill>
                <a:srgbClr val="FF3399"/>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a:solidFill>
                  <a:srgbClr val="FF3399"/>
                </a:solidFill>
                <a:latin typeface="Gotham Rounded Medium" panose="02000000000000000000" pitchFamily="50" charset="0"/>
                <a:ea typeface="Tahoma"/>
                <a:cs typeface="Tahoma"/>
                <a:sym typeface="Tahoma"/>
              </a:rPr>
              <a:t>}</a:t>
            </a:r>
            <a:endParaRPr sz="14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endParaRPr sz="3600" b="0" i="0" u="none" strike="noStrike" cap="none" dirty="0">
              <a:solidFill>
                <a:srgbClr val="79D2EA"/>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err="1">
                <a:solidFill>
                  <a:srgbClr val="FF3399"/>
                </a:solidFill>
                <a:latin typeface="Gotham Rounded Medium" panose="02000000000000000000" pitchFamily="50" charset="0"/>
                <a:ea typeface="Tahoma"/>
                <a:cs typeface="Tahoma"/>
                <a:sym typeface="Tahoma"/>
              </a:rPr>
              <a:t>let</a:t>
            </a:r>
            <a:r>
              <a:rPr lang="es-ES" sz="3600" b="0" i="0" u="none" strike="noStrike" cap="none" dirty="0">
                <a:solidFill>
                  <a:srgbClr val="4A7B8B"/>
                </a:solidFill>
                <a:latin typeface="Gotham Rounded Medium" panose="02000000000000000000" pitchFamily="50" charset="0"/>
                <a:ea typeface="Tahoma"/>
                <a:cs typeface="Tahoma"/>
                <a:sym typeface="Tahoma"/>
              </a:rPr>
              <a:t> total = “</a:t>
            </a:r>
            <a:r>
              <a:rPr lang="es-ES" sz="3600" b="0" i="0" u="none" strike="noStrike" cap="none" dirty="0" err="1">
                <a:solidFill>
                  <a:srgbClr val="79D2EA"/>
                </a:solidFill>
                <a:latin typeface="Gotham Rounded Medium" panose="02000000000000000000" pitchFamily="50" charset="0"/>
                <a:ea typeface="Tahoma"/>
                <a:cs typeface="Tahoma"/>
                <a:sym typeface="Tahoma"/>
              </a:rPr>
              <a:t>mun</a:t>
            </a:r>
            <a:r>
              <a:rPr lang="es-ES" sz="3600" b="0" i="0" u="none" strike="noStrike" cap="none" dirty="0">
                <a:solidFill>
                  <a:srgbClr val="4A7B8B"/>
                </a:solidFill>
                <a:latin typeface="Gotham Rounded Medium" panose="02000000000000000000" pitchFamily="50" charset="0"/>
                <a:ea typeface="Tahoma"/>
                <a:cs typeface="Tahoma"/>
                <a:sym typeface="Tahoma"/>
              </a:rPr>
              <a:t>”</a:t>
            </a:r>
            <a:endParaRPr sz="14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a:solidFill>
                  <a:srgbClr val="4A7B8B"/>
                </a:solidFill>
                <a:latin typeface="Gotham Rounded Medium" panose="02000000000000000000" pitchFamily="50" charset="0"/>
                <a:ea typeface="Tahoma"/>
                <a:cs typeface="Tahoma"/>
                <a:sym typeface="Tahoma"/>
              </a:rPr>
              <a:t>+ </a:t>
            </a:r>
            <a:r>
              <a:rPr lang="es-ES" sz="3600" b="0" i="0" u="none" strike="noStrike" cap="none" dirty="0">
                <a:solidFill>
                  <a:srgbClr val="E8A47A"/>
                </a:solidFill>
                <a:latin typeface="Gotham Rounded Medium" panose="02000000000000000000" pitchFamily="50" charset="0"/>
                <a:ea typeface="Tahoma"/>
                <a:cs typeface="Tahoma"/>
                <a:sym typeface="Tahoma"/>
              </a:rPr>
              <a:t>añadir(</a:t>
            </a:r>
            <a:r>
              <a:rPr lang="es-ES" sz="3600" b="0" i="0" u="none" strike="noStrike" cap="none" dirty="0">
                <a:solidFill>
                  <a:srgbClr val="79D2EA"/>
                </a:solidFill>
                <a:latin typeface="Gotham Rounded Medium" panose="02000000000000000000" pitchFamily="50" charset="0"/>
                <a:ea typeface="Tahoma"/>
                <a:cs typeface="Tahoma"/>
                <a:sym typeface="Tahoma"/>
              </a:rPr>
              <a:t>“do”</a:t>
            </a:r>
            <a:r>
              <a:rPr lang="es-ES" sz="3600" b="0" i="0" u="none" strike="noStrike" cap="none" dirty="0">
                <a:solidFill>
                  <a:srgbClr val="E8A47A"/>
                </a:solidFill>
                <a:latin typeface="Gotham Rounded Medium" panose="02000000000000000000" pitchFamily="50" charset="0"/>
                <a:ea typeface="Tahoma"/>
                <a:cs typeface="Tahoma"/>
                <a:sym typeface="Tahoma"/>
              </a:rPr>
              <a:t>)</a:t>
            </a:r>
            <a:r>
              <a:rPr lang="es-ES" sz="3600" b="0" i="0" u="none" strike="noStrike" cap="none" dirty="0">
                <a:solidFill>
                  <a:srgbClr val="4A7B8B"/>
                </a:solidFill>
                <a:latin typeface="Gotham Rounded Medium" panose="02000000000000000000" pitchFamily="50" charset="0"/>
                <a:ea typeface="Tahoma"/>
                <a:cs typeface="Tahoma"/>
                <a:sym typeface="Tahoma"/>
              </a:rPr>
              <a:t>;</a:t>
            </a:r>
            <a:endParaRPr sz="1400" b="0" i="0" u="none" strike="noStrike" cap="none" dirty="0">
              <a:solidFill>
                <a:srgbClr val="000000"/>
              </a:solidFill>
              <a:latin typeface="Gotham Rounded Medium" panose="02000000000000000000" pitchFamily="50" charset="0"/>
              <a:sym typeface="Arial"/>
            </a:endParaRPr>
          </a:p>
        </p:txBody>
      </p:sp>
      <p:cxnSp>
        <p:nvCxnSpPr>
          <p:cNvPr id="2668" name="Google Shape;2668;p249"/>
          <p:cNvCxnSpPr/>
          <p:nvPr/>
        </p:nvCxnSpPr>
        <p:spPr>
          <a:xfrm>
            <a:off x="8238930"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2669" name="Google Shape;2669;p249"/>
          <p:cNvSpPr txBox="1"/>
          <p:nvPr/>
        </p:nvSpPr>
        <p:spPr>
          <a:xfrm>
            <a:off x="8500192" y="2459504"/>
            <a:ext cx="3452315" cy="19389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0"/>
              <a:buFont typeface="Arial"/>
              <a:buNone/>
            </a:pPr>
            <a:r>
              <a:rPr lang="es-ES" sz="12000" b="0" i="0" u="none" strike="noStrike" cap="none">
                <a:solidFill>
                  <a:srgbClr val="79D2EA"/>
                </a:solidFill>
                <a:latin typeface="Tahoma"/>
                <a:ea typeface="Tahoma"/>
                <a:cs typeface="Tahoma"/>
                <a:sym typeface="Tahoma"/>
              </a:rPr>
              <a:t>?</a:t>
            </a:r>
            <a:endParaRPr sz="12000" b="0" i="0" u="none" strike="noStrike" cap="none">
              <a:solidFill>
                <a:schemeClr val="dk1"/>
              </a:solidFill>
              <a:latin typeface="Calibri"/>
              <a:ea typeface="Calibri"/>
              <a:cs typeface="Calibri"/>
              <a:sym typeface="Calibri"/>
            </a:endParaRPr>
          </a:p>
        </p:txBody>
      </p:sp>
      <p:pic>
        <p:nvPicPr>
          <p:cNvPr id="6" name="Imagen 5"/>
          <p:cNvPicPr>
            <a:picLocks noChangeAspect="1"/>
          </p:cNvPicPr>
          <p:nvPr/>
        </p:nvPicPr>
        <p:blipFill>
          <a:blip r:embed="rId4"/>
          <a:stretch>
            <a:fillRect/>
          </a:stretch>
        </p:blipFill>
        <p:spPr>
          <a:xfrm rot="10800000">
            <a:off x="11448224" y="0"/>
            <a:ext cx="743776" cy="1493649"/>
          </a:xfrm>
          <a:prstGeom prst="rect">
            <a:avLst/>
          </a:prstGeom>
        </p:spPr>
      </p:pic>
      <p:pic>
        <p:nvPicPr>
          <p:cNvPr id="7" name="Imagen 6"/>
          <p:cNvPicPr>
            <a:picLocks noChangeAspect="1"/>
          </p:cNvPicPr>
          <p:nvPr/>
        </p:nvPicPr>
        <p:blipFill>
          <a:blip r:embed="rId5"/>
          <a:stretch>
            <a:fillRect/>
          </a:stretch>
        </p:blipFill>
        <p:spPr>
          <a:xfrm rot="5400000">
            <a:off x="-1249789" y="2951593"/>
            <a:ext cx="3365284" cy="865707"/>
          </a:xfrm>
          <a:prstGeom prst="rect">
            <a:avLst/>
          </a:prstGeom>
        </p:spPr>
      </p:pic>
      <p:pic>
        <p:nvPicPr>
          <p:cNvPr id="8" name="Imagen 7"/>
          <p:cNvPicPr>
            <a:picLocks noChangeAspect="1"/>
          </p:cNvPicPr>
          <p:nvPr/>
        </p:nvPicPr>
        <p:blipFill>
          <a:blip r:embed="rId6"/>
          <a:stretch>
            <a:fillRect/>
          </a:stretch>
        </p:blipFill>
        <p:spPr>
          <a:xfrm>
            <a:off x="5095549" y="0"/>
            <a:ext cx="1487553" cy="530398"/>
          </a:xfrm>
          <a:prstGeom prst="rect">
            <a:avLst/>
          </a:prstGeom>
        </p:spPr>
      </p:pic>
    </p:spTree>
  </p:cSld>
  <p:clrMapOvr>
    <a:masterClrMapping/>
  </p:clrMapOvr>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Shape 2674"/>
        <p:cNvGrpSpPr/>
        <p:nvPr/>
      </p:nvGrpSpPr>
      <p:grpSpPr>
        <a:xfrm>
          <a:off x="0" y="0"/>
          <a:ext cx="0" cy="0"/>
          <a:chOff x="0" y="0"/>
          <a:chExt cx="0" cy="0"/>
        </a:xfrm>
      </p:grpSpPr>
      <p:pic>
        <p:nvPicPr>
          <p:cNvPr id="2675" name="Google Shape;2675;p250" descr="Alien Monster on Microsoft Windows 10 May 2019 Update"/>
          <p:cNvPicPr preferRelativeResize="0"/>
          <p:nvPr/>
        </p:nvPicPr>
        <p:blipFill rotWithShape="1">
          <a:blip r:embed="rId3">
            <a:alphaModFix/>
          </a:blip>
          <a:srcRect/>
          <a:stretch/>
        </p:blipFill>
        <p:spPr>
          <a:xfrm>
            <a:off x="706797" y="7375848"/>
            <a:ext cx="452530" cy="452530"/>
          </a:xfrm>
          <a:prstGeom prst="rect">
            <a:avLst/>
          </a:prstGeom>
          <a:noFill/>
          <a:ln>
            <a:noFill/>
          </a:ln>
        </p:spPr>
      </p:pic>
      <p:sp>
        <p:nvSpPr>
          <p:cNvPr id="2676" name="Google Shape;2676;p250"/>
          <p:cNvSpPr txBox="1"/>
          <p:nvPr/>
        </p:nvSpPr>
        <p:spPr>
          <a:xfrm>
            <a:off x="576170" y="566677"/>
            <a:ext cx="7532130" cy="5724644"/>
          </a:xfrm>
          <a:prstGeom prst="rect">
            <a:avLst/>
          </a:prstGeom>
          <a:noFill/>
          <a:ln>
            <a:noFill/>
          </a:ln>
        </p:spPr>
        <p:txBody>
          <a:bodyPr spcFirstLastPara="1" wrap="square" lIns="0" tIns="0" rIns="0" bIns="0" anchor="ctr" anchorCtr="0">
            <a:spAutoFit/>
          </a:bodyPr>
          <a:lstStyle/>
          <a:p>
            <a:pPr marL="457200" marR="0" lvl="1" indent="0" algn="l" rtl="0">
              <a:lnSpc>
                <a:spcPct val="100000"/>
              </a:lnSpc>
              <a:spcBef>
                <a:spcPts val="0"/>
              </a:spcBef>
              <a:spcAft>
                <a:spcPts val="0"/>
              </a:spcAft>
              <a:buClr>
                <a:srgbClr val="000000"/>
              </a:buClr>
              <a:buSzPts val="3600"/>
              <a:buFont typeface="Arial"/>
              <a:buNone/>
            </a:pPr>
            <a:r>
              <a:rPr lang="es-ES" sz="3200" b="0" i="0" u="none" strike="noStrike" cap="none" dirty="0" err="1">
                <a:solidFill>
                  <a:srgbClr val="FF3399"/>
                </a:solidFill>
                <a:latin typeface="Gotham Rounded Medium" panose="02000000000000000000" pitchFamily="50" charset="0"/>
                <a:ea typeface="Tahoma"/>
                <a:cs typeface="Tahoma"/>
                <a:sym typeface="Tahoma"/>
              </a:rPr>
              <a:t>function</a:t>
            </a:r>
            <a:r>
              <a:rPr lang="es-ES" sz="3200" b="0" i="0" u="none" strike="noStrike" cap="none" dirty="0">
                <a:solidFill>
                  <a:srgbClr val="FF3399"/>
                </a:solidFill>
                <a:latin typeface="Gotham Rounded Medium" panose="02000000000000000000" pitchFamily="50" charset="0"/>
                <a:ea typeface="Tahoma"/>
                <a:cs typeface="Tahoma"/>
                <a:sym typeface="Tahoma"/>
              </a:rPr>
              <a:t> </a:t>
            </a:r>
            <a:r>
              <a:rPr lang="es-ES" sz="3200" b="0" i="0" u="none" strike="noStrike" cap="none" dirty="0">
                <a:solidFill>
                  <a:srgbClr val="E8A47A"/>
                </a:solidFill>
                <a:latin typeface="Gotham Rounded Medium" panose="02000000000000000000" pitchFamily="50" charset="0"/>
                <a:ea typeface="Tahoma"/>
                <a:cs typeface="Tahoma"/>
                <a:sym typeface="Tahoma"/>
              </a:rPr>
              <a:t>añadir</a:t>
            </a:r>
            <a:r>
              <a:rPr lang="es-ES" sz="3200" b="0" i="0" u="none" strike="noStrike" cap="none" dirty="0">
                <a:solidFill>
                  <a:srgbClr val="FF3399"/>
                </a:solidFill>
                <a:latin typeface="Gotham Rounded Medium" panose="02000000000000000000" pitchFamily="50" charset="0"/>
                <a:ea typeface="Tahoma"/>
                <a:cs typeface="Tahoma"/>
                <a:sym typeface="Tahoma"/>
              </a:rPr>
              <a:t>(a) {</a:t>
            </a:r>
            <a:endParaRPr sz="12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r>
              <a:rPr lang="es-ES" sz="3200" b="0" i="0" u="none" strike="noStrike" cap="none" dirty="0">
                <a:solidFill>
                  <a:srgbClr val="FF3399"/>
                </a:solidFill>
                <a:latin typeface="Gotham Rounded Medium" panose="02000000000000000000" pitchFamily="50" charset="0"/>
                <a:ea typeface="Tahoma"/>
                <a:cs typeface="Tahoma"/>
                <a:sym typeface="Tahoma"/>
              </a:rPr>
              <a:t>	</a:t>
            </a:r>
            <a:r>
              <a:rPr lang="es-ES" sz="3200" b="0" i="0" u="none" strike="noStrike" cap="none" dirty="0" err="1">
                <a:solidFill>
                  <a:srgbClr val="4A7B8B"/>
                </a:solidFill>
                <a:latin typeface="Gotham Rounded Medium" panose="02000000000000000000" pitchFamily="50" charset="0"/>
                <a:ea typeface="Tahoma"/>
                <a:cs typeface="Tahoma"/>
                <a:sym typeface="Tahoma"/>
              </a:rPr>
              <a:t>return</a:t>
            </a:r>
            <a:r>
              <a:rPr lang="es-ES" sz="3200" b="0" i="0" u="none" strike="noStrike" cap="none" dirty="0">
                <a:solidFill>
                  <a:srgbClr val="FF3399"/>
                </a:solidFill>
                <a:latin typeface="Gotham Rounded Medium" panose="02000000000000000000" pitchFamily="50" charset="0"/>
                <a:ea typeface="Tahoma"/>
                <a:cs typeface="Tahoma"/>
                <a:sym typeface="Tahoma"/>
              </a:rPr>
              <a:t> a + </a:t>
            </a:r>
            <a:r>
              <a:rPr lang="es-ES" sz="3200" b="0" i="0" u="none" strike="noStrike" cap="none" dirty="0">
                <a:solidFill>
                  <a:srgbClr val="4A7B8B"/>
                </a:solidFill>
                <a:latin typeface="Gotham Rounded Medium" panose="02000000000000000000" pitchFamily="50" charset="0"/>
                <a:ea typeface="Tahoma"/>
                <a:cs typeface="Tahoma"/>
                <a:sym typeface="Tahoma"/>
              </a:rPr>
              <a:t>“</a:t>
            </a:r>
            <a:r>
              <a:rPr lang="es-ES" sz="3200" b="0" i="0" u="none" strike="noStrike" cap="none" dirty="0">
                <a:solidFill>
                  <a:srgbClr val="79D2EA"/>
                </a:solidFill>
                <a:latin typeface="Gotham Rounded Medium" panose="02000000000000000000" pitchFamily="50" charset="0"/>
                <a:ea typeface="Tahoma"/>
                <a:cs typeface="Tahoma"/>
                <a:sym typeface="Tahoma"/>
              </a:rPr>
              <a:t>!</a:t>
            </a:r>
            <a:r>
              <a:rPr lang="es-ES" sz="3200" b="0" i="0" u="none" strike="noStrike" cap="none" dirty="0">
                <a:solidFill>
                  <a:srgbClr val="4A7B8B"/>
                </a:solidFill>
                <a:latin typeface="Gotham Rounded Medium" panose="02000000000000000000" pitchFamily="50" charset="0"/>
                <a:ea typeface="Tahoma"/>
                <a:cs typeface="Tahoma"/>
                <a:sym typeface="Tahoma"/>
              </a:rPr>
              <a:t>”</a:t>
            </a:r>
            <a:r>
              <a:rPr lang="es-ES" sz="3200" b="0" i="0" u="none" strike="noStrike" cap="none" dirty="0">
                <a:solidFill>
                  <a:srgbClr val="FF3399"/>
                </a:solidFill>
                <a:latin typeface="Gotham Rounded Medium" panose="02000000000000000000" pitchFamily="50" charset="0"/>
                <a:ea typeface="Tahoma"/>
                <a:cs typeface="Tahoma"/>
                <a:sym typeface="Tahoma"/>
              </a:rPr>
              <a:t>;</a:t>
            </a:r>
            <a:endParaRPr sz="12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r>
              <a:rPr lang="es-ES" sz="3200" b="0" i="0" u="none" strike="noStrike" cap="none" dirty="0">
                <a:solidFill>
                  <a:srgbClr val="FF3399"/>
                </a:solidFill>
                <a:latin typeface="Gotham Rounded Medium" panose="02000000000000000000" pitchFamily="50" charset="0"/>
                <a:ea typeface="Tahoma"/>
                <a:cs typeface="Tahoma"/>
                <a:sym typeface="Tahoma"/>
              </a:rPr>
              <a:t>}</a:t>
            </a:r>
            <a:endParaRPr sz="12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endParaRPr sz="3200" b="0" i="0" u="none" strike="noStrike" cap="none" dirty="0">
              <a:solidFill>
                <a:srgbClr val="79D2EA"/>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3200" b="0" i="0" u="none" strike="noStrike" cap="none" dirty="0" err="1">
                <a:solidFill>
                  <a:srgbClr val="FF3399"/>
                </a:solidFill>
                <a:latin typeface="Gotham Rounded Medium" panose="02000000000000000000" pitchFamily="50" charset="0"/>
                <a:ea typeface="Tahoma"/>
                <a:cs typeface="Tahoma"/>
                <a:sym typeface="Tahoma"/>
              </a:rPr>
              <a:t>let</a:t>
            </a:r>
            <a:r>
              <a:rPr lang="es-ES" sz="3200" b="0" i="0" u="none" strike="noStrike" cap="none" dirty="0">
                <a:solidFill>
                  <a:srgbClr val="4A7B8B"/>
                </a:solidFill>
                <a:latin typeface="Gotham Rounded Medium" panose="02000000000000000000" pitchFamily="50" charset="0"/>
                <a:ea typeface="Tahoma"/>
                <a:cs typeface="Tahoma"/>
                <a:sym typeface="Tahoma"/>
              </a:rPr>
              <a:t> total = “</a:t>
            </a:r>
            <a:r>
              <a:rPr lang="es-ES" sz="3200" b="0" i="0" u="none" strike="noStrike" cap="none" dirty="0" err="1">
                <a:solidFill>
                  <a:srgbClr val="79D2EA"/>
                </a:solidFill>
                <a:latin typeface="Gotham Rounded Medium" panose="02000000000000000000" pitchFamily="50" charset="0"/>
                <a:ea typeface="Tahoma"/>
                <a:cs typeface="Tahoma"/>
                <a:sym typeface="Tahoma"/>
              </a:rPr>
              <a:t>mun</a:t>
            </a:r>
            <a:r>
              <a:rPr lang="es-ES" sz="3200" b="0" i="0" u="none" strike="noStrike" cap="none" dirty="0">
                <a:solidFill>
                  <a:srgbClr val="4A7B8B"/>
                </a:solidFill>
                <a:latin typeface="Gotham Rounded Medium" panose="02000000000000000000" pitchFamily="50" charset="0"/>
                <a:ea typeface="Tahoma"/>
                <a:cs typeface="Tahoma"/>
                <a:sym typeface="Tahoma"/>
              </a:rPr>
              <a:t>”</a:t>
            </a:r>
            <a:endParaRPr sz="12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r>
              <a:rPr lang="es-ES" sz="3200" b="0" i="0" u="none" strike="noStrike" cap="none" dirty="0">
                <a:solidFill>
                  <a:srgbClr val="4A7B8B"/>
                </a:solidFill>
                <a:latin typeface="Gotham Rounded Medium" panose="02000000000000000000" pitchFamily="50" charset="0"/>
                <a:ea typeface="Tahoma"/>
                <a:cs typeface="Tahoma"/>
                <a:sym typeface="Tahoma"/>
              </a:rPr>
              <a:t>+ </a:t>
            </a:r>
            <a:r>
              <a:rPr lang="es-ES" sz="3200" b="0" i="0" u="none" strike="noStrike" cap="none" dirty="0">
                <a:solidFill>
                  <a:srgbClr val="E8A47A"/>
                </a:solidFill>
                <a:latin typeface="Gotham Rounded Medium" panose="02000000000000000000" pitchFamily="50" charset="0"/>
                <a:ea typeface="Tahoma"/>
                <a:cs typeface="Tahoma"/>
                <a:sym typeface="Tahoma"/>
              </a:rPr>
              <a:t>añadir(</a:t>
            </a:r>
            <a:r>
              <a:rPr lang="es-ES" sz="3200" b="0" i="0" u="none" strike="noStrike" cap="none" dirty="0">
                <a:solidFill>
                  <a:srgbClr val="79D2EA"/>
                </a:solidFill>
                <a:latin typeface="Gotham Rounded Medium" panose="02000000000000000000" pitchFamily="50" charset="0"/>
                <a:ea typeface="Tahoma"/>
                <a:cs typeface="Tahoma"/>
                <a:sym typeface="Tahoma"/>
              </a:rPr>
              <a:t>“do”</a:t>
            </a:r>
            <a:r>
              <a:rPr lang="es-ES" sz="3200" b="0" i="0" u="none" strike="noStrike" cap="none" dirty="0">
                <a:solidFill>
                  <a:srgbClr val="E8A47A"/>
                </a:solidFill>
                <a:latin typeface="Gotham Rounded Medium" panose="02000000000000000000" pitchFamily="50" charset="0"/>
                <a:ea typeface="Tahoma"/>
                <a:cs typeface="Tahoma"/>
                <a:sym typeface="Tahoma"/>
              </a:rPr>
              <a:t>)</a:t>
            </a:r>
            <a:r>
              <a:rPr lang="es-ES" sz="3200" b="0" i="0" u="none" strike="noStrike" cap="none" dirty="0">
                <a:solidFill>
                  <a:srgbClr val="4A7B8B"/>
                </a:solidFill>
                <a:latin typeface="Gotham Rounded Medium" panose="02000000000000000000" pitchFamily="50" charset="0"/>
                <a:ea typeface="Tahoma"/>
                <a:cs typeface="Tahoma"/>
                <a:sym typeface="Tahoma"/>
              </a:rPr>
              <a:t>;</a:t>
            </a:r>
            <a:endParaRPr sz="12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dirty="0">
              <a:solidFill>
                <a:srgbClr val="A5A5A5"/>
              </a:solidFill>
              <a:latin typeface="Gotham Rounded Medium" panose="02000000000000000000" pitchFamily="50" charset="0"/>
              <a:sym typeface="Arial"/>
            </a:endParaRPr>
          </a:p>
          <a:p>
            <a:pPr marL="457200" marR="0" lvl="1" indent="0" algn="just" rtl="0">
              <a:lnSpc>
                <a:spcPct val="100000"/>
              </a:lnSpc>
              <a:spcBef>
                <a:spcPts val="0"/>
              </a:spcBef>
              <a:spcAft>
                <a:spcPts val="0"/>
              </a:spcAft>
              <a:buClr>
                <a:srgbClr val="000000"/>
              </a:buClr>
              <a:buSzPts val="1800"/>
              <a:buFont typeface="Arial"/>
              <a:buNone/>
            </a:pPr>
            <a:r>
              <a:rPr lang="es-ES" sz="1800" b="0" i="0" u="none" strike="noStrike" cap="none" dirty="0">
                <a:solidFill>
                  <a:schemeClr val="dk1"/>
                </a:solidFill>
                <a:latin typeface="Gotham Rounded" pitchFamily="50" charset="0"/>
                <a:sym typeface="Arial"/>
              </a:rPr>
              <a:t>La función añadir(); lo que está haciendo es recibir un valor y añadirle al final un signo de exclamación. Por eso, al concatenar “</a:t>
            </a:r>
            <a:r>
              <a:rPr lang="es-ES" sz="1800" b="0" i="0" u="none" strike="noStrike" cap="none" dirty="0" err="1">
                <a:solidFill>
                  <a:schemeClr val="dk1"/>
                </a:solidFill>
                <a:latin typeface="Gotham Rounded" pitchFamily="50" charset="0"/>
                <a:sym typeface="Arial"/>
              </a:rPr>
              <a:t>mun</a:t>
            </a:r>
            <a:r>
              <a:rPr lang="es-ES" sz="1800" b="0" i="0" u="none" strike="noStrike" cap="none" dirty="0">
                <a:solidFill>
                  <a:schemeClr val="dk1"/>
                </a:solidFill>
                <a:latin typeface="Gotham Rounded" pitchFamily="50" charset="0"/>
                <a:sym typeface="Arial"/>
              </a:rPr>
              <a:t>” con añadir(“do”); el resultado es “mundo!”. La función nos está devolviendo “do!” con el signo de exclamación añadido.</a:t>
            </a:r>
            <a:br>
              <a:rPr lang="es-ES" sz="1800" b="0" i="0" u="none" strike="noStrike" cap="none" dirty="0">
                <a:solidFill>
                  <a:schemeClr val="dk1"/>
                </a:solidFill>
                <a:latin typeface="Gotham Rounded" pitchFamily="50" charset="0"/>
                <a:sym typeface="Arial"/>
              </a:rPr>
            </a:br>
            <a:r>
              <a:rPr lang="es-ES" sz="1800" b="0" i="0" u="none" strike="noStrike" cap="none" dirty="0">
                <a:solidFill>
                  <a:schemeClr val="dk1"/>
                </a:solidFill>
                <a:latin typeface="Gotham Rounded" pitchFamily="50" charset="0"/>
                <a:sym typeface="Arial"/>
              </a:rPr>
              <a:t/>
            </a:r>
            <a:br>
              <a:rPr lang="es-ES" sz="1800" b="0" i="0" u="none" strike="noStrike" cap="none" dirty="0">
                <a:solidFill>
                  <a:schemeClr val="dk1"/>
                </a:solidFill>
                <a:latin typeface="Gotham Rounded" pitchFamily="50" charset="0"/>
                <a:sym typeface="Arial"/>
              </a:rPr>
            </a:br>
            <a:r>
              <a:rPr lang="es-ES" sz="1800" b="0" i="0" u="none" strike="noStrike" cap="none" dirty="0">
                <a:solidFill>
                  <a:schemeClr val="dk1"/>
                </a:solidFill>
                <a:latin typeface="Gotham Rounded" pitchFamily="50" charset="0"/>
                <a:sym typeface="Arial"/>
              </a:rPr>
              <a:t>Por otro lado, verán que la instrucción está escrita en dos renglones. Esto no afecta a la funcionalidad ya que el ; (punto y coma) indica el final de la sentencia, o sea de la instrucción.</a:t>
            </a:r>
            <a:endParaRPr sz="1400" b="0" i="0" u="none" strike="noStrike" cap="none" dirty="0">
              <a:solidFill>
                <a:srgbClr val="000000"/>
              </a:solidFill>
              <a:latin typeface="Gotham Rounded" pitchFamily="50" charset="0"/>
              <a:sym typeface="Arial"/>
            </a:endParaRPr>
          </a:p>
        </p:txBody>
      </p:sp>
      <p:cxnSp>
        <p:nvCxnSpPr>
          <p:cNvPr id="2677" name="Google Shape;2677;p250"/>
          <p:cNvCxnSpPr/>
          <p:nvPr/>
        </p:nvCxnSpPr>
        <p:spPr>
          <a:xfrm>
            <a:off x="8238930"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2678" name="Google Shape;2678;p250"/>
          <p:cNvSpPr txBox="1"/>
          <p:nvPr/>
        </p:nvSpPr>
        <p:spPr>
          <a:xfrm>
            <a:off x="8500192" y="2828835"/>
            <a:ext cx="3452315"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a:solidFill>
                  <a:srgbClr val="79D2EA"/>
                </a:solidFill>
                <a:latin typeface="Tahoma"/>
                <a:ea typeface="Tahoma"/>
                <a:cs typeface="Tahoma"/>
                <a:sym typeface="Tahoma"/>
              </a:rPr>
              <a:t>mundo!</a:t>
            </a:r>
            <a:endParaRPr sz="7200" b="0" i="0" u="none" strike="noStrike" cap="none">
              <a:solidFill>
                <a:schemeClr val="dk1"/>
              </a:solidFill>
              <a:latin typeface="Calibri"/>
              <a:ea typeface="Calibri"/>
              <a:cs typeface="Calibri"/>
              <a:sym typeface="Calibri"/>
            </a:endParaRPr>
          </a:p>
        </p:txBody>
      </p:sp>
      <p:pic>
        <p:nvPicPr>
          <p:cNvPr id="6" name="Imagen 5"/>
          <p:cNvPicPr>
            <a:picLocks noChangeAspect="1"/>
          </p:cNvPicPr>
          <p:nvPr/>
        </p:nvPicPr>
        <p:blipFill>
          <a:blip r:embed="rId4"/>
          <a:stretch>
            <a:fillRect/>
          </a:stretch>
        </p:blipFill>
        <p:spPr>
          <a:xfrm rot="10800000">
            <a:off x="11448225" y="0"/>
            <a:ext cx="743776" cy="1493649"/>
          </a:xfrm>
          <a:prstGeom prst="rect">
            <a:avLst/>
          </a:prstGeom>
        </p:spPr>
      </p:pic>
      <p:pic>
        <p:nvPicPr>
          <p:cNvPr id="7" name="Imagen 6"/>
          <p:cNvPicPr>
            <a:picLocks noChangeAspect="1"/>
          </p:cNvPicPr>
          <p:nvPr/>
        </p:nvPicPr>
        <p:blipFill>
          <a:blip r:embed="rId5"/>
          <a:stretch>
            <a:fillRect/>
          </a:stretch>
        </p:blipFill>
        <p:spPr>
          <a:xfrm rot="5400000">
            <a:off x="-1249788" y="2951593"/>
            <a:ext cx="3365284" cy="865707"/>
          </a:xfrm>
          <a:prstGeom prst="rect">
            <a:avLst/>
          </a:prstGeom>
        </p:spPr>
      </p:pic>
      <p:pic>
        <p:nvPicPr>
          <p:cNvPr id="8" name="Imagen 7"/>
          <p:cNvPicPr>
            <a:picLocks noChangeAspect="1"/>
          </p:cNvPicPr>
          <p:nvPr/>
        </p:nvPicPr>
        <p:blipFill>
          <a:blip r:embed="rId6"/>
          <a:stretch>
            <a:fillRect/>
          </a:stretch>
        </p:blipFill>
        <p:spPr>
          <a:xfrm>
            <a:off x="5029636" y="0"/>
            <a:ext cx="1487553" cy="530398"/>
          </a:xfrm>
          <a:prstGeom prst="rect">
            <a:avLst/>
          </a:prstGeom>
        </p:spPr>
      </p:pic>
    </p:spTree>
  </p:cSld>
  <p:clrMapOvr>
    <a:masterClrMapping/>
  </p:clrMapOvr>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Shape 2683"/>
        <p:cNvGrpSpPr/>
        <p:nvPr/>
      </p:nvGrpSpPr>
      <p:grpSpPr>
        <a:xfrm>
          <a:off x="0" y="0"/>
          <a:ext cx="0" cy="0"/>
          <a:chOff x="0" y="0"/>
          <a:chExt cx="0" cy="0"/>
        </a:xfrm>
      </p:grpSpPr>
      <p:pic>
        <p:nvPicPr>
          <p:cNvPr id="2684" name="Google Shape;2684;p251" descr="Alien Monster on Microsoft Windows 10 May 2019 Update"/>
          <p:cNvPicPr preferRelativeResize="0"/>
          <p:nvPr/>
        </p:nvPicPr>
        <p:blipFill rotWithShape="1">
          <a:blip r:embed="rId3">
            <a:alphaModFix/>
          </a:blip>
          <a:srcRect/>
          <a:stretch/>
        </p:blipFill>
        <p:spPr>
          <a:xfrm>
            <a:off x="706797" y="7375848"/>
            <a:ext cx="452530" cy="452530"/>
          </a:xfrm>
          <a:prstGeom prst="rect">
            <a:avLst/>
          </a:prstGeom>
          <a:noFill/>
          <a:ln>
            <a:noFill/>
          </a:ln>
        </p:spPr>
      </p:pic>
      <p:sp>
        <p:nvSpPr>
          <p:cNvPr id="2685" name="Google Shape;2685;p251"/>
          <p:cNvSpPr txBox="1"/>
          <p:nvPr/>
        </p:nvSpPr>
        <p:spPr>
          <a:xfrm>
            <a:off x="706797" y="2044006"/>
            <a:ext cx="7149579" cy="2769989"/>
          </a:xfrm>
          <a:prstGeom prst="rect">
            <a:avLst/>
          </a:prstGeom>
          <a:noFill/>
          <a:ln>
            <a:noFill/>
          </a:ln>
        </p:spPr>
        <p:txBody>
          <a:bodyPr spcFirstLastPara="1" wrap="square" lIns="0" tIns="0" rIns="0" bIns="0" anchor="ctr" anchorCtr="0">
            <a:spAutoFit/>
          </a:bodyPr>
          <a:lstStyle/>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err="1">
                <a:solidFill>
                  <a:srgbClr val="FF3399"/>
                </a:solidFill>
                <a:latin typeface="Gotham Rounded Medium" panose="02000000000000000000" pitchFamily="50" charset="0"/>
                <a:ea typeface="Tahoma"/>
                <a:cs typeface="Tahoma"/>
                <a:sym typeface="Tahoma"/>
              </a:rPr>
              <a:t>function</a:t>
            </a:r>
            <a:r>
              <a:rPr lang="es-ES" sz="3600" b="0" i="0" u="none" strike="noStrike" cap="none" dirty="0">
                <a:solidFill>
                  <a:srgbClr val="FF3399"/>
                </a:solidFill>
                <a:latin typeface="Gotham Rounded Medium" panose="02000000000000000000" pitchFamily="50" charset="0"/>
                <a:ea typeface="Tahoma"/>
                <a:cs typeface="Tahoma"/>
                <a:sym typeface="Tahoma"/>
              </a:rPr>
              <a:t> </a:t>
            </a:r>
            <a:r>
              <a:rPr lang="es-ES" sz="3600" b="0" i="0" u="none" strike="noStrike" cap="none" dirty="0" err="1">
                <a:solidFill>
                  <a:srgbClr val="E8A47A"/>
                </a:solidFill>
                <a:latin typeface="Gotham Rounded Medium" panose="02000000000000000000" pitchFamily="50" charset="0"/>
                <a:ea typeface="Tahoma"/>
                <a:cs typeface="Tahoma"/>
                <a:sym typeface="Tahoma"/>
              </a:rPr>
              <a:t>restarUno</a:t>
            </a:r>
            <a:r>
              <a:rPr lang="es-ES" sz="3600" b="0" i="0" u="none" strike="noStrike" cap="none" dirty="0">
                <a:solidFill>
                  <a:srgbClr val="FF3399"/>
                </a:solidFill>
                <a:latin typeface="Gotham Rounded Medium" panose="02000000000000000000" pitchFamily="50" charset="0"/>
                <a:ea typeface="Tahoma"/>
                <a:cs typeface="Tahoma"/>
                <a:sym typeface="Tahoma"/>
              </a:rPr>
              <a:t>(a) {</a:t>
            </a:r>
            <a:endParaRPr sz="14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a:solidFill>
                  <a:srgbClr val="FF3399"/>
                </a:solidFill>
                <a:latin typeface="Gotham Rounded Medium" panose="02000000000000000000" pitchFamily="50" charset="0"/>
                <a:ea typeface="Tahoma"/>
                <a:cs typeface="Tahoma"/>
                <a:sym typeface="Tahoma"/>
              </a:rPr>
              <a:t>	</a:t>
            </a:r>
            <a:r>
              <a:rPr lang="es-ES" sz="3600" b="0" i="0" u="none" strike="noStrike" cap="none" dirty="0" err="1">
                <a:solidFill>
                  <a:srgbClr val="4A7B8B"/>
                </a:solidFill>
                <a:latin typeface="Gotham Rounded Medium" panose="02000000000000000000" pitchFamily="50" charset="0"/>
                <a:ea typeface="Tahoma"/>
                <a:cs typeface="Tahoma"/>
                <a:sym typeface="Tahoma"/>
              </a:rPr>
              <a:t>return</a:t>
            </a:r>
            <a:r>
              <a:rPr lang="es-ES" sz="3600" b="0" i="0" u="none" strike="noStrike" cap="none" dirty="0">
                <a:solidFill>
                  <a:srgbClr val="FF3399"/>
                </a:solidFill>
                <a:latin typeface="Gotham Rounded Medium" panose="02000000000000000000" pitchFamily="50" charset="0"/>
                <a:ea typeface="Tahoma"/>
                <a:cs typeface="Tahoma"/>
                <a:sym typeface="Tahoma"/>
              </a:rPr>
              <a:t> a </a:t>
            </a:r>
            <a:r>
              <a:rPr lang="es-ES" sz="3600" b="0" i="0" u="none" strike="noStrike" cap="none" dirty="0">
                <a:solidFill>
                  <a:srgbClr val="4A7B8B"/>
                </a:solidFill>
                <a:latin typeface="Gotham Rounded Medium" panose="02000000000000000000" pitchFamily="50" charset="0"/>
                <a:ea typeface="Tahoma"/>
                <a:cs typeface="Tahoma"/>
                <a:sym typeface="Tahoma"/>
              </a:rPr>
              <a:t>-</a:t>
            </a:r>
            <a:r>
              <a:rPr lang="es-ES" sz="3600" b="0" i="0" u="none" strike="noStrike" cap="none" dirty="0">
                <a:solidFill>
                  <a:srgbClr val="FF3399"/>
                </a:solidFill>
                <a:latin typeface="Gotham Rounded Medium" panose="02000000000000000000" pitchFamily="50" charset="0"/>
                <a:ea typeface="Tahoma"/>
                <a:cs typeface="Tahoma"/>
                <a:sym typeface="Tahoma"/>
              </a:rPr>
              <a:t> </a:t>
            </a:r>
            <a:r>
              <a:rPr lang="es-ES" sz="3600" b="0" i="0" u="none" strike="noStrike" cap="none" dirty="0">
                <a:solidFill>
                  <a:srgbClr val="79D2EA"/>
                </a:solidFill>
                <a:latin typeface="Gotham Rounded Medium" panose="02000000000000000000" pitchFamily="50" charset="0"/>
                <a:ea typeface="Tahoma"/>
                <a:cs typeface="Tahoma"/>
                <a:sym typeface="Tahoma"/>
              </a:rPr>
              <a:t>1</a:t>
            </a:r>
            <a:r>
              <a:rPr lang="es-ES" sz="3600" b="0" i="0" u="none" strike="noStrike" cap="none" dirty="0">
                <a:solidFill>
                  <a:srgbClr val="FF3399"/>
                </a:solidFill>
                <a:latin typeface="Gotham Rounded Medium" panose="02000000000000000000" pitchFamily="50" charset="0"/>
                <a:ea typeface="Tahoma"/>
                <a:cs typeface="Tahoma"/>
                <a:sym typeface="Tahoma"/>
              </a:rPr>
              <a:t>;</a:t>
            </a:r>
            <a:endParaRPr sz="3600" b="0" i="0" u="none" strike="noStrike" cap="none" dirty="0">
              <a:solidFill>
                <a:srgbClr val="FF3399"/>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a:solidFill>
                  <a:srgbClr val="FF3399"/>
                </a:solidFill>
                <a:latin typeface="Gotham Rounded Medium" panose="02000000000000000000" pitchFamily="50" charset="0"/>
                <a:ea typeface="Tahoma"/>
                <a:cs typeface="Tahoma"/>
                <a:sym typeface="Tahoma"/>
              </a:rPr>
              <a:t>}</a:t>
            </a:r>
            <a:endParaRPr sz="14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endParaRPr sz="3600" b="0" i="0" u="none" strike="noStrike" cap="none" dirty="0">
              <a:solidFill>
                <a:srgbClr val="79D2EA"/>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err="1">
                <a:solidFill>
                  <a:srgbClr val="FF3399"/>
                </a:solidFill>
                <a:latin typeface="Gotham Rounded Medium" panose="02000000000000000000" pitchFamily="50" charset="0"/>
                <a:ea typeface="Tahoma"/>
                <a:cs typeface="Tahoma"/>
                <a:sym typeface="Tahoma"/>
              </a:rPr>
              <a:t>let</a:t>
            </a:r>
            <a:r>
              <a:rPr lang="es-ES" sz="3600" b="0" i="0" u="none" strike="noStrike" cap="none" dirty="0">
                <a:solidFill>
                  <a:srgbClr val="4A7B8B"/>
                </a:solidFill>
                <a:latin typeface="Gotham Rounded Medium" panose="02000000000000000000" pitchFamily="50" charset="0"/>
                <a:ea typeface="Tahoma"/>
                <a:cs typeface="Tahoma"/>
                <a:sym typeface="Tahoma"/>
              </a:rPr>
              <a:t> total = </a:t>
            </a:r>
            <a:r>
              <a:rPr lang="es-ES" sz="3600" b="0" i="0" u="none" strike="noStrike" cap="none" dirty="0" err="1">
                <a:solidFill>
                  <a:srgbClr val="E8A47A"/>
                </a:solidFill>
                <a:latin typeface="Gotham Rounded Medium" panose="02000000000000000000" pitchFamily="50" charset="0"/>
                <a:ea typeface="Tahoma"/>
                <a:cs typeface="Tahoma"/>
                <a:sym typeface="Tahoma"/>
              </a:rPr>
              <a:t>restaruno</a:t>
            </a:r>
            <a:r>
              <a:rPr lang="es-ES" sz="3600" b="0" i="0" u="none" strike="noStrike" cap="none" dirty="0">
                <a:solidFill>
                  <a:srgbClr val="E8A47A"/>
                </a:solidFill>
                <a:latin typeface="Gotham Rounded Medium" panose="02000000000000000000" pitchFamily="50" charset="0"/>
                <a:ea typeface="Tahoma"/>
                <a:cs typeface="Tahoma"/>
                <a:sym typeface="Tahoma"/>
              </a:rPr>
              <a:t>(</a:t>
            </a:r>
            <a:r>
              <a:rPr lang="es-ES" sz="3600" b="0" i="0" u="none" strike="noStrike" cap="none" dirty="0">
                <a:solidFill>
                  <a:srgbClr val="79D2EA"/>
                </a:solidFill>
                <a:latin typeface="Gotham Rounded Medium" panose="02000000000000000000" pitchFamily="50" charset="0"/>
                <a:ea typeface="Tahoma"/>
                <a:cs typeface="Tahoma"/>
                <a:sym typeface="Tahoma"/>
              </a:rPr>
              <a:t>4</a:t>
            </a:r>
            <a:r>
              <a:rPr lang="es-ES" sz="3600" b="0" i="0" u="none" strike="noStrike" cap="none" dirty="0">
                <a:solidFill>
                  <a:srgbClr val="E8A47A"/>
                </a:solidFill>
                <a:latin typeface="Gotham Rounded Medium" panose="02000000000000000000" pitchFamily="50" charset="0"/>
                <a:ea typeface="Tahoma"/>
                <a:cs typeface="Tahoma"/>
                <a:sym typeface="Tahoma"/>
              </a:rPr>
              <a:t>)</a:t>
            </a:r>
            <a:r>
              <a:rPr lang="es-ES" sz="3600" b="0" i="0" u="none" strike="noStrike" cap="none" dirty="0">
                <a:solidFill>
                  <a:srgbClr val="4A7B8B"/>
                </a:solidFill>
                <a:latin typeface="Gotham Rounded Medium" panose="02000000000000000000" pitchFamily="50" charset="0"/>
                <a:ea typeface="Tahoma"/>
                <a:cs typeface="Tahoma"/>
                <a:sym typeface="Tahoma"/>
              </a:rPr>
              <a:t>;</a:t>
            </a:r>
            <a:endParaRPr sz="1400" b="0" i="0" u="none" strike="noStrike" cap="none" dirty="0">
              <a:solidFill>
                <a:srgbClr val="000000"/>
              </a:solidFill>
              <a:latin typeface="Gotham Rounded Medium" panose="02000000000000000000" pitchFamily="50" charset="0"/>
              <a:sym typeface="Arial"/>
            </a:endParaRPr>
          </a:p>
        </p:txBody>
      </p:sp>
      <p:cxnSp>
        <p:nvCxnSpPr>
          <p:cNvPr id="2686" name="Google Shape;2686;p251"/>
          <p:cNvCxnSpPr/>
          <p:nvPr/>
        </p:nvCxnSpPr>
        <p:spPr>
          <a:xfrm>
            <a:off x="8238930"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2687" name="Google Shape;2687;p251"/>
          <p:cNvSpPr txBox="1"/>
          <p:nvPr/>
        </p:nvSpPr>
        <p:spPr>
          <a:xfrm>
            <a:off x="8500192" y="2459504"/>
            <a:ext cx="3452315" cy="19389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0"/>
              <a:buFont typeface="Arial"/>
              <a:buNone/>
            </a:pPr>
            <a:r>
              <a:rPr lang="es-ES" sz="12000" b="0" i="0" u="none" strike="noStrike" cap="none">
                <a:solidFill>
                  <a:srgbClr val="79D2EA"/>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p:txBody>
      </p:sp>
      <p:pic>
        <p:nvPicPr>
          <p:cNvPr id="6" name="Imagen 5"/>
          <p:cNvPicPr>
            <a:picLocks noChangeAspect="1"/>
          </p:cNvPicPr>
          <p:nvPr/>
        </p:nvPicPr>
        <p:blipFill>
          <a:blip r:embed="rId4"/>
          <a:stretch>
            <a:fillRect/>
          </a:stretch>
        </p:blipFill>
        <p:spPr>
          <a:xfrm rot="10800000">
            <a:off x="11448224" y="0"/>
            <a:ext cx="743776" cy="1493649"/>
          </a:xfrm>
          <a:prstGeom prst="rect">
            <a:avLst/>
          </a:prstGeom>
        </p:spPr>
      </p:pic>
      <p:pic>
        <p:nvPicPr>
          <p:cNvPr id="7" name="Imagen 6"/>
          <p:cNvPicPr>
            <a:picLocks noChangeAspect="1"/>
          </p:cNvPicPr>
          <p:nvPr/>
        </p:nvPicPr>
        <p:blipFill>
          <a:blip r:embed="rId5"/>
          <a:stretch>
            <a:fillRect/>
          </a:stretch>
        </p:blipFill>
        <p:spPr>
          <a:xfrm rot="5400000">
            <a:off x="-1249789" y="2951593"/>
            <a:ext cx="3365284" cy="865707"/>
          </a:xfrm>
          <a:prstGeom prst="rect">
            <a:avLst/>
          </a:prstGeom>
        </p:spPr>
      </p:pic>
      <p:pic>
        <p:nvPicPr>
          <p:cNvPr id="8" name="Imagen 7"/>
          <p:cNvPicPr>
            <a:picLocks noChangeAspect="1"/>
          </p:cNvPicPr>
          <p:nvPr/>
        </p:nvPicPr>
        <p:blipFill>
          <a:blip r:embed="rId6"/>
          <a:stretch>
            <a:fillRect/>
          </a:stretch>
        </p:blipFill>
        <p:spPr>
          <a:xfrm>
            <a:off x="5095549" y="0"/>
            <a:ext cx="1487553" cy="530398"/>
          </a:xfrm>
          <a:prstGeom prst="rect">
            <a:avLst/>
          </a:prstGeom>
        </p:spPr>
      </p:pic>
    </p:spTree>
  </p:cSld>
  <p:clrMapOvr>
    <a:masterClrMapping/>
  </p:clrMapOvr>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Shape 2692"/>
        <p:cNvGrpSpPr/>
        <p:nvPr/>
      </p:nvGrpSpPr>
      <p:grpSpPr>
        <a:xfrm>
          <a:off x="0" y="0"/>
          <a:ext cx="0" cy="0"/>
          <a:chOff x="0" y="0"/>
          <a:chExt cx="0" cy="0"/>
        </a:xfrm>
      </p:grpSpPr>
      <p:pic>
        <p:nvPicPr>
          <p:cNvPr id="2693" name="Google Shape;2693;p252" descr="Alien Monster on Microsoft Windows 10 May 2019 Update"/>
          <p:cNvPicPr preferRelativeResize="0"/>
          <p:nvPr/>
        </p:nvPicPr>
        <p:blipFill rotWithShape="1">
          <a:blip r:embed="rId3">
            <a:alphaModFix/>
          </a:blip>
          <a:srcRect/>
          <a:stretch/>
        </p:blipFill>
        <p:spPr>
          <a:xfrm>
            <a:off x="706797" y="7375848"/>
            <a:ext cx="452530" cy="452530"/>
          </a:xfrm>
          <a:prstGeom prst="rect">
            <a:avLst/>
          </a:prstGeom>
          <a:noFill/>
          <a:ln>
            <a:noFill/>
          </a:ln>
        </p:spPr>
      </p:pic>
      <p:sp>
        <p:nvSpPr>
          <p:cNvPr id="2694" name="Google Shape;2694;p252"/>
          <p:cNvSpPr txBox="1"/>
          <p:nvPr/>
        </p:nvSpPr>
        <p:spPr>
          <a:xfrm>
            <a:off x="706797" y="2044006"/>
            <a:ext cx="7149579" cy="2769989"/>
          </a:xfrm>
          <a:prstGeom prst="rect">
            <a:avLst/>
          </a:prstGeom>
          <a:noFill/>
          <a:ln>
            <a:noFill/>
          </a:ln>
        </p:spPr>
        <p:txBody>
          <a:bodyPr spcFirstLastPara="1" wrap="square" lIns="0" tIns="0" rIns="0" bIns="0" anchor="ctr" anchorCtr="0">
            <a:spAutoFit/>
          </a:bodyPr>
          <a:lstStyle/>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err="1">
                <a:solidFill>
                  <a:srgbClr val="FF3399"/>
                </a:solidFill>
                <a:latin typeface="Gotham Rounded Medium" panose="02000000000000000000" pitchFamily="50" charset="0"/>
                <a:ea typeface="Tahoma"/>
                <a:cs typeface="Tahoma"/>
                <a:sym typeface="Tahoma"/>
              </a:rPr>
              <a:t>function</a:t>
            </a:r>
            <a:r>
              <a:rPr lang="es-ES" sz="3600" b="0" i="0" u="none" strike="noStrike" cap="none" dirty="0">
                <a:solidFill>
                  <a:srgbClr val="FF3399"/>
                </a:solidFill>
                <a:latin typeface="Gotham Rounded Medium" panose="02000000000000000000" pitchFamily="50" charset="0"/>
                <a:ea typeface="Tahoma"/>
                <a:cs typeface="Tahoma"/>
                <a:sym typeface="Tahoma"/>
              </a:rPr>
              <a:t> </a:t>
            </a:r>
            <a:r>
              <a:rPr lang="es-ES" sz="3600" b="0" i="0" u="none" strike="noStrike" cap="none" dirty="0" err="1">
                <a:solidFill>
                  <a:srgbClr val="E8A47A"/>
                </a:solidFill>
                <a:latin typeface="Gotham Rounded Medium" panose="02000000000000000000" pitchFamily="50" charset="0"/>
                <a:ea typeface="Tahoma"/>
                <a:cs typeface="Tahoma"/>
                <a:sym typeface="Tahoma"/>
              </a:rPr>
              <a:t>restarUno</a:t>
            </a:r>
            <a:r>
              <a:rPr lang="es-ES" sz="3600" b="0" i="0" u="none" strike="noStrike" cap="none" dirty="0">
                <a:solidFill>
                  <a:srgbClr val="FF3399"/>
                </a:solidFill>
                <a:latin typeface="Gotham Rounded Medium" panose="02000000000000000000" pitchFamily="50" charset="0"/>
                <a:ea typeface="Tahoma"/>
                <a:cs typeface="Tahoma"/>
                <a:sym typeface="Tahoma"/>
              </a:rPr>
              <a:t>(a) {</a:t>
            </a:r>
            <a:endParaRPr sz="14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a:solidFill>
                  <a:srgbClr val="FF3399"/>
                </a:solidFill>
                <a:latin typeface="Gotham Rounded Medium" panose="02000000000000000000" pitchFamily="50" charset="0"/>
                <a:ea typeface="Tahoma"/>
                <a:cs typeface="Tahoma"/>
                <a:sym typeface="Tahoma"/>
              </a:rPr>
              <a:t>	</a:t>
            </a:r>
            <a:r>
              <a:rPr lang="es-ES" sz="3600" b="0" i="0" u="none" strike="noStrike" cap="none" dirty="0" err="1">
                <a:solidFill>
                  <a:srgbClr val="4A7B8B"/>
                </a:solidFill>
                <a:latin typeface="Gotham Rounded Medium" panose="02000000000000000000" pitchFamily="50" charset="0"/>
                <a:ea typeface="Tahoma"/>
                <a:cs typeface="Tahoma"/>
                <a:sym typeface="Tahoma"/>
              </a:rPr>
              <a:t>return</a:t>
            </a:r>
            <a:r>
              <a:rPr lang="es-ES" sz="3600" b="0" i="0" u="none" strike="noStrike" cap="none" dirty="0">
                <a:solidFill>
                  <a:srgbClr val="FF3399"/>
                </a:solidFill>
                <a:latin typeface="Gotham Rounded Medium" panose="02000000000000000000" pitchFamily="50" charset="0"/>
                <a:ea typeface="Tahoma"/>
                <a:cs typeface="Tahoma"/>
                <a:sym typeface="Tahoma"/>
              </a:rPr>
              <a:t> a </a:t>
            </a:r>
            <a:r>
              <a:rPr lang="es-ES" sz="3600" b="0" i="0" u="none" strike="noStrike" cap="none" dirty="0">
                <a:solidFill>
                  <a:srgbClr val="4A7B8B"/>
                </a:solidFill>
                <a:latin typeface="Gotham Rounded Medium" panose="02000000000000000000" pitchFamily="50" charset="0"/>
                <a:ea typeface="Tahoma"/>
                <a:cs typeface="Tahoma"/>
                <a:sym typeface="Tahoma"/>
              </a:rPr>
              <a:t>-</a:t>
            </a:r>
            <a:r>
              <a:rPr lang="es-ES" sz="3600" b="0" i="0" u="none" strike="noStrike" cap="none" dirty="0">
                <a:solidFill>
                  <a:srgbClr val="FF3399"/>
                </a:solidFill>
                <a:latin typeface="Gotham Rounded Medium" panose="02000000000000000000" pitchFamily="50" charset="0"/>
                <a:ea typeface="Tahoma"/>
                <a:cs typeface="Tahoma"/>
                <a:sym typeface="Tahoma"/>
              </a:rPr>
              <a:t> </a:t>
            </a:r>
            <a:r>
              <a:rPr lang="es-ES" sz="3600" b="0" i="0" u="none" strike="noStrike" cap="none" dirty="0">
                <a:solidFill>
                  <a:srgbClr val="79D2EA"/>
                </a:solidFill>
                <a:latin typeface="Gotham Rounded Medium" panose="02000000000000000000" pitchFamily="50" charset="0"/>
                <a:ea typeface="Tahoma"/>
                <a:cs typeface="Tahoma"/>
                <a:sym typeface="Tahoma"/>
              </a:rPr>
              <a:t>1</a:t>
            </a:r>
            <a:r>
              <a:rPr lang="es-ES" sz="3600" b="0" i="0" u="none" strike="noStrike" cap="none" dirty="0">
                <a:solidFill>
                  <a:srgbClr val="FF3399"/>
                </a:solidFill>
                <a:latin typeface="Gotham Rounded Medium" panose="02000000000000000000" pitchFamily="50" charset="0"/>
                <a:ea typeface="Tahoma"/>
                <a:cs typeface="Tahoma"/>
                <a:sym typeface="Tahoma"/>
              </a:rPr>
              <a:t>;</a:t>
            </a:r>
            <a:endParaRPr sz="3600" b="0" i="0" u="none" strike="noStrike" cap="none" dirty="0">
              <a:solidFill>
                <a:srgbClr val="FF3399"/>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a:solidFill>
                  <a:srgbClr val="FF3399"/>
                </a:solidFill>
                <a:latin typeface="Gotham Rounded Medium" panose="02000000000000000000" pitchFamily="50" charset="0"/>
                <a:ea typeface="Tahoma"/>
                <a:cs typeface="Tahoma"/>
                <a:sym typeface="Tahoma"/>
              </a:rPr>
              <a:t>}</a:t>
            </a:r>
            <a:endParaRPr sz="1400" b="0" i="0" u="none" strike="noStrike" cap="none" dirty="0">
              <a:solidFill>
                <a:srgbClr val="000000"/>
              </a:solidFill>
              <a:latin typeface="Gotham Rounded Medium" panose="02000000000000000000" pitchFamily="50" charset="0"/>
              <a:sym typeface="Arial"/>
            </a:endParaRPr>
          </a:p>
          <a:p>
            <a:pPr marL="457200" marR="0" lvl="1" indent="0" algn="l" rtl="0">
              <a:lnSpc>
                <a:spcPct val="100000"/>
              </a:lnSpc>
              <a:spcBef>
                <a:spcPts val="0"/>
              </a:spcBef>
              <a:spcAft>
                <a:spcPts val="0"/>
              </a:spcAft>
              <a:buClr>
                <a:srgbClr val="000000"/>
              </a:buClr>
              <a:buSzPts val="3600"/>
              <a:buFont typeface="Arial"/>
              <a:buNone/>
            </a:pPr>
            <a:endParaRPr sz="3600" b="0" i="0" u="none" strike="noStrike" cap="none" dirty="0">
              <a:solidFill>
                <a:srgbClr val="79D2EA"/>
              </a:solidFill>
              <a:latin typeface="Gotham Rounded Medium" panose="02000000000000000000" pitchFamily="50" charset="0"/>
              <a:ea typeface="Tahoma"/>
              <a:cs typeface="Tahoma"/>
              <a:sym typeface="Tahoma"/>
            </a:endParaRPr>
          </a:p>
          <a:p>
            <a:pPr marL="457200" marR="0" lvl="1" indent="0" algn="l" rtl="0">
              <a:lnSpc>
                <a:spcPct val="100000"/>
              </a:lnSpc>
              <a:spcBef>
                <a:spcPts val="0"/>
              </a:spcBef>
              <a:spcAft>
                <a:spcPts val="0"/>
              </a:spcAft>
              <a:buClr>
                <a:srgbClr val="000000"/>
              </a:buClr>
              <a:buSzPts val="3600"/>
              <a:buFont typeface="Arial"/>
              <a:buNone/>
            </a:pPr>
            <a:r>
              <a:rPr lang="es-ES" sz="3600" b="0" i="0" u="none" strike="noStrike" cap="none" dirty="0" err="1">
                <a:solidFill>
                  <a:srgbClr val="FF3399"/>
                </a:solidFill>
                <a:latin typeface="Gotham Rounded Medium" panose="02000000000000000000" pitchFamily="50" charset="0"/>
                <a:ea typeface="Tahoma"/>
                <a:cs typeface="Tahoma"/>
                <a:sym typeface="Tahoma"/>
              </a:rPr>
              <a:t>let</a:t>
            </a:r>
            <a:r>
              <a:rPr lang="es-ES" sz="3600" b="0" i="0" u="none" strike="noStrike" cap="none" dirty="0">
                <a:solidFill>
                  <a:srgbClr val="4A7B8B"/>
                </a:solidFill>
                <a:latin typeface="Gotham Rounded Medium" panose="02000000000000000000" pitchFamily="50" charset="0"/>
                <a:ea typeface="Tahoma"/>
                <a:cs typeface="Tahoma"/>
                <a:sym typeface="Tahoma"/>
              </a:rPr>
              <a:t> total = </a:t>
            </a:r>
            <a:r>
              <a:rPr lang="es-ES" sz="3600" b="0" i="0" u="none" strike="noStrike" cap="none" dirty="0" err="1">
                <a:solidFill>
                  <a:srgbClr val="E8A47A"/>
                </a:solidFill>
                <a:latin typeface="Gotham Rounded Medium" panose="02000000000000000000" pitchFamily="50" charset="0"/>
                <a:ea typeface="Tahoma"/>
                <a:cs typeface="Tahoma"/>
                <a:sym typeface="Tahoma"/>
              </a:rPr>
              <a:t>restar</a:t>
            </a:r>
            <a:r>
              <a:rPr lang="es-ES" sz="3600" b="0" i="0" u="none" strike="noStrike" cap="none" dirty="0" err="1">
                <a:solidFill>
                  <a:srgbClr val="E8A47A"/>
                </a:solidFill>
                <a:highlight>
                  <a:srgbClr val="FF0000"/>
                </a:highlight>
                <a:latin typeface="Gotham Rounded Medium" panose="02000000000000000000" pitchFamily="50" charset="0"/>
                <a:ea typeface="Tahoma"/>
                <a:cs typeface="Tahoma"/>
                <a:sym typeface="Tahoma"/>
              </a:rPr>
              <a:t>u</a:t>
            </a:r>
            <a:r>
              <a:rPr lang="es-ES" sz="3600" b="0" i="0" u="none" strike="noStrike" cap="none" dirty="0" err="1">
                <a:solidFill>
                  <a:srgbClr val="E8A47A"/>
                </a:solidFill>
                <a:latin typeface="Gotham Rounded Medium" panose="02000000000000000000" pitchFamily="50" charset="0"/>
                <a:ea typeface="Tahoma"/>
                <a:cs typeface="Tahoma"/>
                <a:sym typeface="Tahoma"/>
              </a:rPr>
              <a:t>no</a:t>
            </a:r>
            <a:r>
              <a:rPr lang="es-ES" sz="3600" b="0" i="0" u="none" strike="noStrike" cap="none" dirty="0">
                <a:solidFill>
                  <a:srgbClr val="E8A47A"/>
                </a:solidFill>
                <a:latin typeface="Gotham Rounded Medium" panose="02000000000000000000" pitchFamily="50" charset="0"/>
                <a:ea typeface="Tahoma"/>
                <a:cs typeface="Tahoma"/>
                <a:sym typeface="Tahoma"/>
              </a:rPr>
              <a:t>(</a:t>
            </a:r>
            <a:r>
              <a:rPr lang="es-ES" sz="3600" b="0" i="0" u="none" strike="noStrike" cap="none" dirty="0">
                <a:solidFill>
                  <a:srgbClr val="79D2EA"/>
                </a:solidFill>
                <a:latin typeface="Gotham Rounded Medium" panose="02000000000000000000" pitchFamily="50" charset="0"/>
                <a:ea typeface="Tahoma"/>
                <a:cs typeface="Tahoma"/>
                <a:sym typeface="Tahoma"/>
              </a:rPr>
              <a:t>4</a:t>
            </a:r>
            <a:r>
              <a:rPr lang="es-ES" sz="3600" b="0" i="0" u="none" strike="noStrike" cap="none" dirty="0">
                <a:solidFill>
                  <a:srgbClr val="E8A47A"/>
                </a:solidFill>
                <a:latin typeface="Gotham Rounded Medium" panose="02000000000000000000" pitchFamily="50" charset="0"/>
                <a:ea typeface="Tahoma"/>
                <a:cs typeface="Tahoma"/>
                <a:sym typeface="Tahoma"/>
              </a:rPr>
              <a:t>)</a:t>
            </a:r>
            <a:r>
              <a:rPr lang="es-ES" sz="3600" b="0" i="0" u="none" strike="noStrike" cap="none" dirty="0">
                <a:solidFill>
                  <a:srgbClr val="4A7B8B"/>
                </a:solidFill>
                <a:latin typeface="Gotham Rounded Medium" panose="02000000000000000000" pitchFamily="50" charset="0"/>
                <a:ea typeface="Tahoma"/>
                <a:cs typeface="Tahoma"/>
                <a:sym typeface="Tahoma"/>
              </a:rPr>
              <a:t>;</a:t>
            </a:r>
            <a:endParaRPr sz="1400" b="0" i="0" u="none" strike="noStrike" cap="none" dirty="0">
              <a:solidFill>
                <a:srgbClr val="000000"/>
              </a:solidFill>
              <a:latin typeface="Gotham Rounded Medium" panose="02000000000000000000" pitchFamily="50" charset="0"/>
              <a:sym typeface="Arial"/>
            </a:endParaRPr>
          </a:p>
        </p:txBody>
      </p:sp>
      <p:cxnSp>
        <p:nvCxnSpPr>
          <p:cNvPr id="2695" name="Google Shape;2695;p252"/>
          <p:cNvCxnSpPr/>
          <p:nvPr/>
        </p:nvCxnSpPr>
        <p:spPr>
          <a:xfrm>
            <a:off x="8238930"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2696" name="Google Shape;2696;p252"/>
          <p:cNvSpPr txBox="1"/>
          <p:nvPr/>
        </p:nvSpPr>
        <p:spPr>
          <a:xfrm>
            <a:off x="8517912" y="616527"/>
            <a:ext cx="3452315" cy="61862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rgbClr val="79D2EA"/>
                </a:solidFill>
                <a:latin typeface="Gotham Rounded Medium" panose="02000000000000000000" pitchFamily="50" charset="0"/>
                <a:ea typeface="Tahoma"/>
                <a:cs typeface="Tahoma"/>
                <a:sym typeface="Tahoma"/>
              </a:rPr>
              <a:t>Error!</a:t>
            </a:r>
            <a:endParaRPr sz="1400" b="0" i="0" u="none" strike="noStrike" cap="none" dirty="0">
              <a:solidFill>
                <a:srgbClr val="000000"/>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endParaRPr sz="7200" b="0" i="0" u="none" strike="noStrike" cap="none" dirty="0">
              <a:solidFill>
                <a:srgbClr val="79D2EA"/>
              </a:solidFill>
              <a:latin typeface="Gotham Rounded Medium" panose="02000000000000000000" pitchFamily="50" charset="0"/>
              <a:ea typeface="Tahoma"/>
              <a:cs typeface="Tahoma"/>
              <a:sym typeface="Tahoma"/>
            </a:endParaRPr>
          </a:p>
          <a:p>
            <a:pPr marL="0" marR="0" lvl="0" indent="0" algn="ctr" rtl="0">
              <a:lnSpc>
                <a:spcPct val="100000"/>
              </a:lnSpc>
              <a:spcBef>
                <a:spcPts val="0"/>
              </a:spcBef>
              <a:spcAft>
                <a:spcPts val="0"/>
              </a:spcAft>
              <a:buClr>
                <a:srgbClr val="000000"/>
              </a:buClr>
              <a:buSzPts val="3600"/>
              <a:buFont typeface="Arial"/>
              <a:buNone/>
            </a:pPr>
            <a:r>
              <a:rPr lang="es-ES" sz="3600" b="0" i="0" u="none" strike="noStrike" cap="none" dirty="0">
                <a:solidFill>
                  <a:srgbClr val="79D2EA"/>
                </a:solidFill>
                <a:latin typeface="Gotham Rounded Medium" panose="02000000000000000000" pitchFamily="50" charset="0"/>
                <a:ea typeface="Tahoma"/>
                <a:cs typeface="Tahoma"/>
                <a:sym typeface="Tahoma"/>
              </a:rPr>
              <a:t>La función </a:t>
            </a:r>
            <a:r>
              <a:rPr lang="es-ES" sz="3600" b="0" i="0" u="none" strike="noStrike" cap="none" dirty="0" err="1">
                <a:solidFill>
                  <a:srgbClr val="E8A47A"/>
                </a:solidFill>
                <a:latin typeface="Gotham Rounded Medium" panose="02000000000000000000" pitchFamily="50" charset="0"/>
                <a:ea typeface="Tahoma"/>
                <a:cs typeface="Tahoma"/>
                <a:sym typeface="Tahoma"/>
              </a:rPr>
              <a:t>restaruno</a:t>
            </a:r>
            <a:r>
              <a:rPr lang="es-ES" sz="3600" b="0" i="0" u="none" strike="noStrike" cap="none" dirty="0">
                <a:solidFill>
                  <a:srgbClr val="E8A47A"/>
                </a:solidFill>
                <a:latin typeface="Gotham Rounded Medium" panose="02000000000000000000" pitchFamily="50" charset="0"/>
                <a:ea typeface="Tahoma"/>
                <a:cs typeface="Tahoma"/>
                <a:sym typeface="Tahoma"/>
              </a:rPr>
              <a:t>()</a:t>
            </a:r>
            <a:r>
              <a:rPr lang="es-ES" sz="3600" b="0" i="0" u="none" strike="noStrike" cap="none" dirty="0">
                <a:solidFill>
                  <a:srgbClr val="79D2EA"/>
                </a:solidFill>
                <a:latin typeface="Gotham Rounded Medium" panose="02000000000000000000" pitchFamily="50" charset="0"/>
                <a:ea typeface="Tahoma"/>
                <a:cs typeface="Tahoma"/>
                <a:sym typeface="Tahoma"/>
              </a:rPr>
              <a:t> no existe... hay que respetar minúsculas y mayúsculas.</a:t>
            </a:r>
            <a:endParaRPr sz="1400" b="0" i="0" u="none" strike="noStrike" cap="none" dirty="0">
              <a:solidFill>
                <a:srgbClr val="000000"/>
              </a:solidFill>
              <a:latin typeface="Gotham Rounded Medium" panose="02000000000000000000" pitchFamily="50" charset="0"/>
              <a:sym typeface="Arial"/>
            </a:endParaRPr>
          </a:p>
        </p:txBody>
      </p:sp>
      <p:pic>
        <p:nvPicPr>
          <p:cNvPr id="6" name="Imagen 5"/>
          <p:cNvPicPr>
            <a:picLocks noChangeAspect="1"/>
          </p:cNvPicPr>
          <p:nvPr/>
        </p:nvPicPr>
        <p:blipFill>
          <a:blip r:embed="rId4"/>
          <a:stretch>
            <a:fillRect/>
          </a:stretch>
        </p:blipFill>
        <p:spPr>
          <a:xfrm rot="10800000">
            <a:off x="11448224" y="0"/>
            <a:ext cx="743776" cy="1493649"/>
          </a:xfrm>
          <a:prstGeom prst="rect">
            <a:avLst/>
          </a:prstGeom>
        </p:spPr>
      </p:pic>
      <p:pic>
        <p:nvPicPr>
          <p:cNvPr id="7" name="Imagen 6"/>
          <p:cNvPicPr>
            <a:picLocks noChangeAspect="1"/>
          </p:cNvPicPr>
          <p:nvPr/>
        </p:nvPicPr>
        <p:blipFill>
          <a:blip r:embed="rId5"/>
          <a:stretch>
            <a:fillRect/>
          </a:stretch>
        </p:blipFill>
        <p:spPr>
          <a:xfrm rot="5400000">
            <a:off x="-1249789" y="2951593"/>
            <a:ext cx="3365284" cy="865707"/>
          </a:xfrm>
          <a:prstGeom prst="rect">
            <a:avLst/>
          </a:prstGeom>
        </p:spPr>
      </p:pic>
      <p:pic>
        <p:nvPicPr>
          <p:cNvPr id="8" name="Imagen 7"/>
          <p:cNvPicPr>
            <a:picLocks noChangeAspect="1"/>
          </p:cNvPicPr>
          <p:nvPr/>
        </p:nvPicPr>
        <p:blipFill>
          <a:blip r:embed="rId6"/>
          <a:stretch>
            <a:fillRect/>
          </a:stretch>
        </p:blipFill>
        <p:spPr>
          <a:xfrm>
            <a:off x="5095549" y="0"/>
            <a:ext cx="1487553" cy="530398"/>
          </a:xfrm>
          <a:prstGeom prst="rect">
            <a:avLst/>
          </a:prstGeom>
        </p:spPr>
      </p:pic>
    </p:spTree>
  </p:cSld>
  <p:clrMapOvr>
    <a:masterClrMapping/>
  </p:clrMapOvr>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Shape 2701"/>
        <p:cNvGrpSpPr/>
        <p:nvPr/>
      </p:nvGrpSpPr>
      <p:grpSpPr>
        <a:xfrm>
          <a:off x="0" y="0"/>
          <a:ext cx="0" cy="0"/>
          <a:chOff x="0" y="0"/>
          <a:chExt cx="0" cy="0"/>
        </a:xfrm>
      </p:grpSpPr>
      <p:sp>
        <p:nvSpPr>
          <p:cNvPr id="2702" name="Google Shape;2702;p253"/>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1" i="0" u="none" strike="noStrike" cap="none" dirty="0">
                <a:solidFill>
                  <a:srgbClr val="872789"/>
                </a:solidFill>
                <a:latin typeface="Gotham Rounded Medium" panose="02000000000000000000" pitchFamily="50" charset="0"/>
                <a:sym typeface="Arial"/>
              </a:rPr>
              <a:t>¡Felicitaciones!</a:t>
            </a:r>
            <a:endParaRPr sz="1400" b="0" i="0" u="none" strike="noStrike" cap="none" dirty="0">
              <a:solidFill>
                <a:srgbClr val="872789"/>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smtClean="0">
                <a:solidFill>
                  <a:schemeClr val="tx1"/>
                </a:solidFill>
                <a:latin typeface="Gotham Rounded Medium" panose="02000000000000000000" pitchFamily="50" charset="0"/>
                <a:sym typeface="Arial"/>
              </a:rPr>
              <a:t>Llegaron </a:t>
            </a:r>
            <a:r>
              <a:rPr lang="es-ES" sz="7200" b="0" i="0" u="none" strike="noStrike" cap="none" dirty="0">
                <a:solidFill>
                  <a:schemeClr val="tx1"/>
                </a:solidFill>
                <a:latin typeface="Gotham Rounded Medium" panose="02000000000000000000" pitchFamily="50" charset="0"/>
                <a:sym typeface="Arial"/>
              </a:rPr>
              <a:t>al final del tutorial</a:t>
            </a:r>
            <a:endParaRPr sz="72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1"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r>
              <a:rPr lang="es-ES" sz="2400" b="1" i="0" u="none" strike="noStrike" cap="none" dirty="0">
                <a:solidFill>
                  <a:schemeClr val="tx1"/>
                </a:solidFill>
                <a:latin typeface="Gotham Rounded Medium" panose="02000000000000000000" pitchFamily="50" charset="0"/>
                <a:sym typeface="Arial"/>
              </a:rPr>
              <a:t>(las diapositivas de aquí en adelante son </a:t>
            </a:r>
            <a:r>
              <a:rPr lang="es-ES" sz="2400" b="1" i="0" u="none" strike="noStrike" cap="none" dirty="0" smtClean="0">
                <a:solidFill>
                  <a:schemeClr val="tx1"/>
                </a:solidFill>
                <a:latin typeface="Gotham Rounded Medium" panose="02000000000000000000" pitchFamily="50" charset="0"/>
                <a:sym typeface="Arial"/>
              </a:rPr>
              <a:t>opcionales)</a:t>
            </a:r>
            <a:r>
              <a:rPr lang="es-ES" sz="2400" b="1" i="0" u="none" strike="noStrike" cap="none" dirty="0" smtClean="0">
                <a:solidFill>
                  <a:srgbClr val="002060"/>
                </a:solidFill>
                <a:latin typeface="Gotham Rounded Medium" panose="02000000000000000000" pitchFamily="50" charset="0"/>
                <a:sym typeface="Arial"/>
              </a:rPr>
              <a:t>.</a:t>
            </a:r>
            <a:r>
              <a:rPr lang="es-ES" sz="2400" b="1" i="0" u="none" strike="noStrike" cap="none" dirty="0">
                <a:solidFill>
                  <a:srgbClr val="002060"/>
                </a:solidFill>
                <a:latin typeface="Gotham Rounded Medium" panose="02000000000000000000" pitchFamily="50" charset="0"/>
                <a:sym typeface="Arial"/>
              </a:rPr>
              <a:t> </a:t>
            </a:r>
            <a:endParaRPr sz="1800" b="0" i="0" u="none" strike="noStrike" cap="none" dirty="0">
              <a:solidFill>
                <a:srgbClr val="002060"/>
              </a:solidFill>
              <a:latin typeface="Gotham Rounded Medium" panose="02000000000000000000" pitchFamily="50" charset="0"/>
              <a:ea typeface="Calibri"/>
              <a:cs typeface="Calibri"/>
              <a:sym typeface="Calibri"/>
            </a:endParaRPr>
          </a:p>
          <a:p>
            <a:pPr marL="0" marR="0" lvl="0" indent="0" algn="ctr" rtl="0">
              <a:lnSpc>
                <a:spcPct val="100000"/>
              </a:lnSpc>
              <a:spcBef>
                <a:spcPts val="0"/>
              </a:spcBef>
              <a:spcAft>
                <a:spcPts val="0"/>
              </a:spcAft>
              <a:buClr>
                <a:srgbClr val="000000"/>
              </a:buClr>
              <a:buSzPts val="2400"/>
              <a:buFont typeface="Arial"/>
              <a:buNone/>
            </a:pPr>
            <a:endParaRPr sz="1400" b="0" i="0" u="none" strike="noStrike" cap="none" dirty="0">
              <a:solidFill>
                <a:srgbClr val="000000"/>
              </a:solidFill>
              <a:latin typeface="Arial"/>
              <a:ea typeface="Arial"/>
              <a:cs typeface="Arial"/>
              <a:sym typeface="Arial"/>
            </a:endParaRPr>
          </a:p>
        </p:txBody>
      </p:sp>
      <p:pic>
        <p:nvPicPr>
          <p:cNvPr id="3" name="Imagen 2"/>
          <p:cNvPicPr>
            <a:picLocks noChangeAspect="1"/>
          </p:cNvPicPr>
          <p:nvPr/>
        </p:nvPicPr>
        <p:blipFill>
          <a:blip r:embed="rId3"/>
          <a:stretch>
            <a:fillRect/>
          </a:stretch>
        </p:blipFill>
        <p:spPr>
          <a:xfrm rot="10800000">
            <a:off x="11448224" y="0"/>
            <a:ext cx="743776" cy="1493649"/>
          </a:xfrm>
          <a:prstGeom prst="rect">
            <a:avLst/>
          </a:prstGeom>
        </p:spPr>
      </p:pic>
      <p:pic>
        <p:nvPicPr>
          <p:cNvPr id="4" name="Imagen 3"/>
          <p:cNvPicPr>
            <a:picLocks noChangeAspect="1"/>
          </p:cNvPicPr>
          <p:nvPr/>
        </p:nvPicPr>
        <p:blipFill>
          <a:blip r:embed="rId4"/>
          <a:stretch>
            <a:fillRect/>
          </a:stretch>
        </p:blipFill>
        <p:spPr>
          <a:xfrm rot="5400000">
            <a:off x="-1249789" y="2951593"/>
            <a:ext cx="3365284" cy="865707"/>
          </a:xfrm>
          <a:prstGeom prst="rect">
            <a:avLst/>
          </a:prstGeom>
        </p:spPr>
      </p:pic>
      <p:pic>
        <p:nvPicPr>
          <p:cNvPr id="5" name="Imagen 4"/>
          <p:cNvPicPr>
            <a:picLocks noChangeAspect="1"/>
          </p:cNvPicPr>
          <p:nvPr/>
        </p:nvPicPr>
        <p:blipFill>
          <a:blip r:embed="rId5"/>
          <a:stretch>
            <a:fillRect/>
          </a:stretch>
        </p:blipFill>
        <p:spPr>
          <a:xfrm>
            <a:off x="5095549" y="0"/>
            <a:ext cx="1487553" cy="530398"/>
          </a:xfrm>
          <a:prstGeom prst="rect">
            <a:avLst/>
          </a:prstGeom>
        </p:spPr>
      </p:pic>
    </p:spTree>
  </p:cSld>
  <p:clrMapOvr>
    <a:masterClrMapping/>
  </p:clrMapOvr>
  <p:timing>
    <p:tnLst>
      <p:par>
        <p:cTn id="1" dur="indefinite" restart="never" nodeType="tmRoot"/>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Shape 2707"/>
        <p:cNvGrpSpPr/>
        <p:nvPr/>
      </p:nvGrpSpPr>
      <p:grpSpPr>
        <a:xfrm>
          <a:off x="0" y="0"/>
          <a:ext cx="0" cy="0"/>
          <a:chOff x="0" y="0"/>
          <a:chExt cx="0" cy="0"/>
        </a:xfrm>
      </p:grpSpPr>
      <p:pic>
        <p:nvPicPr>
          <p:cNvPr id="7" name="Google Shape;214;p2"/>
          <p:cNvPicPr preferRelativeResize="0"/>
          <p:nvPr/>
        </p:nvPicPr>
        <p:blipFill rotWithShape="1">
          <a:blip r:embed="rId3">
            <a:alphaModFix/>
          </a:blip>
          <a:srcRect/>
          <a:stretch/>
        </p:blipFill>
        <p:spPr>
          <a:xfrm>
            <a:off x="0" y="1254"/>
            <a:ext cx="12192000" cy="6856745"/>
          </a:xfrm>
          <a:prstGeom prst="rect">
            <a:avLst/>
          </a:prstGeom>
          <a:noFill/>
          <a:ln>
            <a:noFill/>
          </a:ln>
        </p:spPr>
      </p:pic>
      <p:sp>
        <p:nvSpPr>
          <p:cNvPr id="2708" name="Google Shape;2708;p254"/>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342900" marR="0" lvl="0" indent="-342900" algn="ctr" rtl="0">
              <a:lnSpc>
                <a:spcPct val="100000"/>
              </a:lnSpc>
              <a:spcBef>
                <a:spcPts val="0"/>
              </a:spcBef>
              <a:spcAft>
                <a:spcPts val="0"/>
              </a:spcAft>
              <a:buClr>
                <a:schemeClr val="lt1"/>
              </a:buClr>
              <a:buSzPts val="2400"/>
              <a:buFont typeface="Arial"/>
              <a:buChar char="-"/>
            </a:pPr>
            <a:r>
              <a:rPr lang="es-ES" sz="2400" b="0" i="0" u="none" strike="noStrike" cap="none" dirty="0">
                <a:solidFill>
                  <a:schemeClr val="tx1"/>
                </a:solidFill>
                <a:latin typeface="Arial"/>
                <a:ea typeface="Arial"/>
                <a:cs typeface="Arial"/>
                <a:sym typeface="Arial"/>
              </a:rPr>
              <a:t>Usar JavaScript en mi HTML -</a:t>
            </a:r>
            <a:endParaRPr sz="1400" b="0" i="0" u="none" strike="noStrike" cap="none" dirty="0">
              <a:solidFill>
                <a:schemeClr val="tx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lt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Gotham Rounded Medium" panose="02000000000000000000" pitchFamily="50" charset="0"/>
                <a:sym typeface="Arial"/>
              </a:rPr>
              <a:t>¿Cómo utilizar JavaScript</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Gotham Rounded Medium" panose="02000000000000000000" pitchFamily="50" charset="0"/>
                <a:sym typeface="Arial"/>
              </a:rPr>
              <a:t>en mi HTML?</a:t>
            </a:r>
            <a:endParaRPr sz="1400" b="0" i="0" u="none" strike="noStrike" cap="none" dirty="0">
              <a:solidFill>
                <a:schemeClr val="tx1"/>
              </a:solidFill>
              <a:latin typeface="Gotham Rounded Medium" panose="02000000000000000000" pitchFamily="50" charset="0"/>
              <a:sym typeface="Arial"/>
            </a:endParaRPr>
          </a:p>
        </p:txBody>
      </p:sp>
    </p:spTree>
  </p:cSld>
  <p:clrMapOvr>
    <a:masterClrMapping/>
  </p:clrMapOvr>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Shape 2713"/>
        <p:cNvGrpSpPr/>
        <p:nvPr/>
      </p:nvGrpSpPr>
      <p:grpSpPr>
        <a:xfrm>
          <a:off x="0" y="0"/>
          <a:ext cx="0" cy="0"/>
          <a:chOff x="0" y="0"/>
          <a:chExt cx="0" cy="0"/>
        </a:xfrm>
      </p:grpSpPr>
      <p:pic>
        <p:nvPicPr>
          <p:cNvPr id="2714" name="Google Shape;2714;p255"/>
          <p:cNvPicPr preferRelativeResize="0"/>
          <p:nvPr/>
        </p:nvPicPr>
        <p:blipFill rotWithShape="1">
          <a:blip r:embed="rId3">
            <a:alphaModFix/>
          </a:blip>
          <a:srcRect/>
          <a:stretch/>
        </p:blipFill>
        <p:spPr>
          <a:xfrm>
            <a:off x="95693" y="0"/>
            <a:ext cx="12301870" cy="6932428"/>
          </a:xfrm>
          <a:prstGeom prst="rect">
            <a:avLst/>
          </a:prstGeom>
          <a:noFill/>
          <a:ln>
            <a:noFill/>
          </a:ln>
        </p:spPr>
      </p:pic>
      <p:sp>
        <p:nvSpPr>
          <p:cNvPr id="2715" name="Google Shape;2715;p255"/>
          <p:cNvSpPr/>
          <p:nvPr/>
        </p:nvSpPr>
        <p:spPr>
          <a:xfrm>
            <a:off x="1775636" y="1095153"/>
            <a:ext cx="4603899" cy="3814472"/>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Si usamos las etiquetas &lt;script&gt; podemos escribir dentro de ellas todo el contenido JavaScript. Las etiquetas &lt;script&gt; pueden ir tanto dentro del &lt;head&gt; como del &lt;</a:t>
            </a:r>
            <a:r>
              <a:rPr lang="es-ES" sz="1800" b="0" i="0" u="none" strike="noStrike" cap="none" dirty="0" err="1">
                <a:solidFill>
                  <a:schemeClr val="lt1"/>
                </a:solidFill>
                <a:latin typeface="Gotham Rounded" pitchFamily="50" charset="0"/>
                <a:ea typeface="Tahoma"/>
                <a:cs typeface="Tahoma"/>
                <a:sym typeface="Tahoma"/>
              </a:rPr>
              <a:t>body</a:t>
            </a:r>
            <a:r>
              <a:rPr lang="es-ES" sz="1800" b="0" i="0" u="none" strike="noStrike" cap="none" dirty="0">
                <a:solidFill>
                  <a:schemeClr val="lt1"/>
                </a:solidFill>
                <a:latin typeface="Gotham Rounded" pitchFamily="50" charset="0"/>
                <a:ea typeface="Tahoma"/>
                <a:cs typeface="Tahoma"/>
                <a:sym typeface="Tahoma"/>
              </a:rPr>
              <a:t>&gt;, pero se recomienda SIEMPRE ubicarlas al final del &lt;</a:t>
            </a:r>
            <a:r>
              <a:rPr lang="es-ES" sz="1800" b="0" i="0" u="none" strike="noStrike" cap="none" dirty="0" err="1">
                <a:solidFill>
                  <a:schemeClr val="lt1"/>
                </a:solidFill>
                <a:latin typeface="Gotham Rounded" pitchFamily="50" charset="0"/>
                <a:ea typeface="Tahoma"/>
                <a:cs typeface="Tahoma"/>
                <a:sym typeface="Tahoma"/>
              </a:rPr>
              <a:t>body</a:t>
            </a:r>
            <a:r>
              <a:rPr lang="es-ES" sz="1800" b="0" i="0" u="none" strike="noStrike" cap="none" dirty="0">
                <a:solidFill>
                  <a:schemeClr val="lt1"/>
                </a:solidFill>
                <a:latin typeface="Gotham Rounded" pitchFamily="50" charset="0"/>
                <a:ea typeface="Tahoma"/>
                <a:cs typeface="Tahoma"/>
                <a:sym typeface="Tahoma"/>
              </a:rPr>
              <a:t>&gt;, antes de cerrar el &lt;/</a:t>
            </a:r>
            <a:r>
              <a:rPr lang="es-ES" sz="1800" b="0" i="0" u="none" strike="noStrike" cap="none" dirty="0" err="1">
                <a:solidFill>
                  <a:schemeClr val="lt1"/>
                </a:solidFill>
                <a:latin typeface="Gotham Rounded" pitchFamily="50" charset="0"/>
                <a:ea typeface="Tahoma"/>
                <a:cs typeface="Tahoma"/>
                <a:sym typeface="Tahoma"/>
              </a:rPr>
              <a:t>body</a:t>
            </a:r>
            <a:r>
              <a:rPr lang="es-ES" sz="1800" b="0" i="0" u="none" strike="noStrike" cap="none" dirty="0">
                <a:solidFill>
                  <a:schemeClr val="lt1"/>
                </a:solidFill>
                <a:latin typeface="Gotham Rounded" pitchFamily="50" charset="0"/>
                <a:ea typeface="Tahoma"/>
                <a:cs typeface="Tahoma"/>
                <a:sym typeface="Tahoma"/>
              </a:rPr>
              <a:t>&gt;.</a:t>
            </a:r>
            <a:endParaRPr sz="1400" b="0" i="0" u="none" strike="noStrike" cap="none" dirty="0">
              <a:solidFill>
                <a:srgbClr val="000000"/>
              </a:solidFill>
              <a:latin typeface="Gotham Rounded" pitchFamily="50" charset="0"/>
              <a:sym typeface="Arial"/>
            </a:endParaRPr>
          </a:p>
        </p:txBody>
      </p:sp>
      <p:sp>
        <p:nvSpPr>
          <p:cNvPr id="2716" name="Google Shape;2716;p255"/>
          <p:cNvSpPr/>
          <p:nvPr/>
        </p:nvSpPr>
        <p:spPr>
          <a:xfrm>
            <a:off x="7368363" y="3732028"/>
            <a:ext cx="3678865" cy="382772"/>
          </a:xfrm>
          <a:prstGeom prst="rect">
            <a:avLst/>
          </a:prstGeom>
          <a:noFill/>
          <a:ln w="19050" cap="flat" cmpd="sng">
            <a:solidFill>
              <a:srgbClr val="FFFF00"/>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Shape 2720"/>
        <p:cNvGrpSpPr/>
        <p:nvPr/>
      </p:nvGrpSpPr>
      <p:grpSpPr>
        <a:xfrm>
          <a:off x="0" y="0"/>
          <a:ext cx="0" cy="0"/>
          <a:chOff x="0" y="0"/>
          <a:chExt cx="0" cy="0"/>
        </a:xfrm>
      </p:grpSpPr>
      <p:pic>
        <p:nvPicPr>
          <p:cNvPr id="2721" name="Google Shape;2721;p256"/>
          <p:cNvPicPr preferRelativeResize="0"/>
          <p:nvPr/>
        </p:nvPicPr>
        <p:blipFill rotWithShape="1">
          <a:blip r:embed="rId3">
            <a:alphaModFix/>
          </a:blip>
          <a:srcRect/>
          <a:stretch/>
        </p:blipFill>
        <p:spPr>
          <a:xfrm>
            <a:off x="-148820" y="0"/>
            <a:ext cx="12192001" cy="6858000"/>
          </a:xfrm>
          <a:prstGeom prst="rect">
            <a:avLst/>
          </a:prstGeom>
          <a:noFill/>
          <a:ln>
            <a:noFill/>
          </a:ln>
        </p:spPr>
      </p:pic>
      <p:sp>
        <p:nvSpPr>
          <p:cNvPr id="2722" name="Google Shape;2722;p256"/>
          <p:cNvSpPr/>
          <p:nvPr/>
        </p:nvSpPr>
        <p:spPr>
          <a:xfrm>
            <a:off x="1256104" y="4572002"/>
            <a:ext cx="10787077" cy="2148155"/>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1800"/>
              <a:buFont typeface="Arial"/>
              <a:buNone/>
            </a:pPr>
            <a:r>
              <a:rPr lang="es-ES" sz="1800" b="0" i="0" u="none" strike="noStrike" cap="none" dirty="0">
                <a:solidFill>
                  <a:schemeClr val="lt1"/>
                </a:solidFill>
                <a:latin typeface="Gotham Rounded" pitchFamily="50" charset="0"/>
                <a:ea typeface="Tahoma"/>
                <a:cs typeface="Tahoma"/>
                <a:sym typeface="Tahoma"/>
              </a:rPr>
              <a:t>La otra forma, más recomendada, es crear un archivo JavaScript externo. Los archivos JavaScript terminan en ".</a:t>
            </a:r>
            <a:r>
              <a:rPr lang="es-ES" sz="1800" b="0" i="0" u="none" strike="noStrike" cap="none" dirty="0" err="1">
                <a:solidFill>
                  <a:schemeClr val="lt1"/>
                </a:solidFill>
                <a:latin typeface="Gotham Rounded" pitchFamily="50" charset="0"/>
                <a:ea typeface="Tahoma"/>
                <a:cs typeface="Tahoma"/>
                <a:sym typeface="Tahoma"/>
              </a:rPr>
              <a:t>js</a:t>
            </a:r>
            <a:r>
              <a:rPr lang="es-ES" sz="1800" b="0" i="0" u="none" strike="noStrike" cap="none" dirty="0">
                <a:solidFill>
                  <a:schemeClr val="lt1"/>
                </a:solidFill>
                <a:latin typeface="Gotham Rounded" pitchFamily="50" charset="0"/>
                <a:ea typeface="Tahoma"/>
                <a:cs typeface="Tahoma"/>
                <a:sym typeface="Tahoma"/>
              </a:rPr>
              <a:t>". En este caso, creamos un archivo "app.js" y copiamos el mismo contenido de antes. En HTML usamos la etiqueta &lt;script&gt; y el atributo "</a:t>
            </a:r>
            <a:r>
              <a:rPr lang="es-ES" sz="1800" b="0" i="0" u="none" strike="noStrike" cap="none" dirty="0" err="1">
                <a:solidFill>
                  <a:schemeClr val="lt1"/>
                </a:solidFill>
                <a:latin typeface="Gotham Rounded" pitchFamily="50" charset="0"/>
                <a:ea typeface="Tahoma"/>
                <a:cs typeface="Tahoma"/>
                <a:sym typeface="Tahoma"/>
              </a:rPr>
              <a:t>src</a:t>
            </a:r>
            <a:r>
              <a:rPr lang="es-ES" sz="1800" b="0" i="0" u="none" strike="noStrike" cap="none" dirty="0">
                <a:solidFill>
                  <a:schemeClr val="lt1"/>
                </a:solidFill>
                <a:latin typeface="Gotham Rounded" pitchFamily="50" charset="0"/>
                <a:ea typeface="Tahoma"/>
                <a:cs typeface="Tahoma"/>
                <a:sym typeface="Tahoma"/>
              </a:rPr>
              <a:t>=" para indicar la ruta a donde nuestro HTML debe ir a buscar el archivo "app.js" para cargarlo efectivamente.</a:t>
            </a:r>
            <a:endParaRPr sz="1400" b="0" i="0" u="none" strike="noStrike" cap="none" dirty="0">
              <a:solidFill>
                <a:srgbClr val="000000"/>
              </a:solidFill>
              <a:latin typeface="Gotham Rounded" pitchFamily="50" charset="0"/>
              <a:sym typeface="Arial"/>
            </a:endParaRPr>
          </a:p>
        </p:txBody>
      </p:sp>
      <p:sp>
        <p:nvSpPr>
          <p:cNvPr id="2723" name="Google Shape;2723;p256"/>
          <p:cNvSpPr/>
          <p:nvPr/>
        </p:nvSpPr>
        <p:spPr>
          <a:xfrm>
            <a:off x="8208335" y="2073350"/>
            <a:ext cx="2456121" cy="425302"/>
          </a:xfrm>
          <a:prstGeom prst="rect">
            <a:avLst/>
          </a:prstGeom>
          <a:noFill/>
          <a:ln w="19050" cap="flat" cmpd="sng">
            <a:solidFill>
              <a:srgbClr val="FFFF00"/>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4" name="Google Shape;2724;p256"/>
          <p:cNvSpPr/>
          <p:nvPr/>
        </p:nvSpPr>
        <p:spPr>
          <a:xfrm>
            <a:off x="2328530" y="627321"/>
            <a:ext cx="4178596" cy="2456121"/>
          </a:xfrm>
          <a:prstGeom prst="rect">
            <a:avLst/>
          </a:prstGeom>
          <a:noFill/>
          <a:ln w="19050" cap="flat" cmpd="sng">
            <a:solidFill>
              <a:srgbClr val="FFFF00"/>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5" name="Google Shape;2725;p256"/>
          <p:cNvSpPr/>
          <p:nvPr/>
        </p:nvSpPr>
        <p:spPr>
          <a:xfrm>
            <a:off x="489098" y="627321"/>
            <a:ext cx="1105786" cy="499730"/>
          </a:xfrm>
          <a:prstGeom prst="rect">
            <a:avLst/>
          </a:prstGeom>
          <a:noFill/>
          <a:ln w="19050" cap="flat" cmpd="sng">
            <a:solidFill>
              <a:srgbClr val="FFFF00"/>
            </a:solidFill>
            <a:prstDash val="solid"/>
            <a:miter lim="800000"/>
            <a:headEnd type="none" w="sm" len="sm"/>
            <a:tailEnd type="none" w="sm" len="sm"/>
          </a:ln>
          <a:effectLst>
            <a:outerShdw blurRad="139700" dist="88900" dir="7860000" sx="103000" sy="103000" algn="ctr" rotWithShape="0">
              <a:srgbClr val="7F7F7F">
                <a:alpha val="8352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Shape 2730"/>
        <p:cNvGrpSpPr/>
        <p:nvPr/>
      </p:nvGrpSpPr>
      <p:grpSpPr>
        <a:xfrm>
          <a:off x="0" y="0"/>
          <a:ext cx="0" cy="0"/>
          <a:chOff x="0" y="0"/>
          <a:chExt cx="0" cy="0"/>
        </a:xfrm>
      </p:grpSpPr>
      <p:pic>
        <p:nvPicPr>
          <p:cNvPr id="4" name="Google Shape;214;p2"/>
          <p:cNvPicPr preferRelativeResize="0"/>
          <p:nvPr/>
        </p:nvPicPr>
        <p:blipFill rotWithShape="1">
          <a:blip r:embed="rId3">
            <a:alphaModFix/>
          </a:blip>
          <a:srcRect/>
          <a:stretch/>
        </p:blipFill>
        <p:spPr>
          <a:xfrm>
            <a:off x="0" y="1254"/>
            <a:ext cx="12192000" cy="6856745"/>
          </a:xfrm>
          <a:prstGeom prst="rect">
            <a:avLst/>
          </a:prstGeom>
          <a:noFill/>
          <a:ln>
            <a:noFill/>
          </a:ln>
        </p:spPr>
      </p:pic>
      <p:sp>
        <p:nvSpPr>
          <p:cNvPr id="2731" name="Google Shape;2731;p257"/>
          <p:cNvSpPr/>
          <p:nvPr/>
        </p:nvSpPr>
        <p:spPr>
          <a:xfrm>
            <a:off x="1209822" y="486328"/>
            <a:ext cx="10530119" cy="5875128"/>
          </a:xfrm>
          <a:prstGeom prst="rect">
            <a:avLst/>
          </a:prstGeom>
          <a:noFill/>
          <a:ln>
            <a:noFill/>
          </a:ln>
        </p:spPr>
        <p:txBody>
          <a:bodyPr spcFirstLastPara="1" wrap="square" lIns="91425" tIns="45700" rIns="91425" bIns="45700" anchor="ctr" anchorCtr="0">
            <a:noAutofit/>
          </a:bodyPr>
          <a:lstStyle/>
          <a:p>
            <a:pPr marL="342900" marR="0" lvl="0" indent="-342900" algn="ctr" rtl="0">
              <a:lnSpc>
                <a:spcPct val="100000"/>
              </a:lnSpc>
              <a:spcBef>
                <a:spcPts val="0"/>
              </a:spcBef>
              <a:spcAft>
                <a:spcPts val="0"/>
              </a:spcAft>
              <a:buClr>
                <a:schemeClr val="lt1"/>
              </a:buClr>
              <a:buSzPts val="2400"/>
              <a:buFont typeface="Arial"/>
              <a:buChar char="-"/>
            </a:pPr>
            <a:r>
              <a:rPr lang="es-ES" sz="2400" b="0" i="0" u="none" strike="noStrike" cap="none" dirty="0">
                <a:solidFill>
                  <a:schemeClr val="tx1"/>
                </a:solidFill>
                <a:latin typeface="Gotham Rounded Medium" panose="02000000000000000000" pitchFamily="50" charset="0"/>
                <a:sym typeface="Arial"/>
              </a:rPr>
              <a:t>Mostrar textos a través JavaScript en el documento o en la consola -</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Gotham Rounded Medium" panose="02000000000000000000" pitchFamily="50" charset="0"/>
                <a:sym typeface="Arial"/>
              </a:rPr>
              <a:t>Métodos de JavaScript</a:t>
            </a:r>
            <a:endParaRPr sz="1400" b="0" i="0" u="none" strike="noStrike" cap="none" dirty="0">
              <a:solidFill>
                <a:schemeClr val="tx1"/>
              </a:solidFill>
              <a:latin typeface="Gotham Rounded Medium" panose="02000000000000000000" pitchFamily="50" charset="0"/>
              <a:sym typeface="Arial"/>
            </a:endParaRPr>
          </a:p>
        </p:txBody>
      </p:sp>
    </p:spTree>
  </p:cSld>
  <p:clrMapOvr>
    <a:masterClrMapping/>
  </p:clrMapOvr>
  <p:timing>
    <p:tnLst>
      <p:par>
        <p:cTn id="1" dur="indefinite" restart="never" nodeType="tmRoot"/>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Shape 2750"/>
        <p:cNvGrpSpPr/>
        <p:nvPr/>
      </p:nvGrpSpPr>
      <p:grpSpPr>
        <a:xfrm>
          <a:off x="0" y="0"/>
          <a:ext cx="0" cy="0"/>
          <a:chOff x="0" y="0"/>
          <a:chExt cx="0" cy="0"/>
        </a:xfrm>
      </p:grpSpPr>
      <p:pic>
        <p:nvPicPr>
          <p:cNvPr id="2751" name="Google Shape;2751;p260"/>
          <p:cNvPicPr preferRelativeResize="0"/>
          <p:nvPr/>
        </p:nvPicPr>
        <p:blipFill rotWithShape="1">
          <a:blip r:embed="rId3">
            <a:alphaModFix/>
          </a:blip>
          <a:srcRect/>
          <a:stretch/>
        </p:blipFill>
        <p:spPr>
          <a:xfrm>
            <a:off x="524540" y="291731"/>
            <a:ext cx="10694445" cy="6270359"/>
          </a:xfrm>
          <a:prstGeom prst="rect">
            <a:avLst/>
          </a:prstGeom>
          <a:noFill/>
          <a:ln>
            <a:noFill/>
          </a:ln>
        </p:spPr>
      </p:pic>
      <p:sp>
        <p:nvSpPr>
          <p:cNvPr id="2752" name="Google Shape;2752;p260"/>
          <p:cNvSpPr/>
          <p:nvPr/>
        </p:nvSpPr>
        <p:spPr>
          <a:xfrm>
            <a:off x="8046720" y="1055077"/>
            <a:ext cx="3943300" cy="2954215"/>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2400"/>
              <a:buFont typeface="Arial"/>
              <a:buNone/>
            </a:pPr>
            <a:r>
              <a:rPr lang="es-ES" sz="1800" b="1" i="0" u="none" strike="noStrike" cap="none" dirty="0">
                <a:solidFill>
                  <a:schemeClr val="lt1"/>
                </a:solidFill>
                <a:latin typeface="Gotham Rounded" pitchFamily="50" charset="0"/>
                <a:ea typeface="Tahoma"/>
                <a:cs typeface="Tahoma"/>
                <a:sym typeface="Tahoma"/>
              </a:rPr>
              <a:t>Vamos a ver un ejemplo en la plataforma </a:t>
            </a:r>
            <a:r>
              <a:rPr lang="es-ES" sz="1800" b="1" i="0" u="none" strike="noStrike" cap="none" dirty="0" err="1">
                <a:solidFill>
                  <a:schemeClr val="lt1"/>
                </a:solidFill>
                <a:latin typeface="Gotham Rounded" pitchFamily="50" charset="0"/>
                <a:ea typeface="Tahoma"/>
                <a:cs typeface="Tahoma"/>
                <a:sym typeface="Tahoma"/>
              </a:rPr>
              <a:t>CodePen</a:t>
            </a:r>
            <a:r>
              <a:rPr lang="es-ES" sz="1800" b="1" i="0" u="none" strike="noStrike" cap="none" dirty="0">
                <a:solidFill>
                  <a:schemeClr val="lt1"/>
                </a:solidFill>
                <a:latin typeface="Gotham Rounded" pitchFamily="50" charset="0"/>
                <a:ea typeface="Tahoma"/>
                <a:cs typeface="Tahoma"/>
                <a:sym typeface="Tahoma"/>
              </a:rPr>
              <a:t> para que sea más fácil.</a:t>
            </a:r>
            <a:endParaRPr sz="1100" b="1" i="0" u="none" strike="noStrike" cap="none" dirty="0">
              <a:solidFill>
                <a:srgbClr val="000000"/>
              </a:solidFill>
              <a:latin typeface="Gotham Rounded" pitchFamily="50" charset="0"/>
              <a:sym typeface="Arial"/>
            </a:endParaRPr>
          </a:p>
          <a:p>
            <a:pPr marL="0" marR="0" lvl="0" indent="0" algn="l" rtl="0">
              <a:lnSpc>
                <a:spcPct val="150000"/>
              </a:lnSpc>
              <a:spcBef>
                <a:spcPts val="0"/>
              </a:spcBef>
              <a:spcAft>
                <a:spcPts val="0"/>
              </a:spcAft>
              <a:buClr>
                <a:srgbClr val="000000"/>
              </a:buClr>
              <a:buSzPts val="2400"/>
              <a:buFont typeface="Arial"/>
              <a:buNone/>
            </a:pPr>
            <a:endParaRPr sz="1800" b="1" i="0" u="none" strike="noStrike" cap="none" dirty="0">
              <a:solidFill>
                <a:schemeClr val="lt1"/>
              </a:solidFill>
              <a:latin typeface="Gotham Rounded" pitchFamily="50" charset="0"/>
              <a:ea typeface="Tahoma"/>
              <a:cs typeface="Tahoma"/>
              <a:sym typeface="Tahoma"/>
            </a:endParaRPr>
          </a:p>
          <a:p>
            <a:pPr marL="0" marR="0" lvl="0" indent="0" algn="l" rtl="0">
              <a:lnSpc>
                <a:spcPct val="150000"/>
              </a:lnSpc>
              <a:spcBef>
                <a:spcPts val="0"/>
              </a:spcBef>
              <a:spcAft>
                <a:spcPts val="0"/>
              </a:spcAft>
              <a:buClr>
                <a:srgbClr val="000000"/>
              </a:buClr>
              <a:buSzPts val="2400"/>
              <a:buFont typeface="Arial"/>
              <a:buNone/>
            </a:pPr>
            <a:r>
              <a:rPr lang="es-ES" sz="1800" b="1" i="0" u="sng" strike="noStrike" cap="none" dirty="0">
                <a:solidFill>
                  <a:schemeClr val="lt1"/>
                </a:solidFill>
                <a:latin typeface="Gotham Rounded" pitchFamily="50" charset="0"/>
                <a:ea typeface="Calibri"/>
                <a:cs typeface="Calibri"/>
                <a:sym typeface="Calibri"/>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https://codepen.io/arielpont/pen/vYKGvBG</a:t>
            </a:r>
            <a:endParaRPr sz="1800" b="1" i="0" u="none" strike="noStrike" cap="none" dirty="0">
              <a:solidFill>
                <a:schemeClr val="lt1"/>
              </a:solidFill>
              <a:latin typeface="Gotham Rounded" pitchFamily="50" charset="0"/>
              <a:ea typeface="Calibri"/>
              <a:cs typeface="Calibri"/>
              <a:sym typeface="Calibri"/>
            </a:endParaRPr>
          </a:p>
        </p:txBody>
      </p:sp>
    </p:spTree>
  </p:cSld>
  <p:clrMapOvr>
    <a:masterClrMapping/>
  </p:clrMapOvr>
  <p:timing>
    <p:tnLst>
      <p:par>
        <p:cTn id="1" dur="indefinite" restart="never" nodeType="tmRoot"/>
      </p:par>
    </p:tn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Shape 2763"/>
        <p:cNvGrpSpPr/>
        <p:nvPr/>
      </p:nvGrpSpPr>
      <p:grpSpPr>
        <a:xfrm>
          <a:off x="0" y="0"/>
          <a:ext cx="0" cy="0"/>
          <a:chOff x="0" y="0"/>
          <a:chExt cx="0" cy="0"/>
        </a:xfrm>
      </p:grpSpPr>
      <p:pic>
        <p:nvPicPr>
          <p:cNvPr id="2764" name="Google Shape;2764;p262"/>
          <p:cNvPicPr preferRelativeResize="0"/>
          <p:nvPr/>
        </p:nvPicPr>
        <p:blipFill rotWithShape="1">
          <a:blip r:embed="rId3">
            <a:alphaModFix/>
          </a:blip>
          <a:srcRect/>
          <a:stretch/>
        </p:blipFill>
        <p:spPr>
          <a:xfrm>
            <a:off x="524540" y="291730"/>
            <a:ext cx="10694444" cy="6280587"/>
          </a:xfrm>
          <a:prstGeom prst="rect">
            <a:avLst/>
          </a:prstGeom>
          <a:noFill/>
          <a:ln>
            <a:noFill/>
          </a:ln>
        </p:spPr>
      </p:pic>
      <p:sp>
        <p:nvSpPr>
          <p:cNvPr id="2765" name="Google Shape;2765;p262"/>
          <p:cNvSpPr/>
          <p:nvPr/>
        </p:nvSpPr>
        <p:spPr>
          <a:xfrm>
            <a:off x="8178361" y="1012873"/>
            <a:ext cx="3887029" cy="2870141"/>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2400"/>
              <a:buFont typeface="Arial"/>
              <a:buNone/>
            </a:pPr>
            <a:r>
              <a:rPr lang="es-ES" sz="1800" b="1" i="0" u="none" strike="noStrike" cap="none" dirty="0">
                <a:solidFill>
                  <a:schemeClr val="lt1"/>
                </a:solidFill>
                <a:latin typeface="Gotham Rounded" pitchFamily="50" charset="0"/>
                <a:ea typeface="Tahoma"/>
                <a:cs typeface="Tahoma"/>
                <a:sym typeface="Tahoma"/>
              </a:rPr>
              <a:t>Vamos a ver un ejemplo en la plataforma </a:t>
            </a:r>
            <a:r>
              <a:rPr lang="es-ES" sz="1800" b="1" i="0" u="none" strike="noStrike" cap="none" dirty="0" err="1">
                <a:solidFill>
                  <a:schemeClr val="lt1"/>
                </a:solidFill>
                <a:latin typeface="Gotham Rounded" pitchFamily="50" charset="0"/>
                <a:ea typeface="Tahoma"/>
                <a:cs typeface="Tahoma"/>
                <a:sym typeface="Tahoma"/>
              </a:rPr>
              <a:t>CodePen</a:t>
            </a:r>
            <a:r>
              <a:rPr lang="es-ES" sz="1800" b="1" i="0" u="none" strike="noStrike" cap="none" dirty="0">
                <a:solidFill>
                  <a:schemeClr val="lt1"/>
                </a:solidFill>
                <a:latin typeface="Gotham Rounded" pitchFamily="50" charset="0"/>
                <a:ea typeface="Tahoma"/>
                <a:cs typeface="Tahoma"/>
                <a:sym typeface="Tahoma"/>
              </a:rPr>
              <a:t> para que sea más fácil.</a:t>
            </a:r>
            <a:endParaRPr sz="1100" b="1" i="0" u="none" strike="noStrike" cap="none" dirty="0">
              <a:solidFill>
                <a:srgbClr val="000000"/>
              </a:solidFill>
              <a:latin typeface="Gotham Rounded" pitchFamily="50" charset="0"/>
              <a:sym typeface="Arial"/>
            </a:endParaRPr>
          </a:p>
          <a:p>
            <a:pPr marL="0" marR="0" lvl="0" indent="0" algn="l" rtl="0">
              <a:lnSpc>
                <a:spcPct val="150000"/>
              </a:lnSpc>
              <a:spcBef>
                <a:spcPts val="0"/>
              </a:spcBef>
              <a:spcAft>
                <a:spcPts val="0"/>
              </a:spcAft>
              <a:buClr>
                <a:srgbClr val="000000"/>
              </a:buClr>
              <a:buSzPts val="2400"/>
              <a:buFont typeface="Arial"/>
              <a:buNone/>
            </a:pPr>
            <a:endParaRPr sz="1800" b="1" i="0" u="none" strike="noStrike" cap="none" dirty="0">
              <a:solidFill>
                <a:schemeClr val="lt1"/>
              </a:solidFill>
              <a:latin typeface="Gotham Rounded" pitchFamily="50" charset="0"/>
              <a:ea typeface="Tahoma"/>
              <a:cs typeface="Tahoma"/>
              <a:sym typeface="Tahoma"/>
            </a:endParaRPr>
          </a:p>
          <a:p>
            <a:pPr marL="0" marR="0" lvl="0" indent="0" algn="l" rtl="0">
              <a:lnSpc>
                <a:spcPct val="150000"/>
              </a:lnSpc>
              <a:spcBef>
                <a:spcPts val="0"/>
              </a:spcBef>
              <a:spcAft>
                <a:spcPts val="0"/>
              </a:spcAft>
              <a:buClr>
                <a:srgbClr val="000000"/>
              </a:buClr>
              <a:buSzPts val="2400"/>
              <a:buFont typeface="Arial"/>
              <a:buNone/>
            </a:pPr>
            <a:r>
              <a:rPr lang="es-ES" sz="1800" b="1" i="0" u="sng" strike="noStrike" cap="none" dirty="0">
                <a:solidFill>
                  <a:schemeClr val="lt1"/>
                </a:solidFill>
                <a:latin typeface="Gotham Rounded" pitchFamily="50" charset="0"/>
                <a:ea typeface="Calibri"/>
                <a:cs typeface="Calibri"/>
                <a:sym typeface="Calibri"/>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https://codepen.io/arielpont/pen/GRqZPyM</a:t>
            </a:r>
            <a:endParaRPr sz="1800" b="1" i="0" u="none" strike="noStrike" cap="none" dirty="0">
              <a:solidFill>
                <a:schemeClr val="lt1"/>
              </a:solidFill>
              <a:latin typeface="Gotham Rounded" pitchFamily="50" charset="0"/>
              <a:ea typeface="Calibri"/>
              <a:cs typeface="Calibri"/>
              <a:sym typeface="Calibri"/>
            </a:endParaRPr>
          </a:p>
        </p:txBody>
      </p:sp>
    </p:spTree>
  </p:cSld>
  <p:clrMapOvr>
    <a:masterClrMapping/>
  </p:clrMapOvr>
  <p:timing>
    <p:tnLst>
      <p:par>
        <p:cTn id="1" dur="indefinite" restart="never" nodeType="tmRoot"/>
      </p:par>
    </p:tn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Shape 2776"/>
        <p:cNvGrpSpPr/>
        <p:nvPr/>
      </p:nvGrpSpPr>
      <p:grpSpPr>
        <a:xfrm>
          <a:off x="0" y="0"/>
          <a:ext cx="0" cy="0"/>
          <a:chOff x="0" y="0"/>
          <a:chExt cx="0" cy="0"/>
        </a:xfrm>
      </p:grpSpPr>
      <p:pic>
        <p:nvPicPr>
          <p:cNvPr id="2777" name="Google Shape;2777;p264"/>
          <p:cNvPicPr preferRelativeResize="0"/>
          <p:nvPr/>
        </p:nvPicPr>
        <p:blipFill rotWithShape="1">
          <a:blip r:embed="rId3">
            <a:alphaModFix/>
          </a:blip>
          <a:srcRect/>
          <a:stretch/>
        </p:blipFill>
        <p:spPr>
          <a:xfrm>
            <a:off x="748778" y="295143"/>
            <a:ext cx="10694444" cy="6270358"/>
          </a:xfrm>
          <a:prstGeom prst="rect">
            <a:avLst/>
          </a:prstGeom>
          <a:noFill/>
          <a:ln>
            <a:noFill/>
          </a:ln>
        </p:spPr>
      </p:pic>
      <p:sp>
        <p:nvSpPr>
          <p:cNvPr id="2778" name="Google Shape;2778;p264"/>
          <p:cNvSpPr/>
          <p:nvPr/>
        </p:nvSpPr>
        <p:spPr>
          <a:xfrm>
            <a:off x="2199249" y="799664"/>
            <a:ext cx="4660752" cy="2630658"/>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2400"/>
              <a:buFont typeface="Arial"/>
              <a:buNone/>
            </a:pPr>
            <a:r>
              <a:rPr lang="es-ES" sz="1800" b="0" i="0" u="none" strike="noStrike" cap="none" dirty="0">
                <a:solidFill>
                  <a:schemeClr val="lt1"/>
                </a:solidFill>
                <a:latin typeface="Gotham Rounded Medium" panose="02000000000000000000" pitchFamily="50" charset="0"/>
                <a:ea typeface="Tahoma"/>
                <a:cs typeface="Tahoma"/>
                <a:sym typeface="Tahoma"/>
              </a:rPr>
              <a:t>Vamos a ver un ejemplo en la plataforma </a:t>
            </a:r>
            <a:r>
              <a:rPr lang="es-ES" sz="1800" b="0" i="0" u="none" strike="noStrike" cap="none" dirty="0" err="1">
                <a:solidFill>
                  <a:schemeClr val="lt1"/>
                </a:solidFill>
                <a:latin typeface="Gotham Rounded Medium" panose="02000000000000000000" pitchFamily="50" charset="0"/>
                <a:ea typeface="Tahoma"/>
                <a:cs typeface="Tahoma"/>
                <a:sym typeface="Tahoma"/>
              </a:rPr>
              <a:t>CodePen</a:t>
            </a:r>
            <a:r>
              <a:rPr lang="es-ES" sz="1800" b="0" i="0" u="none" strike="noStrike" cap="none" dirty="0">
                <a:solidFill>
                  <a:schemeClr val="lt1"/>
                </a:solidFill>
                <a:latin typeface="Gotham Rounded Medium" panose="02000000000000000000" pitchFamily="50" charset="0"/>
                <a:ea typeface="Tahoma"/>
                <a:cs typeface="Tahoma"/>
                <a:sym typeface="Tahoma"/>
              </a:rPr>
              <a:t> para que sea más fácil.</a:t>
            </a:r>
            <a:endParaRPr sz="1100" b="0" i="0" u="none" strike="noStrike" cap="none" dirty="0">
              <a:solidFill>
                <a:srgbClr val="000000"/>
              </a:solidFill>
              <a:latin typeface="Gotham Rounded Medium" panose="02000000000000000000" pitchFamily="50" charset="0"/>
              <a:sym typeface="Arial"/>
            </a:endParaRPr>
          </a:p>
          <a:p>
            <a:pPr marL="0" marR="0" lvl="0" indent="0" algn="l" rtl="0">
              <a:lnSpc>
                <a:spcPct val="150000"/>
              </a:lnSpc>
              <a:spcBef>
                <a:spcPts val="0"/>
              </a:spcBef>
              <a:spcAft>
                <a:spcPts val="0"/>
              </a:spcAft>
              <a:buClr>
                <a:srgbClr val="000000"/>
              </a:buClr>
              <a:buSzPts val="2400"/>
              <a:buFont typeface="Arial"/>
              <a:buNone/>
            </a:pPr>
            <a:endParaRPr sz="1800" b="0" i="0" u="none" strike="noStrike" cap="none" dirty="0">
              <a:solidFill>
                <a:schemeClr val="lt1"/>
              </a:solidFill>
              <a:latin typeface="Gotham Rounded Medium" panose="02000000000000000000" pitchFamily="50" charset="0"/>
              <a:ea typeface="Tahoma"/>
              <a:cs typeface="Tahoma"/>
              <a:sym typeface="Tahoma"/>
            </a:endParaRPr>
          </a:p>
          <a:p>
            <a:pPr marL="0" marR="0" lvl="0" indent="0" algn="l" rtl="0">
              <a:lnSpc>
                <a:spcPct val="150000"/>
              </a:lnSpc>
              <a:spcBef>
                <a:spcPts val="0"/>
              </a:spcBef>
              <a:spcAft>
                <a:spcPts val="0"/>
              </a:spcAft>
              <a:buClr>
                <a:srgbClr val="000000"/>
              </a:buClr>
              <a:buSzPts val="2400"/>
              <a:buFont typeface="Arial"/>
              <a:buNone/>
            </a:pPr>
            <a:r>
              <a:rPr lang="es-ES" sz="1800" b="0" i="0" u="sng" strike="noStrike" cap="none" dirty="0">
                <a:solidFill>
                  <a:schemeClr val="lt1"/>
                </a:solidFill>
                <a:latin typeface="Gotham Rounded Medium" panose="02000000000000000000" pitchFamily="50" charset="0"/>
                <a:ea typeface="Calibri"/>
                <a:cs typeface="Calibri"/>
                <a:sym typeface="Calibri"/>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https://codepen.io/arielpont/pen/WNxwLgY</a:t>
            </a:r>
            <a:endParaRPr sz="1800" b="0" i="0" u="none" strike="noStrike" cap="none" dirty="0">
              <a:solidFill>
                <a:schemeClr val="lt1"/>
              </a:solidFill>
              <a:latin typeface="Gotham Rounded Medium" panose="02000000000000000000" pitchFamily="50" charset="0"/>
              <a:ea typeface="Calibri"/>
              <a:cs typeface="Calibri"/>
              <a:sym typeface="Calibri"/>
            </a:endParaRPr>
          </a:p>
        </p:txBody>
      </p:sp>
    </p:spTree>
  </p:cSld>
  <p:clrMapOvr>
    <a:masterClrMapping/>
  </p:clrMapOvr>
  <p:timing>
    <p:tnLst>
      <p:par>
        <p:cTn id="1" dur="indefinite" restart="never" nodeType="tmRoot"/>
      </p:par>
    </p:tn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Shape 2796"/>
        <p:cNvGrpSpPr/>
        <p:nvPr/>
      </p:nvGrpSpPr>
      <p:grpSpPr>
        <a:xfrm>
          <a:off x="0" y="0"/>
          <a:ext cx="0" cy="0"/>
          <a:chOff x="0" y="0"/>
          <a:chExt cx="0" cy="0"/>
        </a:xfrm>
      </p:grpSpPr>
      <p:pic>
        <p:nvPicPr>
          <p:cNvPr id="2797" name="Google Shape;2797;p267"/>
          <p:cNvPicPr preferRelativeResize="0"/>
          <p:nvPr/>
        </p:nvPicPr>
        <p:blipFill rotWithShape="1">
          <a:blip r:embed="rId3">
            <a:alphaModFix/>
          </a:blip>
          <a:srcRect/>
          <a:stretch/>
        </p:blipFill>
        <p:spPr>
          <a:xfrm>
            <a:off x="748778" y="291737"/>
            <a:ext cx="10688635" cy="6273764"/>
          </a:xfrm>
          <a:prstGeom prst="rect">
            <a:avLst/>
          </a:prstGeom>
          <a:noFill/>
          <a:ln>
            <a:noFill/>
          </a:ln>
        </p:spPr>
      </p:pic>
      <p:sp>
        <p:nvSpPr>
          <p:cNvPr id="2798" name="Google Shape;2798;p267"/>
          <p:cNvSpPr/>
          <p:nvPr/>
        </p:nvSpPr>
        <p:spPr>
          <a:xfrm>
            <a:off x="7329268" y="1055077"/>
            <a:ext cx="4660752" cy="5064701"/>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l" rtl="0">
              <a:lnSpc>
                <a:spcPct val="15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Ingresen aquí para comprender mejor qué es DOM.</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2400"/>
              <a:buFont typeface="Arial"/>
              <a:buNone/>
            </a:pPr>
            <a:endParaRPr sz="2400" b="0" i="0" u="none" strike="noStrike" cap="none">
              <a:solidFill>
                <a:schemeClr val="lt1"/>
              </a:solidFill>
              <a:latin typeface="Tahoma"/>
              <a:ea typeface="Tahoma"/>
              <a:cs typeface="Tahoma"/>
              <a:sym typeface="Tahoma"/>
            </a:endParaRPr>
          </a:p>
          <a:p>
            <a:pPr marL="0" marR="0" lvl="0" indent="0" algn="l" rtl="0">
              <a:lnSpc>
                <a:spcPct val="150000"/>
              </a:lnSpc>
              <a:spcBef>
                <a:spcPts val="0"/>
              </a:spcBef>
              <a:spcAft>
                <a:spcPts val="0"/>
              </a:spcAft>
              <a:buClr>
                <a:srgbClr val="000000"/>
              </a:buClr>
              <a:buSzPts val="2400"/>
              <a:buFont typeface="Arial"/>
              <a:buNone/>
            </a:pPr>
            <a:r>
              <a:rPr lang="es-ES" sz="2400" b="0" i="0" u="sng" strike="noStrike" cap="none">
                <a:solidFill>
                  <a:schemeClr val="lt1"/>
                </a:solidFill>
                <a:latin typeface="Calibri"/>
                <a:ea typeface="Calibri"/>
                <a:cs typeface="Calibri"/>
                <a:sym typeface="Calibri"/>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https://www.w3schools.com/js/js_htmldom.asp</a:t>
            </a:r>
            <a:endParaRPr sz="24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Shape 2803"/>
        <p:cNvGrpSpPr/>
        <p:nvPr/>
      </p:nvGrpSpPr>
      <p:grpSpPr>
        <a:xfrm>
          <a:off x="0" y="0"/>
          <a:ext cx="0" cy="0"/>
          <a:chOff x="0" y="0"/>
          <a:chExt cx="0" cy="0"/>
        </a:xfrm>
      </p:grpSpPr>
      <p:sp>
        <p:nvSpPr>
          <p:cNvPr id="2804" name="Google Shape;2804;p268"/>
          <p:cNvSpPr/>
          <p:nvPr/>
        </p:nvSpPr>
        <p:spPr>
          <a:xfrm>
            <a:off x="3738880" y="0"/>
            <a:ext cx="7695130" cy="6855981"/>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Clr>
                <a:srgbClr val="000000"/>
              </a:buClr>
              <a:buSzPts val="2400"/>
              <a:buFont typeface="Arial"/>
              <a:buNone/>
            </a:pPr>
            <a:r>
              <a:rPr lang="es-ES" sz="2400" b="1" i="0" u="none" strike="noStrike" cap="none" dirty="0">
                <a:solidFill>
                  <a:schemeClr val="tx1"/>
                </a:solidFill>
                <a:latin typeface="Gotham Rounded Medium" panose="02000000000000000000" pitchFamily="50" charset="0"/>
                <a:sym typeface="Arial"/>
              </a:rPr>
              <a:t>Métodos</a:t>
            </a:r>
            <a:endParaRPr sz="3600" b="0" i="0" u="none" strike="noStrike" cap="none" dirty="0">
              <a:solidFill>
                <a:schemeClr val="tx1"/>
              </a:solidFill>
              <a:latin typeface="Gotham Rounded Medium" panose="02000000000000000000" pitchFamily="50" charset="0"/>
              <a:sym typeface="Arial"/>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just" rtl="0">
              <a:lnSpc>
                <a:spcPct val="100000"/>
              </a:lnSpc>
              <a:spcBef>
                <a:spcPts val="0"/>
              </a:spcBef>
              <a:spcAft>
                <a:spcPts val="0"/>
              </a:spcAft>
              <a:buClr>
                <a:srgbClr val="000000"/>
              </a:buClr>
              <a:buSzPts val="3600"/>
              <a:buFont typeface="Arial"/>
              <a:buNone/>
            </a:pPr>
            <a:r>
              <a:rPr lang="es-ES" sz="3600" b="1" i="0" u="none" strike="noStrike" cap="none" dirty="0" err="1">
                <a:solidFill>
                  <a:schemeClr val="tx1"/>
                </a:solidFill>
                <a:latin typeface="Gotham Rounded Medium" panose="02000000000000000000" pitchFamily="50" charset="0"/>
                <a:sym typeface="Arial"/>
              </a:rPr>
              <a:t>document.getElementById</a:t>
            </a:r>
            <a:r>
              <a:rPr lang="es-ES" sz="3600" b="1" i="0" u="none" strike="noStrike" cap="none" dirty="0">
                <a:solidFill>
                  <a:schemeClr val="tx1"/>
                </a:solidFill>
                <a:latin typeface="Gotham Rounded Medium" panose="02000000000000000000" pitchFamily="50" charset="0"/>
                <a:sym typeface="Arial"/>
              </a:rPr>
              <a:t>();</a:t>
            </a:r>
            <a:endParaRPr sz="1400" b="0" i="0" u="none" strike="noStrike" cap="none" dirty="0">
              <a:solidFill>
                <a:schemeClr val="tx1"/>
              </a:solidFill>
              <a:latin typeface="Gotham Rounded Medium" panose="02000000000000000000" pitchFamily="50" charset="0"/>
              <a:sym typeface="Arial"/>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just" rtl="0">
              <a:lnSpc>
                <a:spcPct val="100000"/>
              </a:lnSpc>
              <a:spcBef>
                <a:spcPts val="0"/>
              </a:spcBef>
              <a:spcAft>
                <a:spcPts val="0"/>
              </a:spcAft>
              <a:buClr>
                <a:srgbClr val="000000"/>
              </a:buClr>
              <a:buSzPts val="2000"/>
              <a:buFont typeface="Arial"/>
              <a:buNone/>
            </a:pPr>
            <a:r>
              <a:rPr lang="es-ES" sz="2000" b="0" i="0" u="none" strike="noStrike" cap="none" dirty="0">
                <a:solidFill>
                  <a:schemeClr val="tx1"/>
                </a:solidFill>
                <a:latin typeface="Gotham Rounded" pitchFamily="50" charset="0"/>
                <a:sym typeface="Arial"/>
              </a:rPr>
              <a:t>Para poder modificar el contenido de un solo elemento de nuestro código HTML usando JavaScript, primero debemos acceder al documento y luego utilizar una función que nos permita, a través del ID de la etiqueta/elemento, encontrarla y almacenarla en una variable.</a:t>
            </a:r>
            <a:endParaRPr sz="2000" b="0" i="1" u="none" strike="noStrike" cap="none" dirty="0">
              <a:solidFill>
                <a:schemeClr val="tx1"/>
              </a:solidFill>
              <a:latin typeface="Gotham Rounded" pitchFamily="50" charset="0"/>
              <a:sym typeface="Arial"/>
            </a:endParaRPr>
          </a:p>
          <a:p>
            <a:pPr marL="0" marR="0" lvl="0" indent="0" algn="just" rtl="0">
              <a:lnSpc>
                <a:spcPct val="100000"/>
              </a:lnSpc>
              <a:spcBef>
                <a:spcPts val="0"/>
              </a:spcBef>
              <a:spcAft>
                <a:spcPts val="0"/>
              </a:spcAft>
              <a:buClr>
                <a:srgbClr val="000000"/>
              </a:buClr>
              <a:buSzPts val="2000"/>
              <a:buFont typeface="Arial"/>
              <a:buNone/>
            </a:pPr>
            <a:endParaRPr sz="2000" b="0" i="1" u="none" strike="noStrike" cap="none" dirty="0">
              <a:solidFill>
                <a:schemeClr val="tx1"/>
              </a:solidFill>
              <a:latin typeface="Gotham Rounded" pitchFamily="50" charset="0"/>
              <a:sym typeface="Arial"/>
            </a:endParaRPr>
          </a:p>
          <a:p>
            <a:pPr marL="0" marR="0" lvl="0" indent="0" algn="just" rtl="0">
              <a:lnSpc>
                <a:spcPct val="100000"/>
              </a:lnSpc>
              <a:spcBef>
                <a:spcPts val="0"/>
              </a:spcBef>
              <a:spcAft>
                <a:spcPts val="0"/>
              </a:spcAft>
              <a:buClr>
                <a:srgbClr val="000000"/>
              </a:buClr>
              <a:buSzPts val="2000"/>
              <a:buFont typeface="Arial"/>
              <a:buNone/>
            </a:pPr>
            <a:r>
              <a:rPr lang="es-ES" sz="2000" b="0" i="0" u="none" strike="noStrike" cap="none" dirty="0">
                <a:solidFill>
                  <a:schemeClr val="tx1"/>
                </a:solidFill>
                <a:latin typeface="Gotham Rounded" pitchFamily="50" charset="0"/>
                <a:sym typeface="Arial"/>
              </a:rPr>
              <a:t>Para hacer esto vamos a escribir </a:t>
            </a:r>
            <a:r>
              <a:rPr lang="es-ES" sz="2000" b="1" i="1" u="none" strike="noStrike" cap="none" dirty="0" err="1">
                <a:solidFill>
                  <a:schemeClr val="tx1"/>
                </a:solidFill>
                <a:latin typeface="Gotham Rounded" pitchFamily="50" charset="0"/>
                <a:sym typeface="Arial"/>
              </a:rPr>
              <a:t>document</a:t>
            </a:r>
            <a:r>
              <a:rPr lang="es-ES" sz="2000" b="0" i="0" u="none" strike="noStrike" cap="none" dirty="0">
                <a:solidFill>
                  <a:schemeClr val="tx1"/>
                </a:solidFill>
                <a:latin typeface="Gotham Rounded" pitchFamily="50" charset="0"/>
                <a:sym typeface="Arial"/>
              </a:rPr>
              <a:t> y luego añadiremos un</a:t>
            </a:r>
            <a:r>
              <a:rPr lang="es-ES" sz="2000" b="1" i="1" u="none" strike="noStrike" cap="none" dirty="0">
                <a:solidFill>
                  <a:schemeClr val="tx1"/>
                </a:solidFill>
                <a:latin typeface="Gotham Rounded" pitchFamily="50" charset="0"/>
                <a:sym typeface="Arial"/>
              </a:rPr>
              <a:t> . (punto)</a:t>
            </a:r>
            <a:r>
              <a:rPr lang="es-ES" sz="2000" b="0" i="0" u="none" strike="noStrike" cap="none" dirty="0">
                <a:solidFill>
                  <a:schemeClr val="tx1"/>
                </a:solidFill>
                <a:latin typeface="Gotham Rounded" pitchFamily="50" charset="0"/>
                <a:sym typeface="Arial"/>
              </a:rPr>
              <a:t>. El punto, luego de un elemento, indica que vamos a acceder a algún método que JavaScript nos ofrece. En este caso, vamos a acceder al método </a:t>
            </a:r>
            <a:r>
              <a:rPr lang="es-ES" sz="2000" b="1" i="0" u="none" strike="noStrike" cap="none" dirty="0" err="1">
                <a:solidFill>
                  <a:schemeClr val="tx1"/>
                </a:solidFill>
                <a:latin typeface="Gotham Rounded" pitchFamily="50" charset="0"/>
                <a:sym typeface="Arial"/>
              </a:rPr>
              <a:t>getElementById</a:t>
            </a:r>
            <a:r>
              <a:rPr lang="es-ES" sz="2000" b="1" i="0" u="none" strike="noStrike" cap="none" dirty="0">
                <a:solidFill>
                  <a:schemeClr val="tx1"/>
                </a:solidFill>
                <a:latin typeface="Gotham Rounded" pitchFamily="50" charset="0"/>
                <a:sym typeface="Arial"/>
              </a:rPr>
              <a:t>(); </a:t>
            </a:r>
            <a:r>
              <a:rPr lang="es-ES" sz="2000" b="0" i="0" u="none" strike="noStrike" cap="none" dirty="0">
                <a:solidFill>
                  <a:schemeClr val="tx1"/>
                </a:solidFill>
                <a:latin typeface="Gotham Rounded" pitchFamily="50" charset="0"/>
                <a:sym typeface="Arial"/>
              </a:rPr>
              <a:t>Este método nos va a retornar/devolver el elemento que tenga el ID que le pedimos y así podremos almacenarlo en una variable para </a:t>
            </a:r>
            <a:r>
              <a:rPr lang="es-ES" sz="2000" b="0" i="0" u="none" strike="noStrike" cap="none" dirty="0">
                <a:solidFill>
                  <a:schemeClr val="lt1"/>
                </a:solidFill>
                <a:latin typeface="Gotham Rounded" pitchFamily="50" charset="0"/>
                <a:sym typeface="Arial"/>
              </a:rPr>
              <a:t>luego operar, ahora sí, con el elemento que queremos </a:t>
            </a:r>
            <a:r>
              <a:rPr lang="es-ES" sz="2000" b="0" i="0" u="none" strike="noStrike" cap="none" dirty="0">
                <a:solidFill>
                  <a:schemeClr val="lt1"/>
                </a:solidFill>
                <a:latin typeface="Arial"/>
                <a:ea typeface="Arial"/>
                <a:cs typeface="Arial"/>
                <a:sym typeface="Arial"/>
              </a:rPr>
              <a:t>modificar.</a:t>
            </a:r>
            <a:endParaRPr sz="2000" b="1" i="0" u="none" strike="noStrike" cap="none" dirty="0">
              <a:solidFill>
                <a:schemeClr val="lt1"/>
              </a:solidFill>
              <a:latin typeface="Arial"/>
              <a:ea typeface="Arial"/>
              <a:cs typeface="Arial"/>
              <a:sym typeface="Arial"/>
            </a:endParaRPr>
          </a:p>
        </p:txBody>
      </p:sp>
      <p:pic>
        <p:nvPicPr>
          <p:cNvPr id="2805" name="Google Shape;2805;p268" descr="Llave inglesa"/>
          <p:cNvPicPr preferRelativeResize="0"/>
          <p:nvPr/>
        </p:nvPicPr>
        <p:blipFill rotWithShape="1">
          <a:blip r:embed="rId3">
            <a:alphaModFix/>
            <a:duotone>
              <a:prstClr val="black"/>
              <a:schemeClr val="accent2">
                <a:tint val="45000"/>
                <a:satMod val="400000"/>
              </a:schemeClr>
            </a:duotone>
          </a:blip>
          <a:srcRect/>
          <a:stretch/>
        </p:blipFill>
        <p:spPr>
          <a:xfrm>
            <a:off x="1243361" y="2535045"/>
            <a:ext cx="1806496" cy="1797204"/>
          </a:xfrm>
          <a:prstGeom prst="rect">
            <a:avLst/>
          </a:prstGeom>
          <a:noFill/>
          <a:ln>
            <a:noFill/>
          </a:ln>
        </p:spPr>
      </p:pic>
      <p:pic>
        <p:nvPicPr>
          <p:cNvPr id="4" name="Google Shape;1102;p6"/>
          <p:cNvPicPr preferRelativeResize="0"/>
          <p:nvPr/>
        </p:nvPicPr>
        <p:blipFill rotWithShape="1">
          <a:blip r:embed="rId4">
            <a:alphaModFix/>
          </a:blip>
          <a:srcRect/>
          <a:stretch/>
        </p:blipFill>
        <p:spPr>
          <a:xfrm>
            <a:off x="3263705" y="0"/>
            <a:ext cx="8928295" cy="6805059"/>
          </a:xfrm>
          <a:prstGeom prst="rect">
            <a:avLst/>
          </a:prstGeom>
          <a:noFill/>
          <a:ln>
            <a:noFill/>
          </a:ln>
        </p:spPr>
      </p:pic>
    </p:spTree>
  </p:cSld>
  <p:clrMapOvr>
    <a:masterClrMapping/>
  </p:clrMapOvr>
  <p:timing>
    <p:tnLst>
      <p:par>
        <p:cTn id="1" dur="indefinite" restart="never" nodeType="tmRoot"/>
      </p:par>
    </p:tn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Shape 2810"/>
        <p:cNvGrpSpPr/>
        <p:nvPr/>
      </p:nvGrpSpPr>
      <p:grpSpPr>
        <a:xfrm>
          <a:off x="0" y="0"/>
          <a:ext cx="0" cy="0"/>
          <a:chOff x="0" y="0"/>
          <a:chExt cx="0" cy="0"/>
        </a:xfrm>
      </p:grpSpPr>
      <p:grpSp>
        <p:nvGrpSpPr>
          <p:cNvPr id="4" name="Google Shape;971;p5"/>
          <p:cNvGrpSpPr/>
          <p:nvPr/>
        </p:nvGrpSpPr>
        <p:grpSpPr>
          <a:xfrm>
            <a:off x="0" y="0"/>
            <a:ext cx="12192000" cy="6858000"/>
            <a:chOff x="0" y="0"/>
            <a:chExt cx="17348200" cy="9753600"/>
          </a:xfrm>
        </p:grpSpPr>
        <p:pic>
          <p:nvPicPr>
            <p:cNvPr id="5" name="Google Shape;972;p5"/>
            <p:cNvPicPr preferRelativeResize="0"/>
            <p:nvPr/>
          </p:nvPicPr>
          <p:blipFill rotWithShape="1">
            <a:blip r:embed="rId3">
              <a:alphaModFix/>
            </a:blip>
            <a:srcRect/>
            <a:stretch/>
          </p:blipFill>
          <p:spPr>
            <a:xfrm>
              <a:off x="0" y="0"/>
              <a:ext cx="17348200" cy="9753600"/>
            </a:xfrm>
            <a:prstGeom prst="rect">
              <a:avLst/>
            </a:prstGeom>
            <a:noFill/>
            <a:ln>
              <a:noFill/>
            </a:ln>
          </p:spPr>
        </p:pic>
        <p:sp>
          <p:nvSpPr>
            <p:cNvPr id="6" name="Google Shape;973;p5"/>
            <p:cNvSpPr/>
            <p:nvPr/>
          </p:nvSpPr>
          <p:spPr>
            <a:xfrm>
              <a:off x="7468819" y="516686"/>
              <a:ext cx="2740660" cy="891540"/>
            </a:xfrm>
            <a:custGeom>
              <a:avLst/>
              <a:gdLst/>
              <a:ahLst/>
              <a:cxnLst/>
              <a:rect l="l" t="t" r="r" b="b"/>
              <a:pathLst>
                <a:path w="2740659" h="891540" extrusionOk="0">
                  <a:moveTo>
                    <a:pt x="2740177" y="0"/>
                  </a:moveTo>
                  <a:lnTo>
                    <a:pt x="2283434" y="136270"/>
                  </a:lnTo>
                  <a:lnTo>
                    <a:pt x="1826704" y="0"/>
                  </a:lnTo>
                  <a:lnTo>
                    <a:pt x="1370025" y="136270"/>
                  </a:lnTo>
                  <a:lnTo>
                    <a:pt x="913333" y="0"/>
                  </a:lnTo>
                  <a:lnTo>
                    <a:pt x="456666" y="136270"/>
                  </a:lnTo>
                  <a:lnTo>
                    <a:pt x="0" y="0"/>
                  </a:lnTo>
                  <a:lnTo>
                    <a:pt x="0" y="754811"/>
                  </a:lnTo>
                  <a:lnTo>
                    <a:pt x="456666" y="891070"/>
                  </a:lnTo>
                  <a:lnTo>
                    <a:pt x="913333" y="754811"/>
                  </a:lnTo>
                  <a:lnTo>
                    <a:pt x="1370025" y="891070"/>
                  </a:lnTo>
                  <a:lnTo>
                    <a:pt x="1826704" y="754811"/>
                  </a:lnTo>
                  <a:lnTo>
                    <a:pt x="2283434" y="891070"/>
                  </a:lnTo>
                  <a:lnTo>
                    <a:pt x="2740177" y="754811"/>
                  </a:lnTo>
                  <a:lnTo>
                    <a:pt x="2740177" y="0"/>
                  </a:lnTo>
                  <a:close/>
                </a:path>
              </a:pathLst>
            </a:custGeom>
            <a:solidFill>
              <a:srgbClr val="009733">
                <a:alpha val="862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7" name="Google Shape;974;p5"/>
            <p:cNvSpPr/>
            <p:nvPr/>
          </p:nvSpPr>
          <p:spPr>
            <a:xfrm>
              <a:off x="15582341" y="2075243"/>
              <a:ext cx="1310640" cy="2620010"/>
            </a:xfrm>
            <a:custGeom>
              <a:avLst/>
              <a:gdLst/>
              <a:ahLst/>
              <a:cxnLst/>
              <a:rect l="l" t="t" r="r" b="b"/>
              <a:pathLst>
                <a:path w="1310640" h="2620010" extrusionOk="0">
                  <a:moveTo>
                    <a:pt x="0" y="0"/>
                  </a:moveTo>
                  <a:lnTo>
                    <a:pt x="0" y="798296"/>
                  </a:lnTo>
                  <a:lnTo>
                    <a:pt x="46579" y="800388"/>
                  </a:lnTo>
                  <a:lnTo>
                    <a:pt x="91985" y="806542"/>
                  </a:lnTo>
                  <a:lnTo>
                    <a:pt x="136037" y="816577"/>
                  </a:lnTo>
                  <a:lnTo>
                    <a:pt x="178554" y="830314"/>
                  </a:lnTo>
                  <a:lnTo>
                    <a:pt x="219355" y="847572"/>
                  </a:lnTo>
                  <a:lnTo>
                    <a:pt x="258262" y="868169"/>
                  </a:lnTo>
                  <a:lnTo>
                    <a:pt x="295093" y="891925"/>
                  </a:lnTo>
                  <a:lnTo>
                    <a:pt x="329667" y="918659"/>
                  </a:lnTo>
                  <a:lnTo>
                    <a:pt x="361805" y="948191"/>
                  </a:lnTo>
                  <a:lnTo>
                    <a:pt x="391326" y="980340"/>
                  </a:lnTo>
                  <a:lnTo>
                    <a:pt x="418049" y="1014925"/>
                  </a:lnTo>
                  <a:lnTo>
                    <a:pt x="441795" y="1051766"/>
                  </a:lnTo>
                  <a:lnTo>
                    <a:pt x="462382" y="1090681"/>
                  </a:lnTo>
                  <a:lnTo>
                    <a:pt x="479631" y="1131490"/>
                  </a:lnTo>
                  <a:lnTo>
                    <a:pt x="493361" y="1174013"/>
                  </a:lnTo>
                  <a:lnTo>
                    <a:pt x="503391" y="1218069"/>
                  </a:lnTo>
                  <a:lnTo>
                    <a:pt x="509541" y="1263476"/>
                  </a:lnTo>
                  <a:lnTo>
                    <a:pt x="511632" y="1310055"/>
                  </a:lnTo>
                  <a:lnTo>
                    <a:pt x="509541" y="1356616"/>
                  </a:lnTo>
                  <a:lnTo>
                    <a:pt x="503391" y="1402007"/>
                  </a:lnTo>
                  <a:lnTo>
                    <a:pt x="493361" y="1446048"/>
                  </a:lnTo>
                  <a:lnTo>
                    <a:pt x="479631" y="1488558"/>
                  </a:lnTo>
                  <a:lnTo>
                    <a:pt x="462382" y="1529356"/>
                  </a:lnTo>
                  <a:lnTo>
                    <a:pt x="441795" y="1568261"/>
                  </a:lnTo>
                  <a:lnTo>
                    <a:pt x="418049" y="1605093"/>
                  </a:lnTo>
                  <a:lnTo>
                    <a:pt x="391326" y="1639671"/>
                  </a:lnTo>
                  <a:lnTo>
                    <a:pt x="361805" y="1671813"/>
                  </a:lnTo>
                  <a:lnTo>
                    <a:pt x="329667" y="1701340"/>
                  </a:lnTo>
                  <a:lnTo>
                    <a:pt x="295093" y="1728070"/>
                  </a:lnTo>
                  <a:lnTo>
                    <a:pt x="258262" y="1751822"/>
                  </a:lnTo>
                  <a:lnTo>
                    <a:pt x="219355" y="1772417"/>
                  </a:lnTo>
                  <a:lnTo>
                    <a:pt x="178554" y="1789672"/>
                  </a:lnTo>
                  <a:lnTo>
                    <a:pt x="136037" y="1803408"/>
                  </a:lnTo>
                  <a:lnTo>
                    <a:pt x="91985" y="1813443"/>
                  </a:lnTo>
                  <a:lnTo>
                    <a:pt x="46579" y="1819596"/>
                  </a:lnTo>
                  <a:lnTo>
                    <a:pt x="0" y="1821688"/>
                  </a:lnTo>
                  <a:lnTo>
                    <a:pt x="0" y="2619984"/>
                  </a:lnTo>
                  <a:lnTo>
                    <a:pt x="48029" y="2619120"/>
                  </a:lnTo>
                  <a:lnTo>
                    <a:pt x="95624" y="2616548"/>
                  </a:lnTo>
                  <a:lnTo>
                    <a:pt x="142753" y="2612297"/>
                  </a:lnTo>
                  <a:lnTo>
                    <a:pt x="189386" y="2606398"/>
                  </a:lnTo>
                  <a:lnTo>
                    <a:pt x="235496" y="2598879"/>
                  </a:lnTo>
                  <a:lnTo>
                    <a:pt x="281051" y="2589770"/>
                  </a:lnTo>
                  <a:lnTo>
                    <a:pt x="326023" y="2579102"/>
                  </a:lnTo>
                  <a:lnTo>
                    <a:pt x="370381" y="2566902"/>
                  </a:lnTo>
                  <a:lnTo>
                    <a:pt x="414096" y="2553202"/>
                  </a:lnTo>
                  <a:lnTo>
                    <a:pt x="457139" y="2538030"/>
                  </a:lnTo>
                  <a:lnTo>
                    <a:pt x="499480" y="2521417"/>
                  </a:lnTo>
                  <a:lnTo>
                    <a:pt x="541089" y="2503391"/>
                  </a:lnTo>
                  <a:lnTo>
                    <a:pt x="581937" y="2483983"/>
                  </a:lnTo>
                  <a:lnTo>
                    <a:pt x="621994" y="2463222"/>
                  </a:lnTo>
                  <a:lnTo>
                    <a:pt x="661230" y="2441138"/>
                  </a:lnTo>
                  <a:lnTo>
                    <a:pt x="699617" y="2417760"/>
                  </a:lnTo>
                  <a:lnTo>
                    <a:pt x="737124" y="2393118"/>
                  </a:lnTo>
                  <a:lnTo>
                    <a:pt x="773721" y="2367241"/>
                  </a:lnTo>
                  <a:lnTo>
                    <a:pt x="809380" y="2340159"/>
                  </a:lnTo>
                  <a:lnTo>
                    <a:pt x="844071" y="2311902"/>
                  </a:lnTo>
                  <a:lnTo>
                    <a:pt x="877763" y="2282499"/>
                  </a:lnTo>
                  <a:lnTo>
                    <a:pt x="910428" y="2251980"/>
                  </a:lnTo>
                  <a:lnTo>
                    <a:pt x="942036" y="2220374"/>
                  </a:lnTo>
                  <a:lnTo>
                    <a:pt x="972557" y="2187711"/>
                  </a:lnTo>
                  <a:lnTo>
                    <a:pt x="1001962" y="2154021"/>
                  </a:lnTo>
                  <a:lnTo>
                    <a:pt x="1030221" y="2119333"/>
                  </a:lnTo>
                  <a:lnTo>
                    <a:pt x="1057304" y="2083678"/>
                  </a:lnTo>
                  <a:lnTo>
                    <a:pt x="1083182" y="2047083"/>
                  </a:lnTo>
                  <a:lnTo>
                    <a:pt x="1107825" y="2009579"/>
                  </a:lnTo>
                  <a:lnTo>
                    <a:pt x="1131204" y="1971197"/>
                  </a:lnTo>
                  <a:lnTo>
                    <a:pt x="1153290" y="1931964"/>
                  </a:lnTo>
                  <a:lnTo>
                    <a:pt x="1174052" y="1891911"/>
                  </a:lnTo>
                  <a:lnTo>
                    <a:pt x="1193460" y="1851068"/>
                  </a:lnTo>
                  <a:lnTo>
                    <a:pt x="1211486" y="1809463"/>
                  </a:lnTo>
                  <a:lnTo>
                    <a:pt x="1228100" y="1767127"/>
                  </a:lnTo>
                  <a:lnTo>
                    <a:pt x="1243272" y="1724090"/>
                  </a:lnTo>
                  <a:lnTo>
                    <a:pt x="1256973" y="1680380"/>
                  </a:lnTo>
                  <a:lnTo>
                    <a:pt x="1269172" y="1636028"/>
                  </a:lnTo>
                  <a:lnTo>
                    <a:pt x="1279841" y="1591063"/>
                  </a:lnTo>
                  <a:lnTo>
                    <a:pt x="1288950" y="1545514"/>
                  </a:lnTo>
                  <a:lnTo>
                    <a:pt x="1296469" y="1499411"/>
                  </a:lnTo>
                  <a:lnTo>
                    <a:pt x="1302369" y="1452785"/>
                  </a:lnTo>
                  <a:lnTo>
                    <a:pt x="1306619" y="1405663"/>
                  </a:lnTo>
                  <a:lnTo>
                    <a:pt x="1309191" y="1358077"/>
                  </a:lnTo>
                  <a:lnTo>
                    <a:pt x="1310055" y="1310055"/>
                  </a:lnTo>
                  <a:lnTo>
                    <a:pt x="1309191" y="1262025"/>
                  </a:lnTo>
                  <a:lnTo>
                    <a:pt x="1306619" y="1214431"/>
                  </a:lnTo>
                  <a:lnTo>
                    <a:pt x="1302369" y="1167302"/>
                  </a:lnTo>
                  <a:lnTo>
                    <a:pt x="1296469" y="1120668"/>
                  </a:lnTo>
                  <a:lnTo>
                    <a:pt x="1288950" y="1074559"/>
                  </a:lnTo>
                  <a:lnTo>
                    <a:pt x="1279841" y="1029004"/>
                  </a:lnTo>
                  <a:lnTo>
                    <a:pt x="1269172" y="984032"/>
                  </a:lnTo>
                  <a:lnTo>
                    <a:pt x="1256973" y="939674"/>
                  </a:lnTo>
                  <a:lnTo>
                    <a:pt x="1243272" y="895959"/>
                  </a:lnTo>
                  <a:lnTo>
                    <a:pt x="1228100" y="852916"/>
                  </a:lnTo>
                  <a:lnTo>
                    <a:pt x="1211486" y="810575"/>
                  </a:lnTo>
                  <a:lnTo>
                    <a:pt x="1193460" y="768966"/>
                  </a:lnTo>
                  <a:lnTo>
                    <a:pt x="1174052" y="728118"/>
                  </a:lnTo>
                  <a:lnTo>
                    <a:pt x="1153290" y="688061"/>
                  </a:lnTo>
                  <a:lnTo>
                    <a:pt x="1131204" y="648825"/>
                  </a:lnTo>
                  <a:lnTo>
                    <a:pt x="1107825" y="610438"/>
                  </a:lnTo>
                  <a:lnTo>
                    <a:pt x="1083182" y="572931"/>
                  </a:lnTo>
                  <a:lnTo>
                    <a:pt x="1057304" y="536334"/>
                  </a:lnTo>
                  <a:lnTo>
                    <a:pt x="1030221" y="500675"/>
                  </a:lnTo>
                  <a:lnTo>
                    <a:pt x="1001962" y="465984"/>
                  </a:lnTo>
                  <a:lnTo>
                    <a:pt x="972557" y="432292"/>
                  </a:lnTo>
                  <a:lnTo>
                    <a:pt x="942036" y="399627"/>
                  </a:lnTo>
                  <a:lnTo>
                    <a:pt x="910428" y="368019"/>
                  </a:lnTo>
                  <a:lnTo>
                    <a:pt x="877763" y="337498"/>
                  </a:lnTo>
                  <a:lnTo>
                    <a:pt x="844071" y="308093"/>
                  </a:lnTo>
                  <a:lnTo>
                    <a:pt x="809380" y="279834"/>
                  </a:lnTo>
                  <a:lnTo>
                    <a:pt x="773721" y="252751"/>
                  </a:lnTo>
                  <a:lnTo>
                    <a:pt x="737124" y="226873"/>
                  </a:lnTo>
                  <a:lnTo>
                    <a:pt x="699617" y="202229"/>
                  </a:lnTo>
                  <a:lnTo>
                    <a:pt x="661230" y="178850"/>
                  </a:lnTo>
                  <a:lnTo>
                    <a:pt x="621994" y="156765"/>
                  </a:lnTo>
                  <a:lnTo>
                    <a:pt x="581937" y="136003"/>
                  </a:lnTo>
                  <a:lnTo>
                    <a:pt x="541089" y="116595"/>
                  </a:lnTo>
                  <a:lnTo>
                    <a:pt x="499480" y="98568"/>
                  </a:lnTo>
                  <a:lnTo>
                    <a:pt x="457139" y="81955"/>
                  </a:lnTo>
                  <a:lnTo>
                    <a:pt x="414096" y="66783"/>
                  </a:lnTo>
                  <a:lnTo>
                    <a:pt x="370381" y="53082"/>
                  </a:lnTo>
                  <a:lnTo>
                    <a:pt x="326023" y="40882"/>
                  </a:lnTo>
                  <a:lnTo>
                    <a:pt x="281051" y="30214"/>
                  </a:lnTo>
                  <a:lnTo>
                    <a:pt x="235496" y="21105"/>
                  </a:lnTo>
                  <a:lnTo>
                    <a:pt x="189386" y="13586"/>
                  </a:lnTo>
                  <a:lnTo>
                    <a:pt x="142753" y="7686"/>
                  </a:lnTo>
                  <a:lnTo>
                    <a:pt x="95624" y="3436"/>
                  </a:lnTo>
                  <a:lnTo>
                    <a:pt x="48029" y="863"/>
                  </a:lnTo>
                  <a:lnTo>
                    <a:pt x="0" y="0"/>
                  </a:lnTo>
                  <a:close/>
                </a:path>
              </a:pathLst>
            </a:custGeom>
            <a:solidFill>
              <a:srgbClr val="A22063">
                <a:alpha val="862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8" name="Google Shape;975;p5"/>
            <p:cNvSpPr/>
            <p:nvPr/>
          </p:nvSpPr>
          <p:spPr>
            <a:xfrm>
              <a:off x="1903768" y="462724"/>
              <a:ext cx="2660015" cy="1330325"/>
            </a:xfrm>
            <a:custGeom>
              <a:avLst/>
              <a:gdLst/>
              <a:ahLst/>
              <a:cxnLst/>
              <a:rect l="l" t="t" r="r" b="b"/>
              <a:pathLst>
                <a:path w="2660015" h="1330325" extrusionOk="0">
                  <a:moveTo>
                    <a:pt x="1330032" y="0"/>
                  </a:moveTo>
                  <a:lnTo>
                    <a:pt x="1281270" y="877"/>
                  </a:lnTo>
                  <a:lnTo>
                    <a:pt x="1232950" y="3488"/>
                  </a:lnTo>
                  <a:lnTo>
                    <a:pt x="1185102" y="7803"/>
                  </a:lnTo>
                  <a:lnTo>
                    <a:pt x="1137757" y="13793"/>
                  </a:lnTo>
                  <a:lnTo>
                    <a:pt x="1090944" y="21426"/>
                  </a:lnTo>
                  <a:lnTo>
                    <a:pt x="1044694" y="30674"/>
                  </a:lnTo>
                  <a:lnTo>
                    <a:pt x="999037" y="41506"/>
                  </a:lnTo>
                  <a:lnTo>
                    <a:pt x="954002" y="53891"/>
                  </a:lnTo>
                  <a:lnTo>
                    <a:pt x="909620" y="67801"/>
                  </a:lnTo>
                  <a:lnTo>
                    <a:pt x="865921" y="83204"/>
                  </a:lnTo>
                  <a:lnTo>
                    <a:pt x="822935" y="100071"/>
                  </a:lnTo>
                  <a:lnTo>
                    <a:pt x="780691" y="118372"/>
                  </a:lnTo>
                  <a:lnTo>
                    <a:pt x="739220" y="138077"/>
                  </a:lnTo>
                  <a:lnTo>
                    <a:pt x="698552" y="159155"/>
                  </a:lnTo>
                  <a:lnTo>
                    <a:pt x="658717" y="181577"/>
                  </a:lnTo>
                  <a:lnTo>
                    <a:pt x="619746" y="205313"/>
                  </a:lnTo>
                  <a:lnTo>
                    <a:pt x="581667" y="230332"/>
                  </a:lnTo>
                  <a:lnTo>
                    <a:pt x="544511" y="256605"/>
                  </a:lnTo>
                  <a:lnTo>
                    <a:pt x="508308" y="284101"/>
                  </a:lnTo>
                  <a:lnTo>
                    <a:pt x="473089" y="312790"/>
                  </a:lnTo>
                  <a:lnTo>
                    <a:pt x="438883" y="342643"/>
                  </a:lnTo>
                  <a:lnTo>
                    <a:pt x="405720" y="373630"/>
                  </a:lnTo>
                  <a:lnTo>
                    <a:pt x="373630" y="405720"/>
                  </a:lnTo>
                  <a:lnTo>
                    <a:pt x="342643" y="438883"/>
                  </a:lnTo>
                  <a:lnTo>
                    <a:pt x="312790" y="473089"/>
                  </a:lnTo>
                  <a:lnTo>
                    <a:pt x="284101" y="508308"/>
                  </a:lnTo>
                  <a:lnTo>
                    <a:pt x="256605" y="544511"/>
                  </a:lnTo>
                  <a:lnTo>
                    <a:pt x="230332" y="581667"/>
                  </a:lnTo>
                  <a:lnTo>
                    <a:pt x="205313" y="619746"/>
                  </a:lnTo>
                  <a:lnTo>
                    <a:pt x="181577" y="658717"/>
                  </a:lnTo>
                  <a:lnTo>
                    <a:pt x="159155" y="698552"/>
                  </a:lnTo>
                  <a:lnTo>
                    <a:pt x="138077" y="739220"/>
                  </a:lnTo>
                  <a:lnTo>
                    <a:pt x="118372" y="780691"/>
                  </a:lnTo>
                  <a:lnTo>
                    <a:pt x="100071" y="822935"/>
                  </a:lnTo>
                  <a:lnTo>
                    <a:pt x="83204" y="865921"/>
                  </a:lnTo>
                  <a:lnTo>
                    <a:pt x="67801" y="909620"/>
                  </a:lnTo>
                  <a:lnTo>
                    <a:pt x="53891" y="954002"/>
                  </a:lnTo>
                  <a:lnTo>
                    <a:pt x="41506" y="999037"/>
                  </a:lnTo>
                  <a:lnTo>
                    <a:pt x="30674" y="1044694"/>
                  </a:lnTo>
                  <a:lnTo>
                    <a:pt x="21426" y="1090944"/>
                  </a:lnTo>
                  <a:lnTo>
                    <a:pt x="13793" y="1137757"/>
                  </a:lnTo>
                  <a:lnTo>
                    <a:pt x="7803" y="1185102"/>
                  </a:lnTo>
                  <a:lnTo>
                    <a:pt x="3488" y="1232950"/>
                  </a:lnTo>
                  <a:lnTo>
                    <a:pt x="877" y="1281270"/>
                  </a:lnTo>
                  <a:lnTo>
                    <a:pt x="0" y="1330032"/>
                  </a:lnTo>
                  <a:lnTo>
                    <a:pt x="810475" y="1330032"/>
                  </a:lnTo>
                  <a:lnTo>
                    <a:pt x="812599" y="1282743"/>
                  </a:lnTo>
                  <a:lnTo>
                    <a:pt x="818846" y="1236646"/>
                  </a:lnTo>
                  <a:lnTo>
                    <a:pt x="829034" y="1191923"/>
                  </a:lnTo>
                  <a:lnTo>
                    <a:pt x="842980" y="1148758"/>
                  </a:lnTo>
                  <a:lnTo>
                    <a:pt x="860500" y="1107334"/>
                  </a:lnTo>
                  <a:lnTo>
                    <a:pt x="881410" y="1067835"/>
                  </a:lnTo>
                  <a:lnTo>
                    <a:pt x="905527" y="1030443"/>
                  </a:lnTo>
                  <a:lnTo>
                    <a:pt x="932669" y="995341"/>
                  </a:lnTo>
                  <a:lnTo>
                    <a:pt x="962650" y="962713"/>
                  </a:lnTo>
                  <a:lnTo>
                    <a:pt x="995288" y="932743"/>
                  </a:lnTo>
                  <a:lnTo>
                    <a:pt x="1030400" y="905612"/>
                  </a:lnTo>
                  <a:lnTo>
                    <a:pt x="1067802" y="881504"/>
                  </a:lnTo>
                  <a:lnTo>
                    <a:pt x="1107310" y="860603"/>
                  </a:lnTo>
                  <a:lnTo>
                    <a:pt x="1148742" y="843091"/>
                  </a:lnTo>
                  <a:lnTo>
                    <a:pt x="1191913" y="829152"/>
                  </a:lnTo>
                  <a:lnTo>
                    <a:pt x="1236641" y="818969"/>
                  </a:lnTo>
                  <a:lnTo>
                    <a:pt x="1282742" y="812725"/>
                  </a:lnTo>
                  <a:lnTo>
                    <a:pt x="1330032" y="810602"/>
                  </a:lnTo>
                  <a:lnTo>
                    <a:pt x="1377303" y="812725"/>
                  </a:lnTo>
                  <a:lnTo>
                    <a:pt x="1423386" y="818969"/>
                  </a:lnTo>
                  <a:lnTo>
                    <a:pt x="1468098" y="829152"/>
                  </a:lnTo>
                  <a:lnTo>
                    <a:pt x="1511256" y="843091"/>
                  </a:lnTo>
                  <a:lnTo>
                    <a:pt x="1552675" y="860603"/>
                  </a:lnTo>
                  <a:lnTo>
                    <a:pt x="1592174" y="881504"/>
                  </a:lnTo>
                  <a:lnTo>
                    <a:pt x="1629567" y="905612"/>
                  </a:lnTo>
                  <a:lnTo>
                    <a:pt x="1664671" y="932743"/>
                  </a:lnTo>
                  <a:lnTo>
                    <a:pt x="1697304" y="962713"/>
                  </a:lnTo>
                  <a:lnTo>
                    <a:pt x="1727280" y="995341"/>
                  </a:lnTo>
                  <a:lnTo>
                    <a:pt x="1754418" y="1030443"/>
                  </a:lnTo>
                  <a:lnTo>
                    <a:pt x="1778532" y="1067835"/>
                  </a:lnTo>
                  <a:lnTo>
                    <a:pt x="1799441" y="1107334"/>
                  </a:lnTo>
                  <a:lnTo>
                    <a:pt x="1816959" y="1148758"/>
                  </a:lnTo>
                  <a:lnTo>
                    <a:pt x="1830904" y="1191923"/>
                  </a:lnTo>
                  <a:lnTo>
                    <a:pt x="1841092" y="1236646"/>
                  </a:lnTo>
                  <a:lnTo>
                    <a:pt x="1847339" y="1282743"/>
                  </a:lnTo>
                  <a:lnTo>
                    <a:pt x="1849462" y="1330032"/>
                  </a:lnTo>
                  <a:lnTo>
                    <a:pt x="2659938" y="1330032"/>
                  </a:lnTo>
                  <a:lnTo>
                    <a:pt x="2659061" y="1281270"/>
                  </a:lnTo>
                  <a:lnTo>
                    <a:pt x="2656450" y="1232950"/>
                  </a:lnTo>
                  <a:lnTo>
                    <a:pt x="2652134" y="1185102"/>
                  </a:lnTo>
                  <a:lnTo>
                    <a:pt x="2646145" y="1137757"/>
                  </a:lnTo>
                  <a:lnTo>
                    <a:pt x="2638511" y="1090944"/>
                  </a:lnTo>
                  <a:lnTo>
                    <a:pt x="2629263" y="1044694"/>
                  </a:lnTo>
                  <a:lnTo>
                    <a:pt x="2618432" y="999037"/>
                  </a:lnTo>
                  <a:lnTo>
                    <a:pt x="2606046" y="954002"/>
                  </a:lnTo>
                  <a:lnTo>
                    <a:pt x="2592137" y="909620"/>
                  </a:lnTo>
                  <a:lnTo>
                    <a:pt x="2576734" y="865921"/>
                  </a:lnTo>
                  <a:lnTo>
                    <a:pt x="2559867" y="822935"/>
                  </a:lnTo>
                  <a:lnTo>
                    <a:pt x="2541566" y="780691"/>
                  </a:lnTo>
                  <a:lnTo>
                    <a:pt x="2521862" y="739220"/>
                  </a:lnTo>
                  <a:lnTo>
                    <a:pt x="2500784" y="698552"/>
                  </a:lnTo>
                  <a:lnTo>
                    <a:pt x="2478363" y="658717"/>
                  </a:lnTo>
                  <a:lnTo>
                    <a:pt x="2454628" y="619746"/>
                  </a:lnTo>
                  <a:lnTo>
                    <a:pt x="2429609" y="581667"/>
                  </a:lnTo>
                  <a:lnTo>
                    <a:pt x="2403338" y="544511"/>
                  </a:lnTo>
                  <a:lnTo>
                    <a:pt x="2375843" y="508308"/>
                  </a:lnTo>
                  <a:lnTo>
                    <a:pt x="2347154" y="473089"/>
                  </a:lnTo>
                  <a:lnTo>
                    <a:pt x="2317303" y="438883"/>
                  </a:lnTo>
                  <a:lnTo>
                    <a:pt x="2286318" y="405720"/>
                  </a:lnTo>
                  <a:lnTo>
                    <a:pt x="2254230" y="373630"/>
                  </a:lnTo>
                  <a:lnTo>
                    <a:pt x="2221069" y="342643"/>
                  </a:lnTo>
                  <a:lnTo>
                    <a:pt x="2186865" y="312790"/>
                  </a:lnTo>
                  <a:lnTo>
                    <a:pt x="2151649" y="284101"/>
                  </a:lnTo>
                  <a:lnTo>
                    <a:pt x="2115449" y="256605"/>
                  </a:lnTo>
                  <a:lnTo>
                    <a:pt x="2078296" y="230332"/>
                  </a:lnTo>
                  <a:lnTo>
                    <a:pt x="2040221" y="205313"/>
                  </a:lnTo>
                  <a:lnTo>
                    <a:pt x="2001252" y="181577"/>
                  </a:lnTo>
                  <a:lnTo>
                    <a:pt x="1961421" y="159155"/>
                  </a:lnTo>
                  <a:lnTo>
                    <a:pt x="1920758" y="138077"/>
                  </a:lnTo>
                  <a:lnTo>
                    <a:pt x="1879292" y="118372"/>
                  </a:lnTo>
                  <a:lnTo>
                    <a:pt x="1837053" y="100071"/>
                  </a:lnTo>
                  <a:lnTo>
                    <a:pt x="1794071" y="83204"/>
                  </a:lnTo>
                  <a:lnTo>
                    <a:pt x="1750378" y="67801"/>
                  </a:lnTo>
                  <a:lnTo>
                    <a:pt x="1706002" y="53891"/>
                  </a:lnTo>
                  <a:lnTo>
                    <a:pt x="1660973" y="41506"/>
                  </a:lnTo>
                  <a:lnTo>
                    <a:pt x="1615322" y="30674"/>
                  </a:lnTo>
                  <a:lnTo>
                    <a:pt x="1569079" y="21426"/>
                  </a:lnTo>
                  <a:lnTo>
                    <a:pt x="1522274" y="13793"/>
                  </a:lnTo>
                  <a:lnTo>
                    <a:pt x="1474937" y="7803"/>
                  </a:lnTo>
                  <a:lnTo>
                    <a:pt x="1427097" y="3488"/>
                  </a:lnTo>
                  <a:lnTo>
                    <a:pt x="1378786" y="877"/>
                  </a:lnTo>
                  <a:lnTo>
                    <a:pt x="1330032" y="0"/>
                  </a:lnTo>
                  <a:close/>
                </a:path>
              </a:pathLst>
            </a:custGeom>
            <a:solidFill>
              <a:srgbClr val="E3702C">
                <a:alpha val="862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grpSp>
      <p:sp>
        <p:nvSpPr>
          <p:cNvPr id="2812" name="Google Shape;2812;p269"/>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Desafío de algoritmos y llamado de funciones</a:t>
            </a:r>
            <a:endParaRPr sz="1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Gotham Rounded" pitchFamily="50" charset="0"/>
                <a:sym typeface="Arial"/>
              </a:rPr>
              <a:t>Momento de</a:t>
            </a:r>
            <a:endParaRPr sz="1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Gotham Rounded" pitchFamily="50" charset="0"/>
                <a:sym typeface="Arial"/>
              </a:rPr>
              <a:t>apostar por algoritmos</a:t>
            </a:r>
            <a:endParaRPr sz="24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pitchFamily="50" charset="0"/>
              <a:sym typeface="Arial"/>
            </a:endParaRPr>
          </a:p>
          <a:p>
            <a:pPr marL="0" marR="0" lvl="0" indent="0" algn="ctr" rtl="0">
              <a:lnSpc>
                <a:spcPct val="15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Deberán apostar, escribiendo en el chat, si el siguiente algoritmo </a:t>
            </a:r>
            <a:endParaRPr sz="1400" b="0" i="0" u="none" strike="noStrike" cap="none" dirty="0">
              <a:solidFill>
                <a:schemeClr val="tx1"/>
              </a:solidFill>
              <a:latin typeface="Gotham Rounded" pitchFamily="50" charset="0"/>
              <a:sym typeface="Arial"/>
            </a:endParaRPr>
          </a:p>
          <a:p>
            <a:pPr marL="0" marR="0" lvl="0" indent="0" algn="ctr" rtl="0">
              <a:lnSpc>
                <a:spcPct val="15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pitchFamily="50" charset="0"/>
                <a:sym typeface="Arial"/>
              </a:rPr>
              <a:t>“</a:t>
            </a:r>
            <a:r>
              <a:rPr lang="es-ES" sz="2400" b="1" i="0" u="none" strike="noStrike" cap="none" dirty="0">
                <a:solidFill>
                  <a:schemeClr val="tx1"/>
                </a:solidFill>
                <a:latin typeface="Gotham Rounded" pitchFamily="50" charset="0"/>
                <a:sym typeface="Arial"/>
              </a:rPr>
              <a:t>FUNCIONA</a:t>
            </a:r>
            <a:r>
              <a:rPr lang="es-ES" sz="2400" b="0" i="0" u="none" strike="noStrike" cap="none" dirty="0">
                <a:solidFill>
                  <a:schemeClr val="tx1"/>
                </a:solidFill>
                <a:latin typeface="Gotham Rounded" pitchFamily="50" charset="0"/>
                <a:sym typeface="Arial"/>
              </a:rPr>
              <a:t>” o “</a:t>
            </a:r>
            <a:r>
              <a:rPr lang="es-ES" sz="2400" b="1" i="0" u="none" strike="noStrike" cap="none" dirty="0">
                <a:solidFill>
                  <a:schemeClr val="tx1"/>
                </a:solidFill>
                <a:latin typeface="Gotham Rounded" pitchFamily="50" charset="0"/>
                <a:sym typeface="Arial"/>
              </a:rPr>
              <a:t>NO FUNCIONA</a:t>
            </a:r>
            <a:r>
              <a:rPr lang="es-ES" sz="2400" b="0" i="0" u="none" strike="noStrike" cap="none" dirty="0">
                <a:solidFill>
                  <a:schemeClr val="tx1"/>
                </a:solidFill>
                <a:latin typeface="Gotham Rounded" pitchFamily="50" charset="0"/>
                <a:sym typeface="Arial"/>
              </a:rPr>
              <a:t>”</a:t>
            </a:r>
            <a:endParaRPr sz="1800" b="0" i="0" u="none" strike="noStrike" cap="none" dirty="0">
              <a:solidFill>
                <a:schemeClr val="tx1"/>
              </a:solidFill>
              <a:latin typeface="Gotham Rounded" pitchFamily="50" charset="0"/>
              <a:ea typeface="Calibri"/>
              <a:cs typeface="Calibri"/>
              <a:sym typeface="Calibri"/>
            </a:endParaRPr>
          </a:p>
        </p:txBody>
      </p:sp>
    </p:spTree>
  </p:cSld>
  <p:clrMapOvr>
    <a:masterClrMapping/>
  </p:clrMapOvr>
  <p:transition spd="med">
    <p:push/>
  </p:transition>
  <p:timing>
    <p:tnLst>
      <p:par>
        <p:cTn id="1" dur="indefinite" restart="never" nodeType="tmRoot"/>
      </p:par>
    </p:tnLst>
  </p:timing>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Shape 2817"/>
        <p:cNvGrpSpPr/>
        <p:nvPr/>
      </p:nvGrpSpPr>
      <p:grpSpPr>
        <a:xfrm>
          <a:off x="0" y="0"/>
          <a:ext cx="0" cy="0"/>
          <a:chOff x="0" y="0"/>
          <a:chExt cx="0" cy="0"/>
        </a:xfrm>
      </p:grpSpPr>
      <p:grpSp>
        <p:nvGrpSpPr>
          <p:cNvPr id="11" name="Google Shape;971;p5"/>
          <p:cNvGrpSpPr/>
          <p:nvPr/>
        </p:nvGrpSpPr>
        <p:grpSpPr>
          <a:xfrm>
            <a:off x="0" y="0"/>
            <a:ext cx="12192000" cy="6858000"/>
            <a:chOff x="0" y="0"/>
            <a:chExt cx="17348200" cy="9753600"/>
          </a:xfrm>
        </p:grpSpPr>
        <p:pic>
          <p:nvPicPr>
            <p:cNvPr id="12" name="Google Shape;972;p5"/>
            <p:cNvPicPr preferRelativeResize="0"/>
            <p:nvPr/>
          </p:nvPicPr>
          <p:blipFill rotWithShape="1">
            <a:blip r:embed="rId3">
              <a:alphaModFix/>
            </a:blip>
            <a:srcRect/>
            <a:stretch/>
          </p:blipFill>
          <p:spPr>
            <a:xfrm>
              <a:off x="0" y="0"/>
              <a:ext cx="17348200" cy="9753600"/>
            </a:xfrm>
            <a:prstGeom prst="rect">
              <a:avLst/>
            </a:prstGeom>
            <a:noFill/>
            <a:ln>
              <a:noFill/>
            </a:ln>
          </p:spPr>
        </p:pic>
        <p:sp>
          <p:nvSpPr>
            <p:cNvPr id="13" name="Google Shape;973;p5"/>
            <p:cNvSpPr/>
            <p:nvPr/>
          </p:nvSpPr>
          <p:spPr>
            <a:xfrm>
              <a:off x="7468819" y="516686"/>
              <a:ext cx="2740660" cy="891540"/>
            </a:xfrm>
            <a:custGeom>
              <a:avLst/>
              <a:gdLst/>
              <a:ahLst/>
              <a:cxnLst/>
              <a:rect l="l" t="t" r="r" b="b"/>
              <a:pathLst>
                <a:path w="2740659" h="891540" extrusionOk="0">
                  <a:moveTo>
                    <a:pt x="2740177" y="0"/>
                  </a:moveTo>
                  <a:lnTo>
                    <a:pt x="2283434" y="136270"/>
                  </a:lnTo>
                  <a:lnTo>
                    <a:pt x="1826704" y="0"/>
                  </a:lnTo>
                  <a:lnTo>
                    <a:pt x="1370025" y="136270"/>
                  </a:lnTo>
                  <a:lnTo>
                    <a:pt x="913333" y="0"/>
                  </a:lnTo>
                  <a:lnTo>
                    <a:pt x="456666" y="136270"/>
                  </a:lnTo>
                  <a:lnTo>
                    <a:pt x="0" y="0"/>
                  </a:lnTo>
                  <a:lnTo>
                    <a:pt x="0" y="754811"/>
                  </a:lnTo>
                  <a:lnTo>
                    <a:pt x="456666" y="891070"/>
                  </a:lnTo>
                  <a:lnTo>
                    <a:pt x="913333" y="754811"/>
                  </a:lnTo>
                  <a:lnTo>
                    <a:pt x="1370025" y="891070"/>
                  </a:lnTo>
                  <a:lnTo>
                    <a:pt x="1826704" y="754811"/>
                  </a:lnTo>
                  <a:lnTo>
                    <a:pt x="2283434" y="891070"/>
                  </a:lnTo>
                  <a:lnTo>
                    <a:pt x="2740177" y="754811"/>
                  </a:lnTo>
                  <a:lnTo>
                    <a:pt x="2740177" y="0"/>
                  </a:lnTo>
                  <a:close/>
                </a:path>
              </a:pathLst>
            </a:custGeom>
            <a:solidFill>
              <a:srgbClr val="009733">
                <a:alpha val="862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4" name="Google Shape;974;p5"/>
            <p:cNvSpPr/>
            <p:nvPr/>
          </p:nvSpPr>
          <p:spPr>
            <a:xfrm>
              <a:off x="15582341" y="2075243"/>
              <a:ext cx="1310640" cy="2620010"/>
            </a:xfrm>
            <a:custGeom>
              <a:avLst/>
              <a:gdLst/>
              <a:ahLst/>
              <a:cxnLst/>
              <a:rect l="l" t="t" r="r" b="b"/>
              <a:pathLst>
                <a:path w="1310640" h="2620010" extrusionOk="0">
                  <a:moveTo>
                    <a:pt x="0" y="0"/>
                  </a:moveTo>
                  <a:lnTo>
                    <a:pt x="0" y="798296"/>
                  </a:lnTo>
                  <a:lnTo>
                    <a:pt x="46579" y="800388"/>
                  </a:lnTo>
                  <a:lnTo>
                    <a:pt x="91985" y="806542"/>
                  </a:lnTo>
                  <a:lnTo>
                    <a:pt x="136037" y="816577"/>
                  </a:lnTo>
                  <a:lnTo>
                    <a:pt x="178554" y="830314"/>
                  </a:lnTo>
                  <a:lnTo>
                    <a:pt x="219355" y="847572"/>
                  </a:lnTo>
                  <a:lnTo>
                    <a:pt x="258262" y="868169"/>
                  </a:lnTo>
                  <a:lnTo>
                    <a:pt x="295093" y="891925"/>
                  </a:lnTo>
                  <a:lnTo>
                    <a:pt x="329667" y="918659"/>
                  </a:lnTo>
                  <a:lnTo>
                    <a:pt x="361805" y="948191"/>
                  </a:lnTo>
                  <a:lnTo>
                    <a:pt x="391326" y="980340"/>
                  </a:lnTo>
                  <a:lnTo>
                    <a:pt x="418049" y="1014925"/>
                  </a:lnTo>
                  <a:lnTo>
                    <a:pt x="441795" y="1051766"/>
                  </a:lnTo>
                  <a:lnTo>
                    <a:pt x="462382" y="1090681"/>
                  </a:lnTo>
                  <a:lnTo>
                    <a:pt x="479631" y="1131490"/>
                  </a:lnTo>
                  <a:lnTo>
                    <a:pt x="493361" y="1174013"/>
                  </a:lnTo>
                  <a:lnTo>
                    <a:pt x="503391" y="1218069"/>
                  </a:lnTo>
                  <a:lnTo>
                    <a:pt x="509541" y="1263476"/>
                  </a:lnTo>
                  <a:lnTo>
                    <a:pt x="511632" y="1310055"/>
                  </a:lnTo>
                  <a:lnTo>
                    <a:pt x="509541" y="1356616"/>
                  </a:lnTo>
                  <a:lnTo>
                    <a:pt x="503391" y="1402007"/>
                  </a:lnTo>
                  <a:lnTo>
                    <a:pt x="493361" y="1446048"/>
                  </a:lnTo>
                  <a:lnTo>
                    <a:pt x="479631" y="1488558"/>
                  </a:lnTo>
                  <a:lnTo>
                    <a:pt x="462382" y="1529356"/>
                  </a:lnTo>
                  <a:lnTo>
                    <a:pt x="441795" y="1568261"/>
                  </a:lnTo>
                  <a:lnTo>
                    <a:pt x="418049" y="1605093"/>
                  </a:lnTo>
                  <a:lnTo>
                    <a:pt x="391326" y="1639671"/>
                  </a:lnTo>
                  <a:lnTo>
                    <a:pt x="361805" y="1671813"/>
                  </a:lnTo>
                  <a:lnTo>
                    <a:pt x="329667" y="1701340"/>
                  </a:lnTo>
                  <a:lnTo>
                    <a:pt x="295093" y="1728070"/>
                  </a:lnTo>
                  <a:lnTo>
                    <a:pt x="258262" y="1751822"/>
                  </a:lnTo>
                  <a:lnTo>
                    <a:pt x="219355" y="1772417"/>
                  </a:lnTo>
                  <a:lnTo>
                    <a:pt x="178554" y="1789672"/>
                  </a:lnTo>
                  <a:lnTo>
                    <a:pt x="136037" y="1803408"/>
                  </a:lnTo>
                  <a:lnTo>
                    <a:pt x="91985" y="1813443"/>
                  </a:lnTo>
                  <a:lnTo>
                    <a:pt x="46579" y="1819596"/>
                  </a:lnTo>
                  <a:lnTo>
                    <a:pt x="0" y="1821688"/>
                  </a:lnTo>
                  <a:lnTo>
                    <a:pt x="0" y="2619984"/>
                  </a:lnTo>
                  <a:lnTo>
                    <a:pt x="48029" y="2619120"/>
                  </a:lnTo>
                  <a:lnTo>
                    <a:pt x="95624" y="2616548"/>
                  </a:lnTo>
                  <a:lnTo>
                    <a:pt x="142753" y="2612297"/>
                  </a:lnTo>
                  <a:lnTo>
                    <a:pt x="189386" y="2606398"/>
                  </a:lnTo>
                  <a:lnTo>
                    <a:pt x="235496" y="2598879"/>
                  </a:lnTo>
                  <a:lnTo>
                    <a:pt x="281051" y="2589770"/>
                  </a:lnTo>
                  <a:lnTo>
                    <a:pt x="326023" y="2579102"/>
                  </a:lnTo>
                  <a:lnTo>
                    <a:pt x="370381" y="2566902"/>
                  </a:lnTo>
                  <a:lnTo>
                    <a:pt x="414096" y="2553202"/>
                  </a:lnTo>
                  <a:lnTo>
                    <a:pt x="457139" y="2538030"/>
                  </a:lnTo>
                  <a:lnTo>
                    <a:pt x="499480" y="2521417"/>
                  </a:lnTo>
                  <a:lnTo>
                    <a:pt x="541089" y="2503391"/>
                  </a:lnTo>
                  <a:lnTo>
                    <a:pt x="581937" y="2483983"/>
                  </a:lnTo>
                  <a:lnTo>
                    <a:pt x="621994" y="2463222"/>
                  </a:lnTo>
                  <a:lnTo>
                    <a:pt x="661230" y="2441138"/>
                  </a:lnTo>
                  <a:lnTo>
                    <a:pt x="699617" y="2417760"/>
                  </a:lnTo>
                  <a:lnTo>
                    <a:pt x="737124" y="2393118"/>
                  </a:lnTo>
                  <a:lnTo>
                    <a:pt x="773721" y="2367241"/>
                  </a:lnTo>
                  <a:lnTo>
                    <a:pt x="809380" y="2340159"/>
                  </a:lnTo>
                  <a:lnTo>
                    <a:pt x="844071" y="2311902"/>
                  </a:lnTo>
                  <a:lnTo>
                    <a:pt x="877763" y="2282499"/>
                  </a:lnTo>
                  <a:lnTo>
                    <a:pt x="910428" y="2251980"/>
                  </a:lnTo>
                  <a:lnTo>
                    <a:pt x="942036" y="2220374"/>
                  </a:lnTo>
                  <a:lnTo>
                    <a:pt x="972557" y="2187711"/>
                  </a:lnTo>
                  <a:lnTo>
                    <a:pt x="1001962" y="2154021"/>
                  </a:lnTo>
                  <a:lnTo>
                    <a:pt x="1030221" y="2119333"/>
                  </a:lnTo>
                  <a:lnTo>
                    <a:pt x="1057304" y="2083678"/>
                  </a:lnTo>
                  <a:lnTo>
                    <a:pt x="1083182" y="2047083"/>
                  </a:lnTo>
                  <a:lnTo>
                    <a:pt x="1107825" y="2009579"/>
                  </a:lnTo>
                  <a:lnTo>
                    <a:pt x="1131204" y="1971197"/>
                  </a:lnTo>
                  <a:lnTo>
                    <a:pt x="1153290" y="1931964"/>
                  </a:lnTo>
                  <a:lnTo>
                    <a:pt x="1174052" y="1891911"/>
                  </a:lnTo>
                  <a:lnTo>
                    <a:pt x="1193460" y="1851068"/>
                  </a:lnTo>
                  <a:lnTo>
                    <a:pt x="1211486" y="1809463"/>
                  </a:lnTo>
                  <a:lnTo>
                    <a:pt x="1228100" y="1767127"/>
                  </a:lnTo>
                  <a:lnTo>
                    <a:pt x="1243272" y="1724090"/>
                  </a:lnTo>
                  <a:lnTo>
                    <a:pt x="1256973" y="1680380"/>
                  </a:lnTo>
                  <a:lnTo>
                    <a:pt x="1269172" y="1636028"/>
                  </a:lnTo>
                  <a:lnTo>
                    <a:pt x="1279841" y="1591063"/>
                  </a:lnTo>
                  <a:lnTo>
                    <a:pt x="1288950" y="1545514"/>
                  </a:lnTo>
                  <a:lnTo>
                    <a:pt x="1296469" y="1499411"/>
                  </a:lnTo>
                  <a:lnTo>
                    <a:pt x="1302369" y="1452785"/>
                  </a:lnTo>
                  <a:lnTo>
                    <a:pt x="1306619" y="1405663"/>
                  </a:lnTo>
                  <a:lnTo>
                    <a:pt x="1309191" y="1358077"/>
                  </a:lnTo>
                  <a:lnTo>
                    <a:pt x="1310055" y="1310055"/>
                  </a:lnTo>
                  <a:lnTo>
                    <a:pt x="1309191" y="1262025"/>
                  </a:lnTo>
                  <a:lnTo>
                    <a:pt x="1306619" y="1214431"/>
                  </a:lnTo>
                  <a:lnTo>
                    <a:pt x="1302369" y="1167302"/>
                  </a:lnTo>
                  <a:lnTo>
                    <a:pt x="1296469" y="1120668"/>
                  </a:lnTo>
                  <a:lnTo>
                    <a:pt x="1288950" y="1074559"/>
                  </a:lnTo>
                  <a:lnTo>
                    <a:pt x="1279841" y="1029004"/>
                  </a:lnTo>
                  <a:lnTo>
                    <a:pt x="1269172" y="984032"/>
                  </a:lnTo>
                  <a:lnTo>
                    <a:pt x="1256973" y="939674"/>
                  </a:lnTo>
                  <a:lnTo>
                    <a:pt x="1243272" y="895959"/>
                  </a:lnTo>
                  <a:lnTo>
                    <a:pt x="1228100" y="852916"/>
                  </a:lnTo>
                  <a:lnTo>
                    <a:pt x="1211486" y="810575"/>
                  </a:lnTo>
                  <a:lnTo>
                    <a:pt x="1193460" y="768966"/>
                  </a:lnTo>
                  <a:lnTo>
                    <a:pt x="1174052" y="728118"/>
                  </a:lnTo>
                  <a:lnTo>
                    <a:pt x="1153290" y="688061"/>
                  </a:lnTo>
                  <a:lnTo>
                    <a:pt x="1131204" y="648825"/>
                  </a:lnTo>
                  <a:lnTo>
                    <a:pt x="1107825" y="610438"/>
                  </a:lnTo>
                  <a:lnTo>
                    <a:pt x="1083182" y="572931"/>
                  </a:lnTo>
                  <a:lnTo>
                    <a:pt x="1057304" y="536334"/>
                  </a:lnTo>
                  <a:lnTo>
                    <a:pt x="1030221" y="500675"/>
                  </a:lnTo>
                  <a:lnTo>
                    <a:pt x="1001962" y="465984"/>
                  </a:lnTo>
                  <a:lnTo>
                    <a:pt x="972557" y="432292"/>
                  </a:lnTo>
                  <a:lnTo>
                    <a:pt x="942036" y="399627"/>
                  </a:lnTo>
                  <a:lnTo>
                    <a:pt x="910428" y="368019"/>
                  </a:lnTo>
                  <a:lnTo>
                    <a:pt x="877763" y="337498"/>
                  </a:lnTo>
                  <a:lnTo>
                    <a:pt x="844071" y="308093"/>
                  </a:lnTo>
                  <a:lnTo>
                    <a:pt x="809380" y="279834"/>
                  </a:lnTo>
                  <a:lnTo>
                    <a:pt x="773721" y="252751"/>
                  </a:lnTo>
                  <a:lnTo>
                    <a:pt x="737124" y="226873"/>
                  </a:lnTo>
                  <a:lnTo>
                    <a:pt x="699617" y="202229"/>
                  </a:lnTo>
                  <a:lnTo>
                    <a:pt x="661230" y="178850"/>
                  </a:lnTo>
                  <a:lnTo>
                    <a:pt x="621994" y="156765"/>
                  </a:lnTo>
                  <a:lnTo>
                    <a:pt x="581937" y="136003"/>
                  </a:lnTo>
                  <a:lnTo>
                    <a:pt x="541089" y="116595"/>
                  </a:lnTo>
                  <a:lnTo>
                    <a:pt x="499480" y="98568"/>
                  </a:lnTo>
                  <a:lnTo>
                    <a:pt x="457139" y="81955"/>
                  </a:lnTo>
                  <a:lnTo>
                    <a:pt x="414096" y="66783"/>
                  </a:lnTo>
                  <a:lnTo>
                    <a:pt x="370381" y="53082"/>
                  </a:lnTo>
                  <a:lnTo>
                    <a:pt x="326023" y="40882"/>
                  </a:lnTo>
                  <a:lnTo>
                    <a:pt x="281051" y="30214"/>
                  </a:lnTo>
                  <a:lnTo>
                    <a:pt x="235496" y="21105"/>
                  </a:lnTo>
                  <a:lnTo>
                    <a:pt x="189386" y="13586"/>
                  </a:lnTo>
                  <a:lnTo>
                    <a:pt x="142753" y="7686"/>
                  </a:lnTo>
                  <a:lnTo>
                    <a:pt x="95624" y="3436"/>
                  </a:lnTo>
                  <a:lnTo>
                    <a:pt x="48029" y="863"/>
                  </a:lnTo>
                  <a:lnTo>
                    <a:pt x="0" y="0"/>
                  </a:lnTo>
                  <a:close/>
                </a:path>
              </a:pathLst>
            </a:custGeom>
            <a:solidFill>
              <a:srgbClr val="A22063">
                <a:alpha val="862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5" name="Google Shape;975;p5"/>
            <p:cNvSpPr/>
            <p:nvPr/>
          </p:nvSpPr>
          <p:spPr>
            <a:xfrm>
              <a:off x="1903768" y="462724"/>
              <a:ext cx="2660015" cy="1330325"/>
            </a:xfrm>
            <a:custGeom>
              <a:avLst/>
              <a:gdLst/>
              <a:ahLst/>
              <a:cxnLst/>
              <a:rect l="l" t="t" r="r" b="b"/>
              <a:pathLst>
                <a:path w="2660015" h="1330325" extrusionOk="0">
                  <a:moveTo>
                    <a:pt x="1330032" y="0"/>
                  </a:moveTo>
                  <a:lnTo>
                    <a:pt x="1281270" y="877"/>
                  </a:lnTo>
                  <a:lnTo>
                    <a:pt x="1232950" y="3488"/>
                  </a:lnTo>
                  <a:lnTo>
                    <a:pt x="1185102" y="7803"/>
                  </a:lnTo>
                  <a:lnTo>
                    <a:pt x="1137757" y="13793"/>
                  </a:lnTo>
                  <a:lnTo>
                    <a:pt x="1090944" y="21426"/>
                  </a:lnTo>
                  <a:lnTo>
                    <a:pt x="1044694" y="30674"/>
                  </a:lnTo>
                  <a:lnTo>
                    <a:pt x="999037" y="41506"/>
                  </a:lnTo>
                  <a:lnTo>
                    <a:pt x="954002" y="53891"/>
                  </a:lnTo>
                  <a:lnTo>
                    <a:pt x="909620" y="67801"/>
                  </a:lnTo>
                  <a:lnTo>
                    <a:pt x="865921" y="83204"/>
                  </a:lnTo>
                  <a:lnTo>
                    <a:pt x="822935" y="100071"/>
                  </a:lnTo>
                  <a:lnTo>
                    <a:pt x="780691" y="118372"/>
                  </a:lnTo>
                  <a:lnTo>
                    <a:pt x="739220" y="138077"/>
                  </a:lnTo>
                  <a:lnTo>
                    <a:pt x="698552" y="159155"/>
                  </a:lnTo>
                  <a:lnTo>
                    <a:pt x="658717" y="181577"/>
                  </a:lnTo>
                  <a:lnTo>
                    <a:pt x="619746" y="205313"/>
                  </a:lnTo>
                  <a:lnTo>
                    <a:pt x="581667" y="230332"/>
                  </a:lnTo>
                  <a:lnTo>
                    <a:pt x="544511" y="256605"/>
                  </a:lnTo>
                  <a:lnTo>
                    <a:pt x="508308" y="284101"/>
                  </a:lnTo>
                  <a:lnTo>
                    <a:pt x="473089" y="312790"/>
                  </a:lnTo>
                  <a:lnTo>
                    <a:pt x="438883" y="342643"/>
                  </a:lnTo>
                  <a:lnTo>
                    <a:pt x="405720" y="373630"/>
                  </a:lnTo>
                  <a:lnTo>
                    <a:pt x="373630" y="405720"/>
                  </a:lnTo>
                  <a:lnTo>
                    <a:pt x="342643" y="438883"/>
                  </a:lnTo>
                  <a:lnTo>
                    <a:pt x="312790" y="473089"/>
                  </a:lnTo>
                  <a:lnTo>
                    <a:pt x="284101" y="508308"/>
                  </a:lnTo>
                  <a:lnTo>
                    <a:pt x="256605" y="544511"/>
                  </a:lnTo>
                  <a:lnTo>
                    <a:pt x="230332" y="581667"/>
                  </a:lnTo>
                  <a:lnTo>
                    <a:pt x="205313" y="619746"/>
                  </a:lnTo>
                  <a:lnTo>
                    <a:pt x="181577" y="658717"/>
                  </a:lnTo>
                  <a:lnTo>
                    <a:pt x="159155" y="698552"/>
                  </a:lnTo>
                  <a:lnTo>
                    <a:pt x="138077" y="739220"/>
                  </a:lnTo>
                  <a:lnTo>
                    <a:pt x="118372" y="780691"/>
                  </a:lnTo>
                  <a:lnTo>
                    <a:pt x="100071" y="822935"/>
                  </a:lnTo>
                  <a:lnTo>
                    <a:pt x="83204" y="865921"/>
                  </a:lnTo>
                  <a:lnTo>
                    <a:pt x="67801" y="909620"/>
                  </a:lnTo>
                  <a:lnTo>
                    <a:pt x="53891" y="954002"/>
                  </a:lnTo>
                  <a:lnTo>
                    <a:pt x="41506" y="999037"/>
                  </a:lnTo>
                  <a:lnTo>
                    <a:pt x="30674" y="1044694"/>
                  </a:lnTo>
                  <a:lnTo>
                    <a:pt x="21426" y="1090944"/>
                  </a:lnTo>
                  <a:lnTo>
                    <a:pt x="13793" y="1137757"/>
                  </a:lnTo>
                  <a:lnTo>
                    <a:pt x="7803" y="1185102"/>
                  </a:lnTo>
                  <a:lnTo>
                    <a:pt x="3488" y="1232950"/>
                  </a:lnTo>
                  <a:lnTo>
                    <a:pt x="877" y="1281270"/>
                  </a:lnTo>
                  <a:lnTo>
                    <a:pt x="0" y="1330032"/>
                  </a:lnTo>
                  <a:lnTo>
                    <a:pt x="810475" y="1330032"/>
                  </a:lnTo>
                  <a:lnTo>
                    <a:pt x="812599" y="1282743"/>
                  </a:lnTo>
                  <a:lnTo>
                    <a:pt x="818846" y="1236646"/>
                  </a:lnTo>
                  <a:lnTo>
                    <a:pt x="829034" y="1191923"/>
                  </a:lnTo>
                  <a:lnTo>
                    <a:pt x="842980" y="1148758"/>
                  </a:lnTo>
                  <a:lnTo>
                    <a:pt x="860500" y="1107334"/>
                  </a:lnTo>
                  <a:lnTo>
                    <a:pt x="881410" y="1067835"/>
                  </a:lnTo>
                  <a:lnTo>
                    <a:pt x="905527" y="1030443"/>
                  </a:lnTo>
                  <a:lnTo>
                    <a:pt x="932669" y="995341"/>
                  </a:lnTo>
                  <a:lnTo>
                    <a:pt x="962650" y="962713"/>
                  </a:lnTo>
                  <a:lnTo>
                    <a:pt x="995288" y="932743"/>
                  </a:lnTo>
                  <a:lnTo>
                    <a:pt x="1030400" y="905612"/>
                  </a:lnTo>
                  <a:lnTo>
                    <a:pt x="1067802" y="881504"/>
                  </a:lnTo>
                  <a:lnTo>
                    <a:pt x="1107310" y="860603"/>
                  </a:lnTo>
                  <a:lnTo>
                    <a:pt x="1148742" y="843091"/>
                  </a:lnTo>
                  <a:lnTo>
                    <a:pt x="1191913" y="829152"/>
                  </a:lnTo>
                  <a:lnTo>
                    <a:pt x="1236641" y="818969"/>
                  </a:lnTo>
                  <a:lnTo>
                    <a:pt x="1282742" y="812725"/>
                  </a:lnTo>
                  <a:lnTo>
                    <a:pt x="1330032" y="810602"/>
                  </a:lnTo>
                  <a:lnTo>
                    <a:pt x="1377303" y="812725"/>
                  </a:lnTo>
                  <a:lnTo>
                    <a:pt x="1423386" y="818969"/>
                  </a:lnTo>
                  <a:lnTo>
                    <a:pt x="1468098" y="829152"/>
                  </a:lnTo>
                  <a:lnTo>
                    <a:pt x="1511256" y="843091"/>
                  </a:lnTo>
                  <a:lnTo>
                    <a:pt x="1552675" y="860603"/>
                  </a:lnTo>
                  <a:lnTo>
                    <a:pt x="1592174" y="881504"/>
                  </a:lnTo>
                  <a:lnTo>
                    <a:pt x="1629567" y="905612"/>
                  </a:lnTo>
                  <a:lnTo>
                    <a:pt x="1664671" y="932743"/>
                  </a:lnTo>
                  <a:lnTo>
                    <a:pt x="1697304" y="962713"/>
                  </a:lnTo>
                  <a:lnTo>
                    <a:pt x="1727280" y="995341"/>
                  </a:lnTo>
                  <a:lnTo>
                    <a:pt x="1754418" y="1030443"/>
                  </a:lnTo>
                  <a:lnTo>
                    <a:pt x="1778532" y="1067835"/>
                  </a:lnTo>
                  <a:lnTo>
                    <a:pt x="1799441" y="1107334"/>
                  </a:lnTo>
                  <a:lnTo>
                    <a:pt x="1816959" y="1148758"/>
                  </a:lnTo>
                  <a:lnTo>
                    <a:pt x="1830904" y="1191923"/>
                  </a:lnTo>
                  <a:lnTo>
                    <a:pt x="1841092" y="1236646"/>
                  </a:lnTo>
                  <a:lnTo>
                    <a:pt x="1847339" y="1282743"/>
                  </a:lnTo>
                  <a:lnTo>
                    <a:pt x="1849462" y="1330032"/>
                  </a:lnTo>
                  <a:lnTo>
                    <a:pt x="2659938" y="1330032"/>
                  </a:lnTo>
                  <a:lnTo>
                    <a:pt x="2659061" y="1281270"/>
                  </a:lnTo>
                  <a:lnTo>
                    <a:pt x="2656450" y="1232950"/>
                  </a:lnTo>
                  <a:lnTo>
                    <a:pt x="2652134" y="1185102"/>
                  </a:lnTo>
                  <a:lnTo>
                    <a:pt x="2646145" y="1137757"/>
                  </a:lnTo>
                  <a:lnTo>
                    <a:pt x="2638511" y="1090944"/>
                  </a:lnTo>
                  <a:lnTo>
                    <a:pt x="2629263" y="1044694"/>
                  </a:lnTo>
                  <a:lnTo>
                    <a:pt x="2618432" y="999037"/>
                  </a:lnTo>
                  <a:lnTo>
                    <a:pt x="2606046" y="954002"/>
                  </a:lnTo>
                  <a:lnTo>
                    <a:pt x="2592137" y="909620"/>
                  </a:lnTo>
                  <a:lnTo>
                    <a:pt x="2576734" y="865921"/>
                  </a:lnTo>
                  <a:lnTo>
                    <a:pt x="2559867" y="822935"/>
                  </a:lnTo>
                  <a:lnTo>
                    <a:pt x="2541566" y="780691"/>
                  </a:lnTo>
                  <a:lnTo>
                    <a:pt x="2521862" y="739220"/>
                  </a:lnTo>
                  <a:lnTo>
                    <a:pt x="2500784" y="698552"/>
                  </a:lnTo>
                  <a:lnTo>
                    <a:pt x="2478363" y="658717"/>
                  </a:lnTo>
                  <a:lnTo>
                    <a:pt x="2454628" y="619746"/>
                  </a:lnTo>
                  <a:lnTo>
                    <a:pt x="2429609" y="581667"/>
                  </a:lnTo>
                  <a:lnTo>
                    <a:pt x="2403338" y="544511"/>
                  </a:lnTo>
                  <a:lnTo>
                    <a:pt x="2375843" y="508308"/>
                  </a:lnTo>
                  <a:lnTo>
                    <a:pt x="2347154" y="473089"/>
                  </a:lnTo>
                  <a:lnTo>
                    <a:pt x="2317303" y="438883"/>
                  </a:lnTo>
                  <a:lnTo>
                    <a:pt x="2286318" y="405720"/>
                  </a:lnTo>
                  <a:lnTo>
                    <a:pt x="2254230" y="373630"/>
                  </a:lnTo>
                  <a:lnTo>
                    <a:pt x="2221069" y="342643"/>
                  </a:lnTo>
                  <a:lnTo>
                    <a:pt x="2186865" y="312790"/>
                  </a:lnTo>
                  <a:lnTo>
                    <a:pt x="2151649" y="284101"/>
                  </a:lnTo>
                  <a:lnTo>
                    <a:pt x="2115449" y="256605"/>
                  </a:lnTo>
                  <a:lnTo>
                    <a:pt x="2078296" y="230332"/>
                  </a:lnTo>
                  <a:lnTo>
                    <a:pt x="2040221" y="205313"/>
                  </a:lnTo>
                  <a:lnTo>
                    <a:pt x="2001252" y="181577"/>
                  </a:lnTo>
                  <a:lnTo>
                    <a:pt x="1961421" y="159155"/>
                  </a:lnTo>
                  <a:lnTo>
                    <a:pt x="1920758" y="138077"/>
                  </a:lnTo>
                  <a:lnTo>
                    <a:pt x="1879292" y="118372"/>
                  </a:lnTo>
                  <a:lnTo>
                    <a:pt x="1837053" y="100071"/>
                  </a:lnTo>
                  <a:lnTo>
                    <a:pt x="1794071" y="83204"/>
                  </a:lnTo>
                  <a:lnTo>
                    <a:pt x="1750378" y="67801"/>
                  </a:lnTo>
                  <a:lnTo>
                    <a:pt x="1706002" y="53891"/>
                  </a:lnTo>
                  <a:lnTo>
                    <a:pt x="1660973" y="41506"/>
                  </a:lnTo>
                  <a:lnTo>
                    <a:pt x="1615322" y="30674"/>
                  </a:lnTo>
                  <a:lnTo>
                    <a:pt x="1569079" y="21426"/>
                  </a:lnTo>
                  <a:lnTo>
                    <a:pt x="1522274" y="13793"/>
                  </a:lnTo>
                  <a:lnTo>
                    <a:pt x="1474937" y="7803"/>
                  </a:lnTo>
                  <a:lnTo>
                    <a:pt x="1427097" y="3488"/>
                  </a:lnTo>
                  <a:lnTo>
                    <a:pt x="1378786" y="877"/>
                  </a:lnTo>
                  <a:lnTo>
                    <a:pt x="1330032" y="0"/>
                  </a:lnTo>
                  <a:close/>
                </a:path>
              </a:pathLst>
            </a:custGeom>
            <a:solidFill>
              <a:srgbClr val="E3702C">
                <a:alpha val="862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grpSp>
      <p:sp>
        <p:nvSpPr>
          <p:cNvPr id="2819" name="Google Shape;2819;p270"/>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Arial"/>
                <a:ea typeface="Arial"/>
                <a:cs typeface="Arial"/>
                <a:sym typeface="Arial"/>
              </a:rPr>
              <a:t>Desafío de algoritmos y llamado de funciones</a:t>
            </a:r>
            <a:endParaRPr sz="1400" b="0" i="0" u="none" strike="noStrike" cap="none" dirty="0">
              <a:solidFill>
                <a:schemeClr val="tx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Arial"/>
                <a:ea typeface="Arial"/>
                <a:cs typeface="Arial"/>
                <a:sym typeface="Arial"/>
              </a:rPr>
              <a:t>Ejemplo</a:t>
            </a:r>
            <a:endParaRPr sz="2400" b="0" i="0" u="none" strike="noStrike" cap="none" dirty="0">
              <a:solidFill>
                <a:schemeClr val="tx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Arial"/>
              <a:ea typeface="Arial"/>
              <a:cs typeface="Arial"/>
              <a:sym typeface="Arial"/>
            </a:endParaRPr>
          </a:p>
          <a:p>
            <a:pPr marL="0" marR="0" lvl="0" indent="0" algn="ctr" rtl="0">
              <a:lnSpc>
                <a:spcPct val="150000"/>
              </a:lnSpc>
              <a:spcBef>
                <a:spcPts val="0"/>
              </a:spcBef>
              <a:spcAft>
                <a:spcPts val="0"/>
              </a:spcAft>
              <a:buClr>
                <a:srgbClr val="000000"/>
              </a:buClr>
              <a:buSzPts val="2400"/>
              <a:buFont typeface="Arial"/>
              <a:buNone/>
            </a:pPr>
            <a:r>
              <a:rPr lang="es-ES" sz="2400" b="0" i="0" u="none" strike="noStrike" cap="none" dirty="0">
                <a:solidFill>
                  <a:schemeClr val="tx1"/>
                </a:solidFill>
                <a:latin typeface="Arial"/>
                <a:ea typeface="Arial"/>
                <a:cs typeface="Arial"/>
                <a:sym typeface="Arial"/>
              </a:rPr>
              <a:t>El objetivo es que nuestra</a:t>
            </a:r>
            <a:endParaRPr sz="1400" b="0" i="0" u="none" strike="noStrike" cap="none" dirty="0">
              <a:solidFill>
                <a:schemeClr val="tx1"/>
              </a:solidFill>
              <a:latin typeface="Arial"/>
              <a:ea typeface="Arial"/>
              <a:cs typeface="Arial"/>
              <a:sym typeface="Arial"/>
            </a:endParaRPr>
          </a:p>
          <a:p>
            <a:pPr marL="0" marR="0" lvl="0" indent="0" algn="ctr" rtl="0">
              <a:lnSpc>
                <a:spcPct val="150000"/>
              </a:lnSpc>
              <a:spcBef>
                <a:spcPts val="0"/>
              </a:spcBef>
              <a:spcAft>
                <a:spcPts val="0"/>
              </a:spcAft>
              <a:buClr>
                <a:srgbClr val="000000"/>
              </a:buClr>
              <a:buSzPts val="2400"/>
              <a:buFont typeface="Arial"/>
              <a:buNone/>
            </a:pPr>
            <a:r>
              <a:rPr lang="es-ES" sz="2400" b="0" i="0" u="none" strike="noStrike" cap="none" dirty="0">
                <a:solidFill>
                  <a:schemeClr val="tx1"/>
                </a:solidFill>
                <a:latin typeface="Arial"/>
                <a:ea typeface="Arial"/>
                <a:cs typeface="Arial"/>
                <a:sym typeface="Arial"/>
              </a:rPr>
              <a:t>mascota virtual           llegue a su destino</a:t>
            </a:r>
            <a:r>
              <a:rPr lang="es-ES" sz="2400" b="0" i="0" u="none" strike="noStrike" cap="none" dirty="0">
                <a:solidFill>
                  <a:schemeClr val="lt1"/>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lt1"/>
              </a:solidFill>
              <a:latin typeface="Arial"/>
              <a:ea typeface="Arial"/>
              <a:cs typeface="Arial"/>
              <a:sym typeface="Arial"/>
            </a:endParaRPr>
          </a:p>
        </p:txBody>
      </p:sp>
      <p:pic>
        <p:nvPicPr>
          <p:cNvPr id="2820" name="Google Shape;2820;p270" descr="Alien Monster on Microsoft Windows 10 May 2019 Update"/>
          <p:cNvPicPr preferRelativeResize="0"/>
          <p:nvPr/>
        </p:nvPicPr>
        <p:blipFill rotWithShape="1">
          <a:blip r:embed="rId4">
            <a:alphaModFix/>
          </a:blip>
          <a:srcRect/>
          <a:stretch/>
        </p:blipFill>
        <p:spPr>
          <a:xfrm>
            <a:off x="5328557" y="4425042"/>
            <a:ext cx="452530" cy="452530"/>
          </a:xfrm>
          <a:prstGeom prst="rect">
            <a:avLst/>
          </a:prstGeom>
          <a:noFill/>
          <a:ln>
            <a:noFill/>
          </a:ln>
        </p:spPr>
      </p:pic>
      <p:pic>
        <p:nvPicPr>
          <p:cNvPr id="2821" name="Google Shape;2821;p270" descr="Chequered Flag on Microsoft Windows 10"/>
          <p:cNvPicPr preferRelativeResize="0"/>
          <p:nvPr/>
        </p:nvPicPr>
        <p:blipFill rotWithShape="1">
          <a:blip r:embed="rId5">
            <a:alphaModFix/>
          </a:blip>
          <a:srcRect/>
          <a:stretch/>
        </p:blipFill>
        <p:spPr>
          <a:xfrm>
            <a:off x="8554074" y="4464692"/>
            <a:ext cx="412880" cy="412880"/>
          </a:xfrm>
          <a:prstGeom prst="rect">
            <a:avLst/>
          </a:prstGeom>
          <a:noFill/>
          <a:ln>
            <a:noFill/>
          </a:ln>
        </p:spPr>
      </p:pic>
    </p:spTree>
  </p:cSld>
  <p:clrMapOvr>
    <a:masterClrMapping/>
  </p:clrMapOvr>
  <p:transition spd="med">
    <p:push/>
  </p:transition>
  <p:timing>
    <p:tnLst>
      <p:par>
        <p:cTn id="1" dur="indefinite" restart="never" nodeType="tmRoot"/>
      </p:par>
    </p:tn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Shape 2826"/>
        <p:cNvGrpSpPr/>
        <p:nvPr/>
      </p:nvGrpSpPr>
      <p:grpSpPr>
        <a:xfrm>
          <a:off x="0" y="0"/>
          <a:ext cx="0" cy="0"/>
          <a:chOff x="0" y="0"/>
          <a:chExt cx="0" cy="0"/>
        </a:xfrm>
      </p:grpSpPr>
      <p:sp>
        <p:nvSpPr>
          <p:cNvPr id="2827" name="Google Shape;2827;p271"/>
          <p:cNvSpPr/>
          <p:nvPr/>
        </p:nvSpPr>
        <p:spPr>
          <a:xfrm>
            <a:off x="7097484" y="1"/>
            <a:ext cx="5094516" cy="6858000"/>
          </a:xfrm>
          <a:prstGeom prst="rect">
            <a:avLst/>
          </a:prstGeom>
          <a:solidFill>
            <a:srgbClr val="1F23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28" name="Google Shape;2828;p271"/>
          <p:cNvSpPr/>
          <p:nvPr/>
        </p:nvSpPr>
        <p:spPr>
          <a:xfrm>
            <a:off x="7097484" y="0"/>
            <a:ext cx="5094515"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29" name="Google Shape;2829;p271"/>
          <p:cNvSpPr txBox="1"/>
          <p:nvPr/>
        </p:nvSpPr>
        <p:spPr>
          <a:xfrm>
            <a:off x="7421767" y="42482"/>
            <a:ext cx="195424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instrucciones.js</a:t>
            </a:r>
            <a:endParaRPr sz="1400" b="0" i="0" u="none" strike="noStrike" cap="none">
              <a:solidFill>
                <a:schemeClr val="lt1"/>
              </a:solidFill>
              <a:latin typeface="Arial"/>
              <a:ea typeface="Arial"/>
              <a:cs typeface="Arial"/>
              <a:sym typeface="Arial"/>
            </a:endParaRPr>
          </a:p>
        </p:txBody>
      </p:sp>
      <p:cxnSp>
        <p:nvCxnSpPr>
          <p:cNvPr id="2830" name="Google Shape;2830;p271"/>
          <p:cNvCxnSpPr/>
          <p:nvPr/>
        </p:nvCxnSpPr>
        <p:spPr>
          <a:xfrm>
            <a:off x="7421768" y="403200"/>
            <a:ext cx="1954241" cy="10457"/>
          </a:xfrm>
          <a:prstGeom prst="straightConnector1">
            <a:avLst/>
          </a:prstGeom>
          <a:noFill/>
          <a:ln w="15875" cap="flat" cmpd="sng">
            <a:solidFill>
              <a:srgbClr val="F2CD84"/>
            </a:solidFill>
            <a:prstDash val="solid"/>
            <a:miter lim="800000"/>
            <a:headEnd type="none" w="sm" len="sm"/>
            <a:tailEnd type="none" w="sm" len="sm"/>
          </a:ln>
        </p:spPr>
      </p:cxnSp>
      <p:sp>
        <p:nvSpPr>
          <p:cNvPr id="2831" name="Google Shape;2831;p271"/>
          <p:cNvSpPr/>
          <p:nvPr/>
        </p:nvSpPr>
        <p:spPr>
          <a:xfrm>
            <a:off x="503854" y="61115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32" name="Google Shape;2832;p271"/>
          <p:cNvSpPr/>
          <p:nvPr/>
        </p:nvSpPr>
        <p:spPr>
          <a:xfrm>
            <a:off x="1775928" y="61115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33" name="Google Shape;2833;p271"/>
          <p:cNvSpPr/>
          <p:nvPr/>
        </p:nvSpPr>
        <p:spPr>
          <a:xfrm>
            <a:off x="3048002" y="61115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34" name="Google Shape;2834;p271"/>
          <p:cNvSpPr/>
          <p:nvPr/>
        </p:nvSpPr>
        <p:spPr>
          <a:xfrm>
            <a:off x="4320076" y="61115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35" name="Google Shape;2835;p271"/>
          <p:cNvSpPr/>
          <p:nvPr/>
        </p:nvSpPr>
        <p:spPr>
          <a:xfrm>
            <a:off x="5592150" y="61115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36" name="Google Shape;2836;p271"/>
          <p:cNvSpPr/>
          <p:nvPr/>
        </p:nvSpPr>
        <p:spPr>
          <a:xfrm>
            <a:off x="503854" y="180547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37" name="Google Shape;2837;p271"/>
          <p:cNvSpPr/>
          <p:nvPr/>
        </p:nvSpPr>
        <p:spPr>
          <a:xfrm>
            <a:off x="1775928" y="180547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38" name="Google Shape;2838;p271"/>
          <p:cNvSpPr/>
          <p:nvPr/>
        </p:nvSpPr>
        <p:spPr>
          <a:xfrm>
            <a:off x="3048002" y="180547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39" name="Google Shape;2839;p271"/>
          <p:cNvSpPr/>
          <p:nvPr/>
        </p:nvSpPr>
        <p:spPr>
          <a:xfrm>
            <a:off x="4320076" y="180547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40" name="Google Shape;2840;p271"/>
          <p:cNvSpPr/>
          <p:nvPr/>
        </p:nvSpPr>
        <p:spPr>
          <a:xfrm>
            <a:off x="5592150" y="180547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41" name="Google Shape;2841;p271"/>
          <p:cNvSpPr/>
          <p:nvPr/>
        </p:nvSpPr>
        <p:spPr>
          <a:xfrm>
            <a:off x="503854" y="299979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42" name="Google Shape;2842;p271"/>
          <p:cNvSpPr/>
          <p:nvPr/>
        </p:nvSpPr>
        <p:spPr>
          <a:xfrm>
            <a:off x="1775928" y="299979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43" name="Google Shape;2843;p271"/>
          <p:cNvSpPr/>
          <p:nvPr/>
        </p:nvSpPr>
        <p:spPr>
          <a:xfrm>
            <a:off x="3048002" y="299979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44" name="Google Shape;2844;p271"/>
          <p:cNvSpPr/>
          <p:nvPr/>
        </p:nvSpPr>
        <p:spPr>
          <a:xfrm>
            <a:off x="4320076" y="299979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45" name="Google Shape;2845;p271"/>
          <p:cNvSpPr/>
          <p:nvPr/>
        </p:nvSpPr>
        <p:spPr>
          <a:xfrm>
            <a:off x="5592150" y="299979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46" name="Google Shape;2846;p271"/>
          <p:cNvSpPr/>
          <p:nvPr/>
        </p:nvSpPr>
        <p:spPr>
          <a:xfrm>
            <a:off x="503854" y="419411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47" name="Google Shape;2847;p271"/>
          <p:cNvSpPr/>
          <p:nvPr/>
        </p:nvSpPr>
        <p:spPr>
          <a:xfrm>
            <a:off x="1775928" y="419411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48" name="Google Shape;2848;p271"/>
          <p:cNvSpPr/>
          <p:nvPr/>
        </p:nvSpPr>
        <p:spPr>
          <a:xfrm>
            <a:off x="3048002" y="4194110"/>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49" name="Google Shape;2849;p271"/>
          <p:cNvSpPr/>
          <p:nvPr/>
        </p:nvSpPr>
        <p:spPr>
          <a:xfrm>
            <a:off x="4320076" y="419411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50" name="Google Shape;2850;p271"/>
          <p:cNvSpPr/>
          <p:nvPr/>
        </p:nvSpPr>
        <p:spPr>
          <a:xfrm>
            <a:off x="5592150" y="419411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51" name="Google Shape;2851;p271"/>
          <p:cNvSpPr/>
          <p:nvPr/>
        </p:nvSpPr>
        <p:spPr>
          <a:xfrm>
            <a:off x="503854" y="538842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52" name="Google Shape;2852;p271"/>
          <p:cNvSpPr/>
          <p:nvPr/>
        </p:nvSpPr>
        <p:spPr>
          <a:xfrm>
            <a:off x="1775928" y="538842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53" name="Google Shape;2853;p271"/>
          <p:cNvSpPr/>
          <p:nvPr/>
        </p:nvSpPr>
        <p:spPr>
          <a:xfrm>
            <a:off x="3048002" y="538842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54" name="Google Shape;2854;p271"/>
          <p:cNvSpPr/>
          <p:nvPr/>
        </p:nvSpPr>
        <p:spPr>
          <a:xfrm>
            <a:off x="4320076" y="538842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55" name="Google Shape;2855;p271"/>
          <p:cNvSpPr/>
          <p:nvPr/>
        </p:nvSpPr>
        <p:spPr>
          <a:xfrm>
            <a:off x="5592150" y="538842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856" name="Google Shape;2856;p271" descr="Alien Monster on Microsoft Windows 10 May 2019 Update"/>
          <p:cNvPicPr preferRelativeResize="0"/>
          <p:nvPr/>
        </p:nvPicPr>
        <p:blipFill rotWithShape="1">
          <a:blip r:embed="rId3">
            <a:alphaModFix/>
          </a:blip>
          <a:srcRect/>
          <a:stretch/>
        </p:blipFill>
        <p:spPr>
          <a:xfrm>
            <a:off x="3254778" y="3207906"/>
            <a:ext cx="452530" cy="452530"/>
          </a:xfrm>
          <a:prstGeom prst="rect">
            <a:avLst/>
          </a:prstGeom>
          <a:noFill/>
          <a:ln>
            <a:noFill/>
          </a:ln>
        </p:spPr>
      </p:pic>
      <p:pic>
        <p:nvPicPr>
          <p:cNvPr id="2857" name="Google Shape;2857;p271" descr="Chequered Flag on Microsoft Windows 10"/>
          <p:cNvPicPr preferRelativeResize="0"/>
          <p:nvPr/>
        </p:nvPicPr>
        <p:blipFill rotWithShape="1">
          <a:blip r:embed="rId4">
            <a:alphaModFix/>
          </a:blip>
          <a:srcRect/>
          <a:stretch/>
        </p:blipFill>
        <p:spPr>
          <a:xfrm>
            <a:off x="3275465" y="4419384"/>
            <a:ext cx="412880" cy="412880"/>
          </a:xfrm>
          <a:prstGeom prst="rect">
            <a:avLst/>
          </a:prstGeom>
          <a:noFill/>
          <a:ln>
            <a:noFill/>
          </a:ln>
        </p:spPr>
      </p:pic>
      <p:cxnSp>
        <p:nvCxnSpPr>
          <p:cNvPr id="2858" name="Google Shape;2858;p271"/>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2859" name="Google Shape;2859;p271"/>
          <p:cNvSpPr/>
          <p:nvPr/>
        </p:nvSpPr>
        <p:spPr>
          <a:xfrm>
            <a:off x="4843843" y="5349924"/>
            <a:ext cx="7129793" cy="1287646"/>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r" rtl="0">
              <a:lnSpc>
                <a:spcPct val="150000"/>
              </a:lnSpc>
              <a:spcBef>
                <a:spcPts val="0"/>
              </a:spcBef>
              <a:spcAft>
                <a:spcPts val="0"/>
              </a:spcAft>
              <a:buClr>
                <a:srgbClr val="000000"/>
              </a:buClr>
              <a:buSzPts val="2000"/>
              <a:buFont typeface="Arial"/>
              <a:buNone/>
            </a:pPr>
            <a:r>
              <a:rPr lang="es-ES" sz="2000" b="0" i="0" u="none" strike="noStrike" cap="none" dirty="0">
                <a:solidFill>
                  <a:schemeClr val="lt1"/>
                </a:solidFill>
                <a:latin typeface="Gotham Rounded Medium" panose="02000000000000000000" pitchFamily="50" charset="0"/>
                <a:ea typeface="Tahoma"/>
                <a:cs typeface="Tahoma"/>
                <a:sym typeface="Tahoma"/>
              </a:rPr>
              <a:t>¿Podrá llegar hasta la bandera a cuadros si sigue las instrucciones paso a paso? ¿Sí  o No?</a:t>
            </a:r>
            <a:r>
              <a:rPr lang="es-ES" sz="2000" b="0" i="0" u="none" strike="noStrike" cap="none" dirty="0">
                <a:solidFill>
                  <a:schemeClr val="lt1"/>
                </a:solidFill>
                <a:latin typeface="Tahoma"/>
                <a:ea typeface="Tahoma"/>
                <a:cs typeface="Tahoma"/>
                <a:sym typeface="Tahoma"/>
              </a:rPr>
              <a:t> </a:t>
            </a:r>
            <a:endParaRPr sz="2000" b="0" i="0" u="none" strike="noStrike" cap="none" dirty="0">
              <a:solidFill>
                <a:schemeClr val="lt1"/>
              </a:solidFill>
              <a:latin typeface="Tahoma"/>
              <a:ea typeface="Tahoma"/>
              <a:cs typeface="Tahoma"/>
              <a:sym typeface="Tahoma"/>
            </a:endParaRPr>
          </a:p>
        </p:txBody>
      </p:sp>
      <p:sp>
        <p:nvSpPr>
          <p:cNvPr id="2860" name="Google Shape;2860;p271"/>
          <p:cNvSpPr txBox="1"/>
          <p:nvPr/>
        </p:nvSpPr>
        <p:spPr>
          <a:xfrm>
            <a:off x="7348158" y="677943"/>
            <a:ext cx="4716461" cy="2215991"/>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ahoma"/>
              <a:ea typeface="Tahoma"/>
              <a:cs typeface="Tahoma"/>
              <a:sym typeface="Tahoma"/>
            </a:endParaRPr>
          </a:p>
        </p:txBody>
      </p:sp>
      <p:sp>
        <p:nvSpPr>
          <p:cNvPr id="2861" name="Google Shape;2861;p271"/>
          <p:cNvSpPr/>
          <p:nvPr/>
        </p:nvSpPr>
        <p:spPr>
          <a:xfrm rot="5400000">
            <a:off x="7368555" y="793328"/>
            <a:ext cx="206207" cy="177765"/>
          </a:xfrm>
          <a:prstGeom prst="triangle">
            <a:avLst>
              <a:gd name="adj" fmla="val 50000"/>
            </a:avLst>
          </a:prstGeom>
          <a:solidFill>
            <a:srgbClr val="4A7B8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ransition spd="slow">
    <p:push/>
  </p:transition>
  <p:timing>
    <p:tnLst>
      <p:par>
        <p:cTn id="1" dur="indefinite" restart="never" nodeType="tmRoot"/>
      </p:par>
    </p:tn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Shape 2866"/>
        <p:cNvGrpSpPr/>
        <p:nvPr/>
      </p:nvGrpSpPr>
      <p:grpSpPr>
        <a:xfrm>
          <a:off x="0" y="0"/>
          <a:ext cx="0" cy="0"/>
          <a:chOff x="0" y="0"/>
          <a:chExt cx="0" cy="0"/>
        </a:xfrm>
      </p:grpSpPr>
      <p:sp>
        <p:nvSpPr>
          <p:cNvPr id="2867" name="Google Shape;2867;p272"/>
          <p:cNvSpPr/>
          <p:nvPr/>
        </p:nvSpPr>
        <p:spPr>
          <a:xfrm>
            <a:off x="503854" y="61115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68" name="Google Shape;2868;p272"/>
          <p:cNvSpPr/>
          <p:nvPr/>
        </p:nvSpPr>
        <p:spPr>
          <a:xfrm>
            <a:off x="1775928" y="61115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69" name="Google Shape;2869;p272"/>
          <p:cNvSpPr/>
          <p:nvPr/>
        </p:nvSpPr>
        <p:spPr>
          <a:xfrm>
            <a:off x="3048002" y="61115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70" name="Google Shape;2870;p272"/>
          <p:cNvSpPr/>
          <p:nvPr/>
        </p:nvSpPr>
        <p:spPr>
          <a:xfrm>
            <a:off x="4320076" y="61115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71" name="Google Shape;2871;p272"/>
          <p:cNvSpPr/>
          <p:nvPr/>
        </p:nvSpPr>
        <p:spPr>
          <a:xfrm>
            <a:off x="5592150" y="61115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72" name="Google Shape;2872;p272"/>
          <p:cNvSpPr/>
          <p:nvPr/>
        </p:nvSpPr>
        <p:spPr>
          <a:xfrm>
            <a:off x="503854" y="180547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73" name="Google Shape;2873;p272"/>
          <p:cNvSpPr/>
          <p:nvPr/>
        </p:nvSpPr>
        <p:spPr>
          <a:xfrm>
            <a:off x="1775928" y="180547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74" name="Google Shape;2874;p272"/>
          <p:cNvSpPr/>
          <p:nvPr/>
        </p:nvSpPr>
        <p:spPr>
          <a:xfrm>
            <a:off x="3048002" y="180547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75" name="Google Shape;2875;p272"/>
          <p:cNvSpPr/>
          <p:nvPr/>
        </p:nvSpPr>
        <p:spPr>
          <a:xfrm>
            <a:off x="4320076" y="180547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76" name="Google Shape;2876;p272"/>
          <p:cNvSpPr/>
          <p:nvPr/>
        </p:nvSpPr>
        <p:spPr>
          <a:xfrm>
            <a:off x="5592150" y="180547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77" name="Google Shape;2877;p272"/>
          <p:cNvSpPr/>
          <p:nvPr/>
        </p:nvSpPr>
        <p:spPr>
          <a:xfrm>
            <a:off x="503854" y="299979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78" name="Google Shape;2878;p272"/>
          <p:cNvSpPr/>
          <p:nvPr/>
        </p:nvSpPr>
        <p:spPr>
          <a:xfrm>
            <a:off x="1775928" y="299979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79" name="Google Shape;2879;p272"/>
          <p:cNvSpPr/>
          <p:nvPr/>
        </p:nvSpPr>
        <p:spPr>
          <a:xfrm>
            <a:off x="3048002" y="299979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80" name="Google Shape;2880;p272"/>
          <p:cNvSpPr/>
          <p:nvPr/>
        </p:nvSpPr>
        <p:spPr>
          <a:xfrm>
            <a:off x="4320076" y="299979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81" name="Google Shape;2881;p272"/>
          <p:cNvSpPr/>
          <p:nvPr/>
        </p:nvSpPr>
        <p:spPr>
          <a:xfrm>
            <a:off x="5592150" y="299979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82" name="Google Shape;2882;p272"/>
          <p:cNvSpPr/>
          <p:nvPr/>
        </p:nvSpPr>
        <p:spPr>
          <a:xfrm>
            <a:off x="503854" y="419411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83" name="Google Shape;2883;p272"/>
          <p:cNvSpPr/>
          <p:nvPr/>
        </p:nvSpPr>
        <p:spPr>
          <a:xfrm>
            <a:off x="1775928" y="419411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84" name="Google Shape;2884;p272"/>
          <p:cNvSpPr/>
          <p:nvPr/>
        </p:nvSpPr>
        <p:spPr>
          <a:xfrm>
            <a:off x="3048002" y="4194110"/>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85" name="Google Shape;2885;p272"/>
          <p:cNvSpPr/>
          <p:nvPr/>
        </p:nvSpPr>
        <p:spPr>
          <a:xfrm>
            <a:off x="4320076" y="419411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86" name="Google Shape;2886;p272"/>
          <p:cNvSpPr/>
          <p:nvPr/>
        </p:nvSpPr>
        <p:spPr>
          <a:xfrm>
            <a:off x="5592150" y="419411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87" name="Google Shape;2887;p272"/>
          <p:cNvSpPr/>
          <p:nvPr/>
        </p:nvSpPr>
        <p:spPr>
          <a:xfrm>
            <a:off x="503854" y="538842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88" name="Google Shape;2888;p272"/>
          <p:cNvSpPr/>
          <p:nvPr/>
        </p:nvSpPr>
        <p:spPr>
          <a:xfrm>
            <a:off x="1775928" y="538842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89" name="Google Shape;2889;p272"/>
          <p:cNvSpPr/>
          <p:nvPr/>
        </p:nvSpPr>
        <p:spPr>
          <a:xfrm>
            <a:off x="3048002" y="538842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90" name="Google Shape;2890;p272"/>
          <p:cNvSpPr/>
          <p:nvPr/>
        </p:nvSpPr>
        <p:spPr>
          <a:xfrm>
            <a:off x="4320076" y="538842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91" name="Google Shape;2891;p272"/>
          <p:cNvSpPr/>
          <p:nvPr/>
        </p:nvSpPr>
        <p:spPr>
          <a:xfrm>
            <a:off x="5592150" y="538842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892" name="Google Shape;2892;p272" descr="Alien Monster on Microsoft Windows 10 May 2019 Update"/>
          <p:cNvPicPr preferRelativeResize="0"/>
          <p:nvPr/>
        </p:nvPicPr>
        <p:blipFill rotWithShape="1">
          <a:blip r:embed="rId3">
            <a:alphaModFix/>
          </a:blip>
          <a:srcRect/>
          <a:stretch/>
        </p:blipFill>
        <p:spPr>
          <a:xfrm>
            <a:off x="3272499" y="2011743"/>
            <a:ext cx="452530" cy="452530"/>
          </a:xfrm>
          <a:prstGeom prst="rect">
            <a:avLst/>
          </a:prstGeom>
          <a:noFill/>
          <a:ln>
            <a:noFill/>
          </a:ln>
        </p:spPr>
      </p:pic>
      <p:pic>
        <p:nvPicPr>
          <p:cNvPr id="2893" name="Google Shape;2893;p272" descr="Chequered Flag on Microsoft Windows 10"/>
          <p:cNvPicPr preferRelativeResize="0"/>
          <p:nvPr/>
        </p:nvPicPr>
        <p:blipFill rotWithShape="1">
          <a:blip r:embed="rId4">
            <a:alphaModFix/>
          </a:blip>
          <a:srcRect/>
          <a:stretch/>
        </p:blipFill>
        <p:spPr>
          <a:xfrm>
            <a:off x="3275465" y="4419384"/>
            <a:ext cx="412880" cy="412880"/>
          </a:xfrm>
          <a:prstGeom prst="rect">
            <a:avLst/>
          </a:prstGeom>
          <a:noFill/>
          <a:ln>
            <a:noFill/>
          </a:ln>
        </p:spPr>
      </p:pic>
      <p:cxnSp>
        <p:nvCxnSpPr>
          <p:cNvPr id="2894" name="Google Shape;2894;p272"/>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2895" name="Google Shape;2895;p272"/>
          <p:cNvSpPr/>
          <p:nvPr/>
        </p:nvSpPr>
        <p:spPr>
          <a:xfrm>
            <a:off x="7097484" y="1"/>
            <a:ext cx="5094516" cy="6858000"/>
          </a:xfrm>
          <a:prstGeom prst="rect">
            <a:avLst/>
          </a:prstGeom>
          <a:solidFill>
            <a:srgbClr val="1F23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96" name="Google Shape;2896;p272"/>
          <p:cNvSpPr/>
          <p:nvPr/>
        </p:nvSpPr>
        <p:spPr>
          <a:xfrm>
            <a:off x="7097484" y="0"/>
            <a:ext cx="5094515"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97" name="Google Shape;2897;p272"/>
          <p:cNvSpPr txBox="1"/>
          <p:nvPr/>
        </p:nvSpPr>
        <p:spPr>
          <a:xfrm>
            <a:off x="7421767" y="42482"/>
            <a:ext cx="195424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instrucciones.js</a:t>
            </a:r>
            <a:endParaRPr sz="1400" b="0" i="0" u="none" strike="noStrike" cap="none">
              <a:solidFill>
                <a:schemeClr val="lt1"/>
              </a:solidFill>
              <a:latin typeface="Arial"/>
              <a:ea typeface="Arial"/>
              <a:cs typeface="Arial"/>
              <a:sym typeface="Arial"/>
            </a:endParaRPr>
          </a:p>
        </p:txBody>
      </p:sp>
      <p:cxnSp>
        <p:nvCxnSpPr>
          <p:cNvPr id="2898" name="Google Shape;2898;p272"/>
          <p:cNvCxnSpPr/>
          <p:nvPr/>
        </p:nvCxnSpPr>
        <p:spPr>
          <a:xfrm>
            <a:off x="7421768" y="403200"/>
            <a:ext cx="1954241" cy="10457"/>
          </a:xfrm>
          <a:prstGeom prst="straightConnector1">
            <a:avLst/>
          </a:prstGeom>
          <a:noFill/>
          <a:ln w="15875" cap="flat" cmpd="sng">
            <a:solidFill>
              <a:srgbClr val="F2CD84"/>
            </a:solidFill>
            <a:prstDash val="solid"/>
            <a:miter lim="800000"/>
            <a:headEnd type="none" w="sm" len="sm"/>
            <a:tailEnd type="none" w="sm" len="sm"/>
          </a:ln>
        </p:spPr>
      </p:cxnSp>
      <p:cxnSp>
        <p:nvCxnSpPr>
          <p:cNvPr id="2899" name="Google Shape;2899;p272"/>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2900" name="Google Shape;2900;p272"/>
          <p:cNvSpPr txBox="1"/>
          <p:nvPr/>
        </p:nvSpPr>
        <p:spPr>
          <a:xfrm>
            <a:off x="7348158" y="677943"/>
            <a:ext cx="4716461" cy="2215991"/>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highlight>
                  <a:srgbClr val="FF00FF"/>
                </a:highlight>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ahoma"/>
              <a:ea typeface="Tahoma"/>
              <a:cs typeface="Tahoma"/>
              <a:sym typeface="Tahoma"/>
            </a:endParaRPr>
          </a:p>
        </p:txBody>
      </p:sp>
      <p:sp>
        <p:nvSpPr>
          <p:cNvPr id="2901" name="Google Shape;2901;p272"/>
          <p:cNvSpPr/>
          <p:nvPr/>
        </p:nvSpPr>
        <p:spPr>
          <a:xfrm rot="5400000">
            <a:off x="7368555" y="793328"/>
            <a:ext cx="206207" cy="177765"/>
          </a:xfrm>
          <a:prstGeom prst="triangle">
            <a:avLst>
              <a:gd name="adj" fmla="val 50000"/>
            </a:avLst>
          </a:prstGeom>
          <a:solidFill>
            <a:srgbClr val="4A7B8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Shape 2906"/>
        <p:cNvGrpSpPr/>
        <p:nvPr/>
      </p:nvGrpSpPr>
      <p:grpSpPr>
        <a:xfrm>
          <a:off x="0" y="0"/>
          <a:ext cx="0" cy="0"/>
          <a:chOff x="0" y="0"/>
          <a:chExt cx="0" cy="0"/>
        </a:xfrm>
      </p:grpSpPr>
      <p:sp>
        <p:nvSpPr>
          <p:cNvPr id="2907" name="Google Shape;2907;p273"/>
          <p:cNvSpPr/>
          <p:nvPr/>
        </p:nvSpPr>
        <p:spPr>
          <a:xfrm>
            <a:off x="503854" y="61115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08" name="Google Shape;2908;p273"/>
          <p:cNvSpPr/>
          <p:nvPr/>
        </p:nvSpPr>
        <p:spPr>
          <a:xfrm>
            <a:off x="1775928" y="61115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09" name="Google Shape;2909;p273"/>
          <p:cNvSpPr/>
          <p:nvPr/>
        </p:nvSpPr>
        <p:spPr>
          <a:xfrm>
            <a:off x="3048002" y="61115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10" name="Google Shape;2910;p273"/>
          <p:cNvSpPr/>
          <p:nvPr/>
        </p:nvSpPr>
        <p:spPr>
          <a:xfrm>
            <a:off x="4320076" y="61115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11" name="Google Shape;2911;p273"/>
          <p:cNvSpPr/>
          <p:nvPr/>
        </p:nvSpPr>
        <p:spPr>
          <a:xfrm>
            <a:off x="5592150" y="61115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12" name="Google Shape;2912;p273"/>
          <p:cNvSpPr/>
          <p:nvPr/>
        </p:nvSpPr>
        <p:spPr>
          <a:xfrm>
            <a:off x="503854" y="180547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13" name="Google Shape;2913;p273"/>
          <p:cNvSpPr/>
          <p:nvPr/>
        </p:nvSpPr>
        <p:spPr>
          <a:xfrm>
            <a:off x="1775928" y="180547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14" name="Google Shape;2914;p273"/>
          <p:cNvSpPr/>
          <p:nvPr/>
        </p:nvSpPr>
        <p:spPr>
          <a:xfrm>
            <a:off x="3048002" y="180547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15" name="Google Shape;2915;p273"/>
          <p:cNvSpPr/>
          <p:nvPr/>
        </p:nvSpPr>
        <p:spPr>
          <a:xfrm>
            <a:off x="4320076" y="180547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16" name="Google Shape;2916;p273"/>
          <p:cNvSpPr/>
          <p:nvPr/>
        </p:nvSpPr>
        <p:spPr>
          <a:xfrm>
            <a:off x="5592150" y="180547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17" name="Google Shape;2917;p273"/>
          <p:cNvSpPr/>
          <p:nvPr/>
        </p:nvSpPr>
        <p:spPr>
          <a:xfrm>
            <a:off x="503854" y="299979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18" name="Google Shape;2918;p273"/>
          <p:cNvSpPr/>
          <p:nvPr/>
        </p:nvSpPr>
        <p:spPr>
          <a:xfrm>
            <a:off x="1775928" y="299979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19" name="Google Shape;2919;p273"/>
          <p:cNvSpPr/>
          <p:nvPr/>
        </p:nvSpPr>
        <p:spPr>
          <a:xfrm>
            <a:off x="3048002" y="299979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20" name="Google Shape;2920;p273"/>
          <p:cNvSpPr/>
          <p:nvPr/>
        </p:nvSpPr>
        <p:spPr>
          <a:xfrm>
            <a:off x="4320076" y="299979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21" name="Google Shape;2921;p273"/>
          <p:cNvSpPr/>
          <p:nvPr/>
        </p:nvSpPr>
        <p:spPr>
          <a:xfrm>
            <a:off x="5592150" y="299979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22" name="Google Shape;2922;p273"/>
          <p:cNvSpPr/>
          <p:nvPr/>
        </p:nvSpPr>
        <p:spPr>
          <a:xfrm>
            <a:off x="503854" y="419411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23" name="Google Shape;2923;p273"/>
          <p:cNvSpPr/>
          <p:nvPr/>
        </p:nvSpPr>
        <p:spPr>
          <a:xfrm>
            <a:off x="1775928" y="419411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24" name="Google Shape;2924;p273"/>
          <p:cNvSpPr/>
          <p:nvPr/>
        </p:nvSpPr>
        <p:spPr>
          <a:xfrm>
            <a:off x="3048002" y="4194110"/>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25" name="Google Shape;2925;p273"/>
          <p:cNvSpPr/>
          <p:nvPr/>
        </p:nvSpPr>
        <p:spPr>
          <a:xfrm>
            <a:off x="4320076" y="419411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26" name="Google Shape;2926;p273"/>
          <p:cNvSpPr/>
          <p:nvPr/>
        </p:nvSpPr>
        <p:spPr>
          <a:xfrm>
            <a:off x="5592150" y="419411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27" name="Google Shape;2927;p273"/>
          <p:cNvSpPr/>
          <p:nvPr/>
        </p:nvSpPr>
        <p:spPr>
          <a:xfrm>
            <a:off x="503854" y="538842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28" name="Google Shape;2928;p273"/>
          <p:cNvSpPr/>
          <p:nvPr/>
        </p:nvSpPr>
        <p:spPr>
          <a:xfrm>
            <a:off x="1775928" y="538842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29" name="Google Shape;2929;p273"/>
          <p:cNvSpPr/>
          <p:nvPr/>
        </p:nvSpPr>
        <p:spPr>
          <a:xfrm>
            <a:off x="3048002" y="538842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30" name="Google Shape;2930;p273"/>
          <p:cNvSpPr/>
          <p:nvPr/>
        </p:nvSpPr>
        <p:spPr>
          <a:xfrm>
            <a:off x="4320076" y="538842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31" name="Google Shape;2931;p273"/>
          <p:cNvSpPr/>
          <p:nvPr/>
        </p:nvSpPr>
        <p:spPr>
          <a:xfrm>
            <a:off x="5592150" y="538842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932" name="Google Shape;2932;p273" descr="Alien Monster on Microsoft Windows 10 May 2019 Update"/>
          <p:cNvPicPr preferRelativeResize="0"/>
          <p:nvPr/>
        </p:nvPicPr>
        <p:blipFill rotWithShape="1">
          <a:blip r:embed="rId3">
            <a:alphaModFix/>
          </a:blip>
          <a:srcRect/>
          <a:stretch/>
        </p:blipFill>
        <p:spPr>
          <a:xfrm>
            <a:off x="4521825" y="2011743"/>
            <a:ext cx="452530" cy="452530"/>
          </a:xfrm>
          <a:prstGeom prst="rect">
            <a:avLst/>
          </a:prstGeom>
          <a:noFill/>
          <a:ln>
            <a:noFill/>
          </a:ln>
        </p:spPr>
      </p:pic>
      <p:pic>
        <p:nvPicPr>
          <p:cNvPr id="2933" name="Google Shape;2933;p273" descr="Chequered Flag on Microsoft Windows 10"/>
          <p:cNvPicPr preferRelativeResize="0"/>
          <p:nvPr/>
        </p:nvPicPr>
        <p:blipFill rotWithShape="1">
          <a:blip r:embed="rId4">
            <a:alphaModFix/>
          </a:blip>
          <a:srcRect/>
          <a:stretch/>
        </p:blipFill>
        <p:spPr>
          <a:xfrm>
            <a:off x="3275465" y="4419384"/>
            <a:ext cx="412880" cy="412880"/>
          </a:xfrm>
          <a:prstGeom prst="rect">
            <a:avLst/>
          </a:prstGeom>
          <a:noFill/>
          <a:ln>
            <a:noFill/>
          </a:ln>
        </p:spPr>
      </p:pic>
      <p:cxnSp>
        <p:nvCxnSpPr>
          <p:cNvPr id="2934" name="Google Shape;2934;p273"/>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cxnSp>
        <p:nvCxnSpPr>
          <p:cNvPr id="2935" name="Google Shape;2935;p273"/>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2936" name="Google Shape;2936;p273"/>
          <p:cNvSpPr/>
          <p:nvPr/>
        </p:nvSpPr>
        <p:spPr>
          <a:xfrm>
            <a:off x="7097484" y="1"/>
            <a:ext cx="5094516" cy="6858000"/>
          </a:xfrm>
          <a:prstGeom prst="rect">
            <a:avLst/>
          </a:prstGeom>
          <a:solidFill>
            <a:srgbClr val="1F23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37" name="Google Shape;2937;p273"/>
          <p:cNvSpPr/>
          <p:nvPr/>
        </p:nvSpPr>
        <p:spPr>
          <a:xfrm>
            <a:off x="7097484" y="0"/>
            <a:ext cx="5094515"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38" name="Google Shape;2938;p273"/>
          <p:cNvSpPr txBox="1"/>
          <p:nvPr/>
        </p:nvSpPr>
        <p:spPr>
          <a:xfrm>
            <a:off x="7421767" y="42482"/>
            <a:ext cx="195424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instrucciones.js</a:t>
            </a:r>
            <a:endParaRPr sz="1400" b="0" i="0" u="none" strike="noStrike" cap="none">
              <a:solidFill>
                <a:schemeClr val="lt1"/>
              </a:solidFill>
              <a:latin typeface="Arial"/>
              <a:ea typeface="Arial"/>
              <a:cs typeface="Arial"/>
              <a:sym typeface="Arial"/>
            </a:endParaRPr>
          </a:p>
        </p:txBody>
      </p:sp>
      <p:cxnSp>
        <p:nvCxnSpPr>
          <p:cNvPr id="2939" name="Google Shape;2939;p273"/>
          <p:cNvCxnSpPr/>
          <p:nvPr/>
        </p:nvCxnSpPr>
        <p:spPr>
          <a:xfrm>
            <a:off x="7421768" y="403200"/>
            <a:ext cx="1954241" cy="10457"/>
          </a:xfrm>
          <a:prstGeom prst="straightConnector1">
            <a:avLst/>
          </a:prstGeom>
          <a:noFill/>
          <a:ln w="15875" cap="flat" cmpd="sng">
            <a:solidFill>
              <a:srgbClr val="F2CD84"/>
            </a:solidFill>
            <a:prstDash val="solid"/>
            <a:miter lim="800000"/>
            <a:headEnd type="none" w="sm" len="sm"/>
            <a:tailEnd type="none" w="sm" len="sm"/>
          </a:ln>
        </p:spPr>
      </p:cxnSp>
      <p:cxnSp>
        <p:nvCxnSpPr>
          <p:cNvPr id="2940" name="Google Shape;2940;p273"/>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2941" name="Google Shape;2941;p273"/>
          <p:cNvSpPr txBox="1"/>
          <p:nvPr/>
        </p:nvSpPr>
        <p:spPr>
          <a:xfrm>
            <a:off x="7348158" y="677943"/>
            <a:ext cx="4716461" cy="2215991"/>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highlight>
                  <a:srgbClr val="FF00FF"/>
                </a:highlight>
                <a:latin typeface="Tahoma"/>
                <a:ea typeface="Tahoma"/>
                <a:cs typeface="Tahoma"/>
                <a:sym typeface="Tahoma"/>
              </a:rPr>
              <a:t>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ahoma"/>
              <a:ea typeface="Tahoma"/>
              <a:cs typeface="Tahoma"/>
              <a:sym typeface="Tahoma"/>
            </a:endParaRPr>
          </a:p>
        </p:txBody>
      </p:sp>
      <p:sp>
        <p:nvSpPr>
          <p:cNvPr id="2942" name="Google Shape;2942;p273"/>
          <p:cNvSpPr/>
          <p:nvPr/>
        </p:nvSpPr>
        <p:spPr>
          <a:xfrm rot="5400000">
            <a:off x="7368555" y="1162042"/>
            <a:ext cx="206207" cy="177765"/>
          </a:xfrm>
          <a:prstGeom prst="triangle">
            <a:avLst>
              <a:gd name="adj" fmla="val 50000"/>
            </a:avLst>
          </a:prstGeom>
          <a:solidFill>
            <a:srgbClr val="4A7B8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Shape 2947"/>
        <p:cNvGrpSpPr/>
        <p:nvPr/>
      </p:nvGrpSpPr>
      <p:grpSpPr>
        <a:xfrm>
          <a:off x="0" y="0"/>
          <a:ext cx="0" cy="0"/>
          <a:chOff x="0" y="0"/>
          <a:chExt cx="0" cy="0"/>
        </a:xfrm>
      </p:grpSpPr>
      <p:sp>
        <p:nvSpPr>
          <p:cNvPr id="2948" name="Google Shape;2948;p274"/>
          <p:cNvSpPr/>
          <p:nvPr/>
        </p:nvSpPr>
        <p:spPr>
          <a:xfrm>
            <a:off x="503854" y="61115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49" name="Google Shape;2949;p274"/>
          <p:cNvSpPr/>
          <p:nvPr/>
        </p:nvSpPr>
        <p:spPr>
          <a:xfrm>
            <a:off x="1775928" y="61115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50" name="Google Shape;2950;p274"/>
          <p:cNvSpPr/>
          <p:nvPr/>
        </p:nvSpPr>
        <p:spPr>
          <a:xfrm>
            <a:off x="3048002" y="61115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51" name="Google Shape;2951;p274"/>
          <p:cNvSpPr/>
          <p:nvPr/>
        </p:nvSpPr>
        <p:spPr>
          <a:xfrm>
            <a:off x="4320076" y="61115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52" name="Google Shape;2952;p274"/>
          <p:cNvSpPr/>
          <p:nvPr/>
        </p:nvSpPr>
        <p:spPr>
          <a:xfrm>
            <a:off x="5592150" y="61115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53" name="Google Shape;2953;p274"/>
          <p:cNvSpPr/>
          <p:nvPr/>
        </p:nvSpPr>
        <p:spPr>
          <a:xfrm>
            <a:off x="503854" y="180547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54" name="Google Shape;2954;p274"/>
          <p:cNvSpPr/>
          <p:nvPr/>
        </p:nvSpPr>
        <p:spPr>
          <a:xfrm>
            <a:off x="1775928" y="180547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55" name="Google Shape;2955;p274"/>
          <p:cNvSpPr/>
          <p:nvPr/>
        </p:nvSpPr>
        <p:spPr>
          <a:xfrm>
            <a:off x="3048002" y="180547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56" name="Google Shape;2956;p274"/>
          <p:cNvSpPr/>
          <p:nvPr/>
        </p:nvSpPr>
        <p:spPr>
          <a:xfrm>
            <a:off x="4320076" y="180547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57" name="Google Shape;2957;p274"/>
          <p:cNvSpPr/>
          <p:nvPr/>
        </p:nvSpPr>
        <p:spPr>
          <a:xfrm>
            <a:off x="5592150" y="180547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58" name="Google Shape;2958;p274"/>
          <p:cNvSpPr/>
          <p:nvPr/>
        </p:nvSpPr>
        <p:spPr>
          <a:xfrm>
            <a:off x="503854" y="299979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59" name="Google Shape;2959;p274"/>
          <p:cNvSpPr/>
          <p:nvPr/>
        </p:nvSpPr>
        <p:spPr>
          <a:xfrm>
            <a:off x="1775928" y="299979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60" name="Google Shape;2960;p274"/>
          <p:cNvSpPr/>
          <p:nvPr/>
        </p:nvSpPr>
        <p:spPr>
          <a:xfrm>
            <a:off x="3048002" y="299979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61" name="Google Shape;2961;p274"/>
          <p:cNvSpPr/>
          <p:nvPr/>
        </p:nvSpPr>
        <p:spPr>
          <a:xfrm>
            <a:off x="4320076" y="299979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62" name="Google Shape;2962;p274"/>
          <p:cNvSpPr/>
          <p:nvPr/>
        </p:nvSpPr>
        <p:spPr>
          <a:xfrm>
            <a:off x="5592150" y="299979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63" name="Google Shape;2963;p274"/>
          <p:cNvSpPr/>
          <p:nvPr/>
        </p:nvSpPr>
        <p:spPr>
          <a:xfrm>
            <a:off x="503854" y="419411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64" name="Google Shape;2964;p274"/>
          <p:cNvSpPr/>
          <p:nvPr/>
        </p:nvSpPr>
        <p:spPr>
          <a:xfrm>
            <a:off x="1775928" y="419411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65" name="Google Shape;2965;p274"/>
          <p:cNvSpPr/>
          <p:nvPr/>
        </p:nvSpPr>
        <p:spPr>
          <a:xfrm>
            <a:off x="3048002" y="4194110"/>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66" name="Google Shape;2966;p274"/>
          <p:cNvSpPr/>
          <p:nvPr/>
        </p:nvSpPr>
        <p:spPr>
          <a:xfrm>
            <a:off x="4320076" y="419411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67" name="Google Shape;2967;p274"/>
          <p:cNvSpPr/>
          <p:nvPr/>
        </p:nvSpPr>
        <p:spPr>
          <a:xfrm>
            <a:off x="5592150" y="419411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68" name="Google Shape;2968;p274"/>
          <p:cNvSpPr/>
          <p:nvPr/>
        </p:nvSpPr>
        <p:spPr>
          <a:xfrm>
            <a:off x="503854" y="538842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69" name="Google Shape;2969;p274"/>
          <p:cNvSpPr/>
          <p:nvPr/>
        </p:nvSpPr>
        <p:spPr>
          <a:xfrm>
            <a:off x="1775928" y="538842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70" name="Google Shape;2970;p274"/>
          <p:cNvSpPr/>
          <p:nvPr/>
        </p:nvSpPr>
        <p:spPr>
          <a:xfrm>
            <a:off x="3048002" y="538842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71" name="Google Shape;2971;p274"/>
          <p:cNvSpPr/>
          <p:nvPr/>
        </p:nvSpPr>
        <p:spPr>
          <a:xfrm>
            <a:off x="4320076" y="538842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72" name="Google Shape;2972;p274"/>
          <p:cNvSpPr/>
          <p:nvPr/>
        </p:nvSpPr>
        <p:spPr>
          <a:xfrm>
            <a:off x="5592150" y="538842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973" name="Google Shape;2973;p274" descr="Alien Monster on Microsoft Windows 10 May 2019 Update"/>
          <p:cNvPicPr preferRelativeResize="0"/>
          <p:nvPr/>
        </p:nvPicPr>
        <p:blipFill rotWithShape="1">
          <a:blip r:embed="rId3">
            <a:alphaModFix/>
          </a:blip>
          <a:srcRect/>
          <a:stretch/>
        </p:blipFill>
        <p:spPr>
          <a:xfrm>
            <a:off x="4521825" y="3199045"/>
            <a:ext cx="452530" cy="452530"/>
          </a:xfrm>
          <a:prstGeom prst="rect">
            <a:avLst/>
          </a:prstGeom>
          <a:noFill/>
          <a:ln>
            <a:noFill/>
          </a:ln>
        </p:spPr>
      </p:pic>
      <p:pic>
        <p:nvPicPr>
          <p:cNvPr id="2974" name="Google Shape;2974;p274" descr="Chequered Flag on Microsoft Windows 10"/>
          <p:cNvPicPr preferRelativeResize="0"/>
          <p:nvPr/>
        </p:nvPicPr>
        <p:blipFill rotWithShape="1">
          <a:blip r:embed="rId4">
            <a:alphaModFix/>
          </a:blip>
          <a:srcRect/>
          <a:stretch/>
        </p:blipFill>
        <p:spPr>
          <a:xfrm>
            <a:off x="3275465" y="4419384"/>
            <a:ext cx="412880" cy="412880"/>
          </a:xfrm>
          <a:prstGeom prst="rect">
            <a:avLst/>
          </a:prstGeom>
          <a:noFill/>
          <a:ln>
            <a:noFill/>
          </a:ln>
        </p:spPr>
      </p:pic>
      <p:cxnSp>
        <p:nvCxnSpPr>
          <p:cNvPr id="2975" name="Google Shape;2975;p274"/>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cxnSp>
        <p:nvCxnSpPr>
          <p:cNvPr id="2976" name="Google Shape;2976;p274"/>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2977" name="Google Shape;2977;p274"/>
          <p:cNvSpPr/>
          <p:nvPr/>
        </p:nvSpPr>
        <p:spPr>
          <a:xfrm>
            <a:off x="7097484" y="1"/>
            <a:ext cx="5094516" cy="6858000"/>
          </a:xfrm>
          <a:prstGeom prst="rect">
            <a:avLst/>
          </a:prstGeom>
          <a:solidFill>
            <a:srgbClr val="1F23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78" name="Google Shape;2978;p274"/>
          <p:cNvSpPr/>
          <p:nvPr/>
        </p:nvSpPr>
        <p:spPr>
          <a:xfrm>
            <a:off x="7097484" y="0"/>
            <a:ext cx="5094515"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79" name="Google Shape;2979;p274"/>
          <p:cNvSpPr txBox="1"/>
          <p:nvPr/>
        </p:nvSpPr>
        <p:spPr>
          <a:xfrm>
            <a:off x="7421767" y="42482"/>
            <a:ext cx="195424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instrucciones.js</a:t>
            </a:r>
            <a:endParaRPr sz="1400" b="0" i="0" u="none" strike="noStrike" cap="none">
              <a:solidFill>
                <a:schemeClr val="lt1"/>
              </a:solidFill>
              <a:latin typeface="Arial"/>
              <a:ea typeface="Arial"/>
              <a:cs typeface="Arial"/>
              <a:sym typeface="Arial"/>
            </a:endParaRPr>
          </a:p>
        </p:txBody>
      </p:sp>
      <p:cxnSp>
        <p:nvCxnSpPr>
          <p:cNvPr id="2980" name="Google Shape;2980;p274"/>
          <p:cNvCxnSpPr/>
          <p:nvPr/>
        </p:nvCxnSpPr>
        <p:spPr>
          <a:xfrm>
            <a:off x="7421768" y="403200"/>
            <a:ext cx="1954241" cy="10457"/>
          </a:xfrm>
          <a:prstGeom prst="straightConnector1">
            <a:avLst/>
          </a:prstGeom>
          <a:noFill/>
          <a:ln w="15875" cap="flat" cmpd="sng">
            <a:solidFill>
              <a:srgbClr val="F2CD84"/>
            </a:solidFill>
            <a:prstDash val="solid"/>
            <a:miter lim="800000"/>
            <a:headEnd type="none" w="sm" len="sm"/>
            <a:tailEnd type="none" w="sm" len="sm"/>
          </a:ln>
        </p:spPr>
      </p:cxnSp>
      <p:cxnSp>
        <p:nvCxnSpPr>
          <p:cNvPr id="2981" name="Google Shape;2981;p274"/>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2982" name="Google Shape;2982;p274"/>
          <p:cNvSpPr txBox="1"/>
          <p:nvPr/>
        </p:nvSpPr>
        <p:spPr>
          <a:xfrm>
            <a:off x="7348158" y="677943"/>
            <a:ext cx="4716461" cy="2215991"/>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highlight>
                  <a:srgbClr val="FF00FF"/>
                </a:highlight>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ahoma"/>
              <a:ea typeface="Tahoma"/>
              <a:cs typeface="Tahoma"/>
              <a:sym typeface="Tahoma"/>
            </a:endParaRPr>
          </a:p>
        </p:txBody>
      </p:sp>
      <p:sp>
        <p:nvSpPr>
          <p:cNvPr id="2983" name="Google Shape;2983;p274"/>
          <p:cNvSpPr/>
          <p:nvPr/>
        </p:nvSpPr>
        <p:spPr>
          <a:xfrm rot="5400000">
            <a:off x="7368555" y="1530750"/>
            <a:ext cx="206207" cy="177765"/>
          </a:xfrm>
          <a:prstGeom prst="triangle">
            <a:avLst>
              <a:gd name="adj" fmla="val 50000"/>
            </a:avLst>
          </a:prstGeom>
          <a:solidFill>
            <a:srgbClr val="4A7B8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Shape 2988"/>
        <p:cNvGrpSpPr/>
        <p:nvPr/>
      </p:nvGrpSpPr>
      <p:grpSpPr>
        <a:xfrm>
          <a:off x="0" y="0"/>
          <a:ext cx="0" cy="0"/>
          <a:chOff x="0" y="0"/>
          <a:chExt cx="0" cy="0"/>
        </a:xfrm>
      </p:grpSpPr>
      <p:sp>
        <p:nvSpPr>
          <p:cNvPr id="2989" name="Google Shape;2989;p275"/>
          <p:cNvSpPr/>
          <p:nvPr/>
        </p:nvSpPr>
        <p:spPr>
          <a:xfrm>
            <a:off x="503854" y="61115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0" name="Google Shape;2990;p275"/>
          <p:cNvSpPr/>
          <p:nvPr/>
        </p:nvSpPr>
        <p:spPr>
          <a:xfrm>
            <a:off x="1775928" y="61115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1" name="Google Shape;2991;p275"/>
          <p:cNvSpPr/>
          <p:nvPr/>
        </p:nvSpPr>
        <p:spPr>
          <a:xfrm>
            <a:off x="3048002" y="61115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2" name="Google Shape;2992;p275"/>
          <p:cNvSpPr/>
          <p:nvPr/>
        </p:nvSpPr>
        <p:spPr>
          <a:xfrm>
            <a:off x="4320076" y="61115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3" name="Google Shape;2993;p275"/>
          <p:cNvSpPr/>
          <p:nvPr/>
        </p:nvSpPr>
        <p:spPr>
          <a:xfrm>
            <a:off x="5592150" y="61115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4" name="Google Shape;2994;p275"/>
          <p:cNvSpPr/>
          <p:nvPr/>
        </p:nvSpPr>
        <p:spPr>
          <a:xfrm>
            <a:off x="503854" y="180547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5" name="Google Shape;2995;p275"/>
          <p:cNvSpPr/>
          <p:nvPr/>
        </p:nvSpPr>
        <p:spPr>
          <a:xfrm>
            <a:off x="1775928" y="180547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6" name="Google Shape;2996;p275"/>
          <p:cNvSpPr/>
          <p:nvPr/>
        </p:nvSpPr>
        <p:spPr>
          <a:xfrm>
            <a:off x="3048002" y="180547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7" name="Google Shape;2997;p275"/>
          <p:cNvSpPr/>
          <p:nvPr/>
        </p:nvSpPr>
        <p:spPr>
          <a:xfrm>
            <a:off x="4320076" y="180547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8" name="Google Shape;2998;p275"/>
          <p:cNvSpPr/>
          <p:nvPr/>
        </p:nvSpPr>
        <p:spPr>
          <a:xfrm>
            <a:off x="5592150" y="180547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9" name="Google Shape;2999;p275"/>
          <p:cNvSpPr/>
          <p:nvPr/>
        </p:nvSpPr>
        <p:spPr>
          <a:xfrm>
            <a:off x="503854" y="299979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0" name="Google Shape;3000;p275"/>
          <p:cNvSpPr/>
          <p:nvPr/>
        </p:nvSpPr>
        <p:spPr>
          <a:xfrm>
            <a:off x="1775928" y="299979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1" name="Google Shape;3001;p275"/>
          <p:cNvSpPr/>
          <p:nvPr/>
        </p:nvSpPr>
        <p:spPr>
          <a:xfrm>
            <a:off x="3048002" y="299979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2" name="Google Shape;3002;p275"/>
          <p:cNvSpPr/>
          <p:nvPr/>
        </p:nvSpPr>
        <p:spPr>
          <a:xfrm>
            <a:off x="4320076" y="299979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3" name="Google Shape;3003;p275"/>
          <p:cNvSpPr/>
          <p:nvPr/>
        </p:nvSpPr>
        <p:spPr>
          <a:xfrm>
            <a:off x="5592150" y="299979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4" name="Google Shape;3004;p275"/>
          <p:cNvSpPr/>
          <p:nvPr/>
        </p:nvSpPr>
        <p:spPr>
          <a:xfrm>
            <a:off x="503854" y="419411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5" name="Google Shape;3005;p275"/>
          <p:cNvSpPr/>
          <p:nvPr/>
        </p:nvSpPr>
        <p:spPr>
          <a:xfrm>
            <a:off x="1775928" y="419411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6" name="Google Shape;3006;p275"/>
          <p:cNvSpPr/>
          <p:nvPr/>
        </p:nvSpPr>
        <p:spPr>
          <a:xfrm>
            <a:off x="3048002" y="4194110"/>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7" name="Google Shape;3007;p275"/>
          <p:cNvSpPr/>
          <p:nvPr/>
        </p:nvSpPr>
        <p:spPr>
          <a:xfrm>
            <a:off x="4320076" y="419411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8" name="Google Shape;3008;p275"/>
          <p:cNvSpPr/>
          <p:nvPr/>
        </p:nvSpPr>
        <p:spPr>
          <a:xfrm>
            <a:off x="5592150" y="419411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9" name="Google Shape;3009;p275"/>
          <p:cNvSpPr/>
          <p:nvPr/>
        </p:nvSpPr>
        <p:spPr>
          <a:xfrm>
            <a:off x="503854" y="538842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10" name="Google Shape;3010;p275"/>
          <p:cNvSpPr/>
          <p:nvPr/>
        </p:nvSpPr>
        <p:spPr>
          <a:xfrm>
            <a:off x="1775928" y="538842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11" name="Google Shape;3011;p275"/>
          <p:cNvSpPr/>
          <p:nvPr/>
        </p:nvSpPr>
        <p:spPr>
          <a:xfrm>
            <a:off x="3048002" y="538842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12" name="Google Shape;3012;p275"/>
          <p:cNvSpPr/>
          <p:nvPr/>
        </p:nvSpPr>
        <p:spPr>
          <a:xfrm>
            <a:off x="4320076" y="538842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13" name="Google Shape;3013;p275"/>
          <p:cNvSpPr/>
          <p:nvPr/>
        </p:nvSpPr>
        <p:spPr>
          <a:xfrm>
            <a:off x="5592150" y="538842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014" name="Google Shape;3014;p275" descr="Chequered Flag on Microsoft Windows 10"/>
          <p:cNvPicPr preferRelativeResize="0"/>
          <p:nvPr/>
        </p:nvPicPr>
        <p:blipFill rotWithShape="1">
          <a:blip r:embed="rId3">
            <a:alphaModFix/>
          </a:blip>
          <a:srcRect/>
          <a:stretch/>
        </p:blipFill>
        <p:spPr>
          <a:xfrm>
            <a:off x="3275465" y="4419384"/>
            <a:ext cx="412880" cy="412880"/>
          </a:xfrm>
          <a:prstGeom prst="rect">
            <a:avLst/>
          </a:prstGeom>
          <a:noFill/>
          <a:ln>
            <a:noFill/>
          </a:ln>
        </p:spPr>
      </p:pic>
      <p:cxnSp>
        <p:nvCxnSpPr>
          <p:cNvPr id="3015" name="Google Shape;3015;p275"/>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3016" name="Google Shape;3016;p275" descr="Alien Monster on Microsoft Windows 10 May 2019 Update"/>
          <p:cNvPicPr preferRelativeResize="0"/>
          <p:nvPr/>
        </p:nvPicPr>
        <p:blipFill rotWithShape="1">
          <a:blip r:embed="rId4">
            <a:alphaModFix/>
          </a:blip>
          <a:srcRect/>
          <a:stretch/>
        </p:blipFill>
        <p:spPr>
          <a:xfrm>
            <a:off x="3254778" y="3199045"/>
            <a:ext cx="452530" cy="452530"/>
          </a:xfrm>
          <a:prstGeom prst="rect">
            <a:avLst/>
          </a:prstGeom>
          <a:noFill/>
          <a:ln>
            <a:noFill/>
          </a:ln>
        </p:spPr>
      </p:pic>
      <p:cxnSp>
        <p:nvCxnSpPr>
          <p:cNvPr id="3017" name="Google Shape;3017;p275"/>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3018" name="Google Shape;3018;p275"/>
          <p:cNvSpPr/>
          <p:nvPr/>
        </p:nvSpPr>
        <p:spPr>
          <a:xfrm>
            <a:off x="7097484" y="1"/>
            <a:ext cx="5094516" cy="6858000"/>
          </a:xfrm>
          <a:prstGeom prst="rect">
            <a:avLst/>
          </a:prstGeom>
          <a:solidFill>
            <a:srgbClr val="1F23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19" name="Google Shape;3019;p275"/>
          <p:cNvSpPr/>
          <p:nvPr/>
        </p:nvSpPr>
        <p:spPr>
          <a:xfrm>
            <a:off x="7097484" y="0"/>
            <a:ext cx="5094515"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20" name="Google Shape;3020;p275"/>
          <p:cNvSpPr txBox="1"/>
          <p:nvPr/>
        </p:nvSpPr>
        <p:spPr>
          <a:xfrm>
            <a:off x="7421767" y="42482"/>
            <a:ext cx="195424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instrucciones.js</a:t>
            </a:r>
            <a:endParaRPr sz="1400" b="0" i="0" u="none" strike="noStrike" cap="none">
              <a:solidFill>
                <a:schemeClr val="lt1"/>
              </a:solidFill>
              <a:latin typeface="Arial"/>
              <a:ea typeface="Arial"/>
              <a:cs typeface="Arial"/>
              <a:sym typeface="Arial"/>
            </a:endParaRPr>
          </a:p>
        </p:txBody>
      </p:sp>
      <p:cxnSp>
        <p:nvCxnSpPr>
          <p:cNvPr id="3021" name="Google Shape;3021;p275"/>
          <p:cNvCxnSpPr/>
          <p:nvPr/>
        </p:nvCxnSpPr>
        <p:spPr>
          <a:xfrm>
            <a:off x="7421768" y="403200"/>
            <a:ext cx="1954241" cy="10457"/>
          </a:xfrm>
          <a:prstGeom prst="straightConnector1">
            <a:avLst/>
          </a:prstGeom>
          <a:noFill/>
          <a:ln w="15875" cap="flat" cmpd="sng">
            <a:solidFill>
              <a:srgbClr val="F2CD84"/>
            </a:solidFill>
            <a:prstDash val="solid"/>
            <a:miter lim="800000"/>
            <a:headEnd type="none" w="sm" len="sm"/>
            <a:tailEnd type="none" w="sm" len="sm"/>
          </a:ln>
        </p:spPr>
      </p:cxnSp>
      <p:cxnSp>
        <p:nvCxnSpPr>
          <p:cNvPr id="3022" name="Google Shape;3022;p275"/>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3023" name="Google Shape;3023;p275"/>
          <p:cNvSpPr txBox="1"/>
          <p:nvPr/>
        </p:nvSpPr>
        <p:spPr>
          <a:xfrm>
            <a:off x="7348158" y="677943"/>
            <a:ext cx="4716461" cy="2215991"/>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highlight>
                  <a:srgbClr val="FF00FF"/>
                </a:highlight>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ahoma"/>
              <a:ea typeface="Tahoma"/>
              <a:cs typeface="Tahoma"/>
              <a:sym typeface="Tahoma"/>
            </a:endParaRPr>
          </a:p>
        </p:txBody>
      </p:sp>
      <p:sp>
        <p:nvSpPr>
          <p:cNvPr id="3024" name="Google Shape;3024;p275"/>
          <p:cNvSpPr/>
          <p:nvPr/>
        </p:nvSpPr>
        <p:spPr>
          <a:xfrm rot="5400000">
            <a:off x="7368555" y="1869954"/>
            <a:ext cx="206207" cy="177765"/>
          </a:xfrm>
          <a:prstGeom prst="triangle">
            <a:avLst>
              <a:gd name="adj" fmla="val 50000"/>
            </a:avLst>
          </a:prstGeom>
          <a:solidFill>
            <a:srgbClr val="4A7B8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Shape 3029"/>
        <p:cNvGrpSpPr/>
        <p:nvPr/>
      </p:nvGrpSpPr>
      <p:grpSpPr>
        <a:xfrm>
          <a:off x="0" y="0"/>
          <a:ext cx="0" cy="0"/>
          <a:chOff x="0" y="0"/>
          <a:chExt cx="0" cy="0"/>
        </a:xfrm>
      </p:grpSpPr>
      <p:sp>
        <p:nvSpPr>
          <p:cNvPr id="3030" name="Google Shape;3030;p276"/>
          <p:cNvSpPr/>
          <p:nvPr/>
        </p:nvSpPr>
        <p:spPr>
          <a:xfrm>
            <a:off x="503854" y="61115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31" name="Google Shape;3031;p276"/>
          <p:cNvSpPr/>
          <p:nvPr/>
        </p:nvSpPr>
        <p:spPr>
          <a:xfrm>
            <a:off x="1775928" y="61115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32" name="Google Shape;3032;p276"/>
          <p:cNvSpPr/>
          <p:nvPr/>
        </p:nvSpPr>
        <p:spPr>
          <a:xfrm>
            <a:off x="3048002" y="61115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33" name="Google Shape;3033;p276"/>
          <p:cNvSpPr/>
          <p:nvPr/>
        </p:nvSpPr>
        <p:spPr>
          <a:xfrm>
            <a:off x="4320076" y="61115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34" name="Google Shape;3034;p276"/>
          <p:cNvSpPr/>
          <p:nvPr/>
        </p:nvSpPr>
        <p:spPr>
          <a:xfrm>
            <a:off x="5592150" y="61115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35" name="Google Shape;3035;p276"/>
          <p:cNvSpPr/>
          <p:nvPr/>
        </p:nvSpPr>
        <p:spPr>
          <a:xfrm>
            <a:off x="503854" y="180547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36" name="Google Shape;3036;p276"/>
          <p:cNvSpPr/>
          <p:nvPr/>
        </p:nvSpPr>
        <p:spPr>
          <a:xfrm>
            <a:off x="1775928" y="180547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37" name="Google Shape;3037;p276"/>
          <p:cNvSpPr/>
          <p:nvPr/>
        </p:nvSpPr>
        <p:spPr>
          <a:xfrm>
            <a:off x="3048002" y="180547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38" name="Google Shape;3038;p276"/>
          <p:cNvSpPr/>
          <p:nvPr/>
        </p:nvSpPr>
        <p:spPr>
          <a:xfrm>
            <a:off x="4320076" y="180547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39" name="Google Shape;3039;p276"/>
          <p:cNvSpPr/>
          <p:nvPr/>
        </p:nvSpPr>
        <p:spPr>
          <a:xfrm>
            <a:off x="5592150" y="180547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40" name="Google Shape;3040;p276"/>
          <p:cNvSpPr/>
          <p:nvPr/>
        </p:nvSpPr>
        <p:spPr>
          <a:xfrm>
            <a:off x="503854" y="299979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41" name="Google Shape;3041;p276"/>
          <p:cNvSpPr/>
          <p:nvPr/>
        </p:nvSpPr>
        <p:spPr>
          <a:xfrm>
            <a:off x="1775928" y="299979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42" name="Google Shape;3042;p276"/>
          <p:cNvSpPr/>
          <p:nvPr/>
        </p:nvSpPr>
        <p:spPr>
          <a:xfrm>
            <a:off x="3048002" y="299979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43" name="Google Shape;3043;p276"/>
          <p:cNvSpPr/>
          <p:nvPr/>
        </p:nvSpPr>
        <p:spPr>
          <a:xfrm>
            <a:off x="4320076" y="299979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44" name="Google Shape;3044;p276"/>
          <p:cNvSpPr/>
          <p:nvPr/>
        </p:nvSpPr>
        <p:spPr>
          <a:xfrm>
            <a:off x="5592150" y="299979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45" name="Google Shape;3045;p276"/>
          <p:cNvSpPr/>
          <p:nvPr/>
        </p:nvSpPr>
        <p:spPr>
          <a:xfrm>
            <a:off x="503854" y="419411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46" name="Google Shape;3046;p276"/>
          <p:cNvSpPr/>
          <p:nvPr/>
        </p:nvSpPr>
        <p:spPr>
          <a:xfrm>
            <a:off x="1775928" y="419411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47" name="Google Shape;3047;p276"/>
          <p:cNvSpPr/>
          <p:nvPr/>
        </p:nvSpPr>
        <p:spPr>
          <a:xfrm>
            <a:off x="4320076" y="419411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48" name="Google Shape;3048;p276"/>
          <p:cNvSpPr/>
          <p:nvPr/>
        </p:nvSpPr>
        <p:spPr>
          <a:xfrm>
            <a:off x="5592150" y="419411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49" name="Google Shape;3049;p276"/>
          <p:cNvSpPr/>
          <p:nvPr/>
        </p:nvSpPr>
        <p:spPr>
          <a:xfrm>
            <a:off x="503854" y="538842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50" name="Google Shape;3050;p276"/>
          <p:cNvSpPr/>
          <p:nvPr/>
        </p:nvSpPr>
        <p:spPr>
          <a:xfrm>
            <a:off x="1775928" y="538842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51" name="Google Shape;3051;p276"/>
          <p:cNvSpPr/>
          <p:nvPr/>
        </p:nvSpPr>
        <p:spPr>
          <a:xfrm>
            <a:off x="3048002" y="538842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52" name="Google Shape;3052;p276"/>
          <p:cNvSpPr/>
          <p:nvPr/>
        </p:nvSpPr>
        <p:spPr>
          <a:xfrm>
            <a:off x="4320076" y="538842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53" name="Google Shape;3053;p276"/>
          <p:cNvSpPr/>
          <p:nvPr/>
        </p:nvSpPr>
        <p:spPr>
          <a:xfrm>
            <a:off x="5592150" y="538842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cxnSp>
        <p:nvCxnSpPr>
          <p:cNvPr id="3054" name="Google Shape;3054;p276"/>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cxnSp>
        <p:nvCxnSpPr>
          <p:cNvPr id="3055" name="Google Shape;3055;p276"/>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3056" name="Google Shape;3056;p276"/>
          <p:cNvSpPr/>
          <p:nvPr/>
        </p:nvSpPr>
        <p:spPr>
          <a:xfrm>
            <a:off x="7097484" y="1"/>
            <a:ext cx="5094516" cy="6858000"/>
          </a:xfrm>
          <a:prstGeom prst="rect">
            <a:avLst/>
          </a:prstGeom>
          <a:solidFill>
            <a:srgbClr val="1F23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57" name="Google Shape;3057;p276"/>
          <p:cNvSpPr/>
          <p:nvPr/>
        </p:nvSpPr>
        <p:spPr>
          <a:xfrm>
            <a:off x="7097484" y="0"/>
            <a:ext cx="5094515"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58" name="Google Shape;3058;p276"/>
          <p:cNvSpPr txBox="1"/>
          <p:nvPr/>
        </p:nvSpPr>
        <p:spPr>
          <a:xfrm>
            <a:off x="7421767" y="42482"/>
            <a:ext cx="195424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instrucciones.js</a:t>
            </a:r>
            <a:endParaRPr sz="1400" b="0" i="0" u="none" strike="noStrike" cap="none">
              <a:solidFill>
                <a:schemeClr val="lt1"/>
              </a:solidFill>
              <a:latin typeface="Arial"/>
              <a:ea typeface="Arial"/>
              <a:cs typeface="Arial"/>
              <a:sym typeface="Arial"/>
            </a:endParaRPr>
          </a:p>
        </p:txBody>
      </p:sp>
      <p:cxnSp>
        <p:nvCxnSpPr>
          <p:cNvPr id="3059" name="Google Shape;3059;p276"/>
          <p:cNvCxnSpPr/>
          <p:nvPr/>
        </p:nvCxnSpPr>
        <p:spPr>
          <a:xfrm>
            <a:off x="7421768" y="403200"/>
            <a:ext cx="1954241" cy="10457"/>
          </a:xfrm>
          <a:prstGeom prst="straightConnector1">
            <a:avLst/>
          </a:prstGeom>
          <a:noFill/>
          <a:ln w="15875" cap="flat" cmpd="sng">
            <a:solidFill>
              <a:srgbClr val="F2CD84"/>
            </a:solidFill>
            <a:prstDash val="solid"/>
            <a:miter lim="800000"/>
            <a:headEnd type="none" w="sm" len="sm"/>
            <a:tailEnd type="none" w="sm" len="sm"/>
          </a:ln>
        </p:spPr>
      </p:cxnSp>
      <p:cxnSp>
        <p:nvCxnSpPr>
          <p:cNvPr id="3060" name="Google Shape;3060;p276"/>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3061" name="Google Shape;3061;p276"/>
          <p:cNvSpPr txBox="1"/>
          <p:nvPr/>
        </p:nvSpPr>
        <p:spPr>
          <a:xfrm>
            <a:off x="7348158" y="677943"/>
            <a:ext cx="4716461" cy="2215991"/>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highlight>
                  <a:srgbClr val="FF00FF"/>
                </a:highlight>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ahoma"/>
              <a:ea typeface="Tahoma"/>
              <a:cs typeface="Tahoma"/>
              <a:sym typeface="Tahoma"/>
            </a:endParaRPr>
          </a:p>
        </p:txBody>
      </p:sp>
      <p:sp>
        <p:nvSpPr>
          <p:cNvPr id="3062" name="Google Shape;3062;p276"/>
          <p:cNvSpPr/>
          <p:nvPr/>
        </p:nvSpPr>
        <p:spPr>
          <a:xfrm rot="5400000">
            <a:off x="7368555" y="2238674"/>
            <a:ext cx="206207" cy="177765"/>
          </a:xfrm>
          <a:prstGeom prst="triangle">
            <a:avLst>
              <a:gd name="adj" fmla="val 50000"/>
            </a:avLst>
          </a:prstGeom>
          <a:solidFill>
            <a:srgbClr val="4A7B8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063" name="Google Shape;3063;p276" descr="La clase de los Marcianitos: EGIPTO FIN"/>
          <p:cNvPicPr preferRelativeResize="0"/>
          <p:nvPr/>
        </p:nvPicPr>
        <p:blipFill rotWithShape="1">
          <a:blip r:embed="rId3">
            <a:alphaModFix/>
          </a:blip>
          <a:srcRect/>
          <a:stretch/>
        </p:blipFill>
        <p:spPr>
          <a:xfrm>
            <a:off x="9088474" y="4318376"/>
            <a:ext cx="2976145" cy="2413091"/>
          </a:xfrm>
          <a:prstGeom prst="rect">
            <a:avLst/>
          </a:prstGeom>
          <a:noFill/>
          <a:ln>
            <a:noFill/>
          </a:ln>
        </p:spPr>
      </p:pic>
      <p:sp>
        <p:nvSpPr>
          <p:cNvPr id="3064" name="Google Shape;3064;p276"/>
          <p:cNvSpPr/>
          <p:nvPr/>
        </p:nvSpPr>
        <p:spPr>
          <a:xfrm>
            <a:off x="3048002" y="4194110"/>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065" name="Google Shape;3065;p276" descr="Sport Race Sticker by Jake Martella for iOS &amp; Android | GIPHY"/>
          <p:cNvPicPr preferRelativeResize="0"/>
          <p:nvPr/>
        </p:nvPicPr>
        <p:blipFill rotWithShape="1">
          <a:blip r:embed="rId4">
            <a:alphaModFix/>
          </a:blip>
          <a:srcRect/>
          <a:stretch/>
        </p:blipFill>
        <p:spPr>
          <a:xfrm>
            <a:off x="2310183" y="3323915"/>
            <a:ext cx="2400986" cy="1800740"/>
          </a:xfrm>
          <a:prstGeom prst="rect">
            <a:avLst/>
          </a:prstGeom>
          <a:noFill/>
          <a:ln>
            <a:noFill/>
          </a:ln>
        </p:spPr>
      </p:pic>
      <p:pic>
        <p:nvPicPr>
          <p:cNvPr id="3066" name="Google Shape;3066;p276" descr="Alien Monster on Microsoft Windows 10 May 2019 Update"/>
          <p:cNvPicPr preferRelativeResize="0"/>
          <p:nvPr/>
        </p:nvPicPr>
        <p:blipFill rotWithShape="1">
          <a:blip r:embed="rId5">
            <a:alphaModFix/>
          </a:blip>
          <a:srcRect/>
          <a:stretch/>
        </p:blipFill>
        <p:spPr>
          <a:xfrm>
            <a:off x="3254778" y="4395208"/>
            <a:ext cx="452530" cy="452530"/>
          </a:xfrm>
          <a:prstGeom prst="rect">
            <a:avLst/>
          </a:prstGeom>
          <a:noFill/>
          <a:ln>
            <a:noFill/>
          </a:ln>
        </p:spPr>
      </p:pic>
      <p:pic>
        <p:nvPicPr>
          <p:cNvPr id="3067" name="Google Shape;3067;p276" descr="Celebration GIFs - Get the best GIF on GIPHY"/>
          <p:cNvPicPr preferRelativeResize="0"/>
          <p:nvPr/>
        </p:nvPicPr>
        <p:blipFill rotWithShape="1">
          <a:blip r:embed="rId6">
            <a:alphaModFix/>
          </a:blip>
          <a:srcRect/>
          <a:stretch/>
        </p:blipFill>
        <p:spPr>
          <a:xfrm>
            <a:off x="-104772" y="-152982"/>
            <a:ext cx="7163963" cy="7163963"/>
          </a:xfrm>
          <a:prstGeom prst="rect">
            <a:avLst/>
          </a:prstGeom>
          <a:noFill/>
          <a:ln>
            <a:noFill/>
          </a:ln>
        </p:spPr>
      </p:pic>
    </p:spTree>
  </p:cSld>
  <p:clrMapOvr>
    <a:masterClrMapping/>
  </p:clrMapOvr>
  <p:timing>
    <p:tnLst>
      <p:par>
        <p:cTn id="1" dur="indefinite" restart="never" nodeType="tmRoot"/>
      </p:par>
    </p:tnLst>
  </p:timing>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Shape 3072"/>
        <p:cNvGrpSpPr/>
        <p:nvPr/>
      </p:nvGrpSpPr>
      <p:grpSpPr>
        <a:xfrm>
          <a:off x="0" y="0"/>
          <a:ext cx="0" cy="0"/>
          <a:chOff x="0" y="0"/>
          <a:chExt cx="0" cy="0"/>
        </a:xfrm>
      </p:grpSpPr>
      <p:grpSp>
        <p:nvGrpSpPr>
          <p:cNvPr id="6" name="Google Shape;971;p5"/>
          <p:cNvGrpSpPr/>
          <p:nvPr/>
        </p:nvGrpSpPr>
        <p:grpSpPr>
          <a:xfrm>
            <a:off x="0" y="0"/>
            <a:ext cx="12192000" cy="6858000"/>
            <a:chOff x="0" y="0"/>
            <a:chExt cx="17348200" cy="9753600"/>
          </a:xfrm>
        </p:grpSpPr>
        <p:pic>
          <p:nvPicPr>
            <p:cNvPr id="7" name="Google Shape;972;p5"/>
            <p:cNvPicPr preferRelativeResize="0"/>
            <p:nvPr/>
          </p:nvPicPr>
          <p:blipFill rotWithShape="1">
            <a:blip r:embed="rId3">
              <a:alphaModFix/>
            </a:blip>
            <a:srcRect/>
            <a:stretch/>
          </p:blipFill>
          <p:spPr>
            <a:xfrm>
              <a:off x="0" y="0"/>
              <a:ext cx="17348200" cy="9753600"/>
            </a:xfrm>
            <a:prstGeom prst="rect">
              <a:avLst/>
            </a:prstGeom>
            <a:noFill/>
            <a:ln>
              <a:noFill/>
            </a:ln>
          </p:spPr>
        </p:pic>
        <p:sp>
          <p:nvSpPr>
            <p:cNvPr id="8" name="Google Shape;973;p5"/>
            <p:cNvSpPr/>
            <p:nvPr/>
          </p:nvSpPr>
          <p:spPr>
            <a:xfrm>
              <a:off x="7468819" y="516686"/>
              <a:ext cx="2740660" cy="891540"/>
            </a:xfrm>
            <a:custGeom>
              <a:avLst/>
              <a:gdLst/>
              <a:ahLst/>
              <a:cxnLst/>
              <a:rect l="l" t="t" r="r" b="b"/>
              <a:pathLst>
                <a:path w="2740659" h="891540" extrusionOk="0">
                  <a:moveTo>
                    <a:pt x="2740177" y="0"/>
                  </a:moveTo>
                  <a:lnTo>
                    <a:pt x="2283434" y="136270"/>
                  </a:lnTo>
                  <a:lnTo>
                    <a:pt x="1826704" y="0"/>
                  </a:lnTo>
                  <a:lnTo>
                    <a:pt x="1370025" y="136270"/>
                  </a:lnTo>
                  <a:lnTo>
                    <a:pt x="913333" y="0"/>
                  </a:lnTo>
                  <a:lnTo>
                    <a:pt x="456666" y="136270"/>
                  </a:lnTo>
                  <a:lnTo>
                    <a:pt x="0" y="0"/>
                  </a:lnTo>
                  <a:lnTo>
                    <a:pt x="0" y="754811"/>
                  </a:lnTo>
                  <a:lnTo>
                    <a:pt x="456666" y="891070"/>
                  </a:lnTo>
                  <a:lnTo>
                    <a:pt x="913333" y="754811"/>
                  </a:lnTo>
                  <a:lnTo>
                    <a:pt x="1370025" y="891070"/>
                  </a:lnTo>
                  <a:lnTo>
                    <a:pt x="1826704" y="754811"/>
                  </a:lnTo>
                  <a:lnTo>
                    <a:pt x="2283434" y="891070"/>
                  </a:lnTo>
                  <a:lnTo>
                    <a:pt x="2740177" y="754811"/>
                  </a:lnTo>
                  <a:lnTo>
                    <a:pt x="2740177" y="0"/>
                  </a:lnTo>
                  <a:close/>
                </a:path>
              </a:pathLst>
            </a:custGeom>
            <a:solidFill>
              <a:srgbClr val="009733">
                <a:alpha val="862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9" name="Google Shape;974;p5"/>
            <p:cNvSpPr/>
            <p:nvPr/>
          </p:nvSpPr>
          <p:spPr>
            <a:xfrm>
              <a:off x="15582341" y="2075243"/>
              <a:ext cx="1310640" cy="2620010"/>
            </a:xfrm>
            <a:custGeom>
              <a:avLst/>
              <a:gdLst/>
              <a:ahLst/>
              <a:cxnLst/>
              <a:rect l="l" t="t" r="r" b="b"/>
              <a:pathLst>
                <a:path w="1310640" h="2620010" extrusionOk="0">
                  <a:moveTo>
                    <a:pt x="0" y="0"/>
                  </a:moveTo>
                  <a:lnTo>
                    <a:pt x="0" y="798296"/>
                  </a:lnTo>
                  <a:lnTo>
                    <a:pt x="46579" y="800388"/>
                  </a:lnTo>
                  <a:lnTo>
                    <a:pt x="91985" y="806542"/>
                  </a:lnTo>
                  <a:lnTo>
                    <a:pt x="136037" y="816577"/>
                  </a:lnTo>
                  <a:lnTo>
                    <a:pt x="178554" y="830314"/>
                  </a:lnTo>
                  <a:lnTo>
                    <a:pt x="219355" y="847572"/>
                  </a:lnTo>
                  <a:lnTo>
                    <a:pt x="258262" y="868169"/>
                  </a:lnTo>
                  <a:lnTo>
                    <a:pt x="295093" y="891925"/>
                  </a:lnTo>
                  <a:lnTo>
                    <a:pt x="329667" y="918659"/>
                  </a:lnTo>
                  <a:lnTo>
                    <a:pt x="361805" y="948191"/>
                  </a:lnTo>
                  <a:lnTo>
                    <a:pt x="391326" y="980340"/>
                  </a:lnTo>
                  <a:lnTo>
                    <a:pt x="418049" y="1014925"/>
                  </a:lnTo>
                  <a:lnTo>
                    <a:pt x="441795" y="1051766"/>
                  </a:lnTo>
                  <a:lnTo>
                    <a:pt x="462382" y="1090681"/>
                  </a:lnTo>
                  <a:lnTo>
                    <a:pt x="479631" y="1131490"/>
                  </a:lnTo>
                  <a:lnTo>
                    <a:pt x="493361" y="1174013"/>
                  </a:lnTo>
                  <a:lnTo>
                    <a:pt x="503391" y="1218069"/>
                  </a:lnTo>
                  <a:lnTo>
                    <a:pt x="509541" y="1263476"/>
                  </a:lnTo>
                  <a:lnTo>
                    <a:pt x="511632" y="1310055"/>
                  </a:lnTo>
                  <a:lnTo>
                    <a:pt x="509541" y="1356616"/>
                  </a:lnTo>
                  <a:lnTo>
                    <a:pt x="503391" y="1402007"/>
                  </a:lnTo>
                  <a:lnTo>
                    <a:pt x="493361" y="1446048"/>
                  </a:lnTo>
                  <a:lnTo>
                    <a:pt x="479631" y="1488558"/>
                  </a:lnTo>
                  <a:lnTo>
                    <a:pt x="462382" y="1529356"/>
                  </a:lnTo>
                  <a:lnTo>
                    <a:pt x="441795" y="1568261"/>
                  </a:lnTo>
                  <a:lnTo>
                    <a:pt x="418049" y="1605093"/>
                  </a:lnTo>
                  <a:lnTo>
                    <a:pt x="391326" y="1639671"/>
                  </a:lnTo>
                  <a:lnTo>
                    <a:pt x="361805" y="1671813"/>
                  </a:lnTo>
                  <a:lnTo>
                    <a:pt x="329667" y="1701340"/>
                  </a:lnTo>
                  <a:lnTo>
                    <a:pt x="295093" y="1728070"/>
                  </a:lnTo>
                  <a:lnTo>
                    <a:pt x="258262" y="1751822"/>
                  </a:lnTo>
                  <a:lnTo>
                    <a:pt x="219355" y="1772417"/>
                  </a:lnTo>
                  <a:lnTo>
                    <a:pt x="178554" y="1789672"/>
                  </a:lnTo>
                  <a:lnTo>
                    <a:pt x="136037" y="1803408"/>
                  </a:lnTo>
                  <a:lnTo>
                    <a:pt x="91985" y="1813443"/>
                  </a:lnTo>
                  <a:lnTo>
                    <a:pt x="46579" y="1819596"/>
                  </a:lnTo>
                  <a:lnTo>
                    <a:pt x="0" y="1821688"/>
                  </a:lnTo>
                  <a:lnTo>
                    <a:pt x="0" y="2619984"/>
                  </a:lnTo>
                  <a:lnTo>
                    <a:pt x="48029" y="2619120"/>
                  </a:lnTo>
                  <a:lnTo>
                    <a:pt x="95624" y="2616548"/>
                  </a:lnTo>
                  <a:lnTo>
                    <a:pt x="142753" y="2612297"/>
                  </a:lnTo>
                  <a:lnTo>
                    <a:pt x="189386" y="2606398"/>
                  </a:lnTo>
                  <a:lnTo>
                    <a:pt x="235496" y="2598879"/>
                  </a:lnTo>
                  <a:lnTo>
                    <a:pt x="281051" y="2589770"/>
                  </a:lnTo>
                  <a:lnTo>
                    <a:pt x="326023" y="2579102"/>
                  </a:lnTo>
                  <a:lnTo>
                    <a:pt x="370381" y="2566902"/>
                  </a:lnTo>
                  <a:lnTo>
                    <a:pt x="414096" y="2553202"/>
                  </a:lnTo>
                  <a:lnTo>
                    <a:pt x="457139" y="2538030"/>
                  </a:lnTo>
                  <a:lnTo>
                    <a:pt x="499480" y="2521417"/>
                  </a:lnTo>
                  <a:lnTo>
                    <a:pt x="541089" y="2503391"/>
                  </a:lnTo>
                  <a:lnTo>
                    <a:pt x="581937" y="2483983"/>
                  </a:lnTo>
                  <a:lnTo>
                    <a:pt x="621994" y="2463222"/>
                  </a:lnTo>
                  <a:lnTo>
                    <a:pt x="661230" y="2441138"/>
                  </a:lnTo>
                  <a:lnTo>
                    <a:pt x="699617" y="2417760"/>
                  </a:lnTo>
                  <a:lnTo>
                    <a:pt x="737124" y="2393118"/>
                  </a:lnTo>
                  <a:lnTo>
                    <a:pt x="773721" y="2367241"/>
                  </a:lnTo>
                  <a:lnTo>
                    <a:pt x="809380" y="2340159"/>
                  </a:lnTo>
                  <a:lnTo>
                    <a:pt x="844071" y="2311902"/>
                  </a:lnTo>
                  <a:lnTo>
                    <a:pt x="877763" y="2282499"/>
                  </a:lnTo>
                  <a:lnTo>
                    <a:pt x="910428" y="2251980"/>
                  </a:lnTo>
                  <a:lnTo>
                    <a:pt x="942036" y="2220374"/>
                  </a:lnTo>
                  <a:lnTo>
                    <a:pt x="972557" y="2187711"/>
                  </a:lnTo>
                  <a:lnTo>
                    <a:pt x="1001962" y="2154021"/>
                  </a:lnTo>
                  <a:lnTo>
                    <a:pt x="1030221" y="2119333"/>
                  </a:lnTo>
                  <a:lnTo>
                    <a:pt x="1057304" y="2083678"/>
                  </a:lnTo>
                  <a:lnTo>
                    <a:pt x="1083182" y="2047083"/>
                  </a:lnTo>
                  <a:lnTo>
                    <a:pt x="1107825" y="2009579"/>
                  </a:lnTo>
                  <a:lnTo>
                    <a:pt x="1131204" y="1971197"/>
                  </a:lnTo>
                  <a:lnTo>
                    <a:pt x="1153290" y="1931964"/>
                  </a:lnTo>
                  <a:lnTo>
                    <a:pt x="1174052" y="1891911"/>
                  </a:lnTo>
                  <a:lnTo>
                    <a:pt x="1193460" y="1851068"/>
                  </a:lnTo>
                  <a:lnTo>
                    <a:pt x="1211486" y="1809463"/>
                  </a:lnTo>
                  <a:lnTo>
                    <a:pt x="1228100" y="1767127"/>
                  </a:lnTo>
                  <a:lnTo>
                    <a:pt x="1243272" y="1724090"/>
                  </a:lnTo>
                  <a:lnTo>
                    <a:pt x="1256973" y="1680380"/>
                  </a:lnTo>
                  <a:lnTo>
                    <a:pt x="1269172" y="1636028"/>
                  </a:lnTo>
                  <a:lnTo>
                    <a:pt x="1279841" y="1591063"/>
                  </a:lnTo>
                  <a:lnTo>
                    <a:pt x="1288950" y="1545514"/>
                  </a:lnTo>
                  <a:lnTo>
                    <a:pt x="1296469" y="1499411"/>
                  </a:lnTo>
                  <a:lnTo>
                    <a:pt x="1302369" y="1452785"/>
                  </a:lnTo>
                  <a:lnTo>
                    <a:pt x="1306619" y="1405663"/>
                  </a:lnTo>
                  <a:lnTo>
                    <a:pt x="1309191" y="1358077"/>
                  </a:lnTo>
                  <a:lnTo>
                    <a:pt x="1310055" y="1310055"/>
                  </a:lnTo>
                  <a:lnTo>
                    <a:pt x="1309191" y="1262025"/>
                  </a:lnTo>
                  <a:lnTo>
                    <a:pt x="1306619" y="1214431"/>
                  </a:lnTo>
                  <a:lnTo>
                    <a:pt x="1302369" y="1167302"/>
                  </a:lnTo>
                  <a:lnTo>
                    <a:pt x="1296469" y="1120668"/>
                  </a:lnTo>
                  <a:lnTo>
                    <a:pt x="1288950" y="1074559"/>
                  </a:lnTo>
                  <a:lnTo>
                    <a:pt x="1279841" y="1029004"/>
                  </a:lnTo>
                  <a:lnTo>
                    <a:pt x="1269172" y="984032"/>
                  </a:lnTo>
                  <a:lnTo>
                    <a:pt x="1256973" y="939674"/>
                  </a:lnTo>
                  <a:lnTo>
                    <a:pt x="1243272" y="895959"/>
                  </a:lnTo>
                  <a:lnTo>
                    <a:pt x="1228100" y="852916"/>
                  </a:lnTo>
                  <a:lnTo>
                    <a:pt x="1211486" y="810575"/>
                  </a:lnTo>
                  <a:lnTo>
                    <a:pt x="1193460" y="768966"/>
                  </a:lnTo>
                  <a:lnTo>
                    <a:pt x="1174052" y="728118"/>
                  </a:lnTo>
                  <a:lnTo>
                    <a:pt x="1153290" y="688061"/>
                  </a:lnTo>
                  <a:lnTo>
                    <a:pt x="1131204" y="648825"/>
                  </a:lnTo>
                  <a:lnTo>
                    <a:pt x="1107825" y="610438"/>
                  </a:lnTo>
                  <a:lnTo>
                    <a:pt x="1083182" y="572931"/>
                  </a:lnTo>
                  <a:lnTo>
                    <a:pt x="1057304" y="536334"/>
                  </a:lnTo>
                  <a:lnTo>
                    <a:pt x="1030221" y="500675"/>
                  </a:lnTo>
                  <a:lnTo>
                    <a:pt x="1001962" y="465984"/>
                  </a:lnTo>
                  <a:lnTo>
                    <a:pt x="972557" y="432292"/>
                  </a:lnTo>
                  <a:lnTo>
                    <a:pt x="942036" y="399627"/>
                  </a:lnTo>
                  <a:lnTo>
                    <a:pt x="910428" y="368019"/>
                  </a:lnTo>
                  <a:lnTo>
                    <a:pt x="877763" y="337498"/>
                  </a:lnTo>
                  <a:lnTo>
                    <a:pt x="844071" y="308093"/>
                  </a:lnTo>
                  <a:lnTo>
                    <a:pt x="809380" y="279834"/>
                  </a:lnTo>
                  <a:lnTo>
                    <a:pt x="773721" y="252751"/>
                  </a:lnTo>
                  <a:lnTo>
                    <a:pt x="737124" y="226873"/>
                  </a:lnTo>
                  <a:lnTo>
                    <a:pt x="699617" y="202229"/>
                  </a:lnTo>
                  <a:lnTo>
                    <a:pt x="661230" y="178850"/>
                  </a:lnTo>
                  <a:lnTo>
                    <a:pt x="621994" y="156765"/>
                  </a:lnTo>
                  <a:lnTo>
                    <a:pt x="581937" y="136003"/>
                  </a:lnTo>
                  <a:lnTo>
                    <a:pt x="541089" y="116595"/>
                  </a:lnTo>
                  <a:lnTo>
                    <a:pt x="499480" y="98568"/>
                  </a:lnTo>
                  <a:lnTo>
                    <a:pt x="457139" y="81955"/>
                  </a:lnTo>
                  <a:lnTo>
                    <a:pt x="414096" y="66783"/>
                  </a:lnTo>
                  <a:lnTo>
                    <a:pt x="370381" y="53082"/>
                  </a:lnTo>
                  <a:lnTo>
                    <a:pt x="326023" y="40882"/>
                  </a:lnTo>
                  <a:lnTo>
                    <a:pt x="281051" y="30214"/>
                  </a:lnTo>
                  <a:lnTo>
                    <a:pt x="235496" y="21105"/>
                  </a:lnTo>
                  <a:lnTo>
                    <a:pt x="189386" y="13586"/>
                  </a:lnTo>
                  <a:lnTo>
                    <a:pt x="142753" y="7686"/>
                  </a:lnTo>
                  <a:lnTo>
                    <a:pt x="95624" y="3436"/>
                  </a:lnTo>
                  <a:lnTo>
                    <a:pt x="48029" y="863"/>
                  </a:lnTo>
                  <a:lnTo>
                    <a:pt x="0" y="0"/>
                  </a:lnTo>
                  <a:close/>
                </a:path>
              </a:pathLst>
            </a:custGeom>
            <a:solidFill>
              <a:srgbClr val="A22063">
                <a:alpha val="862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0" name="Google Shape;975;p5"/>
            <p:cNvSpPr/>
            <p:nvPr/>
          </p:nvSpPr>
          <p:spPr>
            <a:xfrm>
              <a:off x="1903768" y="462724"/>
              <a:ext cx="2660015" cy="1330325"/>
            </a:xfrm>
            <a:custGeom>
              <a:avLst/>
              <a:gdLst/>
              <a:ahLst/>
              <a:cxnLst/>
              <a:rect l="l" t="t" r="r" b="b"/>
              <a:pathLst>
                <a:path w="2660015" h="1330325" extrusionOk="0">
                  <a:moveTo>
                    <a:pt x="1330032" y="0"/>
                  </a:moveTo>
                  <a:lnTo>
                    <a:pt x="1281270" y="877"/>
                  </a:lnTo>
                  <a:lnTo>
                    <a:pt x="1232950" y="3488"/>
                  </a:lnTo>
                  <a:lnTo>
                    <a:pt x="1185102" y="7803"/>
                  </a:lnTo>
                  <a:lnTo>
                    <a:pt x="1137757" y="13793"/>
                  </a:lnTo>
                  <a:lnTo>
                    <a:pt x="1090944" y="21426"/>
                  </a:lnTo>
                  <a:lnTo>
                    <a:pt x="1044694" y="30674"/>
                  </a:lnTo>
                  <a:lnTo>
                    <a:pt x="999037" y="41506"/>
                  </a:lnTo>
                  <a:lnTo>
                    <a:pt x="954002" y="53891"/>
                  </a:lnTo>
                  <a:lnTo>
                    <a:pt x="909620" y="67801"/>
                  </a:lnTo>
                  <a:lnTo>
                    <a:pt x="865921" y="83204"/>
                  </a:lnTo>
                  <a:lnTo>
                    <a:pt x="822935" y="100071"/>
                  </a:lnTo>
                  <a:lnTo>
                    <a:pt x="780691" y="118372"/>
                  </a:lnTo>
                  <a:lnTo>
                    <a:pt x="739220" y="138077"/>
                  </a:lnTo>
                  <a:lnTo>
                    <a:pt x="698552" y="159155"/>
                  </a:lnTo>
                  <a:lnTo>
                    <a:pt x="658717" y="181577"/>
                  </a:lnTo>
                  <a:lnTo>
                    <a:pt x="619746" y="205313"/>
                  </a:lnTo>
                  <a:lnTo>
                    <a:pt x="581667" y="230332"/>
                  </a:lnTo>
                  <a:lnTo>
                    <a:pt x="544511" y="256605"/>
                  </a:lnTo>
                  <a:lnTo>
                    <a:pt x="508308" y="284101"/>
                  </a:lnTo>
                  <a:lnTo>
                    <a:pt x="473089" y="312790"/>
                  </a:lnTo>
                  <a:lnTo>
                    <a:pt x="438883" y="342643"/>
                  </a:lnTo>
                  <a:lnTo>
                    <a:pt x="405720" y="373630"/>
                  </a:lnTo>
                  <a:lnTo>
                    <a:pt x="373630" y="405720"/>
                  </a:lnTo>
                  <a:lnTo>
                    <a:pt x="342643" y="438883"/>
                  </a:lnTo>
                  <a:lnTo>
                    <a:pt x="312790" y="473089"/>
                  </a:lnTo>
                  <a:lnTo>
                    <a:pt x="284101" y="508308"/>
                  </a:lnTo>
                  <a:lnTo>
                    <a:pt x="256605" y="544511"/>
                  </a:lnTo>
                  <a:lnTo>
                    <a:pt x="230332" y="581667"/>
                  </a:lnTo>
                  <a:lnTo>
                    <a:pt x="205313" y="619746"/>
                  </a:lnTo>
                  <a:lnTo>
                    <a:pt x="181577" y="658717"/>
                  </a:lnTo>
                  <a:lnTo>
                    <a:pt x="159155" y="698552"/>
                  </a:lnTo>
                  <a:lnTo>
                    <a:pt x="138077" y="739220"/>
                  </a:lnTo>
                  <a:lnTo>
                    <a:pt x="118372" y="780691"/>
                  </a:lnTo>
                  <a:lnTo>
                    <a:pt x="100071" y="822935"/>
                  </a:lnTo>
                  <a:lnTo>
                    <a:pt x="83204" y="865921"/>
                  </a:lnTo>
                  <a:lnTo>
                    <a:pt x="67801" y="909620"/>
                  </a:lnTo>
                  <a:lnTo>
                    <a:pt x="53891" y="954002"/>
                  </a:lnTo>
                  <a:lnTo>
                    <a:pt x="41506" y="999037"/>
                  </a:lnTo>
                  <a:lnTo>
                    <a:pt x="30674" y="1044694"/>
                  </a:lnTo>
                  <a:lnTo>
                    <a:pt x="21426" y="1090944"/>
                  </a:lnTo>
                  <a:lnTo>
                    <a:pt x="13793" y="1137757"/>
                  </a:lnTo>
                  <a:lnTo>
                    <a:pt x="7803" y="1185102"/>
                  </a:lnTo>
                  <a:lnTo>
                    <a:pt x="3488" y="1232950"/>
                  </a:lnTo>
                  <a:lnTo>
                    <a:pt x="877" y="1281270"/>
                  </a:lnTo>
                  <a:lnTo>
                    <a:pt x="0" y="1330032"/>
                  </a:lnTo>
                  <a:lnTo>
                    <a:pt x="810475" y="1330032"/>
                  </a:lnTo>
                  <a:lnTo>
                    <a:pt x="812599" y="1282743"/>
                  </a:lnTo>
                  <a:lnTo>
                    <a:pt x="818846" y="1236646"/>
                  </a:lnTo>
                  <a:lnTo>
                    <a:pt x="829034" y="1191923"/>
                  </a:lnTo>
                  <a:lnTo>
                    <a:pt x="842980" y="1148758"/>
                  </a:lnTo>
                  <a:lnTo>
                    <a:pt x="860500" y="1107334"/>
                  </a:lnTo>
                  <a:lnTo>
                    <a:pt x="881410" y="1067835"/>
                  </a:lnTo>
                  <a:lnTo>
                    <a:pt x="905527" y="1030443"/>
                  </a:lnTo>
                  <a:lnTo>
                    <a:pt x="932669" y="995341"/>
                  </a:lnTo>
                  <a:lnTo>
                    <a:pt x="962650" y="962713"/>
                  </a:lnTo>
                  <a:lnTo>
                    <a:pt x="995288" y="932743"/>
                  </a:lnTo>
                  <a:lnTo>
                    <a:pt x="1030400" y="905612"/>
                  </a:lnTo>
                  <a:lnTo>
                    <a:pt x="1067802" y="881504"/>
                  </a:lnTo>
                  <a:lnTo>
                    <a:pt x="1107310" y="860603"/>
                  </a:lnTo>
                  <a:lnTo>
                    <a:pt x="1148742" y="843091"/>
                  </a:lnTo>
                  <a:lnTo>
                    <a:pt x="1191913" y="829152"/>
                  </a:lnTo>
                  <a:lnTo>
                    <a:pt x="1236641" y="818969"/>
                  </a:lnTo>
                  <a:lnTo>
                    <a:pt x="1282742" y="812725"/>
                  </a:lnTo>
                  <a:lnTo>
                    <a:pt x="1330032" y="810602"/>
                  </a:lnTo>
                  <a:lnTo>
                    <a:pt x="1377303" y="812725"/>
                  </a:lnTo>
                  <a:lnTo>
                    <a:pt x="1423386" y="818969"/>
                  </a:lnTo>
                  <a:lnTo>
                    <a:pt x="1468098" y="829152"/>
                  </a:lnTo>
                  <a:lnTo>
                    <a:pt x="1511256" y="843091"/>
                  </a:lnTo>
                  <a:lnTo>
                    <a:pt x="1552675" y="860603"/>
                  </a:lnTo>
                  <a:lnTo>
                    <a:pt x="1592174" y="881504"/>
                  </a:lnTo>
                  <a:lnTo>
                    <a:pt x="1629567" y="905612"/>
                  </a:lnTo>
                  <a:lnTo>
                    <a:pt x="1664671" y="932743"/>
                  </a:lnTo>
                  <a:lnTo>
                    <a:pt x="1697304" y="962713"/>
                  </a:lnTo>
                  <a:lnTo>
                    <a:pt x="1727280" y="995341"/>
                  </a:lnTo>
                  <a:lnTo>
                    <a:pt x="1754418" y="1030443"/>
                  </a:lnTo>
                  <a:lnTo>
                    <a:pt x="1778532" y="1067835"/>
                  </a:lnTo>
                  <a:lnTo>
                    <a:pt x="1799441" y="1107334"/>
                  </a:lnTo>
                  <a:lnTo>
                    <a:pt x="1816959" y="1148758"/>
                  </a:lnTo>
                  <a:lnTo>
                    <a:pt x="1830904" y="1191923"/>
                  </a:lnTo>
                  <a:lnTo>
                    <a:pt x="1841092" y="1236646"/>
                  </a:lnTo>
                  <a:lnTo>
                    <a:pt x="1847339" y="1282743"/>
                  </a:lnTo>
                  <a:lnTo>
                    <a:pt x="1849462" y="1330032"/>
                  </a:lnTo>
                  <a:lnTo>
                    <a:pt x="2659938" y="1330032"/>
                  </a:lnTo>
                  <a:lnTo>
                    <a:pt x="2659061" y="1281270"/>
                  </a:lnTo>
                  <a:lnTo>
                    <a:pt x="2656450" y="1232950"/>
                  </a:lnTo>
                  <a:lnTo>
                    <a:pt x="2652134" y="1185102"/>
                  </a:lnTo>
                  <a:lnTo>
                    <a:pt x="2646145" y="1137757"/>
                  </a:lnTo>
                  <a:lnTo>
                    <a:pt x="2638511" y="1090944"/>
                  </a:lnTo>
                  <a:lnTo>
                    <a:pt x="2629263" y="1044694"/>
                  </a:lnTo>
                  <a:lnTo>
                    <a:pt x="2618432" y="999037"/>
                  </a:lnTo>
                  <a:lnTo>
                    <a:pt x="2606046" y="954002"/>
                  </a:lnTo>
                  <a:lnTo>
                    <a:pt x="2592137" y="909620"/>
                  </a:lnTo>
                  <a:lnTo>
                    <a:pt x="2576734" y="865921"/>
                  </a:lnTo>
                  <a:lnTo>
                    <a:pt x="2559867" y="822935"/>
                  </a:lnTo>
                  <a:lnTo>
                    <a:pt x="2541566" y="780691"/>
                  </a:lnTo>
                  <a:lnTo>
                    <a:pt x="2521862" y="739220"/>
                  </a:lnTo>
                  <a:lnTo>
                    <a:pt x="2500784" y="698552"/>
                  </a:lnTo>
                  <a:lnTo>
                    <a:pt x="2478363" y="658717"/>
                  </a:lnTo>
                  <a:lnTo>
                    <a:pt x="2454628" y="619746"/>
                  </a:lnTo>
                  <a:lnTo>
                    <a:pt x="2429609" y="581667"/>
                  </a:lnTo>
                  <a:lnTo>
                    <a:pt x="2403338" y="544511"/>
                  </a:lnTo>
                  <a:lnTo>
                    <a:pt x="2375843" y="508308"/>
                  </a:lnTo>
                  <a:lnTo>
                    <a:pt x="2347154" y="473089"/>
                  </a:lnTo>
                  <a:lnTo>
                    <a:pt x="2317303" y="438883"/>
                  </a:lnTo>
                  <a:lnTo>
                    <a:pt x="2286318" y="405720"/>
                  </a:lnTo>
                  <a:lnTo>
                    <a:pt x="2254230" y="373630"/>
                  </a:lnTo>
                  <a:lnTo>
                    <a:pt x="2221069" y="342643"/>
                  </a:lnTo>
                  <a:lnTo>
                    <a:pt x="2186865" y="312790"/>
                  </a:lnTo>
                  <a:lnTo>
                    <a:pt x="2151649" y="284101"/>
                  </a:lnTo>
                  <a:lnTo>
                    <a:pt x="2115449" y="256605"/>
                  </a:lnTo>
                  <a:lnTo>
                    <a:pt x="2078296" y="230332"/>
                  </a:lnTo>
                  <a:lnTo>
                    <a:pt x="2040221" y="205313"/>
                  </a:lnTo>
                  <a:lnTo>
                    <a:pt x="2001252" y="181577"/>
                  </a:lnTo>
                  <a:lnTo>
                    <a:pt x="1961421" y="159155"/>
                  </a:lnTo>
                  <a:lnTo>
                    <a:pt x="1920758" y="138077"/>
                  </a:lnTo>
                  <a:lnTo>
                    <a:pt x="1879292" y="118372"/>
                  </a:lnTo>
                  <a:lnTo>
                    <a:pt x="1837053" y="100071"/>
                  </a:lnTo>
                  <a:lnTo>
                    <a:pt x="1794071" y="83204"/>
                  </a:lnTo>
                  <a:lnTo>
                    <a:pt x="1750378" y="67801"/>
                  </a:lnTo>
                  <a:lnTo>
                    <a:pt x="1706002" y="53891"/>
                  </a:lnTo>
                  <a:lnTo>
                    <a:pt x="1660973" y="41506"/>
                  </a:lnTo>
                  <a:lnTo>
                    <a:pt x="1615322" y="30674"/>
                  </a:lnTo>
                  <a:lnTo>
                    <a:pt x="1569079" y="21426"/>
                  </a:lnTo>
                  <a:lnTo>
                    <a:pt x="1522274" y="13793"/>
                  </a:lnTo>
                  <a:lnTo>
                    <a:pt x="1474937" y="7803"/>
                  </a:lnTo>
                  <a:lnTo>
                    <a:pt x="1427097" y="3488"/>
                  </a:lnTo>
                  <a:lnTo>
                    <a:pt x="1378786" y="877"/>
                  </a:lnTo>
                  <a:lnTo>
                    <a:pt x="1330032" y="0"/>
                  </a:lnTo>
                  <a:close/>
                </a:path>
              </a:pathLst>
            </a:custGeom>
            <a:solidFill>
              <a:srgbClr val="E3702C">
                <a:alpha val="862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grpSp>
      <p:sp>
        <p:nvSpPr>
          <p:cNvPr id="3074" name="Google Shape;3074;p277"/>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Medium" panose="02000000000000000000" pitchFamily="50" charset="0"/>
                <a:sym typeface="Arial"/>
              </a:rPr>
              <a:t>Desafío de algoritmos y llamado de funciones</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Gotham Rounded Medium" panose="02000000000000000000" pitchFamily="50" charset="0"/>
                <a:sym typeface="Arial"/>
              </a:rPr>
              <a:t>Desafío 1</a:t>
            </a: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5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Medium" panose="02000000000000000000" pitchFamily="50" charset="0"/>
                <a:sym typeface="Arial"/>
              </a:rPr>
              <a:t>El objetivo es observar la consigna y tratar de calcular si nuestra</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5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Medium" panose="02000000000000000000" pitchFamily="50" charset="0"/>
                <a:sym typeface="Arial"/>
              </a:rPr>
              <a:t>mascota virtual           llegará a su destino        .</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p:txBody>
      </p:sp>
      <p:pic>
        <p:nvPicPr>
          <p:cNvPr id="3075" name="Google Shape;3075;p277" descr="Alien Monster on Microsoft Windows 10 May 2019 Update"/>
          <p:cNvPicPr preferRelativeResize="0"/>
          <p:nvPr/>
        </p:nvPicPr>
        <p:blipFill rotWithShape="1">
          <a:blip r:embed="rId4">
            <a:alphaModFix/>
          </a:blip>
          <a:srcRect/>
          <a:stretch/>
        </p:blipFill>
        <p:spPr>
          <a:xfrm>
            <a:off x="5328557" y="4425042"/>
            <a:ext cx="452530" cy="452530"/>
          </a:xfrm>
          <a:prstGeom prst="rect">
            <a:avLst/>
          </a:prstGeom>
          <a:noFill/>
          <a:ln>
            <a:noFill/>
          </a:ln>
        </p:spPr>
      </p:pic>
      <p:pic>
        <p:nvPicPr>
          <p:cNvPr id="3076" name="Google Shape;3076;p277" descr="Chequered Flag on Microsoft Windows 10"/>
          <p:cNvPicPr preferRelativeResize="0"/>
          <p:nvPr/>
        </p:nvPicPr>
        <p:blipFill rotWithShape="1">
          <a:blip r:embed="rId5">
            <a:alphaModFix/>
          </a:blip>
          <a:srcRect/>
          <a:stretch/>
        </p:blipFill>
        <p:spPr>
          <a:xfrm>
            <a:off x="8554074" y="4464692"/>
            <a:ext cx="412880" cy="412880"/>
          </a:xfrm>
          <a:prstGeom prst="rect">
            <a:avLst/>
          </a:prstGeom>
          <a:noFill/>
          <a:ln>
            <a:noFill/>
          </a:ln>
        </p:spPr>
      </p:pic>
    </p:spTree>
  </p:cSld>
  <p:clrMapOvr>
    <a:masterClrMapping/>
  </p:clrMapOvr>
  <p:transition spd="med">
    <p:push/>
  </p:transition>
  <p:timing>
    <p:tnLst>
      <p:par>
        <p:cTn id="1" dur="indefinite" restart="never" nodeType="tmRoot"/>
      </p:par>
    </p:tn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Shape 3081"/>
        <p:cNvGrpSpPr/>
        <p:nvPr/>
      </p:nvGrpSpPr>
      <p:grpSpPr>
        <a:xfrm>
          <a:off x="0" y="0"/>
          <a:ext cx="0" cy="0"/>
          <a:chOff x="0" y="0"/>
          <a:chExt cx="0" cy="0"/>
        </a:xfrm>
      </p:grpSpPr>
      <p:grpSp>
        <p:nvGrpSpPr>
          <p:cNvPr id="3082" name="Google Shape;3082;p278"/>
          <p:cNvGrpSpPr/>
          <p:nvPr/>
        </p:nvGrpSpPr>
        <p:grpSpPr>
          <a:xfrm>
            <a:off x="503854" y="611156"/>
            <a:ext cx="5946712" cy="5635688"/>
            <a:chOff x="503854" y="531846"/>
            <a:chExt cx="5946712" cy="5635688"/>
          </a:xfrm>
        </p:grpSpPr>
        <p:sp>
          <p:nvSpPr>
            <p:cNvPr id="3083" name="Google Shape;3083;p278"/>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84" name="Google Shape;3084;p278"/>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85" name="Google Shape;3085;p278"/>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86" name="Google Shape;3086;p278"/>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87" name="Google Shape;3087;p278"/>
            <p:cNvSpPr/>
            <p:nvPr/>
          </p:nvSpPr>
          <p:spPr>
            <a:xfrm>
              <a:off x="5592150"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88" name="Google Shape;3088;p278"/>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89" name="Google Shape;3089;p278"/>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90" name="Google Shape;3090;p278"/>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91" name="Google Shape;3091;p278"/>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92" name="Google Shape;3092;p278"/>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93" name="Google Shape;3093;p278"/>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94" name="Google Shape;3094;p278"/>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95" name="Google Shape;3095;p278"/>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96" name="Google Shape;3096;p278"/>
            <p:cNvSpPr/>
            <p:nvPr/>
          </p:nvSpPr>
          <p:spPr>
            <a:xfrm>
              <a:off x="4320076"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97" name="Google Shape;3097;p278"/>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98" name="Google Shape;3098;p278"/>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99" name="Google Shape;3099;p278"/>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00" name="Google Shape;3100;p278"/>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01" name="Google Shape;3101;p278"/>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02" name="Google Shape;3102;p278"/>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03" name="Google Shape;3103;p278"/>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04" name="Google Shape;3104;p278"/>
            <p:cNvSpPr/>
            <p:nvPr/>
          </p:nvSpPr>
          <p:spPr>
            <a:xfrm>
              <a:off x="1775928" y="5309118"/>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05" name="Google Shape;3105;p278"/>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06" name="Google Shape;3106;p278"/>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07" name="Google Shape;3107;p278"/>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108" name="Google Shape;3108;p278"/>
          <p:cNvSpPr txBox="1"/>
          <p:nvPr/>
        </p:nvSpPr>
        <p:spPr>
          <a:xfrm>
            <a:off x="8145626" y="1684433"/>
            <a:ext cx="2992014" cy="3489134"/>
          </a:xfrm>
          <a:prstGeom prst="rect">
            <a:avLst/>
          </a:prstGeom>
          <a:noFill/>
          <a:ln>
            <a:noFill/>
          </a:ln>
        </p:spPr>
        <p:txBody>
          <a:bodyPr spcFirstLastPara="1" wrap="square" lIns="0" tIns="0" rIns="0" bIns="0" anchor="t" anchorCtr="0">
            <a:no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3</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p:txBody>
      </p:sp>
      <p:pic>
        <p:nvPicPr>
          <p:cNvPr id="3109" name="Google Shape;3109;p278" descr="Alien Monster on Microsoft Windows 10 May 2019 Update"/>
          <p:cNvPicPr preferRelativeResize="0"/>
          <p:nvPr/>
        </p:nvPicPr>
        <p:blipFill rotWithShape="1">
          <a:blip r:embed="rId3">
            <a:alphaModFix/>
          </a:blip>
          <a:srcRect/>
          <a:stretch/>
        </p:blipFill>
        <p:spPr>
          <a:xfrm>
            <a:off x="1978871" y="5591371"/>
            <a:ext cx="452530" cy="452530"/>
          </a:xfrm>
          <a:prstGeom prst="rect">
            <a:avLst/>
          </a:prstGeom>
          <a:noFill/>
          <a:ln>
            <a:noFill/>
          </a:ln>
        </p:spPr>
      </p:pic>
      <p:pic>
        <p:nvPicPr>
          <p:cNvPr id="3110" name="Google Shape;3110;p278" descr="Chequered Flag on Microsoft Windows 10"/>
          <p:cNvPicPr preferRelativeResize="0"/>
          <p:nvPr/>
        </p:nvPicPr>
        <p:blipFill rotWithShape="1">
          <a:blip r:embed="rId4">
            <a:alphaModFix/>
          </a:blip>
          <a:srcRect/>
          <a:stretch/>
        </p:blipFill>
        <p:spPr>
          <a:xfrm>
            <a:off x="5818418" y="839756"/>
            <a:ext cx="412880" cy="412880"/>
          </a:xfrm>
          <a:prstGeom prst="rect">
            <a:avLst/>
          </a:prstGeom>
          <a:noFill/>
          <a:ln>
            <a:noFill/>
          </a:ln>
        </p:spPr>
      </p:pic>
      <p:cxnSp>
        <p:nvCxnSpPr>
          <p:cNvPr id="3111" name="Google Shape;3111;p278"/>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timing>
    <p:tnLst>
      <p:par>
        <p:cTn id="1" dur="indefinite" restart="never" nodeType="tmRoot"/>
      </p:par>
    </p:tn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Shape 3116"/>
        <p:cNvGrpSpPr/>
        <p:nvPr/>
      </p:nvGrpSpPr>
      <p:grpSpPr>
        <a:xfrm>
          <a:off x="0" y="0"/>
          <a:ext cx="0" cy="0"/>
          <a:chOff x="0" y="0"/>
          <a:chExt cx="0" cy="0"/>
        </a:xfrm>
      </p:grpSpPr>
      <p:grpSp>
        <p:nvGrpSpPr>
          <p:cNvPr id="3117" name="Google Shape;3117;p279"/>
          <p:cNvGrpSpPr/>
          <p:nvPr/>
        </p:nvGrpSpPr>
        <p:grpSpPr>
          <a:xfrm>
            <a:off x="503854" y="611156"/>
            <a:ext cx="5946712" cy="5635688"/>
            <a:chOff x="503854" y="531846"/>
            <a:chExt cx="5946712" cy="5635688"/>
          </a:xfrm>
        </p:grpSpPr>
        <p:sp>
          <p:nvSpPr>
            <p:cNvPr id="3118" name="Google Shape;3118;p279"/>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19" name="Google Shape;3119;p279"/>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20" name="Google Shape;3120;p279"/>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21" name="Google Shape;3121;p279"/>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22" name="Google Shape;3122;p279"/>
            <p:cNvSpPr/>
            <p:nvPr/>
          </p:nvSpPr>
          <p:spPr>
            <a:xfrm>
              <a:off x="5592150"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23" name="Google Shape;3123;p279"/>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24" name="Google Shape;3124;p279"/>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25" name="Google Shape;3125;p279"/>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26" name="Google Shape;3126;p279"/>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27" name="Google Shape;3127;p279"/>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28" name="Google Shape;3128;p279"/>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29" name="Google Shape;3129;p279"/>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30" name="Google Shape;3130;p279"/>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31" name="Google Shape;3131;p279"/>
            <p:cNvSpPr/>
            <p:nvPr/>
          </p:nvSpPr>
          <p:spPr>
            <a:xfrm>
              <a:off x="4320076"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32" name="Google Shape;3132;p279"/>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33" name="Google Shape;3133;p279"/>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34" name="Google Shape;3134;p279"/>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35" name="Google Shape;3135;p279"/>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36" name="Google Shape;3136;p279"/>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37" name="Google Shape;3137;p279"/>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38" name="Google Shape;3138;p279"/>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39" name="Google Shape;3139;p279"/>
            <p:cNvSpPr/>
            <p:nvPr/>
          </p:nvSpPr>
          <p:spPr>
            <a:xfrm>
              <a:off x="1775928" y="5309118"/>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40" name="Google Shape;3140;p279"/>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41" name="Google Shape;3141;p279"/>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42" name="Google Shape;3142;p279"/>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143" name="Google Shape;3143;p279"/>
          <p:cNvSpPr txBox="1"/>
          <p:nvPr/>
        </p:nvSpPr>
        <p:spPr>
          <a:xfrm>
            <a:off x="8145626" y="1684433"/>
            <a:ext cx="2992014" cy="3489134"/>
          </a:xfrm>
          <a:prstGeom prst="rect">
            <a:avLst/>
          </a:prstGeom>
          <a:noFill/>
          <a:ln>
            <a:noFill/>
          </a:ln>
        </p:spPr>
        <p:txBody>
          <a:bodyPr spcFirstLastPara="1" wrap="square" lIns="0" tIns="0" rIns="0" bIns="0" anchor="t" anchorCtr="0">
            <a:no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highlight>
                  <a:srgbClr val="B3FF00"/>
                </a:highlight>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3</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p:txBody>
      </p:sp>
      <p:pic>
        <p:nvPicPr>
          <p:cNvPr id="3144" name="Google Shape;3144;p279" descr="Alien Monster on Microsoft Windows 10 May 2019 Update"/>
          <p:cNvPicPr preferRelativeResize="0"/>
          <p:nvPr/>
        </p:nvPicPr>
        <p:blipFill rotWithShape="1">
          <a:blip r:embed="rId3">
            <a:alphaModFix/>
          </a:blip>
          <a:srcRect/>
          <a:stretch/>
        </p:blipFill>
        <p:spPr>
          <a:xfrm>
            <a:off x="1978871" y="4397053"/>
            <a:ext cx="452530" cy="452530"/>
          </a:xfrm>
          <a:prstGeom prst="rect">
            <a:avLst/>
          </a:prstGeom>
          <a:noFill/>
          <a:ln>
            <a:noFill/>
          </a:ln>
        </p:spPr>
      </p:pic>
      <p:pic>
        <p:nvPicPr>
          <p:cNvPr id="3145" name="Google Shape;3145;p279" descr="Chequered Flag on Microsoft Windows 10"/>
          <p:cNvPicPr preferRelativeResize="0"/>
          <p:nvPr/>
        </p:nvPicPr>
        <p:blipFill rotWithShape="1">
          <a:blip r:embed="rId4">
            <a:alphaModFix/>
          </a:blip>
          <a:srcRect/>
          <a:stretch/>
        </p:blipFill>
        <p:spPr>
          <a:xfrm>
            <a:off x="5818418" y="839756"/>
            <a:ext cx="412880" cy="412880"/>
          </a:xfrm>
          <a:prstGeom prst="rect">
            <a:avLst/>
          </a:prstGeom>
          <a:noFill/>
          <a:ln>
            <a:noFill/>
          </a:ln>
        </p:spPr>
      </p:pic>
      <p:cxnSp>
        <p:nvCxnSpPr>
          <p:cNvPr id="3146" name="Google Shape;3146;p279"/>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timing>
    <p:tnLst>
      <p:par>
        <p:cTn id="1" dur="indefinite" restart="never" nodeType="tmRoot"/>
      </p:par>
    </p:tnLst>
  </p:timing>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Shape 3151"/>
        <p:cNvGrpSpPr/>
        <p:nvPr/>
      </p:nvGrpSpPr>
      <p:grpSpPr>
        <a:xfrm>
          <a:off x="0" y="0"/>
          <a:ext cx="0" cy="0"/>
          <a:chOff x="0" y="0"/>
          <a:chExt cx="0" cy="0"/>
        </a:xfrm>
      </p:grpSpPr>
      <p:grpSp>
        <p:nvGrpSpPr>
          <p:cNvPr id="3152" name="Google Shape;3152;p280"/>
          <p:cNvGrpSpPr/>
          <p:nvPr/>
        </p:nvGrpSpPr>
        <p:grpSpPr>
          <a:xfrm>
            <a:off x="503854" y="611156"/>
            <a:ext cx="5946712" cy="5635688"/>
            <a:chOff x="503854" y="531846"/>
            <a:chExt cx="5946712" cy="5635688"/>
          </a:xfrm>
        </p:grpSpPr>
        <p:sp>
          <p:nvSpPr>
            <p:cNvPr id="3153" name="Google Shape;3153;p280"/>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54" name="Google Shape;3154;p280"/>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55" name="Google Shape;3155;p280"/>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56" name="Google Shape;3156;p280"/>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57" name="Google Shape;3157;p280"/>
            <p:cNvSpPr/>
            <p:nvPr/>
          </p:nvSpPr>
          <p:spPr>
            <a:xfrm>
              <a:off x="5592150"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58" name="Google Shape;3158;p280"/>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59" name="Google Shape;3159;p280"/>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60" name="Google Shape;3160;p280"/>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61" name="Google Shape;3161;p280"/>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62" name="Google Shape;3162;p280"/>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63" name="Google Shape;3163;p280"/>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64" name="Google Shape;3164;p280"/>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65" name="Google Shape;3165;p280"/>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66" name="Google Shape;3166;p280"/>
            <p:cNvSpPr/>
            <p:nvPr/>
          </p:nvSpPr>
          <p:spPr>
            <a:xfrm>
              <a:off x="4320076"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67" name="Google Shape;3167;p280"/>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68" name="Google Shape;3168;p280"/>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69" name="Google Shape;3169;p280"/>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70" name="Google Shape;3170;p280"/>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71" name="Google Shape;3171;p280"/>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72" name="Google Shape;3172;p280"/>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73" name="Google Shape;3173;p280"/>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74" name="Google Shape;3174;p280"/>
            <p:cNvSpPr/>
            <p:nvPr/>
          </p:nvSpPr>
          <p:spPr>
            <a:xfrm>
              <a:off x="1775928" y="5309118"/>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75" name="Google Shape;3175;p280"/>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76" name="Google Shape;3176;p280"/>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77" name="Google Shape;3177;p280"/>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178" name="Google Shape;3178;p280"/>
          <p:cNvSpPr txBox="1"/>
          <p:nvPr/>
        </p:nvSpPr>
        <p:spPr>
          <a:xfrm>
            <a:off x="8150291" y="1684433"/>
            <a:ext cx="2992014" cy="3489134"/>
          </a:xfrm>
          <a:prstGeom prst="rect">
            <a:avLst/>
          </a:prstGeom>
          <a:noFill/>
          <a:ln>
            <a:noFill/>
          </a:ln>
        </p:spPr>
        <p:txBody>
          <a:bodyPr spcFirstLastPara="1" wrap="square" lIns="0" tIns="0" rIns="0" bIns="0" anchor="t" anchorCtr="0">
            <a:no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highlight>
                  <a:srgbClr val="B3FF00"/>
                </a:highlight>
                <a:latin typeface="Tahoma"/>
                <a:ea typeface="Tahoma"/>
                <a:cs typeface="Tahoma"/>
                <a:sym typeface="Tahoma"/>
              </a:rPr>
              <a:t>repetir (</a:t>
            </a:r>
            <a:r>
              <a:rPr lang="es-ES" sz="2400" b="0" i="0" u="none" strike="noStrike" cap="none">
                <a:solidFill>
                  <a:srgbClr val="79D2EA"/>
                </a:solidFill>
                <a:highlight>
                  <a:srgbClr val="B3FF00"/>
                </a:highlight>
                <a:latin typeface="Tahoma"/>
                <a:ea typeface="Tahoma"/>
                <a:cs typeface="Tahoma"/>
                <a:sym typeface="Tahoma"/>
              </a:rPr>
              <a:t>2</a:t>
            </a:r>
            <a:r>
              <a:rPr lang="es-ES" sz="2400" b="0" i="0" u="none" strike="noStrike" cap="none">
                <a:solidFill>
                  <a:srgbClr val="FF3399"/>
                </a:solidFill>
                <a:highlight>
                  <a:srgbClr val="B3FF00"/>
                </a:highlight>
                <a:latin typeface="Tahoma"/>
                <a:ea typeface="Tahoma"/>
                <a:cs typeface="Tahoma"/>
                <a:sym typeface="Tahoma"/>
              </a:rPr>
              <a:t>)</a:t>
            </a:r>
            <a:r>
              <a:rPr lang="es-ES" sz="2400" b="0" i="0" u="none" strike="noStrike" cap="none">
                <a:solidFill>
                  <a:srgbClr val="4A7B8B"/>
                </a:solidFill>
                <a:highlight>
                  <a:srgbClr val="B3FF00"/>
                </a:highlight>
                <a:latin typeface="Tahoma"/>
                <a:ea typeface="Tahoma"/>
                <a:cs typeface="Tahoma"/>
                <a:sym typeface="Tahoma"/>
              </a:rPr>
              <a:t> </a:t>
            </a:r>
            <a:r>
              <a:rPr lang="es-ES" sz="2400" b="0" i="0" u="none" strike="noStrike" cap="none">
                <a:solidFill>
                  <a:srgbClr val="FF3399"/>
                </a:solidFill>
                <a:highlight>
                  <a:srgbClr val="B3FF00"/>
                </a:highlight>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highlight>
                  <a:srgbClr val="B3FF00"/>
                </a:highlight>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highlight>
                  <a:srgbClr val="B3FF00"/>
                </a:highlight>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p:txBody>
      </p:sp>
      <p:pic>
        <p:nvPicPr>
          <p:cNvPr id="3179" name="Google Shape;3179;p280" descr="Alien Monster on Microsoft Windows 10 May 2019 Update"/>
          <p:cNvPicPr preferRelativeResize="0"/>
          <p:nvPr/>
        </p:nvPicPr>
        <p:blipFill rotWithShape="1">
          <a:blip r:embed="rId3">
            <a:alphaModFix/>
          </a:blip>
          <a:srcRect/>
          <a:stretch/>
        </p:blipFill>
        <p:spPr>
          <a:xfrm>
            <a:off x="3250945" y="4397053"/>
            <a:ext cx="452530" cy="452530"/>
          </a:xfrm>
          <a:prstGeom prst="rect">
            <a:avLst/>
          </a:prstGeom>
          <a:noFill/>
          <a:ln>
            <a:noFill/>
          </a:ln>
        </p:spPr>
      </p:pic>
      <p:pic>
        <p:nvPicPr>
          <p:cNvPr id="3180" name="Google Shape;3180;p280" descr="Chequered Flag on Microsoft Windows 10"/>
          <p:cNvPicPr preferRelativeResize="0"/>
          <p:nvPr/>
        </p:nvPicPr>
        <p:blipFill rotWithShape="1">
          <a:blip r:embed="rId4">
            <a:alphaModFix/>
          </a:blip>
          <a:srcRect/>
          <a:stretch/>
        </p:blipFill>
        <p:spPr>
          <a:xfrm>
            <a:off x="5818418" y="839756"/>
            <a:ext cx="412880" cy="412880"/>
          </a:xfrm>
          <a:prstGeom prst="rect">
            <a:avLst/>
          </a:prstGeom>
          <a:noFill/>
          <a:ln>
            <a:noFill/>
          </a:ln>
        </p:spPr>
      </p:pic>
      <p:cxnSp>
        <p:nvCxnSpPr>
          <p:cNvPr id="3181" name="Google Shape;3181;p280"/>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timing>
    <p:tnLst>
      <p:par>
        <p:cTn id="1" dur="indefinite" restart="never" nodeType="tmRoot"/>
      </p:par>
    </p:tnLst>
  </p:timing>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Shape 3186"/>
        <p:cNvGrpSpPr/>
        <p:nvPr/>
      </p:nvGrpSpPr>
      <p:grpSpPr>
        <a:xfrm>
          <a:off x="0" y="0"/>
          <a:ext cx="0" cy="0"/>
          <a:chOff x="0" y="0"/>
          <a:chExt cx="0" cy="0"/>
        </a:xfrm>
      </p:grpSpPr>
      <p:grpSp>
        <p:nvGrpSpPr>
          <p:cNvPr id="3187" name="Google Shape;3187;p281"/>
          <p:cNvGrpSpPr/>
          <p:nvPr/>
        </p:nvGrpSpPr>
        <p:grpSpPr>
          <a:xfrm>
            <a:off x="503854" y="611156"/>
            <a:ext cx="5946712" cy="5635688"/>
            <a:chOff x="503854" y="531846"/>
            <a:chExt cx="5946712" cy="5635688"/>
          </a:xfrm>
        </p:grpSpPr>
        <p:sp>
          <p:nvSpPr>
            <p:cNvPr id="3188" name="Google Shape;3188;p281"/>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89" name="Google Shape;3189;p281"/>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90" name="Google Shape;3190;p281"/>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91" name="Google Shape;3191;p281"/>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92" name="Google Shape;3192;p281"/>
            <p:cNvSpPr/>
            <p:nvPr/>
          </p:nvSpPr>
          <p:spPr>
            <a:xfrm>
              <a:off x="5592150"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93" name="Google Shape;3193;p281"/>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94" name="Google Shape;3194;p281"/>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95" name="Google Shape;3195;p281"/>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96" name="Google Shape;3196;p281"/>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97" name="Google Shape;3197;p281"/>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98" name="Google Shape;3198;p281"/>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99" name="Google Shape;3199;p281"/>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00" name="Google Shape;3200;p281"/>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01" name="Google Shape;3201;p281"/>
            <p:cNvSpPr/>
            <p:nvPr/>
          </p:nvSpPr>
          <p:spPr>
            <a:xfrm>
              <a:off x="4320076"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02" name="Google Shape;3202;p281"/>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03" name="Google Shape;3203;p281"/>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04" name="Google Shape;3204;p281"/>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05" name="Google Shape;3205;p281"/>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06" name="Google Shape;3206;p281"/>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07" name="Google Shape;3207;p281"/>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08" name="Google Shape;3208;p281"/>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09" name="Google Shape;3209;p281"/>
            <p:cNvSpPr/>
            <p:nvPr/>
          </p:nvSpPr>
          <p:spPr>
            <a:xfrm>
              <a:off x="1775928" y="5309118"/>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10" name="Google Shape;3210;p281"/>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11" name="Google Shape;3211;p281"/>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12" name="Google Shape;3212;p281"/>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213" name="Google Shape;3213;p281"/>
          <p:cNvSpPr txBox="1"/>
          <p:nvPr/>
        </p:nvSpPr>
        <p:spPr>
          <a:xfrm>
            <a:off x="8145626" y="1684433"/>
            <a:ext cx="2992014" cy="3489134"/>
          </a:xfrm>
          <a:prstGeom prst="rect">
            <a:avLst/>
          </a:prstGeom>
          <a:noFill/>
          <a:ln>
            <a:noFill/>
          </a:ln>
        </p:spPr>
        <p:txBody>
          <a:bodyPr spcFirstLastPara="1" wrap="square" lIns="0" tIns="0" rIns="0" bIns="0" anchor="t" anchorCtr="0">
            <a:no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highlight>
                  <a:srgbClr val="B3FF00"/>
                </a:highlight>
                <a:latin typeface="Tahoma"/>
                <a:ea typeface="Tahoma"/>
                <a:cs typeface="Tahoma"/>
                <a:sym typeface="Tahoma"/>
              </a:rPr>
              <a:t>repetir (</a:t>
            </a:r>
            <a:r>
              <a:rPr lang="es-ES" sz="2400" b="0" i="0" u="none" strike="noStrike" cap="none">
                <a:solidFill>
                  <a:srgbClr val="79D2EA"/>
                </a:solidFill>
                <a:highlight>
                  <a:srgbClr val="B3FF00"/>
                </a:highlight>
                <a:latin typeface="Tahoma"/>
                <a:ea typeface="Tahoma"/>
                <a:cs typeface="Tahoma"/>
                <a:sym typeface="Tahoma"/>
              </a:rPr>
              <a:t>1</a:t>
            </a:r>
            <a:r>
              <a:rPr lang="es-ES" sz="2400" b="0" i="0" u="none" strike="noStrike" cap="none">
                <a:solidFill>
                  <a:srgbClr val="FF3399"/>
                </a:solidFill>
                <a:highlight>
                  <a:srgbClr val="B3FF00"/>
                </a:highlight>
                <a:latin typeface="Tahoma"/>
                <a:ea typeface="Tahoma"/>
                <a:cs typeface="Tahoma"/>
                <a:sym typeface="Tahoma"/>
              </a:rPr>
              <a:t>)</a:t>
            </a:r>
            <a:r>
              <a:rPr lang="es-ES" sz="2400" b="0" i="0" u="none" strike="noStrike" cap="none">
                <a:solidFill>
                  <a:srgbClr val="4A7B8B"/>
                </a:solidFill>
                <a:highlight>
                  <a:srgbClr val="B3FF00"/>
                </a:highlight>
                <a:latin typeface="Tahoma"/>
                <a:ea typeface="Tahoma"/>
                <a:cs typeface="Tahoma"/>
                <a:sym typeface="Tahoma"/>
              </a:rPr>
              <a:t> </a:t>
            </a:r>
            <a:r>
              <a:rPr lang="es-ES" sz="2400" b="0" i="0" u="none" strike="noStrike" cap="none">
                <a:solidFill>
                  <a:srgbClr val="FF3399"/>
                </a:solidFill>
                <a:highlight>
                  <a:srgbClr val="B3FF00"/>
                </a:highlight>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highlight>
                  <a:srgbClr val="B3FF00"/>
                </a:highlight>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highlight>
                  <a:srgbClr val="B3FF00"/>
                </a:highlight>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p:txBody>
      </p:sp>
      <p:pic>
        <p:nvPicPr>
          <p:cNvPr id="3214" name="Google Shape;3214;p281" descr="Alien Monster on Microsoft Windows 10 May 2019 Update"/>
          <p:cNvPicPr preferRelativeResize="0"/>
          <p:nvPr/>
        </p:nvPicPr>
        <p:blipFill rotWithShape="1">
          <a:blip r:embed="rId3">
            <a:alphaModFix/>
          </a:blip>
          <a:srcRect/>
          <a:stretch/>
        </p:blipFill>
        <p:spPr>
          <a:xfrm>
            <a:off x="4523019" y="4397053"/>
            <a:ext cx="452530" cy="452530"/>
          </a:xfrm>
          <a:prstGeom prst="rect">
            <a:avLst/>
          </a:prstGeom>
          <a:noFill/>
          <a:ln>
            <a:noFill/>
          </a:ln>
        </p:spPr>
      </p:pic>
      <p:pic>
        <p:nvPicPr>
          <p:cNvPr id="3215" name="Google Shape;3215;p281" descr="Chequered Flag on Microsoft Windows 10"/>
          <p:cNvPicPr preferRelativeResize="0"/>
          <p:nvPr/>
        </p:nvPicPr>
        <p:blipFill rotWithShape="1">
          <a:blip r:embed="rId4">
            <a:alphaModFix/>
          </a:blip>
          <a:srcRect/>
          <a:stretch/>
        </p:blipFill>
        <p:spPr>
          <a:xfrm>
            <a:off x="5818418" y="839756"/>
            <a:ext cx="412880" cy="412880"/>
          </a:xfrm>
          <a:prstGeom prst="rect">
            <a:avLst/>
          </a:prstGeom>
          <a:noFill/>
          <a:ln>
            <a:noFill/>
          </a:ln>
        </p:spPr>
      </p:pic>
      <p:cxnSp>
        <p:nvCxnSpPr>
          <p:cNvPr id="3216" name="Google Shape;3216;p281"/>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timing>
    <p:tnLst>
      <p:par>
        <p:cTn id="1" dur="indefinite" restart="never" nodeType="tmRoot"/>
      </p:par>
    </p:tnLst>
  </p:timing>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Shape 3221"/>
        <p:cNvGrpSpPr/>
        <p:nvPr/>
      </p:nvGrpSpPr>
      <p:grpSpPr>
        <a:xfrm>
          <a:off x="0" y="0"/>
          <a:ext cx="0" cy="0"/>
          <a:chOff x="0" y="0"/>
          <a:chExt cx="0" cy="0"/>
        </a:xfrm>
      </p:grpSpPr>
      <p:grpSp>
        <p:nvGrpSpPr>
          <p:cNvPr id="3222" name="Google Shape;3222;p282"/>
          <p:cNvGrpSpPr/>
          <p:nvPr/>
        </p:nvGrpSpPr>
        <p:grpSpPr>
          <a:xfrm>
            <a:off x="503854" y="611156"/>
            <a:ext cx="5946712" cy="5635688"/>
            <a:chOff x="503854" y="531846"/>
            <a:chExt cx="5946712" cy="5635688"/>
          </a:xfrm>
        </p:grpSpPr>
        <p:sp>
          <p:nvSpPr>
            <p:cNvPr id="3223" name="Google Shape;3223;p282"/>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24" name="Google Shape;3224;p282"/>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25" name="Google Shape;3225;p282"/>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26" name="Google Shape;3226;p282"/>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27" name="Google Shape;3227;p282"/>
            <p:cNvSpPr/>
            <p:nvPr/>
          </p:nvSpPr>
          <p:spPr>
            <a:xfrm>
              <a:off x="5592150"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28" name="Google Shape;3228;p282"/>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29" name="Google Shape;3229;p282"/>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30" name="Google Shape;3230;p282"/>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31" name="Google Shape;3231;p282"/>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32" name="Google Shape;3232;p282"/>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33" name="Google Shape;3233;p282"/>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34" name="Google Shape;3234;p282"/>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35" name="Google Shape;3235;p282"/>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36" name="Google Shape;3236;p282"/>
            <p:cNvSpPr/>
            <p:nvPr/>
          </p:nvSpPr>
          <p:spPr>
            <a:xfrm>
              <a:off x="4320076"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37" name="Google Shape;3237;p282"/>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38" name="Google Shape;3238;p282"/>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39" name="Google Shape;3239;p282"/>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40" name="Google Shape;3240;p282"/>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41" name="Google Shape;3241;p282"/>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42" name="Google Shape;3242;p282"/>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43" name="Google Shape;3243;p282"/>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44" name="Google Shape;3244;p282"/>
            <p:cNvSpPr/>
            <p:nvPr/>
          </p:nvSpPr>
          <p:spPr>
            <a:xfrm>
              <a:off x="1775928" y="5309118"/>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45" name="Google Shape;3245;p282"/>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46" name="Google Shape;3246;p282"/>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47" name="Google Shape;3247;p282"/>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248" name="Google Shape;3248;p282"/>
          <p:cNvSpPr txBox="1"/>
          <p:nvPr/>
        </p:nvSpPr>
        <p:spPr>
          <a:xfrm>
            <a:off x="8145626" y="1684433"/>
            <a:ext cx="2992014" cy="3489134"/>
          </a:xfrm>
          <a:prstGeom prst="rect">
            <a:avLst/>
          </a:prstGeom>
          <a:noFill/>
          <a:ln>
            <a:noFill/>
          </a:ln>
        </p:spPr>
        <p:txBody>
          <a:bodyPr spcFirstLastPara="1" wrap="square" lIns="0" tIns="0" rIns="0" bIns="0" anchor="t" anchorCtr="0">
            <a:no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highlight>
                  <a:srgbClr val="B3FF00"/>
                </a:highlight>
                <a:latin typeface="Tahoma"/>
                <a:ea typeface="Tahoma"/>
                <a:cs typeface="Tahoma"/>
                <a:sym typeface="Tahoma"/>
              </a:rPr>
              <a:t>repetir (</a:t>
            </a:r>
            <a:r>
              <a:rPr lang="es-ES" sz="2400" b="0" i="0" u="none" strike="noStrike" cap="none">
                <a:solidFill>
                  <a:srgbClr val="79D2EA"/>
                </a:solidFill>
                <a:highlight>
                  <a:srgbClr val="B3FF00"/>
                </a:highlight>
                <a:latin typeface="Tahoma"/>
                <a:ea typeface="Tahoma"/>
                <a:cs typeface="Tahoma"/>
                <a:sym typeface="Tahoma"/>
              </a:rPr>
              <a:t>0</a:t>
            </a:r>
            <a:r>
              <a:rPr lang="es-ES" sz="2400" b="0" i="0" u="none" strike="noStrike" cap="none">
                <a:solidFill>
                  <a:srgbClr val="FF3399"/>
                </a:solidFill>
                <a:highlight>
                  <a:srgbClr val="B3FF00"/>
                </a:highlight>
                <a:latin typeface="Tahoma"/>
                <a:ea typeface="Tahoma"/>
                <a:cs typeface="Tahoma"/>
                <a:sym typeface="Tahoma"/>
              </a:rPr>
              <a:t>)</a:t>
            </a:r>
            <a:r>
              <a:rPr lang="es-ES" sz="2400" b="0" i="0" u="none" strike="noStrike" cap="none">
                <a:solidFill>
                  <a:srgbClr val="4A7B8B"/>
                </a:solidFill>
                <a:highlight>
                  <a:srgbClr val="B3FF00"/>
                </a:highlight>
                <a:latin typeface="Tahoma"/>
                <a:ea typeface="Tahoma"/>
                <a:cs typeface="Tahoma"/>
                <a:sym typeface="Tahoma"/>
              </a:rPr>
              <a:t> </a:t>
            </a:r>
            <a:r>
              <a:rPr lang="es-ES" sz="2400" b="0" i="0" u="none" strike="noStrike" cap="none">
                <a:solidFill>
                  <a:srgbClr val="FF3399"/>
                </a:solidFill>
                <a:highlight>
                  <a:srgbClr val="B3FF00"/>
                </a:highlight>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highlight>
                  <a:srgbClr val="B3FF00"/>
                </a:highlight>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highlight>
                  <a:srgbClr val="B3FF00"/>
                </a:highlight>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p:txBody>
      </p:sp>
      <p:pic>
        <p:nvPicPr>
          <p:cNvPr id="3249" name="Google Shape;3249;p282" descr="Alien Monster on Microsoft Windows 10 May 2019 Update"/>
          <p:cNvPicPr preferRelativeResize="0"/>
          <p:nvPr/>
        </p:nvPicPr>
        <p:blipFill rotWithShape="1">
          <a:blip r:embed="rId3">
            <a:alphaModFix/>
          </a:blip>
          <a:srcRect/>
          <a:stretch/>
        </p:blipFill>
        <p:spPr>
          <a:xfrm>
            <a:off x="5795093" y="4397053"/>
            <a:ext cx="452530" cy="452530"/>
          </a:xfrm>
          <a:prstGeom prst="rect">
            <a:avLst/>
          </a:prstGeom>
          <a:noFill/>
          <a:ln>
            <a:noFill/>
          </a:ln>
        </p:spPr>
      </p:pic>
      <p:pic>
        <p:nvPicPr>
          <p:cNvPr id="3250" name="Google Shape;3250;p282" descr="Chequered Flag on Microsoft Windows 10"/>
          <p:cNvPicPr preferRelativeResize="0"/>
          <p:nvPr/>
        </p:nvPicPr>
        <p:blipFill rotWithShape="1">
          <a:blip r:embed="rId4">
            <a:alphaModFix/>
          </a:blip>
          <a:srcRect/>
          <a:stretch/>
        </p:blipFill>
        <p:spPr>
          <a:xfrm>
            <a:off x="5818418" y="839756"/>
            <a:ext cx="412880" cy="412880"/>
          </a:xfrm>
          <a:prstGeom prst="rect">
            <a:avLst/>
          </a:prstGeom>
          <a:noFill/>
          <a:ln>
            <a:noFill/>
          </a:ln>
        </p:spPr>
      </p:pic>
      <p:cxnSp>
        <p:nvCxnSpPr>
          <p:cNvPr id="3251" name="Google Shape;3251;p282"/>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timing>
    <p:tnLst>
      <p:par>
        <p:cTn id="1" dur="indefinite" restart="never" nodeType="tmRoot"/>
      </p:par>
    </p:tnLst>
  </p:timing>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Shape 3256"/>
        <p:cNvGrpSpPr/>
        <p:nvPr/>
      </p:nvGrpSpPr>
      <p:grpSpPr>
        <a:xfrm>
          <a:off x="0" y="0"/>
          <a:ext cx="0" cy="0"/>
          <a:chOff x="0" y="0"/>
          <a:chExt cx="0" cy="0"/>
        </a:xfrm>
      </p:grpSpPr>
      <p:grpSp>
        <p:nvGrpSpPr>
          <p:cNvPr id="3257" name="Google Shape;3257;p283"/>
          <p:cNvGrpSpPr/>
          <p:nvPr/>
        </p:nvGrpSpPr>
        <p:grpSpPr>
          <a:xfrm>
            <a:off x="503854" y="611156"/>
            <a:ext cx="5946712" cy="5635688"/>
            <a:chOff x="503854" y="531846"/>
            <a:chExt cx="5946712" cy="5635688"/>
          </a:xfrm>
        </p:grpSpPr>
        <p:sp>
          <p:nvSpPr>
            <p:cNvPr id="3258" name="Google Shape;3258;p283"/>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59" name="Google Shape;3259;p283"/>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60" name="Google Shape;3260;p283"/>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61" name="Google Shape;3261;p283"/>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62" name="Google Shape;3262;p283"/>
            <p:cNvSpPr/>
            <p:nvPr/>
          </p:nvSpPr>
          <p:spPr>
            <a:xfrm>
              <a:off x="5592150"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63" name="Google Shape;3263;p283"/>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64" name="Google Shape;3264;p283"/>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65" name="Google Shape;3265;p283"/>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66" name="Google Shape;3266;p283"/>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67" name="Google Shape;3267;p283"/>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68" name="Google Shape;3268;p283"/>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69" name="Google Shape;3269;p283"/>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70" name="Google Shape;3270;p283"/>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71" name="Google Shape;3271;p283"/>
            <p:cNvSpPr/>
            <p:nvPr/>
          </p:nvSpPr>
          <p:spPr>
            <a:xfrm>
              <a:off x="4320076"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72" name="Google Shape;3272;p283"/>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73" name="Google Shape;3273;p283"/>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74" name="Google Shape;3274;p283"/>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75" name="Google Shape;3275;p283"/>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76" name="Google Shape;3276;p283"/>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77" name="Google Shape;3277;p283"/>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78" name="Google Shape;3278;p283"/>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79" name="Google Shape;3279;p283"/>
            <p:cNvSpPr/>
            <p:nvPr/>
          </p:nvSpPr>
          <p:spPr>
            <a:xfrm>
              <a:off x="1775928" y="5309118"/>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80" name="Google Shape;3280;p283"/>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81" name="Google Shape;3281;p283"/>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82" name="Google Shape;3282;p283"/>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283" name="Google Shape;3283;p283"/>
          <p:cNvSpPr txBox="1"/>
          <p:nvPr/>
        </p:nvSpPr>
        <p:spPr>
          <a:xfrm>
            <a:off x="8145626" y="1684433"/>
            <a:ext cx="2992014" cy="3489134"/>
          </a:xfrm>
          <a:prstGeom prst="rect">
            <a:avLst/>
          </a:prstGeom>
          <a:noFill/>
          <a:ln>
            <a:noFill/>
          </a:ln>
        </p:spPr>
        <p:txBody>
          <a:bodyPr spcFirstLastPara="1" wrap="square" lIns="0" tIns="0" rIns="0" bIns="0" anchor="t" anchorCtr="0">
            <a:no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3</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highlight>
                  <a:srgbClr val="B3FF00"/>
                </a:highlight>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p:txBody>
      </p:sp>
      <p:pic>
        <p:nvPicPr>
          <p:cNvPr id="3284" name="Google Shape;3284;p283" descr="Alien Monster on Microsoft Windows 10 May 2019 Update"/>
          <p:cNvPicPr preferRelativeResize="0"/>
          <p:nvPr/>
        </p:nvPicPr>
        <p:blipFill rotWithShape="1">
          <a:blip r:embed="rId3">
            <a:alphaModFix/>
          </a:blip>
          <a:srcRect/>
          <a:stretch/>
        </p:blipFill>
        <p:spPr>
          <a:xfrm>
            <a:off x="5795093" y="3202735"/>
            <a:ext cx="452530" cy="452530"/>
          </a:xfrm>
          <a:prstGeom prst="rect">
            <a:avLst/>
          </a:prstGeom>
          <a:noFill/>
          <a:ln>
            <a:noFill/>
          </a:ln>
        </p:spPr>
      </p:pic>
      <p:pic>
        <p:nvPicPr>
          <p:cNvPr id="3285" name="Google Shape;3285;p283" descr="Chequered Flag on Microsoft Windows 10"/>
          <p:cNvPicPr preferRelativeResize="0"/>
          <p:nvPr/>
        </p:nvPicPr>
        <p:blipFill rotWithShape="1">
          <a:blip r:embed="rId4">
            <a:alphaModFix/>
          </a:blip>
          <a:srcRect/>
          <a:stretch/>
        </p:blipFill>
        <p:spPr>
          <a:xfrm>
            <a:off x="5818418" y="839756"/>
            <a:ext cx="412880" cy="412880"/>
          </a:xfrm>
          <a:prstGeom prst="rect">
            <a:avLst/>
          </a:prstGeom>
          <a:noFill/>
          <a:ln>
            <a:noFill/>
          </a:ln>
        </p:spPr>
      </p:pic>
      <p:cxnSp>
        <p:nvCxnSpPr>
          <p:cNvPr id="3286" name="Google Shape;3286;p283"/>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timing>
    <p:tnLst>
      <p:par>
        <p:cTn id="1" dur="indefinite" restart="never" nodeType="tmRoot"/>
      </p:par>
    </p:tnLst>
  </p:timing>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Shape 3291"/>
        <p:cNvGrpSpPr/>
        <p:nvPr/>
      </p:nvGrpSpPr>
      <p:grpSpPr>
        <a:xfrm>
          <a:off x="0" y="0"/>
          <a:ext cx="0" cy="0"/>
          <a:chOff x="0" y="0"/>
          <a:chExt cx="0" cy="0"/>
        </a:xfrm>
      </p:grpSpPr>
      <p:grpSp>
        <p:nvGrpSpPr>
          <p:cNvPr id="3292" name="Google Shape;3292;p284"/>
          <p:cNvGrpSpPr/>
          <p:nvPr/>
        </p:nvGrpSpPr>
        <p:grpSpPr>
          <a:xfrm>
            <a:off x="503854" y="611156"/>
            <a:ext cx="5946712" cy="5635688"/>
            <a:chOff x="503854" y="531846"/>
            <a:chExt cx="5946712" cy="5635688"/>
          </a:xfrm>
        </p:grpSpPr>
        <p:sp>
          <p:nvSpPr>
            <p:cNvPr id="3293" name="Google Shape;3293;p284"/>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94" name="Google Shape;3294;p284"/>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95" name="Google Shape;3295;p284"/>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96" name="Google Shape;3296;p284"/>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97" name="Google Shape;3297;p284"/>
            <p:cNvSpPr/>
            <p:nvPr/>
          </p:nvSpPr>
          <p:spPr>
            <a:xfrm>
              <a:off x="5592150"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98" name="Google Shape;3298;p284"/>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99" name="Google Shape;3299;p284"/>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00" name="Google Shape;3300;p284"/>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01" name="Google Shape;3301;p284"/>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02" name="Google Shape;3302;p284"/>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03" name="Google Shape;3303;p284"/>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04" name="Google Shape;3304;p284"/>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05" name="Google Shape;3305;p284"/>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06" name="Google Shape;3306;p284"/>
            <p:cNvSpPr/>
            <p:nvPr/>
          </p:nvSpPr>
          <p:spPr>
            <a:xfrm>
              <a:off x="4320076"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07" name="Google Shape;3307;p284"/>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08" name="Google Shape;3308;p284"/>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09" name="Google Shape;3309;p284"/>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10" name="Google Shape;3310;p284"/>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11" name="Google Shape;3311;p284"/>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12" name="Google Shape;3312;p284"/>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13" name="Google Shape;3313;p284"/>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14" name="Google Shape;3314;p284"/>
            <p:cNvSpPr/>
            <p:nvPr/>
          </p:nvSpPr>
          <p:spPr>
            <a:xfrm>
              <a:off x="1775928" y="5309118"/>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15" name="Google Shape;3315;p284"/>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16" name="Google Shape;3316;p284"/>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17" name="Google Shape;3317;p284"/>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318" name="Google Shape;3318;p284"/>
          <p:cNvSpPr txBox="1"/>
          <p:nvPr/>
        </p:nvSpPr>
        <p:spPr>
          <a:xfrm>
            <a:off x="8145626" y="1684433"/>
            <a:ext cx="2992014" cy="3489134"/>
          </a:xfrm>
          <a:prstGeom prst="rect">
            <a:avLst/>
          </a:prstGeom>
          <a:noFill/>
          <a:ln>
            <a:noFill/>
          </a:ln>
        </p:spPr>
        <p:txBody>
          <a:bodyPr spcFirstLastPara="1" wrap="square" lIns="0" tIns="0" rIns="0" bIns="0" anchor="t" anchorCtr="0">
            <a:no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3</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highlight>
                  <a:srgbClr val="B3FF00"/>
                </a:highlight>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p:txBody>
      </p:sp>
      <p:pic>
        <p:nvPicPr>
          <p:cNvPr id="3319" name="Google Shape;3319;p284" descr="Alien Monster on Microsoft Windows 10 May 2019 Update"/>
          <p:cNvPicPr preferRelativeResize="0"/>
          <p:nvPr/>
        </p:nvPicPr>
        <p:blipFill rotWithShape="1">
          <a:blip r:embed="rId3">
            <a:alphaModFix/>
          </a:blip>
          <a:srcRect/>
          <a:stretch/>
        </p:blipFill>
        <p:spPr>
          <a:xfrm>
            <a:off x="5795093" y="2008417"/>
            <a:ext cx="452530" cy="452530"/>
          </a:xfrm>
          <a:prstGeom prst="rect">
            <a:avLst/>
          </a:prstGeom>
          <a:noFill/>
          <a:ln>
            <a:noFill/>
          </a:ln>
        </p:spPr>
      </p:pic>
      <p:pic>
        <p:nvPicPr>
          <p:cNvPr id="3320" name="Google Shape;3320;p284" descr="Chequered Flag on Microsoft Windows 10"/>
          <p:cNvPicPr preferRelativeResize="0"/>
          <p:nvPr/>
        </p:nvPicPr>
        <p:blipFill rotWithShape="1">
          <a:blip r:embed="rId4">
            <a:alphaModFix/>
          </a:blip>
          <a:srcRect/>
          <a:stretch/>
        </p:blipFill>
        <p:spPr>
          <a:xfrm>
            <a:off x="5818418" y="839756"/>
            <a:ext cx="412880" cy="412880"/>
          </a:xfrm>
          <a:prstGeom prst="rect">
            <a:avLst/>
          </a:prstGeom>
          <a:noFill/>
          <a:ln>
            <a:noFill/>
          </a:ln>
        </p:spPr>
      </p:pic>
      <p:cxnSp>
        <p:nvCxnSpPr>
          <p:cNvPr id="3321" name="Google Shape;3321;p284"/>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timing>
    <p:tnLst>
      <p:par>
        <p:cTn id="1" dur="indefinite" restart="never" nodeType="tmRoot"/>
      </p:par>
    </p:tnLst>
  </p:timing>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Shape 3326"/>
        <p:cNvGrpSpPr/>
        <p:nvPr/>
      </p:nvGrpSpPr>
      <p:grpSpPr>
        <a:xfrm>
          <a:off x="0" y="0"/>
          <a:ext cx="0" cy="0"/>
          <a:chOff x="0" y="0"/>
          <a:chExt cx="0" cy="0"/>
        </a:xfrm>
      </p:grpSpPr>
      <p:grpSp>
        <p:nvGrpSpPr>
          <p:cNvPr id="3327" name="Google Shape;3327;p285"/>
          <p:cNvGrpSpPr/>
          <p:nvPr/>
        </p:nvGrpSpPr>
        <p:grpSpPr>
          <a:xfrm>
            <a:off x="503854" y="611156"/>
            <a:ext cx="5946712" cy="5635688"/>
            <a:chOff x="503854" y="531846"/>
            <a:chExt cx="5946712" cy="5635688"/>
          </a:xfrm>
        </p:grpSpPr>
        <p:sp>
          <p:nvSpPr>
            <p:cNvPr id="3328" name="Google Shape;3328;p285"/>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29" name="Google Shape;3329;p285"/>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30" name="Google Shape;3330;p285"/>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31" name="Google Shape;3331;p285"/>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32" name="Google Shape;3332;p285"/>
            <p:cNvSpPr/>
            <p:nvPr/>
          </p:nvSpPr>
          <p:spPr>
            <a:xfrm>
              <a:off x="5592150"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33" name="Google Shape;3333;p285"/>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34" name="Google Shape;3334;p285"/>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35" name="Google Shape;3335;p285"/>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36" name="Google Shape;3336;p285"/>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37" name="Google Shape;3337;p285"/>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38" name="Google Shape;3338;p285"/>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39" name="Google Shape;3339;p285"/>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40" name="Google Shape;3340;p285"/>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41" name="Google Shape;3341;p285"/>
            <p:cNvSpPr/>
            <p:nvPr/>
          </p:nvSpPr>
          <p:spPr>
            <a:xfrm>
              <a:off x="4320076"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42" name="Google Shape;3342;p285"/>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43" name="Google Shape;3343;p285"/>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44" name="Google Shape;3344;p285"/>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45" name="Google Shape;3345;p285"/>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46" name="Google Shape;3346;p285"/>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47" name="Google Shape;3347;p285"/>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48" name="Google Shape;3348;p285"/>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49" name="Google Shape;3349;p285"/>
            <p:cNvSpPr/>
            <p:nvPr/>
          </p:nvSpPr>
          <p:spPr>
            <a:xfrm>
              <a:off x="1775928" y="5309118"/>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50" name="Google Shape;3350;p285"/>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51" name="Google Shape;3351;p285"/>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52" name="Google Shape;3352;p285"/>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353" name="Google Shape;3353;p285"/>
          <p:cNvSpPr txBox="1"/>
          <p:nvPr/>
        </p:nvSpPr>
        <p:spPr>
          <a:xfrm>
            <a:off x="8145626" y="1684433"/>
            <a:ext cx="2992014" cy="3489134"/>
          </a:xfrm>
          <a:prstGeom prst="rect">
            <a:avLst/>
          </a:prstGeom>
          <a:noFill/>
          <a:ln>
            <a:noFill/>
          </a:ln>
        </p:spPr>
        <p:txBody>
          <a:bodyPr spcFirstLastPara="1" wrap="square" lIns="0" tIns="0" rIns="0" bIns="0" anchor="t" anchorCtr="0">
            <a:no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3</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highlight>
                  <a:srgbClr val="B3FF00"/>
                </a:highlight>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p:txBody>
      </p:sp>
      <p:pic>
        <p:nvPicPr>
          <p:cNvPr id="3354" name="Google Shape;3354;p285" descr="Chequered Flag on Microsoft Windows 10"/>
          <p:cNvPicPr preferRelativeResize="0"/>
          <p:nvPr/>
        </p:nvPicPr>
        <p:blipFill rotWithShape="1">
          <a:blip r:embed="rId3">
            <a:alphaModFix/>
          </a:blip>
          <a:srcRect/>
          <a:stretch/>
        </p:blipFill>
        <p:spPr>
          <a:xfrm>
            <a:off x="5818418" y="839756"/>
            <a:ext cx="412880" cy="412880"/>
          </a:xfrm>
          <a:prstGeom prst="rect">
            <a:avLst/>
          </a:prstGeom>
          <a:noFill/>
          <a:ln>
            <a:noFill/>
          </a:ln>
        </p:spPr>
      </p:pic>
      <p:cxnSp>
        <p:nvCxnSpPr>
          <p:cNvPr id="3355" name="Google Shape;3355;p285"/>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3356" name="Google Shape;3356;p285" descr="Alien Monster on Microsoft Windows 10 May 2019 Update"/>
          <p:cNvPicPr preferRelativeResize="0"/>
          <p:nvPr/>
        </p:nvPicPr>
        <p:blipFill rotWithShape="1">
          <a:blip r:embed="rId4">
            <a:alphaModFix/>
          </a:blip>
          <a:srcRect/>
          <a:stretch/>
        </p:blipFill>
        <p:spPr>
          <a:xfrm>
            <a:off x="5795093" y="800106"/>
            <a:ext cx="452530" cy="452530"/>
          </a:xfrm>
          <a:prstGeom prst="rect">
            <a:avLst/>
          </a:prstGeom>
          <a:noFill/>
          <a:ln>
            <a:noFill/>
          </a:ln>
        </p:spPr>
      </p:pic>
      <p:pic>
        <p:nvPicPr>
          <p:cNvPr id="3357" name="Google Shape;3357;p285" descr="Check Mark Button on Microsoft Windows 10 May 2019 Update"/>
          <p:cNvPicPr preferRelativeResize="0"/>
          <p:nvPr/>
        </p:nvPicPr>
        <p:blipFill rotWithShape="1">
          <a:blip r:embed="rId5">
            <a:alphaModFix/>
          </a:blip>
          <a:srcRect/>
          <a:stretch/>
        </p:blipFill>
        <p:spPr>
          <a:xfrm>
            <a:off x="10907485" y="5738327"/>
            <a:ext cx="737117" cy="737117"/>
          </a:xfrm>
          <a:prstGeom prst="rect">
            <a:avLst/>
          </a:prstGeom>
          <a:noFill/>
          <a:ln>
            <a:noFill/>
          </a:ln>
        </p:spPr>
      </p:pic>
      <p:pic>
        <p:nvPicPr>
          <p:cNvPr id="3358" name="Google Shape;3358;p285" descr="Smiling Face with Sunglasses on Microsoft Windows 10 May 2019 Update"/>
          <p:cNvPicPr preferRelativeResize="0"/>
          <p:nvPr/>
        </p:nvPicPr>
        <p:blipFill rotWithShape="1">
          <a:blip r:embed="rId6">
            <a:alphaModFix/>
          </a:blip>
          <a:srcRect/>
          <a:stretch/>
        </p:blipFill>
        <p:spPr>
          <a:xfrm>
            <a:off x="10065183" y="5883516"/>
            <a:ext cx="446738" cy="446738"/>
          </a:xfrm>
          <a:prstGeom prst="rect">
            <a:avLst/>
          </a:prstGeom>
          <a:noFill/>
          <a:ln>
            <a:noFill/>
          </a:ln>
        </p:spPr>
      </p:pic>
    </p:spTree>
  </p:cSld>
  <p:clrMapOvr>
    <a:masterClrMapping/>
  </p:clrMapOvr>
  <p:timing>
    <p:tnLst>
      <p:par>
        <p:cTn id="1" dur="indefinite" restart="never" nodeType="tmRoot"/>
      </p:par>
    </p:tnLst>
  </p:timing>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Shape 3363"/>
        <p:cNvGrpSpPr/>
        <p:nvPr/>
      </p:nvGrpSpPr>
      <p:grpSpPr>
        <a:xfrm>
          <a:off x="0" y="0"/>
          <a:ext cx="0" cy="0"/>
          <a:chOff x="0" y="0"/>
          <a:chExt cx="0" cy="0"/>
        </a:xfrm>
      </p:grpSpPr>
      <p:grpSp>
        <p:nvGrpSpPr>
          <p:cNvPr id="9" name="Google Shape;971;p5"/>
          <p:cNvGrpSpPr/>
          <p:nvPr/>
        </p:nvGrpSpPr>
        <p:grpSpPr>
          <a:xfrm>
            <a:off x="0" y="0"/>
            <a:ext cx="12192000" cy="6858000"/>
            <a:chOff x="0" y="0"/>
            <a:chExt cx="17348200" cy="9753600"/>
          </a:xfrm>
        </p:grpSpPr>
        <p:pic>
          <p:nvPicPr>
            <p:cNvPr id="10" name="Google Shape;972;p5"/>
            <p:cNvPicPr preferRelativeResize="0"/>
            <p:nvPr/>
          </p:nvPicPr>
          <p:blipFill rotWithShape="1">
            <a:blip r:embed="rId3">
              <a:alphaModFix/>
            </a:blip>
            <a:srcRect/>
            <a:stretch/>
          </p:blipFill>
          <p:spPr>
            <a:xfrm>
              <a:off x="0" y="0"/>
              <a:ext cx="17348200" cy="9753600"/>
            </a:xfrm>
            <a:prstGeom prst="rect">
              <a:avLst/>
            </a:prstGeom>
            <a:noFill/>
            <a:ln>
              <a:noFill/>
            </a:ln>
          </p:spPr>
        </p:pic>
        <p:sp>
          <p:nvSpPr>
            <p:cNvPr id="11" name="Google Shape;973;p5"/>
            <p:cNvSpPr/>
            <p:nvPr/>
          </p:nvSpPr>
          <p:spPr>
            <a:xfrm>
              <a:off x="7468819" y="516686"/>
              <a:ext cx="2740660" cy="891540"/>
            </a:xfrm>
            <a:custGeom>
              <a:avLst/>
              <a:gdLst/>
              <a:ahLst/>
              <a:cxnLst/>
              <a:rect l="l" t="t" r="r" b="b"/>
              <a:pathLst>
                <a:path w="2740659" h="891540" extrusionOk="0">
                  <a:moveTo>
                    <a:pt x="2740177" y="0"/>
                  </a:moveTo>
                  <a:lnTo>
                    <a:pt x="2283434" y="136270"/>
                  </a:lnTo>
                  <a:lnTo>
                    <a:pt x="1826704" y="0"/>
                  </a:lnTo>
                  <a:lnTo>
                    <a:pt x="1370025" y="136270"/>
                  </a:lnTo>
                  <a:lnTo>
                    <a:pt x="913333" y="0"/>
                  </a:lnTo>
                  <a:lnTo>
                    <a:pt x="456666" y="136270"/>
                  </a:lnTo>
                  <a:lnTo>
                    <a:pt x="0" y="0"/>
                  </a:lnTo>
                  <a:lnTo>
                    <a:pt x="0" y="754811"/>
                  </a:lnTo>
                  <a:lnTo>
                    <a:pt x="456666" y="891070"/>
                  </a:lnTo>
                  <a:lnTo>
                    <a:pt x="913333" y="754811"/>
                  </a:lnTo>
                  <a:lnTo>
                    <a:pt x="1370025" y="891070"/>
                  </a:lnTo>
                  <a:lnTo>
                    <a:pt x="1826704" y="754811"/>
                  </a:lnTo>
                  <a:lnTo>
                    <a:pt x="2283434" y="891070"/>
                  </a:lnTo>
                  <a:lnTo>
                    <a:pt x="2740177" y="754811"/>
                  </a:lnTo>
                  <a:lnTo>
                    <a:pt x="2740177" y="0"/>
                  </a:lnTo>
                  <a:close/>
                </a:path>
              </a:pathLst>
            </a:custGeom>
            <a:solidFill>
              <a:srgbClr val="009733">
                <a:alpha val="862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2" name="Google Shape;974;p5"/>
            <p:cNvSpPr/>
            <p:nvPr/>
          </p:nvSpPr>
          <p:spPr>
            <a:xfrm>
              <a:off x="15582341" y="2075243"/>
              <a:ext cx="1310640" cy="2620010"/>
            </a:xfrm>
            <a:custGeom>
              <a:avLst/>
              <a:gdLst/>
              <a:ahLst/>
              <a:cxnLst/>
              <a:rect l="l" t="t" r="r" b="b"/>
              <a:pathLst>
                <a:path w="1310640" h="2620010" extrusionOk="0">
                  <a:moveTo>
                    <a:pt x="0" y="0"/>
                  </a:moveTo>
                  <a:lnTo>
                    <a:pt x="0" y="798296"/>
                  </a:lnTo>
                  <a:lnTo>
                    <a:pt x="46579" y="800388"/>
                  </a:lnTo>
                  <a:lnTo>
                    <a:pt x="91985" y="806542"/>
                  </a:lnTo>
                  <a:lnTo>
                    <a:pt x="136037" y="816577"/>
                  </a:lnTo>
                  <a:lnTo>
                    <a:pt x="178554" y="830314"/>
                  </a:lnTo>
                  <a:lnTo>
                    <a:pt x="219355" y="847572"/>
                  </a:lnTo>
                  <a:lnTo>
                    <a:pt x="258262" y="868169"/>
                  </a:lnTo>
                  <a:lnTo>
                    <a:pt x="295093" y="891925"/>
                  </a:lnTo>
                  <a:lnTo>
                    <a:pt x="329667" y="918659"/>
                  </a:lnTo>
                  <a:lnTo>
                    <a:pt x="361805" y="948191"/>
                  </a:lnTo>
                  <a:lnTo>
                    <a:pt x="391326" y="980340"/>
                  </a:lnTo>
                  <a:lnTo>
                    <a:pt x="418049" y="1014925"/>
                  </a:lnTo>
                  <a:lnTo>
                    <a:pt x="441795" y="1051766"/>
                  </a:lnTo>
                  <a:lnTo>
                    <a:pt x="462382" y="1090681"/>
                  </a:lnTo>
                  <a:lnTo>
                    <a:pt x="479631" y="1131490"/>
                  </a:lnTo>
                  <a:lnTo>
                    <a:pt x="493361" y="1174013"/>
                  </a:lnTo>
                  <a:lnTo>
                    <a:pt x="503391" y="1218069"/>
                  </a:lnTo>
                  <a:lnTo>
                    <a:pt x="509541" y="1263476"/>
                  </a:lnTo>
                  <a:lnTo>
                    <a:pt x="511632" y="1310055"/>
                  </a:lnTo>
                  <a:lnTo>
                    <a:pt x="509541" y="1356616"/>
                  </a:lnTo>
                  <a:lnTo>
                    <a:pt x="503391" y="1402007"/>
                  </a:lnTo>
                  <a:lnTo>
                    <a:pt x="493361" y="1446048"/>
                  </a:lnTo>
                  <a:lnTo>
                    <a:pt x="479631" y="1488558"/>
                  </a:lnTo>
                  <a:lnTo>
                    <a:pt x="462382" y="1529356"/>
                  </a:lnTo>
                  <a:lnTo>
                    <a:pt x="441795" y="1568261"/>
                  </a:lnTo>
                  <a:lnTo>
                    <a:pt x="418049" y="1605093"/>
                  </a:lnTo>
                  <a:lnTo>
                    <a:pt x="391326" y="1639671"/>
                  </a:lnTo>
                  <a:lnTo>
                    <a:pt x="361805" y="1671813"/>
                  </a:lnTo>
                  <a:lnTo>
                    <a:pt x="329667" y="1701340"/>
                  </a:lnTo>
                  <a:lnTo>
                    <a:pt x="295093" y="1728070"/>
                  </a:lnTo>
                  <a:lnTo>
                    <a:pt x="258262" y="1751822"/>
                  </a:lnTo>
                  <a:lnTo>
                    <a:pt x="219355" y="1772417"/>
                  </a:lnTo>
                  <a:lnTo>
                    <a:pt x="178554" y="1789672"/>
                  </a:lnTo>
                  <a:lnTo>
                    <a:pt x="136037" y="1803408"/>
                  </a:lnTo>
                  <a:lnTo>
                    <a:pt x="91985" y="1813443"/>
                  </a:lnTo>
                  <a:lnTo>
                    <a:pt x="46579" y="1819596"/>
                  </a:lnTo>
                  <a:lnTo>
                    <a:pt x="0" y="1821688"/>
                  </a:lnTo>
                  <a:lnTo>
                    <a:pt x="0" y="2619984"/>
                  </a:lnTo>
                  <a:lnTo>
                    <a:pt x="48029" y="2619120"/>
                  </a:lnTo>
                  <a:lnTo>
                    <a:pt x="95624" y="2616548"/>
                  </a:lnTo>
                  <a:lnTo>
                    <a:pt x="142753" y="2612297"/>
                  </a:lnTo>
                  <a:lnTo>
                    <a:pt x="189386" y="2606398"/>
                  </a:lnTo>
                  <a:lnTo>
                    <a:pt x="235496" y="2598879"/>
                  </a:lnTo>
                  <a:lnTo>
                    <a:pt x="281051" y="2589770"/>
                  </a:lnTo>
                  <a:lnTo>
                    <a:pt x="326023" y="2579102"/>
                  </a:lnTo>
                  <a:lnTo>
                    <a:pt x="370381" y="2566902"/>
                  </a:lnTo>
                  <a:lnTo>
                    <a:pt x="414096" y="2553202"/>
                  </a:lnTo>
                  <a:lnTo>
                    <a:pt x="457139" y="2538030"/>
                  </a:lnTo>
                  <a:lnTo>
                    <a:pt x="499480" y="2521417"/>
                  </a:lnTo>
                  <a:lnTo>
                    <a:pt x="541089" y="2503391"/>
                  </a:lnTo>
                  <a:lnTo>
                    <a:pt x="581937" y="2483983"/>
                  </a:lnTo>
                  <a:lnTo>
                    <a:pt x="621994" y="2463222"/>
                  </a:lnTo>
                  <a:lnTo>
                    <a:pt x="661230" y="2441138"/>
                  </a:lnTo>
                  <a:lnTo>
                    <a:pt x="699617" y="2417760"/>
                  </a:lnTo>
                  <a:lnTo>
                    <a:pt x="737124" y="2393118"/>
                  </a:lnTo>
                  <a:lnTo>
                    <a:pt x="773721" y="2367241"/>
                  </a:lnTo>
                  <a:lnTo>
                    <a:pt x="809380" y="2340159"/>
                  </a:lnTo>
                  <a:lnTo>
                    <a:pt x="844071" y="2311902"/>
                  </a:lnTo>
                  <a:lnTo>
                    <a:pt x="877763" y="2282499"/>
                  </a:lnTo>
                  <a:lnTo>
                    <a:pt x="910428" y="2251980"/>
                  </a:lnTo>
                  <a:lnTo>
                    <a:pt x="942036" y="2220374"/>
                  </a:lnTo>
                  <a:lnTo>
                    <a:pt x="972557" y="2187711"/>
                  </a:lnTo>
                  <a:lnTo>
                    <a:pt x="1001962" y="2154021"/>
                  </a:lnTo>
                  <a:lnTo>
                    <a:pt x="1030221" y="2119333"/>
                  </a:lnTo>
                  <a:lnTo>
                    <a:pt x="1057304" y="2083678"/>
                  </a:lnTo>
                  <a:lnTo>
                    <a:pt x="1083182" y="2047083"/>
                  </a:lnTo>
                  <a:lnTo>
                    <a:pt x="1107825" y="2009579"/>
                  </a:lnTo>
                  <a:lnTo>
                    <a:pt x="1131204" y="1971197"/>
                  </a:lnTo>
                  <a:lnTo>
                    <a:pt x="1153290" y="1931964"/>
                  </a:lnTo>
                  <a:lnTo>
                    <a:pt x="1174052" y="1891911"/>
                  </a:lnTo>
                  <a:lnTo>
                    <a:pt x="1193460" y="1851068"/>
                  </a:lnTo>
                  <a:lnTo>
                    <a:pt x="1211486" y="1809463"/>
                  </a:lnTo>
                  <a:lnTo>
                    <a:pt x="1228100" y="1767127"/>
                  </a:lnTo>
                  <a:lnTo>
                    <a:pt x="1243272" y="1724090"/>
                  </a:lnTo>
                  <a:lnTo>
                    <a:pt x="1256973" y="1680380"/>
                  </a:lnTo>
                  <a:lnTo>
                    <a:pt x="1269172" y="1636028"/>
                  </a:lnTo>
                  <a:lnTo>
                    <a:pt x="1279841" y="1591063"/>
                  </a:lnTo>
                  <a:lnTo>
                    <a:pt x="1288950" y="1545514"/>
                  </a:lnTo>
                  <a:lnTo>
                    <a:pt x="1296469" y="1499411"/>
                  </a:lnTo>
                  <a:lnTo>
                    <a:pt x="1302369" y="1452785"/>
                  </a:lnTo>
                  <a:lnTo>
                    <a:pt x="1306619" y="1405663"/>
                  </a:lnTo>
                  <a:lnTo>
                    <a:pt x="1309191" y="1358077"/>
                  </a:lnTo>
                  <a:lnTo>
                    <a:pt x="1310055" y="1310055"/>
                  </a:lnTo>
                  <a:lnTo>
                    <a:pt x="1309191" y="1262025"/>
                  </a:lnTo>
                  <a:lnTo>
                    <a:pt x="1306619" y="1214431"/>
                  </a:lnTo>
                  <a:lnTo>
                    <a:pt x="1302369" y="1167302"/>
                  </a:lnTo>
                  <a:lnTo>
                    <a:pt x="1296469" y="1120668"/>
                  </a:lnTo>
                  <a:lnTo>
                    <a:pt x="1288950" y="1074559"/>
                  </a:lnTo>
                  <a:lnTo>
                    <a:pt x="1279841" y="1029004"/>
                  </a:lnTo>
                  <a:lnTo>
                    <a:pt x="1269172" y="984032"/>
                  </a:lnTo>
                  <a:lnTo>
                    <a:pt x="1256973" y="939674"/>
                  </a:lnTo>
                  <a:lnTo>
                    <a:pt x="1243272" y="895959"/>
                  </a:lnTo>
                  <a:lnTo>
                    <a:pt x="1228100" y="852916"/>
                  </a:lnTo>
                  <a:lnTo>
                    <a:pt x="1211486" y="810575"/>
                  </a:lnTo>
                  <a:lnTo>
                    <a:pt x="1193460" y="768966"/>
                  </a:lnTo>
                  <a:lnTo>
                    <a:pt x="1174052" y="728118"/>
                  </a:lnTo>
                  <a:lnTo>
                    <a:pt x="1153290" y="688061"/>
                  </a:lnTo>
                  <a:lnTo>
                    <a:pt x="1131204" y="648825"/>
                  </a:lnTo>
                  <a:lnTo>
                    <a:pt x="1107825" y="610438"/>
                  </a:lnTo>
                  <a:lnTo>
                    <a:pt x="1083182" y="572931"/>
                  </a:lnTo>
                  <a:lnTo>
                    <a:pt x="1057304" y="536334"/>
                  </a:lnTo>
                  <a:lnTo>
                    <a:pt x="1030221" y="500675"/>
                  </a:lnTo>
                  <a:lnTo>
                    <a:pt x="1001962" y="465984"/>
                  </a:lnTo>
                  <a:lnTo>
                    <a:pt x="972557" y="432292"/>
                  </a:lnTo>
                  <a:lnTo>
                    <a:pt x="942036" y="399627"/>
                  </a:lnTo>
                  <a:lnTo>
                    <a:pt x="910428" y="368019"/>
                  </a:lnTo>
                  <a:lnTo>
                    <a:pt x="877763" y="337498"/>
                  </a:lnTo>
                  <a:lnTo>
                    <a:pt x="844071" y="308093"/>
                  </a:lnTo>
                  <a:lnTo>
                    <a:pt x="809380" y="279834"/>
                  </a:lnTo>
                  <a:lnTo>
                    <a:pt x="773721" y="252751"/>
                  </a:lnTo>
                  <a:lnTo>
                    <a:pt x="737124" y="226873"/>
                  </a:lnTo>
                  <a:lnTo>
                    <a:pt x="699617" y="202229"/>
                  </a:lnTo>
                  <a:lnTo>
                    <a:pt x="661230" y="178850"/>
                  </a:lnTo>
                  <a:lnTo>
                    <a:pt x="621994" y="156765"/>
                  </a:lnTo>
                  <a:lnTo>
                    <a:pt x="581937" y="136003"/>
                  </a:lnTo>
                  <a:lnTo>
                    <a:pt x="541089" y="116595"/>
                  </a:lnTo>
                  <a:lnTo>
                    <a:pt x="499480" y="98568"/>
                  </a:lnTo>
                  <a:lnTo>
                    <a:pt x="457139" y="81955"/>
                  </a:lnTo>
                  <a:lnTo>
                    <a:pt x="414096" y="66783"/>
                  </a:lnTo>
                  <a:lnTo>
                    <a:pt x="370381" y="53082"/>
                  </a:lnTo>
                  <a:lnTo>
                    <a:pt x="326023" y="40882"/>
                  </a:lnTo>
                  <a:lnTo>
                    <a:pt x="281051" y="30214"/>
                  </a:lnTo>
                  <a:lnTo>
                    <a:pt x="235496" y="21105"/>
                  </a:lnTo>
                  <a:lnTo>
                    <a:pt x="189386" y="13586"/>
                  </a:lnTo>
                  <a:lnTo>
                    <a:pt x="142753" y="7686"/>
                  </a:lnTo>
                  <a:lnTo>
                    <a:pt x="95624" y="3436"/>
                  </a:lnTo>
                  <a:lnTo>
                    <a:pt x="48029" y="863"/>
                  </a:lnTo>
                  <a:lnTo>
                    <a:pt x="0" y="0"/>
                  </a:lnTo>
                  <a:close/>
                </a:path>
              </a:pathLst>
            </a:custGeom>
            <a:solidFill>
              <a:srgbClr val="A22063">
                <a:alpha val="862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3" name="Google Shape;975;p5"/>
            <p:cNvSpPr/>
            <p:nvPr/>
          </p:nvSpPr>
          <p:spPr>
            <a:xfrm>
              <a:off x="1903768" y="462724"/>
              <a:ext cx="2660015" cy="1330325"/>
            </a:xfrm>
            <a:custGeom>
              <a:avLst/>
              <a:gdLst/>
              <a:ahLst/>
              <a:cxnLst/>
              <a:rect l="l" t="t" r="r" b="b"/>
              <a:pathLst>
                <a:path w="2660015" h="1330325" extrusionOk="0">
                  <a:moveTo>
                    <a:pt x="1330032" y="0"/>
                  </a:moveTo>
                  <a:lnTo>
                    <a:pt x="1281270" y="877"/>
                  </a:lnTo>
                  <a:lnTo>
                    <a:pt x="1232950" y="3488"/>
                  </a:lnTo>
                  <a:lnTo>
                    <a:pt x="1185102" y="7803"/>
                  </a:lnTo>
                  <a:lnTo>
                    <a:pt x="1137757" y="13793"/>
                  </a:lnTo>
                  <a:lnTo>
                    <a:pt x="1090944" y="21426"/>
                  </a:lnTo>
                  <a:lnTo>
                    <a:pt x="1044694" y="30674"/>
                  </a:lnTo>
                  <a:lnTo>
                    <a:pt x="999037" y="41506"/>
                  </a:lnTo>
                  <a:lnTo>
                    <a:pt x="954002" y="53891"/>
                  </a:lnTo>
                  <a:lnTo>
                    <a:pt x="909620" y="67801"/>
                  </a:lnTo>
                  <a:lnTo>
                    <a:pt x="865921" y="83204"/>
                  </a:lnTo>
                  <a:lnTo>
                    <a:pt x="822935" y="100071"/>
                  </a:lnTo>
                  <a:lnTo>
                    <a:pt x="780691" y="118372"/>
                  </a:lnTo>
                  <a:lnTo>
                    <a:pt x="739220" y="138077"/>
                  </a:lnTo>
                  <a:lnTo>
                    <a:pt x="698552" y="159155"/>
                  </a:lnTo>
                  <a:lnTo>
                    <a:pt x="658717" y="181577"/>
                  </a:lnTo>
                  <a:lnTo>
                    <a:pt x="619746" y="205313"/>
                  </a:lnTo>
                  <a:lnTo>
                    <a:pt x="581667" y="230332"/>
                  </a:lnTo>
                  <a:lnTo>
                    <a:pt x="544511" y="256605"/>
                  </a:lnTo>
                  <a:lnTo>
                    <a:pt x="508308" y="284101"/>
                  </a:lnTo>
                  <a:lnTo>
                    <a:pt x="473089" y="312790"/>
                  </a:lnTo>
                  <a:lnTo>
                    <a:pt x="438883" y="342643"/>
                  </a:lnTo>
                  <a:lnTo>
                    <a:pt x="405720" y="373630"/>
                  </a:lnTo>
                  <a:lnTo>
                    <a:pt x="373630" y="405720"/>
                  </a:lnTo>
                  <a:lnTo>
                    <a:pt x="342643" y="438883"/>
                  </a:lnTo>
                  <a:lnTo>
                    <a:pt x="312790" y="473089"/>
                  </a:lnTo>
                  <a:lnTo>
                    <a:pt x="284101" y="508308"/>
                  </a:lnTo>
                  <a:lnTo>
                    <a:pt x="256605" y="544511"/>
                  </a:lnTo>
                  <a:lnTo>
                    <a:pt x="230332" y="581667"/>
                  </a:lnTo>
                  <a:lnTo>
                    <a:pt x="205313" y="619746"/>
                  </a:lnTo>
                  <a:lnTo>
                    <a:pt x="181577" y="658717"/>
                  </a:lnTo>
                  <a:lnTo>
                    <a:pt x="159155" y="698552"/>
                  </a:lnTo>
                  <a:lnTo>
                    <a:pt x="138077" y="739220"/>
                  </a:lnTo>
                  <a:lnTo>
                    <a:pt x="118372" y="780691"/>
                  </a:lnTo>
                  <a:lnTo>
                    <a:pt x="100071" y="822935"/>
                  </a:lnTo>
                  <a:lnTo>
                    <a:pt x="83204" y="865921"/>
                  </a:lnTo>
                  <a:lnTo>
                    <a:pt x="67801" y="909620"/>
                  </a:lnTo>
                  <a:lnTo>
                    <a:pt x="53891" y="954002"/>
                  </a:lnTo>
                  <a:lnTo>
                    <a:pt x="41506" y="999037"/>
                  </a:lnTo>
                  <a:lnTo>
                    <a:pt x="30674" y="1044694"/>
                  </a:lnTo>
                  <a:lnTo>
                    <a:pt x="21426" y="1090944"/>
                  </a:lnTo>
                  <a:lnTo>
                    <a:pt x="13793" y="1137757"/>
                  </a:lnTo>
                  <a:lnTo>
                    <a:pt x="7803" y="1185102"/>
                  </a:lnTo>
                  <a:lnTo>
                    <a:pt x="3488" y="1232950"/>
                  </a:lnTo>
                  <a:lnTo>
                    <a:pt x="877" y="1281270"/>
                  </a:lnTo>
                  <a:lnTo>
                    <a:pt x="0" y="1330032"/>
                  </a:lnTo>
                  <a:lnTo>
                    <a:pt x="810475" y="1330032"/>
                  </a:lnTo>
                  <a:lnTo>
                    <a:pt x="812599" y="1282743"/>
                  </a:lnTo>
                  <a:lnTo>
                    <a:pt x="818846" y="1236646"/>
                  </a:lnTo>
                  <a:lnTo>
                    <a:pt x="829034" y="1191923"/>
                  </a:lnTo>
                  <a:lnTo>
                    <a:pt x="842980" y="1148758"/>
                  </a:lnTo>
                  <a:lnTo>
                    <a:pt x="860500" y="1107334"/>
                  </a:lnTo>
                  <a:lnTo>
                    <a:pt x="881410" y="1067835"/>
                  </a:lnTo>
                  <a:lnTo>
                    <a:pt x="905527" y="1030443"/>
                  </a:lnTo>
                  <a:lnTo>
                    <a:pt x="932669" y="995341"/>
                  </a:lnTo>
                  <a:lnTo>
                    <a:pt x="962650" y="962713"/>
                  </a:lnTo>
                  <a:lnTo>
                    <a:pt x="995288" y="932743"/>
                  </a:lnTo>
                  <a:lnTo>
                    <a:pt x="1030400" y="905612"/>
                  </a:lnTo>
                  <a:lnTo>
                    <a:pt x="1067802" y="881504"/>
                  </a:lnTo>
                  <a:lnTo>
                    <a:pt x="1107310" y="860603"/>
                  </a:lnTo>
                  <a:lnTo>
                    <a:pt x="1148742" y="843091"/>
                  </a:lnTo>
                  <a:lnTo>
                    <a:pt x="1191913" y="829152"/>
                  </a:lnTo>
                  <a:lnTo>
                    <a:pt x="1236641" y="818969"/>
                  </a:lnTo>
                  <a:lnTo>
                    <a:pt x="1282742" y="812725"/>
                  </a:lnTo>
                  <a:lnTo>
                    <a:pt x="1330032" y="810602"/>
                  </a:lnTo>
                  <a:lnTo>
                    <a:pt x="1377303" y="812725"/>
                  </a:lnTo>
                  <a:lnTo>
                    <a:pt x="1423386" y="818969"/>
                  </a:lnTo>
                  <a:lnTo>
                    <a:pt x="1468098" y="829152"/>
                  </a:lnTo>
                  <a:lnTo>
                    <a:pt x="1511256" y="843091"/>
                  </a:lnTo>
                  <a:lnTo>
                    <a:pt x="1552675" y="860603"/>
                  </a:lnTo>
                  <a:lnTo>
                    <a:pt x="1592174" y="881504"/>
                  </a:lnTo>
                  <a:lnTo>
                    <a:pt x="1629567" y="905612"/>
                  </a:lnTo>
                  <a:lnTo>
                    <a:pt x="1664671" y="932743"/>
                  </a:lnTo>
                  <a:lnTo>
                    <a:pt x="1697304" y="962713"/>
                  </a:lnTo>
                  <a:lnTo>
                    <a:pt x="1727280" y="995341"/>
                  </a:lnTo>
                  <a:lnTo>
                    <a:pt x="1754418" y="1030443"/>
                  </a:lnTo>
                  <a:lnTo>
                    <a:pt x="1778532" y="1067835"/>
                  </a:lnTo>
                  <a:lnTo>
                    <a:pt x="1799441" y="1107334"/>
                  </a:lnTo>
                  <a:lnTo>
                    <a:pt x="1816959" y="1148758"/>
                  </a:lnTo>
                  <a:lnTo>
                    <a:pt x="1830904" y="1191923"/>
                  </a:lnTo>
                  <a:lnTo>
                    <a:pt x="1841092" y="1236646"/>
                  </a:lnTo>
                  <a:lnTo>
                    <a:pt x="1847339" y="1282743"/>
                  </a:lnTo>
                  <a:lnTo>
                    <a:pt x="1849462" y="1330032"/>
                  </a:lnTo>
                  <a:lnTo>
                    <a:pt x="2659938" y="1330032"/>
                  </a:lnTo>
                  <a:lnTo>
                    <a:pt x="2659061" y="1281270"/>
                  </a:lnTo>
                  <a:lnTo>
                    <a:pt x="2656450" y="1232950"/>
                  </a:lnTo>
                  <a:lnTo>
                    <a:pt x="2652134" y="1185102"/>
                  </a:lnTo>
                  <a:lnTo>
                    <a:pt x="2646145" y="1137757"/>
                  </a:lnTo>
                  <a:lnTo>
                    <a:pt x="2638511" y="1090944"/>
                  </a:lnTo>
                  <a:lnTo>
                    <a:pt x="2629263" y="1044694"/>
                  </a:lnTo>
                  <a:lnTo>
                    <a:pt x="2618432" y="999037"/>
                  </a:lnTo>
                  <a:lnTo>
                    <a:pt x="2606046" y="954002"/>
                  </a:lnTo>
                  <a:lnTo>
                    <a:pt x="2592137" y="909620"/>
                  </a:lnTo>
                  <a:lnTo>
                    <a:pt x="2576734" y="865921"/>
                  </a:lnTo>
                  <a:lnTo>
                    <a:pt x="2559867" y="822935"/>
                  </a:lnTo>
                  <a:lnTo>
                    <a:pt x="2541566" y="780691"/>
                  </a:lnTo>
                  <a:lnTo>
                    <a:pt x="2521862" y="739220"/>
                  </a:lnTo>
                  <a:lnTo>
                    <a:pt x="2500784" y="698552"/>
                  </a:lnTo>
                  <a:lnTo>
                    <a:pt x="2478363" y="658717"/>
                  </a:lnTo>
                  <a:lnTo>
                    <a:pt x="2454628" y="619746"/>
                  </a:lnTo>
                  <a:lnTo>
                    <a:pt x="2429609" y="581667"/>
                  </a:lnTo>
                  <a:lnTo>
                    <a:pt x="2403338" y="544511"/>
                  </a:lnTo>
                  <a:lnTo>
                    <a:pt x="2375843" y="508308"/>
                  </a:lnTo>
                  <a:lnTo>
                    <a:pt x="2347154" y="473089"/>
                  </a:lnTo>
                  <a:lnTo>
                    <a:pt x="2317303" y="438883"/>
                  </a:lnTo>
                  <a:lnTo>
                    <a:pt x="2286318" y="405720"/>
                  </a:lnTo>
                  <a:lnTo>
                    <a:pt x="2254230" y="373630"/>
                  </a:lnTo>
                  <a:lnTo>
                    <a:pt x="2221069" y="342643"/>
                  </a:lnTo>
                  <a:lnTo>
                    <a:pt x="2186865" y="312790"/>
                  </a:lnTo>
                  <a:lnTo>
                    <a:pt x="2151649" y="284101"/>
                  </a:lnTo>
                  <a:lnTo>
                    <a:pt x="2115449" y="256605"/>
                  </a:lnTo>
                  <a:lnTo>
                    <a:pt x="2078296" y="230332"/>
                  </a:lnTo>
                  <a:lnTo>
                    <a:pt x="2040221" y="205313"/>
                  </a:lnTo>
                  <a:lnTo>
                    <a:pt x="2001252" y="181577"/>
                  </a:lnTo>
                  <a:lnTo>
                    <a:pt x="1961421" y="159155"/>
                  </a:lnTo>
                  <a:lnTo>
                    <a:pt x="1920758" y="138077"/>
                  </a:lnTo>
                  <a:lnTo>
                    <a:pt x="1879292" y="118372"/>
                  </a:lnTo>
                  <a:lnTo>
                    <a:pt x="1837053" y="100071"/>
                  </a:lnTo>
                  <a:lnTo>
                    <a:pt x="1794071" y="83204"/>
                  </a:lnTo>
                  <a:lnTo>
                    <a:pt x="1750378" y="67801"/>
                  </a:lnTo>
                  <a:lnTo>
                    <a:pt x="1706002" y="53891"/>
                  </a:lnTo>
                  <a:lnTo>
                    <a:pt x="1660973" y="41506"/>
                  </a:lnTo>
                  <a:lnTo>
                    <a:pt x="1615322" y="30674"/>
                  </a:lnTo>
                  <a:lnTo>
                    <a:pt x="1569079" y="21426"/>
                  </a:lnTo>
                  <a:lnTo>
                    <a:pt x="1522274" y="13793"/>
                  </a:lnTo>
                  <a:lnTo>
                    <a:pt x="1474937" y="7803"/>
                  </a:lnTo>
                  <a:lnTo>
                    <a:pt x="1427097" y="3488"/>
                  </a:lnTo>
                  <a:lnTo>
                    <a:pt x="1378786" y="877"/>
                  </a:lnTo>
                  <a:lnTo>
                    <a:pt x="1330032" y="0"/>
                  </a:lnTo>
                  <a:close/>
                </a:path>
              </a:pathLst>
            </a:custGeom>
            <a:solidFill>
              <a:srgbClr val="E3702C">
                <a:alpha val="862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grpSp>
      <p:sp>
        <p:nvSpPr>
          <p:cNvPr id="3365" name="Google Shape;3365;p286"/>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200"/>
              <a:buFont typeface="Arial"/>
              <a:buNone/>
            </a:pPr>
            <a:r>
              <a:rPr lang="es-ES" sz="7200" b="1" i="0" u="none" strike="noStrike" cap="none" dirty="0">
                <a:solidFill>
                  <a:schemeClr val="tx1"/>
                </a:solidFill>
                <a:latin typeface="Gotham Rounded Medium" panose="02000000000000000000" pitchFamily="50" charset="0"/>
                <a:sym typeface="Arial"/>
              </a:rPr>
              <a:t>¡Importante!</a:t>
            </a:r>
            <a:endParaRPr sz="2400" b="1" i="0" u="none" strike="noStrike" cap="none" dirty="0">
              <a:solidFill>
                <a:schemeClr val="tx1"/>
              </a:solidFill>
              <a:latin typeface="Gotham Rounded Medium" panose="02000000000000000000" pitchFamily="50" charset="0"/>
              <a:sym typeface="Arial"/>
            </a:endParaRPr>
          </a:p>
        </p:txBody>
      </p:sp>
    </p:spTree>
  </p:cSld>
  <p:clrMapOvr>
    <a:masterClrMapping/>
  </p:clrMapOvr>
  <p:transition spd="med">
    <p:push/>
  </p:transition>
  <p:timing>
    <p:tnLst>
      <p:par>
        <p:cTn id="1" dur="indefinite" restart="never" nodeType="tmRoot"/>
      </p:par>
    </p:tnLst>
  </p:timing>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Shape 3370"/>
        <p:cNvGrpSpPr/>
        <p:nvPr/>
      </p:nvGrpSpPr>
      <p:grpSpPr>
        <a:xfrm>
          <a:off x="0" y="0"/>
          <a:ext cx="0" cy="0"/>
          <a:chOff x="0" y="0"/>
          <a:chExt cx="0" cy="0"/>
        </a:xfrm>
      </p:grpSpPr>
      <p:grpSp>
        <p:nvGrpSpPr>
          <p:cNvPr id="3371" name="Google Shape;3371;p287"/>
          <p:cNvGrpSpPr/>
          <p:nvPr/>
        </p:nvGrpSpPr>
        <p:grpSpPr>
          <a:xfrm>
            <a:off x="503854" y="611156"/>
            <a:ext cx="5946712" cy="5635688"/>
            <a:chOff x="503854" y="531846"/>
            <a:chExt cx="5946712" cy="5635688"/>
          </a:xfrm>
        </p:grpSpPr>
        <p:sp>
          <p:nvSpPr>
            <p:cNvPr id="3372" name="Google Shape;3372;p287"/>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73" name="Google Shape;3373;p287"/>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74" name="Google Shape;3374;p287"/>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75" name="Google Shape;3375;p287"/>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76" name="Google Shape;3376;p287"/>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77" name="Google Shape;3377;p287"/>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78" name="Google Shape;3378;p287"/>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79" name="Google Shape;3379;p287"/>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80" name="Google Shape;3380;p287"/>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81" name="Google Shape;3381;p287"/>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82" name="Google Shape;3382;p287"/>
            <p:cNvSpPr/>
            <p:nvPr/>
          </p:nvSpPr>
          <p:spPr>
            <a:xfrm>
              <a:off x="503854"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83" name="Google Shape;3383;p287"/>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84" name="Google Shape;3384;p287"/>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85" name="Google Shape;3385;p287"/>
            <p:cNvSpPr/>
            <p:nvPr/>
          </p:nvSpPr>
          <p:spPr>
            <a:xfrm>
              <a:off x="4320076"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86" name="Google Shape;3386;p287"/>
            <p:cNvSpPr/>
            <p:nvPr/>
          </p:nvSpPr>
          <p:spPr>
            <a:xfrm>
              <a:off x="5592150"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87" name="Google Shape;3387;p287"/>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88" name="Google Shape;3388;p287"/>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89" name="Google Shape;3389;p287"/>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90" name="Google Shape;3390;p287"/>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91" name="Google Shape;3391;p287"/>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92" name="Google Shape;3392;p287"/>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93" name="Google Shape;3393;p287"/>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94" name="Google Shape;3394;p287"/>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95" name="Google Shape;3395;p287"/>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96" name="Google Shape;3396;p287"/>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3397" name="Google Shape;3397;p287" descr="Alien Monster on Microsoft Windows 10 May 2019 Update"/>
          <p:cNvPicPr preferRelativeResize="0"/>
          <p:nvPr/>
        </p:nvPicPr>
        <p:blipFill rotWithShape="1">
          <a:blip r:embed="rId3">
            <a:alphaModFix/>
          </a:blip>
          <a:srcRect/>
          <a:stretch/>
        </p:blipFill>
        <p:spPr>
          <a:xfrm>
            <a:off x="5795093" y="3202735"/>
            <a:ext cx="452530" cy="452530"/>
          </a:xfrm>
          <a:prstGeom prst="rect">
            <a:avLst/>
          </a:prstGeom>
          <a:noFill/>
          <a:ln>
            <a:noFill/>
          </a:ln>
        </p:spPr>
      </p:pic>
      <p:pic>
        <p:nvPicPr>
          <p:cNvPr id="3398" name="Google Shape;3398;p287" descr="Chequered Flag on Microsoft Windows 10"/>
          <p:cNvPicPr preferRelativeResize="0"/>
          <p:nvPr/>
        </p:nvPicPr>
        <p:blipFill rotWithShape="1">
          <a:blip r:embed="rId4">
            <a:alphaModFix/>
          </a:blip>
          <a:srcRect/>
          <a:stretch/>
        </p:blipFill>
        <p:spPr>
          <a:xfrm>
            <a:off x="726622" y="3222560"/>
            <a:ext cx="412880" cy="412880"/>
          </a:xfrm>
          <a:prstGeom prst="rect">
            <a:avLst/>
          </a:prstGeom>
          <a:noFill/>
          <a:ln>
            <a:noFill/>
          </a:ln>
        </p:spPr>
      </p:pic>
      <p:cxnSp>
        <p:nvCxnSpPr>
          <p:cNvPr id="3399" name="Google Shape;3399;p287"/>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3400" name="Google Shape;3400;p287" descr="Alien Monster on Microsoft Windows 10 May 2019 Update"/>
          <p:cNvPicPr preferRelativeResize="0"/>
          <p:nvPr/>
        </p:nvPicPr>
        <p:blipFill rotWithShape="1">
          <a:blip r:embed="rId3">
            <a:alphaModFix/>
          </a:blip>
          <a:srcRect/>
          <a:stretch/>
        </p:blipFill>
        <p:spPr>
          <a:xfrm>
            <a:off x="-908172" y="3244333"/>
            <a:ext cx="452530" cy="452530"/>
          </a:xfrm>
          <a:prstGeom prst="rect">
            <a:avLst/>
          </a:prstGeom>
          <a:noFill/>
          <a:ln>
            <a:noFill/>
          </a:ln>
        </p:spPr>
      </p:pic>
      <p:sp>
        <p:nvSpPr>
          <p:cNvPr id="3401" name="Google Shape;3401;p287"/>
          <p:cNvSpPr/>
          <p:nvPr/>
        </p:nvSpPr>
        <p:spPr>
          <a:xfrm>
            <a:off x="7165912" y="382555"/>
            <a:ext cx="5026088"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02" name="Google Shape;3402;p287"/>
          <p:cNvSpPr txBox="1"/>
          <p:nvPr/>
        </p:nvSpPr>
        <p:spPr>
          <a:xfrm>
            <a:off x="7545509" y="1397674"/>
            <a:ext cx="4191779" cy="3693319"/>
          </a:xfrm>
          <a:prstGeom prst="rect">
            <a:avLst/>
          </a:prstGeom>
          <a:noFill/>
          <a:ln>
            <a:noFill/>
          </a:ln>
        </p:spPr>
        <p:txBody>
          <a:bodyPr spcFirstLastPara="1" wrap="square" lIns="0" tIns="0" rIns="0" bIns="0" anchor="ctr"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¡Importante! Los límites teletransportan al extremo opuesto.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Por ejemplo, si el personaje llega al límite derecho y se mueve una vez más a la </a:t>
            </a:r>
            <a:r>
              <a:rPr lang="es-ES" sz="2400" b="0" i="0" u="none" strike="noStrike" cap="none">
                <a:solidFill>
                  <a:srgbClr val="79D2EA"/>
                </a:solidFill>
                <a:latin typeface="Tahoma"/>
                <a:ea typeface="Tahoma"/>
                <a:cs typeface="Tahoma"/>
                <a:sym typeface="Tahoma"/>
              </a:rPr>
              <a:t>derecha(), </a:t>
            </a:r>
            <a:r>
              <a:rPr lang="es-ES" sz="2400" b="0" i="0" u="none" strike="noStrike" cap="none">
                <a:solidFill>
                  <a:srgbClr val="4A7B8B"/>
                </a:solidFill>
                <a:latin typeface="Tahoma"/>
                <a:ea typeface="Tahoma"/>
                <a:cs typeface="Tahoma"/>
                <a:sym typeface="Tahoma"/>
              </a:rPr>
              <a:t>aparecerá en el extremo opuesto, o sea, en el izquierdo.</a:t>
            </a:r>
            <a:endParaRPr sz="1400" b="0" i="0" u="none" strike="noStrike" cap="none">
              <a:solidFill>
                <a:srgbClr val="000000"/>
              </a:solidFill>
              <a:latin typeface="Arial"/>
              <a:ea typeface="Arial"/>
              <a:cs typeface="Arial"/>
              <a:sym typeface="Arial"/>
            </a:endParaRPr>
          </a:p>
        </p:txBody>
      </p:sp>
      <p:sp>
        <p:nvSpPr>
          <p:cNvPr id="3403" name="Google Shape;3403;p287"/>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04" name="Google Shape;3404;p287"/>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Shape 3409"/>
        <p:cNvGrpSpPr/>
        <p:nvPr/>
      </p:nvGrpSpPr>
      <p:grpSpPr>
        <a:xfrm>
          <a:off x="0" y="0"/>
          <a:ext cx="0" cy="0"/>
          <a:chOff x="0" y="0"/>
          <a:chExt cx="0" cy="0"/>
        </a:xfrm>
      </p:grpSpPr>
      <p:grpSp>
        <p:nvGrpSpPr>
          <p:cNvPr id="3410" name="Google Shape;3410;p288"/>
          <p:cNvGrpSpPr/>
          <p:nvPr/>
        </p:nvGrpSpPr>
        <p:grpSpPr>
          <a:xfrm>
            <a:off x="503854" y="611156"/>
            <a:ext cx="5946712" cy="5635688"/>
            <a:chOff x="503854" y="531846"/>
            <a:chExt cx="5946712" cy="5635688"/>
          </a:xfrm>
        </p:grpSpPr>
        <p:sp>
          <p:nvSpPr>
            <p:cNvPr id="3411" name="Google Shape;3411;p288"/>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12" name="Google Shape;3412;p288"/>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13" name="Google Shape;3413;p288"/>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14" name="Google Shape;3414;p288"/>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15" name="Google Shape;3415;p288"/>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16" name="Google Shape;3416;p288"/>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17" name="Google Shape;3417;p288"/>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18" name="Google Shape;3418;p288"/>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19" name="Google Shape;3419;p288"/>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20" name="Google Shape;3420;p288"/>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21" name="Google Shape;3421;p288"/>
            <p:cNvSpPr/>
            <p:nvPr/>
          </p:nvSpPr>
          <p:spPr>
            <a:xfrm>
              <a:off x="503854"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22" name="Google Shape;3422;p288"/>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23" name="Google Shape;3423;p288"/>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24" name="Google Shape;3424;p288"/>
            <p:cNvSpPr/>
            <p:nvPr/>
          </p:nvSpPr>
          <p:spPr>
            <a:xfrm>
              <a:off x="4320076"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25" name="Google Shape;3425;p288"/>
            <p:cNvSpPr/>
            <p:nvPr/>
          </p:nvSpPr>
          <p:spPr>
            <a:xfrm>
              <a:off x="5592150"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26" name="Google Shape;3426;p288"/>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27" name="Google Shape;3427;p288"/>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28" name="Google Shape;3428;p288"/>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29" name="Google Shape;3429;p288"/>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30" name="Google Shape;3430;p288"/>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31" name="Google Shape;3431;p288"/>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32" name="Google Shape;3432;p288"/>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33" name="Google Shape;3433;p288"/>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34" name="Google Shape;3434;p288"/>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35" name="Google Shape;3435;p288"/>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3436" name="Google Shape;3436;p288" descr="Alien Monster on Microsoft Windows 10 May 2019 Update"/>
          <p:cNvPicPr preferRelativeResize="0"/>
          <p:nvPr/>
        </p:nvPicPr>
        <p:blipFill rotWithShape="1">
          <a:blip r:embed="rId3">
            <a:alphaModFix/>
          </a:blip>
          <a:srcRect/>
          <a:stretch/>
        </p:blipFill>
        <p:spPr>
          <a:xfrm>
            <a:off x="12606436" y="3202735"/>
            <a:ext cx="452530" cy="452530"/>
          </a:xfrm>
          <a:prstGeom prst="rect">
            <a:avLst/>
          </a:prstGeom>
          <a:noFill/>
          <a:ln>
            <a:noFill/>
          </a:ln>
        </p:spPr>
      </p:pic>
      <p:pic>
        <p:nvPicPr>
          <p:cNvPr id="3437" name="Google Shape;3437;p288" descr="Chequered Flag on Microsoft Windows 10"/>
          <p:cNvPicPr preferRelativeResize="0"/>
          <p:nvPr/>
        </p:nvPicPr>
        <p:blipFill rotWithShape="1">
          <a:blip r:embed="rId4">
            <a:alphaModFix/>
          </a:blip>
          <a:srcRect/>
          <a:stretch/>
        </p:blipFill>
        <p:spPr>
          <a:xfrm>
            <a:off x="726622" y="3222560"/>
            <a:ext cx="412880" cy="412880"/>
          </a:xfrm>
          <a:prstGeom prst="rect">
            <a:avLst/>
          </a:prstGeom>
          <a:noFill/>
          <a:ln>
            <a:noFill/>
          </a:ln>
        </p:spPr>
      </p:pic>
      <p:cxnSp>
        <p:nvCxnSpPr>
          <p:cNvPr id="3438" name="Google Shape;3438;p288"/>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3439" name="Google Shape;3439;p288" descr="Alien Monster on Microsoft Windows 10 May 2019 Update"/>
          <p:cNvPicPr preferRelativeResize="0"/>
          <p:nvPr/>
        </p:nvPicPr>
        <p:blipFill rotWithShape="1">
          <a:blip r:embed="rId3">
            <a:alphaModFix/>
          </a:blip>
          <a:srcRect/>
          <a:stretch/>
        </p:blipFill>
        <p:spPr>
          <a:xfrm>
            <a:off x="706797" y="3244333"/>
            <a:ext cx="452530" cy="452530"/>
          </a:xfrm>
          <a:prstGeom prst="rect">
            <a:avLst/>
          </a:prstGeom>
          <a:noFill/>
          <a:ln>
            <a:noFill/>
          </a:ln>
        </p:spPr>
      </p:pic>
      <p:sp>
        <p:nvSpPr>
          <p:cNvPr id="3440" name="Google Shape;3440;p288"/>
          <p:cNvSpPr/>
          <p:nvPr/>
        </p:nvSpPr>
        <p:spPr>
          <a:xfrm>
            <a:off x="7165912" y="382555"/>
            <a:ext cx="5026088"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41" name="Google Shape;3441;p288"/>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42" name="Google Shape;3442;p288"/>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43" name="Google Shape;3443;p288"/>
          <p:cNvSpPr txBox="1"/>
          <p:nvPr/>
        </p:nvSpPr>
        <p:spPr>
          <a:xfrm>
            <a:off x="7545509" y="1397674"/>
            <a:ext cx="4191779" cy="3693319"/>
          </a:xfrm>
          <a:prstGeom prst="rect">
            <a:avLst/>
          </a:prstGeom>
          <a:noFill/>
          <a:ln>
            <a:noFill/>
          </a:ln>
        </p:spPr>
        <p:txBody>
          <a:bodyPr spcFirstLastPara="1" wrap="square" lIns="0" tIns="0" rIns="0" bIns="0" anchor="ctr"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¡Importante! Los límites teletransportan al extremo opuesto.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Por ejemplo, si el personaje llega al límite derecho y se mueve una vez más a la </a:t>
            </a:r>
            <a:r>
              <a:rPr lang="es-ES" sz="2400" b="0" i="0" u="none" strike="noStrike" cap="none">
                <a:solidFill>
                  <a:srgbClr val="79D2EA"/>
                </a:solidFill>
                <a:latin typeface="Tahoma"/>
                <a:ea typeface="Tahoma"/>
                <a:cs typeface="Tahoma"/>
                <a:sym typeface="Tahoma"/>
              </a:rPr>
              <a:t>derecha(), </a:t>
            </a:r>
            <a:r>
              <a:rPr lang="es-ES" sz="2400" b="0" i="0" u="none" strike="noStrike" cap="none">
                <a:solidFill>
                  <a:srgbClr val="4A7B8B"/>
                </a:solidFill>
                <a:latin typeface="Tahoma"/>
                <a:ea typeface="Tahoma"/>
                <a:cs typeface="Tahoma"/>
                <a:sym typeface="Tahoma"/>
              </a:rPr>
              <a:t>aparecerá en el extremo opuesto, o sea, en el izquierdo.</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Shape 3448"/>
        <p:cNvGrpSpPr/>
        <p:nvPr/>
      </p:nvGrpSpPr>
      <p:grpSpPr>
        <a:xfrm>
          <a:off x="0" y="0"/>
          <a:ext cx="0" cy="0"/>
          <a:chOff x="0" y="0"/>
          <a:chExt cx="0" cy="0"/>
        </a:xfrm>
      </p:grpSpPr>
      <p:grpSp>
        <p:nvGrpSpPr>
          <p:cNvPr id="7" name="Google Shape;1916;p14"/>
          <p:cNvGrpSpPr/>
          <p:nvPr/>
        </p:nvGrpSpPr>
        <p:grpSpPr>
          <a:xfrm>
            <a:off x="-182879" y="0"/>
            <a:ext cx="12374880" cy="6858000"/>
            <a:chOff x="0" y="0"/>
            <a:chExt cx="17348200" cy="9751550"/>
          </a:xfrm>
        </p:grpSpPr>
        <p:pic>
          <p:nvPicPr>
            <p:cNvPr id="8" name="Google Shape;1917;p14"/>
            <p:cNvPicPr preferRelativeResize="0"/>
            <p:nvPr/>
          </p:nvPicPr>
          <p:blipFill rotWithShape="1">
            <a:blip r:embed="rId3">
              <a:alphaModFix/>
            </a:blip>
            <a:srcRect/>
            <a:stretch/>
          </p:blipFill>
          <p:spPr>
            <a:xfrm>
              <a:off x="0" y="0"/>
              <a:ext cx="17348200" cy="9751550"/>
            </a:xfrm>
            <a:prstGeom prst="rect">
              <a:avLst/>
            </a:prstGeom>
            <a:noFill/>
            <a:ln>
              <a:noFill/>
            </a:ln>
          </p:spPr>
        </p:pic>
        <p:pic>
          <p:nvPicPr>
            <p:cNvPr id="9" name="Google Shape;1918;p14"/>
            <p:cNvPicPr preferRelativeResize="0"/>
            <p:nvPr/>
          </p:nvPicPr>
          <p:blipFill rotWithShape="1">
            <a:blip r:embed="rId4">
              <a:alphaModFix/>
            </a:blip>
            <a:srcRect/>
            <a:stretch/>
          </p:blipFill>
          <p:spPr>
            <a:xfrm>
              <a:off x="14496174" y="621652"/>
              <a:ext cx="382086" cy="226860"/>
            </a:xfrm>
            <a:prstGeom prst="rect">
              <a:avLst/>
            </a:prstGeom>
            <a:noFill/>
            <a:ln>
              <a:noFill/>
            </a:ln>
          </p:spPr>
        </p:pic>
        <p:sp>
          <p:nvSpPr>
            <p:cNvPr id="10" name="Google Shape;1919;p14"/>
            <p:cNvSpPr/>
            <p:nvPr/>
          </p:nvSpPr>
          <p:spPr>
            <a:xfrm>
              <a:off x="14410028" y="884923"/>
              <a:ext cx="289560" cy="247650"/>
            </a:xfrm>
            <a:custGeom>
              <a:avLst/>
              <a:gdLst/>
              <a:ahLst/>
              <a:cxnLst/>
              <a:rect l="l" t="t" r="r" b="b"/>
              <a:pathLst>
                <a:path w="289559" h="247650" extrusionOk="0">
                  <a:moveTo>
                    <a:pt x="255955" y="0"/>
                  </a:moveTo>
                  <a:lnTo>
                    <a:pt x="240779" y="0"/>
                  </a:lnTo>
                  <a:lnTo>
                    <a:pt x="236550" y="2806"/>
                  </a:lnTo>
                  <a:lnTo>
                    <a:pt x="144741" y="191325"/>
                  </a:lnTo>
                  <a:lnTo>
                    <a:pt x="52616" y="2806"/>
                  </a:lnTo>
                  <a:lnTo>
                    <a:pt x="48386" y="0"/>
                  </a:lnTo>
                  <a:lnTo>
                    <a:pt x="33197" y="0"/>
                  </a:lnTo>
                  <a:lnTo>
                    <a:pt x="28270" y="5981"/>
                  </a:lnTo>
                  <a:lnTo>
                    <a:pt x="0" y="240410"/>
                  </a:lnTo>
                  <a:lnTo>
                    <a:pt x="4229" y="246062"/>
                  </a:lnTo>
                  <a:lnTo>
                    <a:pt x="17310" y="247472"/>
                  </a:lnTo>
                  <a:lnTo>
                    <a:pt x="22593" y="242887"/>
                  </a:lnTo>
                  <a:lnTo>
                    <a:pt x="46964" y="43421"/>
                  </a:lnTo>
                  <a:lnTo>
                    <a:pt x="129222" y="210045"/>
                  </a:lnTo>
                  <a:lnTo>
                    <a:pt x="131686" y="215353"/>
                  </a:lnTo>
                  <a:lnTo>
                    <a:pt x="136296" y="222402"/>
                  </a:lnTo>
                  <a:lnTo>
                    <a:pt x="153225" y="222402"/>
                  </a:lnTo>
                  <a:lnTo>
                    <a:pt x="157822" y="215353"/>
                  </a:lnTo>
                  <a:lnTo>
                    <a:pt x="242188" y="43421"/>
                  </a:lnTo>
                  <a:lnTo>
                    <a:pt x="266534" y="242887"/>
                  </a:lnTo>
                  <a:lnTo>
                    <a:pt x="271856" y="247472"/>
                  </a:lnTo>
                  <a:lnTo>
                    <a:pt x="284911" y="246062"/>
                  </a:lnTo>
                  <a:lnTo>
                    <a:pt x="289140" y="240410"/>
                  </a:lnTo>
                  <a:lnTo>
                    <a:pt x="288442" y="233692"/>
                  </a:lnTo>
                  <a:lnTo>
                    <a:pt x="260908" y="5981"/>
                  </a:lnTo>
                  <a:lnTo>
                    <a:pt x="255955"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1" name="Google Shape;1920;p14"/>
            <p:cNvPicPr preferRelativeResize="0"/>
            <p:nvPr/>
          </p:nvPicPr>
          <p:blipFill rotWithShape="1">
            <a:blip r:embed="rId5">
              <a:alphaModFix/>
            </a:blip>
            <a:srcRect/>
            <a:stretch/>
          </p:blipFill>
          <p:spPr>
            <a:xfrm>
              <a:off x="14755812" y="884923"/>
              <a:ext cx="172275" cy="248526"/>
            </a:xfrm>
            <a:prstGeom prst="rect">
              <a:avLst/>
            </a:prstGeom>
            <a:noFill/>
            <a:ln>
              <a:noFill/>
            </a:ln>
          </p:spPr>
        </p:pic>
        <p:pic>
          <p:nvPicPr>
            <p:cNvPr id="12" name="Google Shape;1921;p14"/>
            <p:cNvPicPr preferRelativeResize="0"/>
            <p:nvPr/>
          </p:nvPicPr>
          <p:blipFill rotWithShape="1">
            <a:blip r:embed="rId6">
              <a:alphaModFix/>
            </a:blip>
            <a:srcRect/>
            <a:stretch/>
          </p:blipFill>
          <p:spPr>
            <a:xfrm>
              <a:off x="14995346" y="884910"/>
              <a:ext cx="296633" cy="246773"/>
            </a:xfrm>
            <a:prstGeom prst="rect">
              <a:avLst/>
            </a:prstGeom>
            <a:noFill/>
            <a:ln>
              <a:noFill/>
            </a:ln>
          </p:spPr>
        </p:pic>
        <p:sp>
          <p:nvSpPr>
            <p:cNvPr id="13" name="Google Shape;1922;p14"/>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4" name="Google Shape;1923;p14"/>
            <p:cNvPicPr preferRelativeResize="0"/>
            <p:nvPr/>
          </p:nvPicPr>
          <p:blipFill rotWithShape="1">
            <a:blip r:embed="rId7">
              <a:alphaModFix/>
            </a:blip>
            <a:srcRect/>
            <a:stretch/>
          </p:blipFill>
          <p:spPr>
            <a:xfrm>
              <a:off x="15426004" y="886663"/>
              <a:ext cx="163791" cy="245021"/>
            </a:xfrm>
            <a:prstGeom prst="rect">
              <a:avLst/>
            </a:prstGeom>
            <a:noFill/>
            <a:ln>
              <a:noFill/>
            </a:ln>
          </p:spPr>
        </p:pic>
        <p:pic>
          <p:nvPicPr>
            <p:cNvPr id="15" name="Google Shape;1924;p14"/>
            <p:cNvPicPr preferRelativeResize="0"/>
            <p:nvPr/>
          </p:nvPicPr>
          <p:blipFill rotWithShape="1">
            <a:blip r:embed="rId8">
              <a:alphaModFix/>
            </a:blip>
            <a:srcRect/>
            <a:stretch/>
          </p:blipFill>
          <p:spPr>
            <a:xfrm>
              <a:off x="15638220" y="884910"/>
              <a:ext cx="128142" cy="244995"/>
            </a:xfrm>
            <a:prstGeom prst="rect">
              <a:avLst/>
            </a:prstGeom>
            <a:noFill/>
            <a:ln>
              <a:noFill/>
            </a:ln>
          </p:spPr>
        </p:pic>
        <p:sp>
          <p:nvSpPr>
            <p:cNvPr id="16" name="Google Shape;1925;p14"/>
            <p:cNvSpPr/>
            <p:nvPr/>
          </p:nvSpPr>
          <p:spPr>
            <a:xfrm>
              <a:off x="15807525" y="884923"/>
              <a:ext cx="23495" cy="247015"/>
            </a:xfrm>
            <a:custGeom>
              <a:avLst/>
              <a:gdLst/>
              <a:ahLst/>
              <a:cxnLst/>
              <a:rect l="l" t="t" r="r" b="b"/>
              <a:pathLst>
                <a:path w="23494" h="247015" extrusionOk="0">
                  <a:moveTo>
                    <a:pt x="18338" y="0"/>
                  </a:moveTo>
                  <a:lnTo>
                    <a:pt x="4914" y="0"/>
                  </a:lnTo>
                  <a:lnTo>
                    <a:pt x="0" y="5283"/>
                  </a:lnTo>
                  <a:lnTo>
                    <a:pt x="0" y="241452"/>
                  </a:lnTo>
                  <a:lnTo>
                    <a:pt x="4914" y="246761"/>
                  </a:lnTo>
                  <a:lnTo>
                    <a:pt x="18338" y="246761"/>
                  </a:lnTo>
                  <a:lnTo>
                    <a:pt x="23279" y="241452"/>
                  </a:lnTo>
                  <a:lnTo>
                    <a:pt x="23279" y="234759"/>
                  </a:lnTo>
                  <a:lnTo>
                    <a:pt x="23279"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7" name="Google Shape;1926;p14"/>
            <p:cNvPicPr preferRelativeResize="0"/>
            <p:nvPr/>
          </p:nvPicPr>
          <p:blipFill rotWithShape="1">
            <a:blip r:embed="rId9">
              <a:alphaModFix/>
            </a:blip>
            <a:srcRect/>
            <a:stretch/>
          </p:blipFill>
          <p:spPr>
            <a:xfrm>
              <a:off x="15884855" y="883856"/>
              <a:ext cx="424103" cy="249593"/>
            </a:xfrm>
            <a:prstGeom prst="rect">
              <a:avLst/>
            </a:prstGeom>
            <a:noFill/>
            <a:ln>
              <a:noFill/>
            </a:ln>
          </p:spPr>
        </p:pic>
        <p:sp>
          <p:nvSpPr>
            <p:cNvPr id="18" name="Google Shape;1927;p14"/>
            <p:cNvSpPr/>
            <p:nvPr/>
          </p:nvSpPr>
          <p:spPr>
            <a:xfrm>
              <a:off x="15068753" y="1280883"/>
              <a:ext cx="41910" cy="160655"/>
            </a:xfrm>
            <a:custGeom>
              <a:avLst/>
              <a:gdLst/>
              <a:ahLst/>
              <a:cxnLst/>
              <a:rect l="l" t="t" r="r" b="b"/>
              <a:pathLst>
                <a:path w="41909" h="160655" extrusionOk="0">
                  <a:moveTo>
                    <a:pt x="37338" y="0"/>
                  </a:moveTo>
                  <a:lnTo>
                    <a:pt x="27533" y="0"/>
                  </a:lnTo>
                  <a:lnTo>
                    <a:pt x="23482" y="3492"/>
                  </a:lnTo>
                  <a:lnTo>
                    <a:pt x="23482"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54" y="40652"/>
                  </a:lnTo>
                  <a:lnTo>
                    <a:pt x="26454" y="125488"/>
                  </a:lnTo>
                  <a:lnTo>
                    <a:pt x="26104" y="133764"/>
                  </a:lnTo>
                  <a:lnTo>
                    <a:pt x="23977" y="141384"/>
                  </a:lnTo>
                  <a:lnTo>
                    <a:pt x="18888" y="146968"/>
                  </a:lnTo>
                  <a:lnTo>
                    <a:pt x="9652" y="149136"/>
                  </a:lnTo>
                  <a:lnTo>
                    <a:pt x="2628" y="149136"/>
                  </a:lnTo>
                  <a:lnTo>
                    <a:pt x="0" y="151599"/>
                  </a:lnTo>
                  <a:lnTo>
                    <a:pt x="0" y="157899"/>
                  </a:lnTo>
                  <a:lnTo>
                    <a:pt x="2628" y="160350"/>
                  </a:lnTo>
                  <a:lnTo>
                    <a:pt x="9652" y="160350"/>
                  </a:lnTo>
                  <a:lnTo>
                    <a:pt x="23181" y="157662"/>
                  </a:lnTo>
                  <a:lnTo>
                    <a:pt x="31932"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9" name="Google Shape;1928;p14"/>
            <p:cNvPicPr preferRelativeResize="0"/>
            <p:nvPr/>
          </p:nvPicPr>
          <p:blipFill rotWithShape="1">
            <a:blip r:embed="rId10">
              <a:alphaModFix/>
            </a:blip>
            <a:srcRect/>
            <a:stretch/>
          </p:blipFill>
          <p:spPr>
            <a:xfrm>
              <a:off x="15129408" y="1280883"/>
              <a:ext cx="267182" cy="122504"/>
            </a:xfrm>
            <a:prstGeom prst="rect">
              <a:avLst/>
            </a:prstGeom>
            <a:noFill/>
            <a:ln>
              <a:noFill/>
            </a:ln>
          </p:spPr>
        </p:pic>
        <p:pic>
          <p:nvPicPr>
            <p:cNvPr id="20" name="Google Shape;1929;p14"/>
            <p:cNvPicPr preferRelativeResize="0"/>
            <p:nvPr/>
          </p:nvPicPr>
          <p:blipFill rotWithShape="1">
            <a:blip r:embed="rId11">
              <a:alphaModFix/>
            </a:blip>
            <a:srcRect/>
            <a:stretch/>
          </p:blipFill>
          <p:spPr>
            <a:xfrm>
              <a:off x="15417533" y="1318018"/>
              <a:ext cx="70281" cy="84480"/>
            </a:xfrm>
            <a:prstGeom prst="rect">
              <a:avLst/>
            </a:prstGeom>
            <a:noFill/>
            <a:ln>
              <a:noFill/>
            </a:ln>
          </p:spPr>
        </p:pic>
        <p:pic>
          <p:nvPicPr>
            <p:cNvPr id="21" name="Google Shape;1930;p14"/>
            <p:cNvPicPr preferRelativeResize="0"/>
            <p:nvPr/>
          </p:nvPicPr>
          <p:blipFill rotWithShape="1">
            <a:blip r:embed="rId12">
              <a:alphaModFix/>
            </a:blip>
            <a:srcRect/>
            <a:stretch/>
          </p:blipFill>
          <p:spPr>
            <a:xfrm>
              <a:off x="15509786" y="1318031"/>
              <a:ext cx="154444" cy="85356"/>
            </a:xfrm>
            <a:prstGeom prst="rect">
              <a:avLst/>
            </a:prstGeom>
            <a:noFill/>
            <a:ln>
              <a:noFill/>
            </a:ln>
          </p:spPr>
        </p:pic>
        <p:sp>
          <p:nvSpPr>
            <p:cNvPr id="22" name="Google Shape;1931;p14"/>
            <p:cNvSpPr/>
            <p:nvPr/>
          </p:nvSpPr>
          <p:spPr>
            <a:xfrm>
              <a:off x="15915462" y="1280883"/>
              <a:ext cx="41910" cy="160655"/>
            </a:xfrm>
            <a:custGeom>
              <a:avLst/>
              <a:gdLst/>
              <a:ahLst/>
              <a:cxnLst/>
              <a:rect l="l" t="t" r="r" b="b"/>
              <a:pathLst>
                <a:path w="41909" h="160655" extrusionOk="0">
                  <a:moveTo>
                    <a:pt x="37338" y="0"/>
                  </a:moveTo>
                  <a:lnTo>
                    <a:pt x="27533" y="0"/>
                  </a:lnTo>
                  <a:lnTo>
                    <a:pt x="23482" y="3492"/>
                  </a:lnTo>
                  <a:lnTo>
                    <a:pt x="23482"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79" y="40652"/>
                  </a:lnTo>
                  <a:lnTo>
                    <a:pt x="26479" y="125488"/>
                  </a:lnTo>
                  <a:lnTo>
                    <a:pt x="26114" y="133764"/>
                  </a:lnTo>
                  <a:lnTo>
                    <a:pt x="23979" y="141384"/>
                  </a:lnTo>
                  <a:lnTo>
                    <a:pt x="18883" y="146968"/>
                  </a:lnTo>
                  <a:lnTo>
                    <a:pt x="9639" y="149136"/>
                  </a:lnTo>
                  <a:lnTo>
                    <a:pt x="2628" y="149136"/>
                  </a:lnTo>
                  <a:lnTo>
                    <a:pt x="0" y="151599"/>
                  </a:lnTo>
                  <a:lnTo>
                    <a:pt x="0" y="157899"/>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3" name="Google Shape;1932;p14"/>
            <p:cNvPicPr preferRelativeResize="0"/>
            <p:nvPr/>
          </p:nvPicPr>
          <p:blipFill rotWithShape="1">
            <a:blip r:embed="rId13">
              <a:alphaModFix/>
            </a:blip>
            <a:srcRect/>
            <a:stretch/>
          </p:blipFill>
          <p:spPr>
            <a:xfrm>
              <a:off x="15976003" y="1280883"/>
              <a:ext cx="267169" cy="122504"/>
            </a:xfrm>
            <a:prstGeom prst="rect">
              <a:avLst/>
            </a:prstGeom>
            <a:noFill/>
            <a:ln>
              <a:noFill/>
            </a:ln>
          </p:spPr>
        </p:pic>
        <p:pic>
          <p:nvPicPr>
            <p:cNvPr id="24" name="Google Shape;1933;p14"/>
            <p:cNvPicPr preferRelativeResize="0"/>
            <p:nvPr/>
          </p:nvPicPr>
          <p:blipFill rotWithShape="1">
            <a:blip r:embed="rId14">
              <a:alphaModFix/>
            </a:blip>
            <a:srcRect/>
            <a:stretch/>
          </p:blipFill>
          <p:spPr>
            <a:xfrm>
              <a:off x="16264228" y="1318018"/>
              <a:ext cx="70294" cy="84480"/>
            </a:xfrm>
            <a:prstGeom prst="rect">
              <a:avLst/>
            </a:prstGeom>
            <a:noFill/>
            <a:ln>
              <a:noFill/>
            </a:ln>
          </p:spPr>
        </p:pic>
        <p:pic>
          <p:nvPicPr>
            <p:cNvPr id="25" name="Google Shape;1934;p14"/>
            <p:cNvPicPr preferRelativeResize="0"/>
            <p:nvPr/>
          </p:nvPicPr>
          <p:blipFill rotWithShape="1">
            <a:blip r:embed="rId15">
              <a:alphaModFix/>
            </a:blip>
            <a:srcRect/>
            <a:stretch/>
          </p:blipFill>
          <p:spPr>
            <a:xfrm>
              <a:off x="16356494" y="1318031"/>
              <a:ext cx="154444" cy="85356"/>
            </a:xfrm>
            <a:prstGeom prst="rect">
              <a:avLst/>
            </a:prstGeom>
            <a:noFill/>
            <a:ln>
              <a:noFill/>
            </a:ln>
          </p:spPr>
        </p:pic>
        <p:pic>
          <p:nvPicPr>
            <p:cNvPr id="26" name="Google Shape;1935;p14"/>
            <p:cNvPicPr preferRelativeResize="0"/>
            <p:nvPr/>
          </p:nvPicPr>
          <p:blipFill rotWithShape="1">
            <a:blip r:embed="rId16">
              <a:alphaModFix/>
            </a:blip>
            <a:srcRect/>
            <a:stretch/>
          </p:blipFill>
          <p:spPr>
            <a:xfrm>
              <a:off x="14201902" y="762152"/>
              <a:ext cx="2318892" cy="491769"/>
            </a:xfrm>
            <a:prstGeom prst="rect">
              <a:avLst/>
            </a:prstGeom>
            <a:noFill/>
            <a:ln>
              <a:noFill/>
            </a:ln>
          </p:spPr>
        </p:pic>
        <p:pic>
          <p:nvPicPr>
            <p:cNvPr id="27" name="Google Shape;1936;p14"/>
            <p:cNvPicPr preferRelativeResize="0"/>
            <p:nvPr/>
          </p:nvPicPr>
          <p:blipFill rotWithShape="1">
            <a:blip r:embed="rId17">
              <a:alphaModFix/>
            </a:blip>
            <a:srcRect/>
            <a:stretch/>
          </p:blipFill>
          <p:spPr>
            <a:xfrm>
              <a:off x="15628112" y="1170902"/>
              <a:ext cx="343154" cy="402703"/>
            </a:xfrm>
            <a:prstGeom prst="rect">
              <a:avLst/>
            </a:prstGeom>
            <a:noFill/>
            <a:ln>
              <a:noFill/>
            </a:ln>
          </p:spPr>
        </p:pic>
        <p:pic>
          <p:nvPicPr>
            <p:cNvPr id="28" name="Google Shape;1937;p14"/>
            <p:cNvPicPr preferRelativeResize="0"/>
            <p:nvPr/>
          </p:nvPicPr>
          <p:blipFill rotWithShape="1">
            <a:blip r:embed="rId18">
              <a:alphaModFix/>
            </a:blip>
            <a:srcRect/>
            <a:stretch/>
          </p:blipFill>
          <p:spPr>
            <a:xfrm>
              <a:off x="15609679" y="1517459"/>
              <a:ext cx="11447" cy="15589"/>
            </a:xfrm>
            <a:prstGeom prst="rect">
              <a:avLst/>
            </a:prstGeom>
            <a:noFill/>
            <a:ln>
              <a:noFill/>
            </a:ln>
          </p:spPr>
        </p:pic>
        <p:pic>
          <p:nvPicPr>
            <p:cNvPr id="29" name="Google Shape;1938;p14"/>
            <p:cNvPicPr preferRelativeResize="0"/>
            <p:nvPr/>
          </p:nvPicPr>
          <p:blipFill rotWithShape="1">
            <a:blip r:embed="rId19">
              <a:alphaModFix/>
            </a:blip>
            <a:srcRect/>
            <a:stretch/>
          </p:blipFill>
          <p:spPr>
            <a:xfrm>
              <a:off x="15628238" y="1428826"/>
              <a:ext cx="79630" cy="86550"/>
            </a:xfrm>
            <a:prstGeom prst="rect">
              <a:avLst/>
            </a:prstGeom>
            <a:noFill/>
            <a:ln>
              <a:noFill/>
            </a:ln>
          </p:spPr>
        </p:pic>
        <p:pic>
          <p:nvPicPr>
            <p:cNvPr id="30" name="Google Shape;1939;p14"/>
            <p:cNvPicPr preferRelativeResize="0"/>
            <p:nvPr/>
          </p:nvPicPr>
          <p:blipFill rotWithShape="1">
            <a:blip r:embed="rId20">
              <a:alphaModFix/>
            </a:blip>
            <a:srcRect/>
            <a:stretch/>
          </p:blipFill>
          <p:spPr>
            <a:xfrm>
              <a:off x="15665831" y="1458128"/>
              <a:ext cx="11683" cy="14600"/>
            </a:xfrm>
            <a:prstGeom prst="rect">
              <a:avLst/>
            </a:prstGeom>
            <a:noFill/>
            <a:ln>
              <a:noFill/>
            </a:ln>
          </p:spPr>
        </p:pic>
        <p:pic>
          <p:nvPicPr>
            <p:cNvPr id="31" name="Google Shape;1940;p14"/>
            <p:cNvPicPr preferRelativeResize="0"/>
            <p:nvPr/>
          </p:nvPicPr>
          <p:blipFill rotWithShape="1">
            <a:blip r:embed="rId21">
              <a:alphaModFix/>
            </a:blip>
            <a:srcRect/>
            <a:stretch/>
          </p:blipFill>
          <p:spPr>
            <a:xfrm>
              <a:off x="15624047" y="1433779"/>
              <a:ext cx="77215" cy="82550"/>
            </a:xfrm>
            <a:prstGeom prst="rect">
              <a:avLst/>
            </a:prstGeom>
            <a:noFill/>
            <a:ln>
              <a:noFill/>
            </a:ln>
          </p:spPr>
        </p:pic>
        <p:pic>
          <p:nvPicPr>
            <p:cNvPr id="32" name="Google Shape;1941;p14"/>
            <p:cNvPicPr preferRelativeResize="0"/>
            <p:nvPr/>
          </p:nvPicPr>
          <p:blipFill rotWithShape="1">
            <a:blip r:embed="rId22">
              <a:alphaModFix/>
            </a:blip>
            <a:srcRect/>
            <a:stretch/>
          </p:blipFill>
          <p:spPr>
            <a:xfrm>
              <a:off x="15901288" y="1256068"/>
              <a:ext cx="16763" cy="12903"/>
            </a:xfrm>
            <a:prstGeom prst="rect">
              <a:avLst/>
            </a:prstGeom>
            <a:noFill/>
            <a:ln>
              <a:noFill/>
            </a:ln>
          </p:spPr>
        </p:pic>
        <p:pic>
          <p:nvPicPr>
            <p:cNvPr id="33" name="Google Shape;1942;p14"/>
            <p:cNvPicPr preferRelativeResize="0"/>
            <p:nvPr/>
          </p:nvPicPr>
          <p:blipFill rotWithShape="1">
            <a:blip r:embed="rId23">
              <a:alphaModFix/>
            </a:blip>
            <a:srcRect/>
            <a:stretch/>
          </p:blipFill>
          <p:spPr>
            <a:xfrm>
              <a:off x="15680309" y="1450898"/>
              <a:ext cx="6731" cy="7950"/>
            </a:xfrm>
            <a:prstGeom prst="rect">
              <a:avLst/>
            </a:prstGeom>
            <a:noFill/>
            <a:ln>
              <a:noFill/>
            </a:ln>
          </p:spPr>
        </p:pic>
        <p:pic>
          <p:nvPicPr>
            <p:cNvPr id="34" name="Google Shape;1943;p14"/>
            <p:cNvPicPr preferRelativeResize="0"/>
            <p:nvPr/>
          </p:nvPicPr>
          <p:blipFill rotWithShape="1">
            <a:blip r:embed="rId23">
              <a:alphaModFix/>
            </a:blip>
            <a:srcRect/>
            <a:stretch/>
          </p:blipFill>
          <p:spPr>
            <a:xfrm>
              <a:off x="15931515" y="1237411"/>
              <a:ext cx="9779" cy="7454"/>
            </a:xfrm>
            <a:prstGeom prst="rect">
              <a:avLst/>
            </a:prstGeom>
            <a:noFill/>
            <a:ln>
              <a:noFill/>
            </a:ln>
          </p:spPr>
        </p:pic>
        <p:pic>
          <p:nvPicPr>
            <p:cNvPr id="35" name="Google Shape;1944;p14"/>
            <p:cNvPicPr preferRelativeResize="0"/>
            <p:nvPr/>
          </p:nvPicPr>
          <p:blipFill rotWithShape="1">
            <a:blip r:embed="rId24">
              <a:alphaModFix/>
            </a:blip>
            <a:srcRect/>
            <a:stretch/>
          </p:blipFill>
          <p:spPr>
            <a:xfrm>
              <a:off x="15934562" y="1189837"/>
              <a:ext cx="38353" cy="32537"/>
            </a:xfrm>
            <a:prstGeom prst="rect">
              <a:avLst/>
            </a:prstGeom>
            <a:noFill/>
            <a:ln>
              <a:noFill/>
            </a:ln>
          </p:spPr>
        </p:pic>
        <p:pic>
          <p:nvPicPr>
            <p:cNvPr id="36" name="Google Shape;1945;p14"/>
            <p:cNvPicPr preferRelativeResize="0"/>
            <p:nvPr/>
          </p:nvPicPr>
          <p:blipFill rotWithShape="1">
            <a:blip r:embed="rId25">
              <a:alphaModFix/>
            </a:blip>
            <a:srcRect/>
            <a:stretch/>
          </p:blipFill>
          <p:spPr>
            <a:xfrm>
              <a:off x="15900400" y="1202498"/>
              <a:ext cx="17907" cy="15100"/>
            </a:xfrm>
            <a:prstGeom prst="rect">
              <a:avLst/>
            </a:prstGeom>
            <a:noFill/>
            <a:ln>
              <a:noFill/>
            </a:ln>
          </p:spPr>
        </p:pic>
        <p:pic>
          <p:nvPicPr>
            <p:cNvPr id="37" name="Google Shape;1946;p14"/>
            <p:cNvPicPr preferRelativeResize="0"/>
            <p:nvPr/>
          </p:nvPicPr>
          <p:blipFill rotWithShape="1">
            <a:blip r:embed="rId26">
              <a:alphaModFix/>
            </a:blip>
            <a:srcRect/>
            <a:stretch/>
          </p:blipFill>
          <p:spPr>
            <a:xfrm>
              <a:off x="15645637" y="1424228"/>
              <a:ext cx="71880" cy="58038"/>
            </a:xfrm>
            <a:prstGeom prst="rect">
              <a:avLst/>
            </a:prstGeom>
            <a:noFill/>
            <a:ln>
              <a:noFill/>
            </a:ln>
          </p:spPr>
        </p:pic>
        <p:pic>
          <p:nvPicPr>
            <p:cNvPr id="38" name="Google Shape;1947;p14"/>
            <p:cNvPicPr preferRelativeResize="0"/>
            <p:nvPr/>
          </p:nvPicPr>
          <p:blipFill rotWithShape="1">
            <a:blip r:embed="rId24">
              <a:alphaModFix/>
            </a:blip>
            <a:srcRect/>
            <a:stretch/>
          </p:blipFill>
          <p:spPr>
            <a:xfrm>
              <a:off x="15696945" y="1384351"/>
              <a:ext cx="36195" cy="32919"/>
            </a:xfrm>
            <a:prstGeom prst="rect">
              <a:avLst/>
            </a:prstGeom>
            <a:noFill/>
            <a:ln>
              <a:noFill/>
            </a:ln>
          </p:spPr>
        </p:pic>
        <p:pic>
          <p:nvPicPr>
            <p:cNvPr id="39" name="Google Shape;1948;p14"/>
            <p:cNvPicPr preferRelativeResize="0"/>
            <p:nvPr/>
          </p:nvPicPr>
          <p:blipFill rotWithShape="1">
            <a:blip r:embed="rId27">
              <a:alphaModFix/>
            </a:blip>
            <a:srcRect/>
            <a:stretch/>
          </p:blipFill>
          <p:spPr>
            <a:xfrm>
              <a:off x="15621381" y="1488414"/>
              <a:ext cx="43306" cy="44843"/>
            </a:xfrm>
            <a:prstGeom prst="rect">
              <a:avLst/>
            </a:prstGeom>
            <a:noFill/>
            <a:ln>
              <a:noFill/>
            </a:ln>
          </p:spPr>
        </p:pic>
        <p:pic>
          <p:nvPicPr>
            <p:cNvPr id="40" name="Google Shape;1949;p14"/>
            <p:cNvPicPr preferRelativeResize="0"/>
            <p:nvPr/>
          </p:nvPicPr>
          <p:blipFill rotWithShape="1">
            <a:blip r:embed="rId27">
              <a:alphaModFix/>
            </a:blip>
            <a:srcRect/>
            <a:stretch/>
          </p:blipFill>
          <p:spPr>
            <a:xfrm>
              <a:off x="15735425" y="1384478"/>
              <a:ext cx="41404" cy="44323"/>
            </a:xfrm>
            <a:prstGeom prst="rect">
              <a:avLst/>
            </a:prstGeom>
            <a:noFill/>
            <a:ln>
              <a:noFill/>
            </a:ln>
          </p:spPr>
        </p:pic>
        <p:pic>
          <p:nvPicPr>
            <p:cNvPr id="41" name="Google Shape;1950;p14"/>
            <p:cNvPicPr preferRelativeResize="0"/>
            <p:nvPr/>
          </p:nvPicPr>
          <p:blipFill rotWithShape="1">
            <a:blip r:embed="rId28">
              <a:alphaModFix/>
            </a:blip>
            <a:srcRect/>
            <a:stretch/>
          </p:blipFill>
          <p:spPr>
            <a:xfrm>
              <a:off x="15792070" y="1308544"/>
              <a:ext cx="3683" cy="3086"/>
            </a:xfrm>
            <a:prstGeom prst="rect">
              <a:avLst/>
            </a:prstGeom>
            <a:noFill/>
            <a:ln>
              <a:noFill/>
            </a:ln>
          </p:spPr>
        </p:pic>
        <p:pic>
          <p:nvPicPr>
            <p:cNvPr id="42" name="Google Shape;1951;p14"/>
            <p:cNvPicPr preferRelativeResize="0"/>
            <p:nvPr/>
          </p:nvPicPr>
          <p:blipFill rotWithShape="1">
            <a:blip r:embed="rId29">
              <a:alphaModFix/>
            </a:blip>
            <a:srcRect/>
            <a:stretch/>
          </p:blipFill>
          <p:spPr>
            <a:xfrm>
              <a:off x="15865349" y="1228953"/>
              <a:ext cx="16126" cy="15316"/>
            </a:xfrm>
            <a:prstGeom prst="rect">
              <a:avLst/>
            </a:prstGeom>
            <a:noFill/>
            <a:ln>
              <a:noFill/>
            </a:ln>
          </p:spPr>
        </p:pic>
        <p:pic>
          <p:nvPicPr>
            <p:cNvPr id="43" name="Google Shape;1952;p14"/>
            <p:cNvPicPr preferRelativeResize="0"/>
            <p:nvPr/>
          </p:nvPicPr>
          <p:blipFill rotWithShape="1">
            <a:blip r:embed="rId30">
              <a:alphaModFix/>
            </a:blip>
            <a:srcRect/>
            <a:stretch/>
          </p:blipFill>
          <p:spPr>
            <a:xfrm>
              <a:off x="15669386" y="1471827"/>
              <a:ext cx="6223" cy="16434"/>
            </a:xfrm>
            <a:prstGeom prst="rect">
              <a:avLst/>
            </a:prstGeom>
            <a:noFill/>
            <a:ln>
              <a:noFill/>
            </a:ln>
          </p:spPr>
        </p:pic>
        <p:pic>
          <p:nvPicPr>
            <p:cNvPr id="44" name="Google Shape;1953;p14"/>
            <p:cNvPicPr preferRelativeResize="0"/>
            <p:nvPr/>
          </p:nvPicPr>
          <p:blipFill rotWithShape="1">
            <a:blip r:embed="rId23">
              <a:alphaModFix/>
            </a:blip>
            <a:srcRect/>
            <a:stretch/>
          </p:blipFill>
          <p:spPr>
            <a:xfrm>
              <a:off x="15855950" y="1307782"/>
              <a:ext cx="7747" cy="7238"/>
            </a:xfrm>
            <a:prstGeom prst="rect">
              <a:avLst/>
            </a:prstGeom>
            <a:noFill/>
            <a:ln>
              <a:noFill/>
            </a:ln>
          </p:spPr>
        </p:pic>
        <p:pic>
          <p:nvPicPr>
            <p:cNvPr id="45" name="Google Shape;1954;p14"/>
            <p:cNvPicPr preferRelativeResize="0"/>
            <p:nvPr/>
          </p:nvPicPr>
          <p:blipFill rotWithShape="1">
            <a:blip r:embed="rId20">
              <a:alphaModFix/>
            </a:blip>
            <a:srcRect/>
            <a:stretch/>
          </p:blipFill>
          <p:spPr>
            <a:xfrm>
              <a:off x="15874747" y="1282166"/>
              <a:ext cx="14095" cy="12610"/>
            </a:xfrm>
            <a:prstGeom prst="rect">
              <a:avLst/>
            </a:prstGeom>
            <a:noFill/>
            <a:ln>
              <a:noFill/>
            </a:ln>
          </p:spPr>
        </p:pic>
        <p:pic>
          <p:nvPicPr>
            <p:cNvPr id="46" name="Google Shape;1955;p14"/>
            <p:cNvPicPr preferRelativeResize="0"/>
            <p:nvPr/>
          </p:nvPicPr>
          <p:blipFill rotWithShape="1">
            <a:blip r:embed="rId20">
              <a:alphaModFix/>
            </a:blip>
            <a:srcRect/>
            <a:stretch/>
          </p:blipFill>
          <p:spPr>
            <a:xfrm>
              <a:off x="15814929" y="1337019"/>
              <a:ext cx="14478" cy="13536"/>
            </a:xfrm>
            <a:prstGeom prst="rect">
              <a:avLst/>
            </a:prstGeom>
            <a:noFill/>
            <a:ln>
              <a:noFill/>
            </a:ln>
          </p:spPr>
        </p:pic>
        <p:pic>
          <p:nvPicPr>
            <p:cNvPr id="47" name="Google Shape;1956;p14"/>
            <p:cNvPicPr preferRelativeResize="0"/>
            <p:nvPr/>
          </p:nvPicPr>
          <p:blipFill rotWithShape="1">
            <a:blip r:embed="rId31">
              <a:alphaModFix/>
            </a:blip>
            <a:srcRect/>
            <a:stretch/>
          </p:blipFill>
          <p:spPr>
            <a:xfrm>
              <a:off x="15642463" y="1463712"/>
              <a:ext cx="54101" cy="18427"/>
            </a:xfrm>
            <a:prstGeom prst="rect">
              <a:avLst/>
            </a:prstGeom>
            <a:noFill/>
            <a:ln>
              <a:noFill/>
            </a:ln>
          </p:spPr>
        </p:pic>
        <p:pic>
          <p:nvPicPr>
            <p:cNvPr id="48" name="Google Shape;1957;p14"/>
            <p:cNvPicPr preferRelativeResize="0"/>
            <p:nvPr/>
          </p:nvPicPr>
          <p:blipFill rotWithShape="1">
            <a:blip r:embed="rId32">
              <a:alphaModFix/>
            </a:blip>
            <a:srcRect/>
            <a:stretch/>
          </p:blipFill>
          <p:spPr>
            <a:xfrm>
              <a:off x="15736444" y="1349412"/>
              <a:ext cx="19811" cy="21044"/>
            </a:xfrm>
            <a:prstGeom prst="rect">
              <a:avLst/>
            </a:prstGeom>
            <a:noFill/>
            <a:ln>
              <a:noFill/>
            </a:ln>
          </p:spPr>
        </p:pic>
        <p:pic>
          <p:nvPicPr>
            <p:cNvPr id="49" name="Google Shape;1958;p14"/>
            <p:cNvPicPr preferRelativeResize="0"/>
            <p:nvPr/>
          </p:nvPicPr>
          <p:blipFill rotWithShape="1">
            <a:blip r:embed="rId33">
              <a:alphaModFix/>
            </a:blip>
            <a:srcRect/>
            <a:stretch/>
          </p:blipFill>
          <p:spPr>
            <a:xfrm>
              <a:off x="15651227" y="1473288"/>
              <a:ext cx="22858" cy="37376"/>
            </a:xfrm>
            <a:prstGeom prst="rect">
              <a:avLst/>
            </a:prstGeom>
            <a:noFill/>
            <a:ln>
              <a:noFill/>
            </a:ln>
          </p:spPr>
        </p:pic>
        <p:pic>
          <p:nvPicPr>
            <p:cNvPr id="50" name="Google Shape;1959;p14"/>
            <p:cNvPicPr preferRelativeResize="0"/>
            <p:nvPr/>
          </p:nvPicPr>
          <p:blipFill rotWithShape="1">
            <a:blip r:embed="rId34">
              <a:alphaModFix/>
            </a:blip>
            <a:srcRect/>
            <a:stretch/>
          </p:blipFill>
          <p:spPr>
            <a:xfrm>
              <a:off x="15843631" y="1255712"/>
              <a:ext cx="7618" cy="9042"/>
            </a:xfrm>
            <a:prstGeom prst="rect">
              <a:avLst/>
            </a:prstGeom>
            <a:noFill/>
            <a:ln>
              <a:noFill/>
            </a:ln>
          </p:spPr>
        </p:pic>
        <p:pic>
          <p:nvPicPr>
            <p:cNvPr id="51" name="Google Shape;1960;p14"/>
            <p:cNvPicPr preferRelativeResize="0"/>
            <p:nvPr/>
          </p:nvPicPr>
          <p:blipFill rotWithShape="1">
            <a:blip r:embed="rId34">
              <a:alphaModFix/>
            </a:blip>
            <a:srcRect/>
            <a:stretch/>
          </p:blipFill>
          <p:spPr>
            <a:xfrm>
              <a:off x="15677894" y="1470126"/>
              <a:ext cx="5716" cy="9309"/>
            </a:xfrm>
            <a:prstGeom prst="rect">
              <a:avLst/>
            </a:prstGeom>
            <a:noFill/>
            <a:ln>
              <a:noFill/>
            </a:ln>
          </p:spPr>
        </p:pic>
        <p:pic>
          <p:nvPicPr>
            <p:cNvPr id="52" name="Google Shape;1961;p14"/>
            <p:cNvPicPr preferRelativeResize="0"/>
            <p:nvPr/>
          </p:nvPicPr>
          <p:blipFill rotWithShape="1">
            <a:blip r:embed="rId28">
              <a:alphaModFix/>
            </a:blip>
            <a:srcRect/>
            <a:stretch/>
          </p:blipFill>
          <p:spPr>
            <a:xfrm>
              <a:off x="15670911" y="1472793"/>
              <a:ext cx="2031" cy="2222"/>
            </a:xfrm>
            <a:prstGeom prst="rect">
              <a:avLst/>
            </a:prstGeom>
            <a:noFill/>
            <a:ln>
              <a:noFill/>
            </a:ln>
          </p:spPr>
        </p:pic>
        <p:pic>
          <p:nvPicPr>
            <p:cNvPr id="53" name="Google Shape;1962;p14"/>
            <p:cNvPicPr preferRelativeResize="0"/>
            <p:nvPr/>
          </p:nvPicPr>
          <p:blipFill rotWithShape="1">
            <a:blip r:embed="rId34">
              <a:alphaModFix/>
            </a:blip>
            <a:srcRect/>
            <a:stretch/>
          </p:blipFill>
          <p:spPr>
            <a:xfrm>
              <a:off x="15824835" y="1273848"/>
              <a:ext cx="7366" cy="7633"/>
            </a:xfrm>
            <a:prstGeom prst="rect">
              <a:avLst/>
            </a:prstGeom>
            <a:noFill/>
            <a:ln>
              <a:noFill/>
            </a:ln>
          </p:spPr>
        </p:pic>
        <p:pic>
          <p:nvPicPr>
            <p:cNvPr id="54" name="Google Shape;1963;p14"/>
            <p:cNvPicPr preferRelativeResize="0"/>
            <p:nvPr/>
          </p:nvPicPr>
          <p:blipFill rotWithShape="1">
            <a:blip r:embed="rId35">
              <a:alphaModFix/>
            </a:blip>
            <a:srcRect/>
            <a:stretch/>
          </p:blipFill>
          <p:spPr>
            <a:xfrm>
              <a:off x="15935325" y="1214271"/>
              <a:ext cx="18032" cy="26936"/>
            </a:xfrm>
            <a:prstGeom prst="rect">
              <a:avLst/>
            </a:prstGeom>
            <a:noFill/>
            <a:ln>
              <a:noFill/>
            </a:ln>
          </p:spPr>
        </p:pic>
        <p:pic>
          <p:nvPicPr>
            <p:cNvPr id="55" name="Google Shape;1964;p14"/>
            <p:cNvPicPr preferRelativeResize="0"/>
            <p:nvPr/>
          </p:nvPicPr>
          <p:blipFill rotWithShape="1">
            <a:blip r:embed="rId36">
              <a:alphaModFix/>
            </a:blip>
            <a:srcRect/>
            <a:stretch/>
          </p:blipFill>
          <p:spPr>
            <a:xfrm>
              <a:off x="15635478" y="1434121"/>
              <a:ext cx="66292" cy="61213"/>
            </a:xfrm>
            <a:prstGeom prst="rect">
              <a:avLst/>
            </a:prstGeom>
            <a:noFill/>
            <a:ln>
              <a:noFill/>
            </a:ln>
          </p:spPr>
        </p:pic>
        <p:pic>
          <p:nvPicPr>
            <p:cNvPr id="56" name="Google Shape;1965;p14"/>
            <p:cNvPicPr preferRelativeResize="0"/>
            <p:nvPr/>
          </p:nvPicPr>
          <p:blipFill rotWithShape="1">
            <a:blip r:embed="rId34">
              <a:alphaModFix/>
            </a:blip>
            <a:srcRect/>
            <a:stretch/>
          </p:blipFill>
          <p:spPr>
            <a:xfrm>
              <a:off x="15682467" y="1428520"/>
              <a:ext cx="1523" cy="1790"/>
            </a:xfrm>
            <a:prstGeom prst="rect">
              <a:avLst/>
            </a:prstGeom>
            <a:noFill/>
            <a:ln>
              <a:noFill/>
            </a:ln>
          </p:spPr>
        </p:pic>
        <p:pic>
          <p:nvPicPr>
            <p:cNvPr id="57" name="Google Shape;1966;p14"/>
            <p:cNvPicPr preferRelativeResize="0"/>
            <p:nvPr/>
          </p:nvPicPr>
          <p:blipFill rotWithShape="1">
            <a:blip r:embed="rId37">
              <a:alphaModFix/>
            </a:blip>
            <a:srcRect/>
            <a:stretch/>
          </p:blipFill>
          <p:spPr>
            <a:xfrm>
              <a:off x="15639414" y="1470417"/>
              <a:ext cx="26036" cy="30924"/>
            </a:xfrm>
            <a:prstGeom prst="rect">
              <a:avLst/>
            </a:prstGeom>
            <a:noFill/>
            <a:ln>
              <a:noFill/>
            </a:ln>
          </p:spPr>
        </p:pic>
        <p:pic>
          <p:nvPicPr>
            <p:cNvPr id="58" name="Google Shape;1967;p14"/>
            <p:cNvPicPr preferRelativeResize="0"/>
            <p:nvPr/>
          </p:nvPicPr>
          <p:blipFill rotWithShape="1">
            <a:blip r:embed="rId38">
              <a:alphaModFix/>
            </a:blip>
            <a:srcRect/>
            <a:stretch/>
          </p:blipFill>
          <p:spPr>
            <a:xfrm>
              <a:off x="15666975" y="1440484"/>
              <a:ext cx="15351" cy="20421"/>
            </a:xfrm>
            <a:prstGeom prst="rect">
              <a:avLst/>
            </a:prstGeom>
            <a:noFill/>
            <a:ln>
              <a:noFill/>
            </a:ln>
          </p:spPr>
        </p:pic>
        <p:pic>
          <p:nvPicPr>
            <p:cNvPr id="59" name="Google Shape;1968;p14"/>
            <p:cNvPicPr preferRelativeResize="0"/>
            <p:nvPr/>
          </p:nvPicPr>
          <p:blipFill rotWithShape="1">
            <a:blip r:embed="rId28">
              <a:alphaModFix/>
            </a:blip>
            <a:srcRect/>
            <a:stretch/>
          </p:blipFill>
          <p:spPr>
            <a:xfrm>
              <a:off x="15953359" y="1215466"/>
              <a:ext cx="2285" cy="1803"/>
            </a:xfrm>
            <a:prstGeom prst="rect">
              <a:avLst/>
            </a:prstGeom>
            <a:noFill/>
            <a:ln>
              <a:noFill/>
            </a:ln>
          </p:spPr>
        </p:pic>
        <p:pic>
          <p:nvPicPr>
            <p:cNvPr id="60" name="Google Shape;1969;p14"/>
            <p:cNvPicPr preferRelativeResize="0"/>
            <p:nvPr/>
          </p:nvPicPr>
          <p:blipFill rotWithShape="1">
            <a:blip r:embed="rId39">
              <a:alphaModFix/>
            </a:blip>
            <a:srcRect/>
            <a:stretch/>
          </p:blipFill>
          <p:spPr>
            <a:xfrm>
              <a:off x="15685896" y="1402969"/>
              <a:ext cx="39878" cy="43662"/>
            </a:xfrm>
            <a:prstGeom prst="rect">
              <a:avLst/>
            </a:prstGeom>
            <a:noFill/>
            <a:ln>
              <a:noFill/>
            </a:ln>
          </p:spPr>
        </p:pic>
        <p:pic>
          <p:nvPicPr>
            <p:cNvPr id="61" name="Google Shape;1970;p14"/>
            <p:cNvPicPr preferRelativeResize="0"/>
            <p:nvPr/>
          </p:nvPicPr>
          <p:blipFill rotWithShape="1">
            <a:blip r:embed="rId29">
              <a:alphaModFix/>
            </a:blip>
            <a:srcRect/>
            <a:stretch/>
          </p:blipFill>
          <p:spPr>
            <a:xfrm>
              <a:off x="15880588" y="1270139"/>
              <a:ext cx="20192" cy="18008"/>
            </a:xfrm>
            <a:prstGeom prst="rect">
              <a:avLst/>
            </a:prstGeom>
            <a:noFill/>
            <a:ln>
              <a:noFill/>
            </a:ln>
          </p:spPr>
        </p:pic>
        <p:pic>
          <p:nvPicPr>
            <p:cNvPr id="62" name="Google Shape;1971;p14"/>
            <p:cNvPicPr preferRelativeResize="0"/>
            <p:nvPr/>
          </p:nvPicPr>
          <p:blipFill rotWithShape="1">
            <a:blip r:embed="rId40">
              <a:alphaModFix/>
            </a:blip>
            <a:srcRect/>
            <a:stretch/>
          </p:blipFill>
          <p:spPr>
            <a:xfrm>
              <a:off x="15668497" y="1475930"/>
              <a:ext cx="10794" cy="11023"/>
            </a:xfrm>
            <a:prstGeom prst="rect">
              <a:avLst/>
            </a:prstGeom>
            <a:noFill/>
            <a:ln>
              <a:noFill/>
            </a:ln>
          </p:spPr>
        </p:pic>
        <p:pic>
          <p:nvPicPr>
            <p:cNvPr id="63" name="Google Shape;1972;p14"/>
            <p:cNvPicPr preferRelativeResize="0"/>
            <p:nvPr/>
          </p:nvPicPr>
          <p:blipFill rotWithShape="1">
            <a:blip r:embed="rId41">
              <a:alphaModFix/>
            </a:blip>
            <a:srcRect/>
            <a:stretch/>
          </p:blipFill>
          <p:spPr>
            <a:xfrm>
              <a:off x="15852522" y="1235785"/>
              <a:ext cx="21969" cy="18745"/>
            </a:xfrm>
            <a:prstGeom prst="rect">
              <a:avLst/>
            </a:prstGeom>
            <a:noFill/>
            <a:ln>
              <a:noFill/>
            </a:ln>
          </p:spPr>
        </p:pic>
        <p:pic>
          <p:nvPicPr>
            <p:cNvPr id="64" name="Google Shape;1973;p14"/>
            <p:cNvPicPr preferRelativeResize="0"/>
            <p:nvPr/>
          </p:nvPicPr>
          <p:blipFill rotWithShape="1">
            <a:blip r:embed="rId28">
              <a:alphaModFix/>
            </a:blip>
            <a:srcRect/>
            <a:stretch/>
          </p:blipFill>
          <p:spPr>
            <a:xfrm>
              <a:off x="15965169" y="1207654"/>
              <a:ext cx="2031" cy="1524"/>
            </a:xfrm>
            <a:prstGeom prst="rect">
              <a:avLst/>
            </a:prstGeom>
            <a:noFill/>
            <a:ln>
              <a:noFill/>
            </a:ln>
          </p:spPr>
        </p:pic>
        <p:pic>
          <p:nvPicPr>
            <p:cNvPr id="65" name="Google Shape;1974;p14"/>
            <p:cNvPicPr preferRelativeResize="0"/>
            <p:nvPr/>
          </p:nvPicPr>
          <p:blipFill rotWithShape="1">
            <a:blip r:embed="rId28">
              <a:alphaModFix/>
            </a:blip>
            <a:srcRect/>
            <a:stretch/>
          </p:blipFill>
          <p:spPr>
            <a:xfrm>
              <a:off x="15889351" y="1220528"/>
              <a:ext cx="1687" cy="1351"/>
            </a:xfrm>
            <a:prstGeom prst="rect">
              <a:avLst/>
            </a:prstGeom>
            <a:noFill/>
            <a:ln>
              <a:noFill/>
            </a:ln>
          </p:spPr>
        </p:pic>
        <p:pic>
          <p:nvPicPr>
            <p:cNvPr id="66" name="Google Shape;1975;p14"/>
            <p:cNvPicPr preferRelativeResize="0"/>
            <p:nvPr/>
          </p:nvPicPr>
          <p:blipFill rotWithShape="1">
            <a:blip r:embed="rId42">
              <a:alphaModFix/>
            </a:blip>
            <a:srcRect/>
            <a:stretch/>
          </p:blipFill>
          <p:spPr>
            <a:xfrm>
              <a:off x="15948025" y="1190968"/>
              <a:ext cx="2666" cy="11289"/>
            </a:xfrm>
            <a:prstGeom prst="rect">
              <a:avLst/>
            </a:prstGeom>
            <a:noFill/>
            <a:ln>
              <a:noFill/>
            </a:ln>
          </p:spPr>
        </p:pic>
        <p:pic>
          <p:nvPicPr>
            <p:cNvPr id="67" name="Google Shape;1976;p14"/>
            <p:cNvPicPr preferRelativeResize="0"/>
            <p:nvPr/>
          </p:nvPicPr>
          <p:blipFill rotWithShape="1">
            <a:blip r:embed="rId43">
              <a:alphaModFix/>
            </a:blip>
            <a:srcRect/>
            <a:stretch/>
          </p:blipFill>
          <p:spPr>
            <a:xfrm>
              <a:off x="15671927" y="1466291"/>
              <a:ext cx="21082" cy="4953"/>
            </a:xfrm>
            <a:prstGeom prst="rect">
              <a:avLst/>
            </a:prstGeom>
            <a:noFill/>
            <a:ln>
              <a:noFill/>
            </a:ln>
          </p:spPr>
        </p:pic>
        <p:pic>
          <p:nvPicPr>
            <p:cNvPr id="68" name="Google Shape;1977;p14"/>
            <p:cNvPicPr preferRelativeResize="0"/>
            <p:nvPr/>
          </p:nvPicPr>
          <p:blipFill rotWithShape="1">
            <a:blip r:embed="rId40">
              <a:alphaModFix/>
            </a:blip>
            <a:srcRect/>
            <a:stretch/>
          </p:blipFill>
          <p:spPr>
            <a:xfrm>
              <a:off x="15635985" y="1508607"/>
              <a:ext cx="11174" cy="10478"/>
            </a:xfrm>
            <a:prstGeom prst="rect">
              <a:avLst/>
            </a:prstGeom>
            <a:noFill/>
            <a:ln>
              <a:noFill/>
            </a:ln>
          </p:spPr>
        </p:pic>
        <p:pic>
          <p:nvPicPr>
            <p:cNvPr id="69" name="Google Shape;1978;p14"/>
            <p:cNvPicPr preferRelativeResize="0"/>
            <p:nvPr/>
          </p:nvPicPr>
          <p:blipFill rotWithShape="1">
            <a:blip r:embed="rId44">
              <a:alphaModFix/>
            </a:blip>
            <a:srcRect/>
            <a:stretch/>
          </p:blipFill>
          <p:spPr>
            <a:xfrm>
              <a:off x="15891127" y="1207211"/>
              <a:ext cx="68581" cy="70739"/>
            </a:xfrm>
            <a:prstGeom prst="rect">
              <a:avLst/>
            </a:prstGeom>
            <a:noFill/>
            <a:ln>
              <a:noFill/>
            </a:ln>
          </p:spPr>
        </p:pic>
        <p:pic>
          <p:nvPicPr>
            <p:cNvPr id="70" name="Google Shape;1979;p14"/>
            <p:cNvPicPr preferRelativeResize="0"/>
            <p:nvPr/>
          </p:nvPicPr>
          <p:blipFill rotWithShape="1">
            <a:blip r:embed="rId28">
              <a:alphaModFix/>
            </a:blip>
            <a:srcRect/>
            <a:stretch/>
          </p:blipFill>
          <p:spPr>
            <a:xfrm>
              <a:off x="15658337" y="1504264"/>
              <a:ext cx="1142" cy="1396"/>
            </a:xfrm>
            <a:prstGeom prst="rect">
              <a:avLst/>
            </a:prstGeom>
            <a:noFill/>
            <a:ln>
              <a:noFill/>
            </a:ln>
          </p:spPr>
        </p:pic>
        <p:pic>
          <p:nvPicPr>
            <p:cNvPr id="71" name="Google Shape;1980;p14"/>
            <p:cNvPicPr preferRelativeResize="0"/>
            <p:nvPr/>
          </p:nvPicPr>
          <p:blipFill rotWithShape="1">
            <a:blip r:embed="rId25">
              <a:alphaModFix/>
            </a:blip>
            <a:srcRect/>
            <a:stretch/>
          </p:blipFill>
          <p:spPr>
            <a:xfrm>
              <a:off x="15658718" y="1475473"/>
              <a:ext cx="14986" cy="22059"/>
            </a:xfrm>
            <a:prstGeom prst="rect">
              <a:avLst/>
            </a:prstGeom>
            <a:noFill/>
            <a:ln>
              <a:noFill/>
            </a:ln>
          </p:spPr>
        </p:pic>
        <p:pic>
          <p:nvPicPr>
            <p:cNvPr id="72" name="Google Shape;1981;p14"/>
            <p:cNvPicPr preferRelativeResize="0"/>
            <p:nvPr/>
          </p:nvPicPr>
          <p:blipFill rotWithShape="1">
            <a:blip r:embed="rId28">
              <a:alphaModFix/>
            </a:blip>
            <a:srcRect/>
            <a:stretch/>
          </p:blipFill>
          <p:spPr>
            <a:xfrm>
              <a:off x="15635859" y="1500797"/>
              <a:ext cx="1143" cy="1409"/>
            </a:xfrm>
            <a:prstGeom prst="rect">
              <a:avLst/>
            </a:prstGeom>
            <a:noFill/>
            <a:ln>
              <a:noFill/>
            </a:ln>
          </p:spPr>
        </p:pic>
        <p:pic>
          <p:nvPicPr>
            <p:cNvPr id="73" name="Google Shape;1982;p14"/>
            <p:cNvPicPr preferRelativeResize="0"/>
            <p:nvPr/>
          </p:nvPicPr>
          <p:blipFill rotWithShape="1">
            <a:blip r:embed="rId34">
              <a:alphaModFix/>
            </a:blip>
            <a:srcRect/>
            <a:stretch/>
          </p:blipFill>
          <p:spPr>
            <a:xfrm>
              <a:off x="15916402" y="1201229"/>
              <a:ext cx="2412" cy="5448"/>
            </a:xfrm>
            <a:prstGeom prst="rect">
              <a:avLst/>
            </a:prstGeom>
            <a:noFill/>
            <a:ln>
              <a:noFill/>
            </a:ln>
          </p:spPr>
        </p:pic>
        <p:pic>
          <p:nvPicPr>
            <p:cNvPr id="74" name="Google Shape;1983;p14"/>
            <p:cNvPicPr preferRelativeResize="0"/>
            <p:nvPr/>
          </p:nvPicPr>
          <p:blipFill rotWithShape="1">
            <a:blip r:embed="rId28">
              <a:alphaModFix/>
            </a:blip>
            <a:srcRect/>
            <a:stretch/>
          </p:blipFill>
          <p:spPr>
            <a:xfrm>
              <a:off x="15947769" y="1197292"/>
              <a:ext cx="1650" cy="1346"/>
            </a:xfrm>
            <a:prstGeom prst="rect">
              <a:avLst/>
            </a:prstGeom>
            <a:noFill/>
            <a:ln>
              <a:noFill/>
            </a:ln>
          </p:spPr>
        </p:pic>
        <p:pic>
          <p:nvPicPr>
            <p:cNvPr id="75" name="Google Shape;1984;p14"/>
            <p:cNvPicPr preferRelativeResize="0"/>
            <p:nvPr/>
          </p:nvPicPr>
          <p:blipFill rotWithShape="1">
            <a:blip r:embed="rId28">
              <a:alphaModFix/>
            </a:blip>
            <a:srcRect/>
            <a:stretch/>
          </p:blipFill>
          <p:spPr>
            <a:xfrm>
              <a:off x="15933039" y="1198499"/>
              <a:ext cx="1016" cy="889"/>
            </a:xfrm>
            <a:prstGeom prst="rect">
              <a:avLst/>
            </a:prstGeom>
            <a:noFill/>
            <a:ln>
              <a:noFill/>
            </a:ln>
          </p:spPr>
        </p:pic>
        <p:pic>
          <p:nvPicPr>
            <p:cNvPr id="76" name="Google Shape;1985;p14"/>
            <p:cNvPicPr preferRelativeResize="0"/>
            <p:nvPr/>
          </p:nvPicPr>
          <p:blipFill rotWithShape="1">
            <a:blip r:embed="rId40">
              <a:alphaModFix/>
            </a:blip>
            <a:srcRect/>
            <a:stretch/>
          </p:blipFill>
          <p:spPr>
            <a:xfrm>
              <a:off x="15708376" y="1446872"/>
              <a:ext cx="8418" cy="9474"/>
            </a:xfrm>
            <a:prstGeom prst="rect">
              <a:avLst/>
            </a:prstGeom>
            <a:noFill/>
            <a:ln>
              <a:noFill/>
            </a:ln>
          </p:spPr>
        </p:pic>
        <p:pic>
          <p:nvPicPr>
            <p:cNvPr id="77" name="Google Shape;1986;p14"/>
            <p:cNvPicPr preferRelativeResize="0"/>
            <p:nvPr/>
          </p:nvPicPr>
          <p:blipFill rotWithShape="1">
            <a:blip r:embed="rId34">
              <a:alphaModFix/>
            </a:blip>
            <a:srcRect/>
            <a:stretch/>
          </p:blipFill>
          <p:spPr>
            <a:xfrm>
              <a:off x="15918687" y="1247634"/>
              <a:ext cx="9400" cy="9678"/>
            </a:xfrm>
            <a:prstGeom prst="rect">
              <a:avLst/>
            </a:prstGeom>
            <a:noFill/>
            <a:ln>
              <a:noFill/>
            </a:ln>
          </p:spPr>
        </p:pic>
        <p:pic>
          <p:nvPicPr>
            <p:cNvPr id="78" name="Google Shape;1987;p14"/>
            <p:cNvPicPr preferRelativeResize="0"/>
            <p:nvPr/>
          </p:nvPicPr>
          <p:blipFill rotWithShape="1">
            <a:blip r:embed="rId45">
              <a:alphaModFix/>
            </a:blip>
            <a:srcRect/>
            <a:stretch/>
          </p:blipFill>
          <p:spPr>
            <a:xfrm>
              <a:off x="15635732" y="1459560"/>
              <a:ext cx="44576" cy="50038"/>
            </a:xfrm>
            <a:prstGeom prst="rect">
              <a:avLst/>
            </a:prstGeom>
            <a:noFill/>
            <a:ln>
              <a:noFill/>
            </a:ln>
          </p:spPr>
        </p:pic>
        <p:pic>
          <p:nvPicPr>
            <p:cNvPr id="79" name="Google Shape;1988;p14"/>
            <p:cNvPicPr preferRelativeResize="0"/>
            <p:nvPr/>
          </p:nvPicPr>
          <p:blipFill rotWithShape="1">
            <a:blip r:embed="rId20">
              <a:alphaModFix/>
            </a:blip>
            <a:srcRect/>
            <a:stretch/>
          </p:blipFill>
          <p:spPr>
            <a:xfrm>
              <a:off x="15874620" y="1283156"/>
              <a:ext cx="14985" cy="14605"/>
            </a:xfrm>
            <a:prstGeom prst="rect">
              <a:avLst/>
            </a:prstGeom>
            <a:noFill/>
            <a:ln>
              <a:noFill/>
            </a:ln>
          </p:spPr>
        </p:pic>
        <p:pic>
          <p:nvPicPr>
            <p:cNvPr id="80" name="Google Shape;1989;p14"/>
            <p:cNvPicPr preferRelativeResize="0"/>
            <p:nvPr/>
          </p:nvPicPr>
          <p:blipFill rotWithShape="1">
            <a:blip r:embed="rId28">
              <a:alphaModFix/>
            </a:blip>
            <a:srcRect/>
            <a:stretch/>
          </p:blipFill>
          <p:spPr>
            <a:xfrm>
              <a:off x="15679419" y="1471002"/>
              <a:ext cx="761" cy="774"/>
            </a:xfrm>
            <a:prstGeom prst="rect">
              <a:avLst/>
            </a:prstGeom>
            <a:noFill/>
            <a:ln>
              <a:noFill/>
            </a:ln>
          </p:spPr>
        </p:pic>
        <p:pic>
          <p:nvPicPr>
            <p:cNvPr id="81" name="Google Shape;1990;p14"/>
            <p:cNvPicPr preferRelativeResize="0"/>
            <p:nvPr/>
          </p:nvPicPr>
          <p:blipFill rotWithShape="1">
            <a:blip r:embed="rId28">
              <a:alphaModFix/>
            </a:blip>
            <a:srcRect/>
            <a:stretch/>
          </p:blipFill>
          <p:spPr>
            <a:xfrm>
              <a:off x="15943198" y="1229553"/>
              <a:ext cx="1771" cy="1470"/>
            </a:xfrm>
            <a:prstGeom prst="rect">
              <a:avLst/>
            </a:prstGeom>
            <a:noFill/>
            <a:ln>
              <a:noFill/>
            </a:ln>
          </p:spPr>
        </p:pic>
        <p:pic>
          <p:nvPicPr>
            <p:cNvPr id="82" name="Google Shape;1991;p14"/>
            <p:cNvPicPr preferRelativeResize="0"/>
            <p:nvPr/>
          </p:nvPicPr>
          <p:blipFill rotWithShape="1">
            <a:blip r:embed="rId23">
              <a:alphaModFix/>
            </a:blip>
            <a:srcRect/>
            <a:stretch/>
          </p:blipFill>
          <p:spPr>
            <a:xfrm>
              <a:off x="15685389" y="1446009"/>
              <a:ext cx="9270" cy="4169"/>
            </a:xfrm>
            <a:prstGeom prst="rect">
              <a:avLst/>
            </a:prstGeom>
            <a:noFill/>
            <a:ln>
              <a:noFill/>
            </a:ln>
          </p:spPr>
        </p:pic>
        <p:pic>
          <p:nvPicPr>
            <p:cNvPr id="83" name="Google Shape;1992;p14"/>
            <p:cNvPicPr preferRelativeResize="0"/>
            <p:nvPr/>
          </p:nvPicPr>
          <p:blipFill rotWithShape="1">
            <a:blip r:embed="rId46">
              <a:alphaModFix/>
            </a:blip>
            <a:srcRect/>
            <a:stretch/>
          </p:blipFill>
          <p:spPr>
            <a:xfrm>
              <a:off x="15655797" y="1465834"/>
              <a:ext cx="29209" cy="40144"/>
            </a:xfrm>
            <a:prstGeom prst="rect">
              <a:avLst/>
            </a:prstGeom>
            <a:noFill/>
            <a:ln>
              <a:noFill/>
            </a:ln>
          </p:spPr>
        </p:pic>
        <p:pic>
          <p:nvPicPr>
            <p:cNvPr id="84" name="Google Shape;1993;p14"/>
            <p:cNvPicPr preferRelativeResize="0"/>
            <p:nvPr/>
          </p:nvPicPr>
          <p:blipFill rotWithShape="1">
            <a:blip r:embed="rId34">
              <a:alphaModFix/>
            </a:blip>
            <a:srcRect/>
            <a:stretch/>
          </p:blipFill>
          <p:spPr>
            <a:xfrm>
              <a:off x="15648432" y="1495513"/>
              <a:ext cx="635" cy="888"/>
            </a:xfrm>
            <a:prstGeom prst="rect">
              <a:avLst/>
            </a:prstGeom>
            <a:noFill/>
            <a:ln>
              <a:noFill/>
            </a:ln>
          </p:spPr>
        </p:pic>
        <p:pic>
          <p:nvPicPr>
            <p:cNvPr id="85" name="Google Shape;1994;p14"/>
            <p:cNvPicPr preferRelativeResize="0"/>
            <p:nvPr/>
          </p:nvPicPr>
          <p:blipFill rotWithShape="1">
            <a:blip r:embed="rId28">
              <a:alphaModFix/>
            </a:blip>
            <a:srcRect/>
            <a:stretch/>
          </p:blipFill>
          <p:spPr>
            <a:xfrm>
              <a:off x="15700883" y="1433957"/>
              <a:ext cx="889" cy="965"/>
            </a:xfrm>
            <a:prstGeom prst="rect">
              <a:avLst/>
            </a:prstGeom>
            <a:noFill/>
            <a:ln>
              <a:noFill/>
            </a:ln>
          </p:spPr>
        </p:pic>
        <p:pic>
          <p:nvPicPr>
            <p:cNvPr id="86" name="Google Shape;1995;p14"/>
            <p:cNvPicPr preferRelativeResize="0"/>
            <p:nvPr/>
          </p:nvPicPr>
          <p:blipFill rotWithShape="1">
            <a:blip r:embed="rId23">
              <a:alphaModFix/>
            </a:blip>
            <a:srcRect/>
            <a:stretch/>
          </p:blipFill>
          <p:spPr>
            <a:xfrm>
              <a:off x="15914242" y="1202766"/>
              <a:ext cx="4939" cy="2387"/>
            </a:xfrm>
            <a:prstGeom prst="rect">
              <a:avLst/>
            </a:prstGeom>
            <a:noFill/>
            <a:ln>
              <a:noFill/>
            </a:ln>
          </p:spPr>
        </p:pic>
        <p:pic>
          <p:nvPicPr>
            <p:cNvPr id="87" name="Google Shape;1996;p14"/>
            <p:cNvPicPr preferRelativeResize="0"/>
            <p:nvPr/>
          </p:nvPicPr>
          <p:blipFill rotWithShape="1">
            <a:blip r:embed="rId47">
              <a:alphaModFix/>
            </a:blip>
            <a:srcRect/>
            <a:stretch/>
          </p:blipFill>
          <p:spPr>
            <a:xfrm>
              <a:off x="15634335" y="1432801"/>
              <a:ext cx="68198" cy="66675"/>
            </a:xfrm>
            <a:prstGeom prst="rect">
              <a:avLst/>
            </a:prstGeom>
            <a:noFill/>
            <a:ln>
              <a:noFill/>
            </a:ln>
          </p:spPr>
        </p:pic>
        <p:pic>
          <p:nvPicPr>
            <p:cNvPr id="88" name="Google Shape;1997;p14"/>
            <p:cNvPicPr preferRelativeResize="0"/>
            <p:nvPr/>
          </p:nvPicPr>
          <p:blipFill rotWithShape="1">
            <a:blip r:embed="rId48">
              <a:alphaModFix/>
            </a:blip>
            <a:srcRect/>
            <a:stretch/>
          </p:blipFill>
          <p:spPr>
            <a:xfrm>
              <a:off x="15829153" y="1205179"/>
              <a:ext cx="88518" cy="72174"/>
            </a:xfrm>
            <a:prstGeom prst="rect">
              <a:avLst/>
            </a:prstGeom>
            <a:noFill/>
            <a:ln>
              <a:noFill/>
            </a:ln>
          </p:spPr>
        </p:pic>
        <p:pic>
          <p:nvPicPr>
            <p:cNvPr id="89" name="Google Shape;1998;p14"/>
            <p:cNvPicPr preferRelativeResize="0"/>
            <p:nvPr/>
          </p:nvPicPr>
          <p:blipFill rotWithShape="1">
            <a:blip r:embed="rId28">
              <a:alphaModFix/>
            </a:blip>
            <a:srcRect/>
            <a:stretch/>
          </p:blipFill>
          <p:spPr>
            <a:xfrm>
              <a:off x="15909036" y="1261630"/>
              <a:ext cx="1143" cy="1028"/>
            </a:xfrm>
            <a:prstGeom prst="rect">
              <a:avLst/>
            </a:prstGeom>
            <a:noFill/>
            <a:ln>
              <a:noFill/>
            </a:ln>
          </p:spPr>
        </p:pic>
        <p:pic>
          <p:nvPicPr>
            <p:cNvPr id="90" name="Google Shape;1999;p14"/>
            <p:cNvPicPr preferRelativeResize="0"/>
            <p:nvPr/>
          </p:nvPicPr>
          <p:blipFill rotWithShape="1">
            <a:blip r:embed="rId49">
              <a:alphaModFix/>
            </a:blip>
            <a:srcRect/>
            <a:stretch/>
          </p:blipFill>
          <p:spPr>
            <a:xfrm>
              <a:off x="15619220" y="1424419"/>
              <a:ext cx="68835" cy="86803"/>
            </a:xfrm>
            <a:prstGeom prst="rect">
              <a:avLst/>
            </a:prstGeom>
            <a:noFill/>
            <a:ln>
              <a:noFill/>
            </a:ln>
          </p:spPr>
        </p:pic>
        <p:pic>
          <p:nvPicPr>
            <p:cNvPr id="91" name="Google Shape;2000;p14"/>
            <p:cNvPicPr preferRelativeResize="0"/>
            <p:nvPr/>
          </p:nvPicPr>
          <p:blipFill rotWithShape="1">
            <a:blip r:embed="rId28">
              <a:alphaModFix/>
            </a:blip>
            <a:srcRect/>
            <a:stretch/>
          </p:blipFill>
          <p:spPr>
            <a:xfrm>
              <a:off x="15663290" y="1472488"/>
              <a:ext cx="634" cy="673"/>
            </a:xfrm>
            <a:prstGeom prst="rect">
              <a:avLst/>
            </a:prstGeom>
            <a:noFill/>
            <a:ln>
              <a:noFill/>
            </a:ln>
          </p:spPr>
        </p:pic>
        <p:pic>
          <p:nvPicPr>
            <p:cNvPr id="92" name="Google Shape;2001;p14"/>
            <p:cNvPicPr preferRelativeResize="0"/>
            <p:nvPr/>
          </p:nvPicPr>
          <p:blipFill rotWithShape="1">
            <a:blip r:embed="rId23">
              <a:alphaModFix/>
            </a:blip>
            <a:srcRect/>
            <a:stretch/>
          </p:blipFill>
          <p:spPr>
            <a:xfrm>
              <a:off x="15915893" y="1250950"/>
              <a:ext cx="9015" cy="7836"/>
            </a:xfrm>
            <a:prstGeom prst="rect">
              <a:avLst/>
            </a:prstGeom>
            <a:noFill/>
            <a:ln>
              <a:noFill/>
            </a:ln>
          </p:spPr>
        </p:pic>
        <p:pic>
          <p:nvPicPr>
            <p:cNvPr id="93" name="Google Shape;2002;p14"/>
            <p:cNvPicPr preferRelativeResize="0"/>
            <p:nvPr/>
          </p:nvPicPr>
          <p:blipFill rotWithShape="1">
            <a:blip r:embed="rId23">
              <a:alphaModFix/>
            </a:blip>
            <a:srcRect/>
            <a:stretch/>
          </p:blipFill>
          <p:spPr>
            <a:xfrm>
              <a:off x="15925696" y="1200340"/>
              <a:ext cx="739" cy="571"/>
            </a:xfrm>
            <a:prstGeom prst="rect">
              <a:avLst/>
            </a:prstGeom>
            <a:noFill/>
            <a:ln>
              <a:noFill/>
            </a:ln>
          </p:spPr>
        </p:pic>
        <p:pic>
          <p:nvPicPr>
            <p:cNvPr id="94" name="Google Shape;2003;p14"/>
            <p:cNvPicPr preferRelativeResize="0"/>
            <p:nvPr/>
          </p:nvPicPr>
          <p:blipFill rotWithShape="1">
            <a:blip r:embed="rId28">
              <a:alphaModFix/>
            </a:blip>
            <a:srcRect/>
            <a:stretch/>
          </p:blipFill>
          <p:spPr>
            <a:xfrm>
              <a:off x="15707867" y="1418869"/>
              <a:ext cx="2158" cy="1473"/>
            </a:xfrm>
            <a:prstGeom prst="rect">
              <a:avLst/>
            </a:prstGeom>
            <a:noFill/>
            <a:ln>
              <a:noFill/>
            </a:ln>
          </p:spPr>
        </p:pic>
        <p:pic>
          <p:nvPicPr>
            <p:cNvPr id="95" name="Google Shape;2004;p14"/>
            <p:cNvPicPr preferRelativeResize="0"/>
            <p:nvPr/>
          </p:nvPicPr>
          <p:blipFill rotWithShape="1">
            <a:blip r:embed="rId28">
              <a:alphaModFix/>
            </a:blip>
            <a:srcRect/>
            <a:stretch/>
          </p:blipFill>
          <p:spPr>
            <a:xfrm>
              <a:off x="15725646" y="1400149"/>
              <a:ext cx="1143" cy="1257"/>
            </a:xfrm>
            <a:prstGeom prst="rect">
              <a:avLst/>
            </a:prstGeom>
            <a:noFill/>
            <a:ln>
              <a:noFill/>
            </a:ln>
          </p:spPr>
        </p:pic>
        <p:pic>
          <p:nvPicPr>
            <p:cNvPr id="96" name="Google Shape;2005;p14"/>
            <p:cNvPicPr preferRelativeResize="0"/>
            <p:nvPr/>
          </p:nvPicPr>
          <p:blipFill rotWithShape="1">
            <a:blip r:embed="rId50">
              <a:alphaModFix/>
            </a:blip>
            <a:srcRect/>
            <a:stretch/>
          </p:blipFill>
          <p:spPr>
            <a:xfrm>
              <a:off x="15939135" y="1190776"/>
              <a:ext cx="30605" cy="35116"/>
            </a:xfrm>
            <a:prstGeom prst="rect">
              <a:avLst/>
            </a:prstGeom>
            <a:noFill/>
            <a:ln>
              <a:noFill/>
            </a:ln>
          </p:spPr>
        </p:pic>
        <p:pic>
          <p:nvPicPr>
            <p:cNvPr id="97" name="Google Shape;2006;p14"/>
            <p:cNvPicPr preferRelativeResize="0"/>
            <p:nvPr/>
          </p:nvPicPr>
          <p:blipFill rotWithShape="1">
            <a:blip r:embed="rId28">
              <a:alphaModFix/>
            </a:blip>
            <a:srcRect/>
            <a:stretch/>
          </p:blipFill>
          <p:spPr>
            <a:xfrm>
              <a:off x="15655416" y="1498752"/>
              <a:ext cx="4953" cy="8292"/>
            </a:xfrm>
            <a:prstGeom prst="rect">
              <a:avLst/>
            </a:prstGeom>
            <a:noFill/>
            <a:ln>
              <a:noFill/>
            </a:ln>
          </p:spPr>
        </p:pic>
        <p:pic>
          <p:nvPicPr>
            <p:cNvPr id="98" name="Google Shape;2007;p14"/>
            <p:cNvPicPr preferRelativeResize="0"/>
            <p:nvPr/>
          </p:nvPicPr>
          <p:blipFill rotWithShape="1">
            <a:blip r:embed="rId51">
              <a:alphaModFix/>
            </a:blip>
            <a:srcRect/>
            <a:stretch/>
          </p:blipFill>
          <p:spPr>
            <a:xfrm>
              <a:off x="15656433" y="1444103"/>
              <a:ext cx="39496" cy="47854"/>
            </a:xfrm>
            <a:prstGeom prst="rect">
              <a:avLst/>
            </a:prstGeom>
            <a:noFill/>
            <a:ln>
              <a:noFill/>
            </a:ln>
          </p:spPr>
        </p:pic>
        <p:pic>
          <p:nvPicPr>
            <p:cNvPr id="99" name="Google Shape;2008;p14"/>
            <p:cNvPicPr preferRelativeResize="0"/>
            <p:nvPr/>
          </p:nvPicPr>
          <p:blipFill rotWithShape="1">
            <a:blip r:embed="rId52">
              <a:alphaModFix/>
            </a:blip>
            <a:srcRect/>
            <a:stretch/>
          </p:blipFill>
          <p:spPr>
            <a:xfrm>
              <a:off x="15668877" y="1477467"/>
              <a:ext cx="17778" cy="6604"/>
            </a:xfrm>
            <a:prstGeom prst="rect">
              <a:avLst/>
            </a:prstGeom>
            <a:noFill/>
            <a:ln>
              <a:noFill/>
            </a:ln>
          </p:spPr>
        </p:pic>
        <p:pic>
          <p:nvPicPr>
            <p:cNvPr id="100" name="Google Shape;2009;p14"/>
            <p:cNvPicPr preferRelativeResize="0"/>
            <p:nvPr/>
          </p:nvPicPr>
          <p:blipFill rotWithShape="1">
            <a:blip r:embed="rId23">
              <a:alphaModFix/>
            </a:blip>
            <a:srcRect/>
            <a:stretch/>
          </p:blipFill>
          <p:spPr>
            <a:xfrm>
              <a:off x="15680053" y="1459573"/>
              <a:ext cx="8765" cy="4280"/>
            </a:xfrm>
            <a:prstGeom prst="rect">
              <a:avLst/>
            </a:prstGeom>
            <a:noFill/>
            <a:ln>
              <a:noFill/>
            </a:ln>
          </p:spPr>
        </p:pic>
        <p:pic>
          <p:nvPicPr>
            <p:cNvPr id="101" name="Google Shape;2010;p14"/>
            <p:cNvPicPr preferRelativeResize="0"/>
            <p:nvPr/>
          </p:nvPicPr>
          <p:blipFill rotWithShape="1">
            <a:blip r:embed="rId34">
              <a:alphaModFix/>
            </a:blip>
            <a:srcRect/>
            <a:stretch/>
          </p:blipFill>
          <p:spPr>
            <a:xfrm>
              <a:off x="15669387" y="1490953"/>
              <a:ext cx="381" cy="520"/>
            </a:xfrm>
            <a:prstGeom prst="rect">
              <a:avLst/>
            </a:prstGeom>
            <a:noFill/>
            <a:ln>
              <a:noFill/>
            </a:ln>
          </p:spPr>
        </p:pic>
        <p:pic>
          <p:nvPicPr>
            <p:cNvPr id="102" name="Google Shape;2011;p14"/>
            <p:cNvPicPr preferRelativeResize="0"/>
            <p:nvPr/>
          </p:nvPicPr>
          <p:blipFill rotWithShape="1">
            <a:blip r:embed="rId23">
              <a:alphaModFix/>
            </a:blip>
            <a:srcRect/>
            <a:stretch/>
          </p:blipFill>
          <p:spPr>
            <a:xfrm>
              <a:off x="15684374" y="1425714"/>
              <a:ext cx="6349" cy="3099"/>
            </a:xfrm>
            <a:prstGeom prst="rect">
              <a:avLst/>
            </a:prstGeom>
            <a:noFill/>
            <a:ln>
              <a:noFill/>
            </a:ln>
          </p:spPr>
        </p:pic>
        <p:pic>
          <p:nvPicPr>
            <p:cNvPr id="103" name="Google Shape;2012;p14"/>
            <p:cNvPicPr preferRelativeResize="0"/>
            <p:nvPr/>
          </p:nvPicPr>
          <p:blipFill rotWithShape="1">
            <a:blip r:embed="rId23">
              <a:alphaModFix/>
            </a:blip>
            <a:srcRect/>
            <a:stretch/>
          </p:blipFill>
          <p:spPr>
            <a:xfrm>
              <a:off x="15651605" y="1493126"/>
              <a:ext cx="5842" cy="4977"/>
            </a:xfrm>
            <a:prstGeom prst="rect">
              <a:avLst/>
            </a:prstGeom>
            <a:noFill/>
            <a:ln>
              <a:noFill/>
            </a:ln>
          </p:spPr>
        </p:pic>
        <p:pic>
          <p:nvPicPr>
            <p:cNvPr id="104" name="Google Shape;2013;p14"/>
            <p:cNvPicPr preferRelativeResize="0"/>
            <p:nvPr/>
          </p:nvPicPr>
          <p:blipFill rotWithShape="1">
            <a:blip r:embed="rId23">
              <a:alphaModFix/>
            </a:blip>
            <a:srcRect/>
            <a:stretch/>
          </p:blipFill>
          <p:spPr>
            <a:xfrm>
              <a:off x="15631794" y="1498485"/>
              <a:ext cx="6730" cy="3251"/>
            </a:xfrm>
            <a:prstGeom prst="rect">
              <a:avLst/>
            </a:prstGeom>
            <a:noFill/>
            <a:ln>
              <a:noFill/>
            </a:ln>
          </p:spPr>
        </p:pic>
        <p:pic>
          <p:nvPicPr>
            <p:cNvPr id="105" name="Google Shape;2014;p14"/>
            <p:cNvPicPr preferRelativeResize="0"/>
            <p:nvPr/>
          </p:nvPicPr>
          <p:blipFill rotWithShape="1">
            <a:blip r:embed="rId28">
              <a:alphaModFix/>
            </a:blip>
            <a:srcRect/>
            <a:stretch/>
          </p:blipFill>
          <p:spPr>
            <a:xfrm>
              <a:off x="15664186" y="1472108"/>
              <a:ext cx="1771" cy="2095"/>
            </a:xfrm>
            <a:prstGeom prst="rect">
              <a:avLst/>
            </a:prstGeom>
            <a:noFill/>
            <a:ln>
              <a:noFill/>
            </a:ln>
          </p:spPr>
        </p:pic>
        <p:pic>
          <p:nvPicPr>
            <p:cNvPr id="106" name="Google Shape;2015;p14"/>
            <p:cNvPicPr preferRelativeResize="0"/>
            <p:nvPr/>
          </p:nvPicPr>
          <p:blipFill rotWithShape="1">
            <a:blip r:embed="rId42">
              <a:alphaModFix/>
            </a:blip>
            <a:srcRect/>
            <a:stretch/>
          </p:blipFill>
          <p:spPr>
            <a:xfrm>
              <a:off x="15706090" y="1456893"/>
              <a:ext cx="506" cy="1969"/>
            </a:xfrm>
            <a:prstGeom prst="rect">
              <a:avLst/>
            </a:prstGeom>
            <a:noFill/>
            <a:ln>
              <a:noFill/>
            </a:ln>
          </p:spPr>
        </p:pic>
        <p:pic>
          <p:nvPicPr>
            <p:cNvPr id="107" name="Google Shape;2016;p14"/>
            <p:cNvPicPr preferRelativeResize="0"/>
            <p:nvPr/>
          </p:nvPicPr>
          <p:blipFill rotWithShape="1">
            <a:blip r:embed="rId25">
              <a:alphaModFix/>
            </a:blip>
            <a:srcRect/>
            <a:stretch/>
          </p:blipFill>
          <p:spPr>
            <a:xfrm>
              <a:off x="15656941" y="1470773"/>
              <a:ext cx="17016" cy="21108"/>
            </a:xfrm>
            <a:prstGeom prst="rect">
              <a:avLst/>
            </a:prstGeom>
            <a:noFill/>
            <a:ln>
              <a:noFill/>
            </a:ln>
          </p:spPr>
        </p:pic>
        <p:pic>
          <p:nvPicPr>
            <p:cNvPr id="108" name="Google Shape;2017;p14"/>
            <p:cNvPicPr preferRelativeResize="0"/>
            <p:nvPr/>
          </p:nvPicPr>
          <p:blipFill rotWithShape="1">
            <a:blip r:embed="rId28">
              <a:alphaModFix/>
            </a:blip>
            <a:srcRect/>
            <a:stretch/>
          </p:blipFill>
          <p:spPr>
            <a:xfrm>
              <a:off x="15734157" y="1392275"/>
              <a:ext cx="381" cy="381"/>
            </a:xfrm>
            <a:prstGeom prst="rect">
              <a:avLst/>
            </a:prstGeom>
            <a:noFill/>
            <a:ln>
              <a:noFill/>
            </a:ln>
          </p:spPr>
        </p:pic>
        <p:pic>
          <p:nvPicPr>
            <p:cNvPr id="109" name="Google Shape;2018;p14"/>
            <p:cNvPicPr preferRelativeResize="0"/>
            <p:nvPr/>
          </p:nvPicPr>
          <p:blipFill rotWithShape="1">
            <a:blip r:embed="rId28">
              <a:alphaModFix/>
            </a:blip>
            <a:srcRect/>
            <a:stretch/>
          </p:blipFill>
          <p:spPr>
            <a:xfrm>
              <a:off x="15715488" y="1411998"/>
              <a:ext cx="381" cy="431"/>
            </a:xfrm>
            <a:prstGeom prst="rect">
              <a:avLst/>
            </a:prstGeom>
            <a:noFill/>
            <a:ln>
              <a:noFill/>
            </a:ln>
          </p:spPr>
        </p:pic>
        <p:pic>
          <p:nvPicPr>
            <p:cNvPr id="110" name="Google Shape;2019;p14"/>
            <p:cNvPicPr preferRelativeResize="0"/>
            <p:nvPr/>
          </p:nvPicPr>
          <p:blipFill rotWithShape="1">
            <a:blip r:embed="rId28">
              <a:alphaModFix/>
            </a:blip>
            <a:srcRect/>
            <a:stretch/>
          </p:blipFill>
          <p:spPr>
            <a:xfrm>
              <a:off x="15712058" y="1431925"/>
              <a:ext cx="2412" cy="2933"/>
            </a:xfrm>
            <a:prstGeom prst="rect">
              <a:avLst/>
            </a:prstGeom>
            <a:noFill/>
            <a:ln>
              <a:noFill/>
            </a:ln>
          </p:spPr>
        </p:pic>
        <p:pic>
          <p:nvPicPr>
            <p:cNvPr id="111" name="Google Shape;2020;p14"/>
            <p:cNvPicPr preferRelativeResize="0"/>
            <p:nvPr/>
          </p:nvPicPr>
          <p:blipFill rotWithShape="1">
            <a:blip r:embed="rId28">
              <a:alphaModFix/>
            </a:blip>
            <a:srcRect/>
            <a:stretch/>
          </p:blipFill>
          <p:spPr>
            <a:xfrm>
              <a:off x="15675229" y="1439290"/>
              <a:ext cx="4826" cy="4927"/>
            </a:xfrm>
            <a:prstGeom prst="rect">
              <a:avLst/>
            </a:prstGeom>
            <a:noFill/>
            <a:ln>
              <a:noFill/>
            </a:ln>
          </p:spPr>
        </p:pic>
        <p:pic>
          <p:nvPicPr>
            <p:cNvPr id="112" name="Google Shape;2021;p14"/>
            <p:cNvPicPr preferRelativeResize="0"/>
            <p:nvPr/>
          </p:nvPicPr>
          <p:blipFill rotWithShape="1">
            <a:blip r:embed="rId23">
              <a:alphaModFix/>
            </a:blip>
            <a:srcRect/>
            <a:stretch/>
          </p:blipFill>
          <p:spPr>
            <a:xfrm>
              <a:off x="15727807" y="1371777"/>
              <a:ext cx="6349" cy="6616"/>
            </a:xfrm>
            <a:prstGeom prst="rect">
              <a:avLst/>
            </a:prstGeom>
            <a:noFill/>
            <a:ln>
              <a:noFill/>
            </a:ln>
          </p:spPr>
        </p:pic>
        <p:pic>
          <p:nvPicPr>
            <p:cNvPr id="113" name="Google Shape;2022;p14"/>
            <p:cNvPicPr preferRelativeResize="0"/>
            <p:nvPr/>
          </p:nvPicPr>
          <p:blipFill rotWithShape="1">
            <a:blip r:embed="rId34">
              <a:alphaModFix/>
            </a:blip>
            <a:srcRect/>
            <a:stretch/>
          </p:blipFill>
          <p:spPr>
            <a:xfrm>
              <a:off x="15649829" y="1507413"/>
              <a:ext cx="380" cy="431"/>
            </a:xfrm>
            <a:prstGeom prst="rect">
              <a:avLst/>
            </a:prstGeom>
            <a:noFill/>
            <a:ln>
              <a:noFill/>
            </a:ln>
          </p:spPr>
        </p:pic>
        <p:pic>
          <p:nvPicPr>
            <p:cNvPr id="114" name="Google Shape;2023;p14"/>
            <p:cNvPicPr preferRelativeResize="0"/>
            <p:nvPr/>
          </p:nvPicPr>
          <p:blipFill rotWithShape="1">
            <a:blip r:embed="rId53">
              <a:alphaModFix/>
            </a:blip>
            <a:srcRect/>
            <a:stretch/>
          </p:blipFill>
          <p:spPr>
            <a:xfrm>
              <a:off x="15643097" y="1430008"/>
              <a:ext cx="72643" cy="68173"/>
            </a:xfrm>
            <a:prstGeom prst="rect">
              <a:avLst/>
            </a:prstGeom>
            <a:noFill/>
            <a:ln>
              <a:noFill/>
            </a:ln>
          </p:spPr>
        </p:pic>
        <p:pic>
          <p:nvPicPr>
            <p:cNvPr id="115" name="Google Shape;2024;p14"/>
            <p:cNvPicPr preferRelativeResize="0"/>
            <p:nvPr/>
          </p:nvPicPr>
          <p:blipFill rotWithShape="1">
            <a:blip r:embed="rId54">
              <a:alphaModFix/>
            </a:blip>
            <a:srcRect/>
            <a:stretch/>
          </p:blipFill>
          <p:spPr>
            <a:xfrm>
              <a:off x="15646147" y="1421586"/>
              <a:ext cx="64895" cy="73330"/>
            </a:xfrm>
            <a:prstGeom prst="rect">
              <a:avLst/>
            </a:prstGeom>
            <a:noFill/>
            <a:ln>
              <a:noFill/>
            </a:ln>
          </p:spPr>
        </p:pic>
        <p:pic>
          <p:nvPicPr>
            <p:cNvPr id="116" name="Google Shape;2025;p14"/>
            <p:cNvPicPr preferRelativeResize="0"/>
            <p:nvPr/>
          </p:nvPicPr>
          <p:blipFill rotWithShape="1">
            <a:blip r:embed="rId28">
              <a:alphaModFix/>
            </a:blip>
            <a:srcRect/>
            <a:stretch/>
          </p:blipFill>
          <p:spPr>
            <a:xfrm>
              <a:off x="15847440" y="1259967"/>
              <a:ext cx="507" cy="419"/>
            </a:xfrm>
            <a:prstGeom prst="rect">
              <a:avLst/>
            </a:prstGeom>
            <a:noFill/>
            <a:ln>
              <a:noFill/>
            </a:ln>
          </p:spPr>
        </p:pic>
        <p:pic>
          <p:nvPicPr>
            <p:cNvPr id="117" name="Google Shape;2026;p14"/>
            <p:cNvPicPr preferRelativeResize="0"/>
            <p:nvPr/>
          </p:nvPicPr>
          <p:blipFill rotWithShape="1">
            <a:blip r:embed="rId41">
              <a:alphaModFix/>
            </a:blip>
            <a:srcRect/>
            <a:stretch/>
          </p:blipFill>
          <p:spPr>
            <a:xfrm>
              <a:off x="15867507" y="1222285"/>
              <a:ext cx="21590" cy="22937"/>
            </a:xfrm>
            <a:prstGeom prst="rect">
              <a:avLst/>
            </a:prstGeom>
            <a:noFill/>
            <a:ln>
              <a:noFill/>
            </a:ln>
          </p:spPr>
        </p:pic>
        <p:pic>
          <p:nvPicPr>
            <p:cNvPr id="118" name="Google Shape;2027;p14"/>
            <p:cNvPicPr preferRelativeResize="0"/>
            <p:nvPr/>
          </p:nvPicPr>
          <p:blipFill rotWithShape="1">
            <a:blip r:embed="rId40">
              <a:alphaModFix/>
            </a:blip>
            <a:srcRect/>
            <a:stretch/>
          </p:blipFill>
          <p:spPr>
            <a:xfrm>
              <a:off x="15671037" y="1452879"/>
              <a:ext cx="13716" cy="10413"/>
            </a:xfrm>
            <a:prstGeom prst="rect">
              <a:avLst/>
            </a:prstGeom>
            <a:noFill/>
            <a:ln>
              <a:noFill/>
            </a:ln>
          </p:spPr>
        </p:pic>
        <p:pic>
          <p:nvPicPr>
            <p:cNvPr id="119" name="Google Shape;2028;p14"/>
            <p:cNvPicPr preferRelativeResize="0"/>
            <p:nvPr/>
          </p:nvPicPr>
          <p:blipFill rotWithShape="1">
            <a:blip r:embed="rId28">
              <a:alphaModFix/>
            </a:blip>
            <a:srcRect/>
            <a:stretch/>
          </p:blipFill>
          <p:spPr>
            <a:xfrm>
              <a:off x="15720694" y="1412227"/>
              <a:ext cx="380" cy="406"/>
            </a:xfrm>
            <a:prstGeom prst="rect">
              <a:avLst/>
            </a:prstGeom>
            <a:noFill/>
            <a:ln>
              <a:noFill/>
            </a:ln>
          </p:spPr>
        </p:pic>
        <p:pic>
          <p:nvPicPr>
            <p:cNvPr id="120" name="Google Shape;2029;p14"/>
            <p:cNvPicPr preferRelativeResize="0"/>
            <p:nvPr/>
          </p:nvPicPr>
          <p:blipFill rotWithShape="1">
            <a:blip r:embed="rId40">
              <a:alphaModFix/>
            </a:blip>
            <a:srcRect/>
            <a:stretch/>
          </p:blipFill>
          <p:spPr>
            <a:xfrm>
              <a:off x="15703041" y="1453451"/>
              <a:ext cx="6825" cy="8267"/>
            </a:xfrm>
            <a:prstGeom prst="rect">
              <a:avLst/>
            </a:prstGeom>
            <a:noFill/>
            <a:ln>
              <a:noFill/>
            </a:ln>
          </p:spPr>
        </p:pic>
        <p:pic>
          <p:nvPicPr>
            <p:cNvPr id="121" name="Google Shape;2030;p14"/>
            <p:cNvPicPr preferRelativeResize="0"/>
            <p:nvPr/>
          </p:nvPicPr>
          <p:blipFill rotWithShape="1">
            <a:blip r:embed="rId28">
              <a:alphaModFix/>
            </a:blip>
            <a:srcRect/>
            <a:stretch/>
          </p:blipFill>
          <p:spPr>
            <a:xfrm>
              <a:off x="15743428" y="1388706"/>
              <a:ext cx="1779" cy="1498"/>
            </a:xfrm>
            <a:prstGeom prst="rect">
              <a:avLst/>
            </a:prstGeom>
            <a:noFill/>
            <a:ln>
              <a:noFill/>
            </a:ln>
          </p:spPr>
        </p:pic>
        <p:pic>
          <p:nvPicPr>
            <p:cNvPr id="122" name="Google Shape;2031;p14"/>
            <p:cNvPicPr preferRelativeResize="0"/>
            <p:nvPr/>
          </p:nvPicPr>
          <p:blipFill rotWithShape="1">
            <a:blip r:embed="rId28">
              <a:alphaModFix/>
            </a:blip>
            <a:srcRect/>
            <a:stretch/>
          </p:blipFill>
          <p:spPr>
            <a:xfrm>
              <a:off x="15921353" y="1232217"/>
              <a:ext cx="253" cy="254"/>
            </a:xfrm>
            <a:prstGeom prst="rect">
              <a:avLst/>
            </a:prstGeom>
            <a:noFill/>
            <a:ln>
              <a:noFill/>
            </a:ln>
          </p:spPr>
        </p:pic>
      </p:grpSp>
      <p:sp>
        <p:nvSpPr>
          <p:cNvPr id="3450" name="Google Shape;3450;p289"/>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Medium" panose="02000000000000000000" pitchFamily="50" charset="0"/>
                <a:sym typeface="Arial"/>
              </a:rPr>
              <a:t>Desafío de algoritmos y llamado de funciones</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Gotham Rounded Medium" panose="02000000000000000000" pitchFamily="50" charset="0"/>
                <a:sym typeface="Arial"/>
              </a:rPr>
              <a:t>Desafío 2</a:t>
            </a: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5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Medium" panose="02000000000000000000" pitchFamily="50" charset="0"/>
                <a:sym typeface="Arial"/>
              </a:rPr>
              <a:t>El objetivo es observar la consigna y tratar de calcular si nuestra </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5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Medium" panose="02000000000000000000" pitchFamily="50" charset="0"/>
                <a:sym typeface="Arial"/>
              </a:rPr>
              <a:t>mascota virtual           llegará a su destino       .</a:t>
            </a:r>
            <a:endParaRPr sz="1400" b="0" i="0" u="none" strike="noStrike" cap="none" dirty="0">
              <a:solidFill>
                <a:schemeClr val="tx1"/>
              </a:solidFill>
              <a:latin typeface="Gotham Rounded Medium" panose="02000000000000000000" pitchFamily="50" charset="0"/>
              <a:sym typeface="Arial"/>
            </a:endParaRPr>
          </a:p>
        </p:txBody>
      </p:sp>
      <p:pic>
        <p:nvPicPr>
          <p:cNvPr id="3451" name="Google Shape;3451;p289" descr="Alien Monster on Microsoft Windows 10 May 2019 Update"/>
          <p:cNvPicPr preferRelativeResize="0"/>
          <p:nvPr/>
        </p:nvPicPr>
        <p:blipFill rotWithShape="1">
          <a:blip r:embed="rId55">
            <a:alphaModFix/>
          </a:blip>
          <a:srcRect/>
          <a:stretch/>
        </p:blipFill>
        <p:spPr>
          <a:xfrm>
            <a:off x="5328557" y="4658312"/>
            <a:ext cx="452530" cy="452530"/>
          </a:xfrm>
          <a:prstGeom prst="rect">
            <a:avLst/>
          </a:prstGeom>
          <a:noFill/>
          <a:ln>
            <a:noFill/>
          </a:ln>
        </p:spPr>
      </p:pic>
      <p:pic>
        <p:nvPicPr>
          <p:cNvPr id="3452" name="Google Shape;3452;p289" descr="Chequered Flag on Microsoft Windows 10"/>
          <p:cNvPicPr preferRelativeResize="0"/>
          <p:nvPr/>
        </p:nvPicPr>
        <p:blipFill rotWithShape="1">
          <a:blip r:embed="rId56">
            <a:alphaModFix/>
          </a:blip>
          <a:srcRect/>
          <a:stretch/>
        </p:blipFill>
        <p:spPr>
          <a:xfrm>
            <a:off x="8554074" y="4697962"/>
            <a:ext cx="412880" cy="412880"/>
          </a:xfrm>
          <a:prstGeom prst="rect">
            <a:avLst/>
          </a:prstGeom>
          <a:noFill/>
          <a:ln>
            <a:noFill/>
          </a:ln>
        </p:spPr>
      </p:pic>
    </p:spTree>
  </p:cSld>
  <p:clrMapOvr>
    <a:masterClrMapping/>
  </p:clrMapOvr>
  <p:transition spd="med">
    <p:push/>
  </p:transition>
  <p:timing>
    <p:tnLst>
      <p:par>
        <p:cTn id="1" dur="indefinite" restart="never" nodeType="tmRoot"/>
      </p:par>
    </p:tnLst>
  </p:timing>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Shape 3458"/>
        <p:cNvGrpSpPr/>
        <p:nvPr/>
      </p:nvGrpSpPr>
      <p:grpSpPr>
        <a:xfrm>
          <a:off x="0" y="0"/>
          <a:ext cx="0" cy="0"/>
          <a:chOff x="0" y="0"/>
          <a:chExt cx="0" cy="0"/>
        </a:xfrm>
      </p:grpSpPr>
      <p:grpSp>
        <p:nvGrpSpPr>
          <p:cNvPr id="3459" name="Google Shape;3459;p290"/>
          <p:cNvGrpSpPr/>
          <p:nvPr/>
        </p:nvGrpSpPr>
        <p:grpSpPr>
          <a:xfrm>
            <a:off x="503854" y="611156"/>
            <a:ext cx="5946712" cy="5635688"/>
            <a:chOff x="503854" y="531846"/>
            <a:chExt cx="5946712" cy="5635688"/>
          </a:xfrm>
        </p:grpSpPr>
        <p:sp>
          <p:nvSpPr>
            <p:cNvPr id="3460" name="Google Shape;3460;p290"/>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61" name="Google Shape;3461;p290"/>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62" name="Google Shape;3462;p290"/>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63" name="Google Shape;3463;p290"/>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64" name="Google Shape;3464;p290"/>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65" name="Google Shape;3465;p290"/>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66" name="Google Shape;3466;p290"/>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67" name="Google Shape;3467;p290"/>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68" name="Google Shape;3468;p290"/>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69" name="Google Shape;3469;p290"/>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70" name="Google Shape;3470;p290"/>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71" name="Google Shape;3471;p290"/>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72" name="Google Shape;3472;p290"/>
            <p:cNvSpPr/>
            <p:nvPr/>
          </p:nvSpPr>
          <p:spPr>
            <a:xfrm>
              <a:off x="3048002"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73" name="Google Shape;3473;p290"/>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74" name="Google Shape;3474;p290"/>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75" name="Google Shape;3475;p290"/>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76" name="Google Shape;3476;p290"/>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77" name="Google Shape;3477;p290"/>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78" name="Google Shape;3478;p290"/>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79" name="Google Shape;3479;p290"/>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80" name="Google Shape;3480;p290"/>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81" name="Google Shape;3481;p290"/>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82" name="Google Shape;3482;p290"/>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83" name="Google Shape;3483;p290"/>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84" name="Google Shape;3484;p290"/>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485" name="Google Shape;3485;p290"/>
          <p:cNvSpPr txBox="1"/>
          <p:nvPr/>
        </p:nvSpPr>
        <p:spPr>
          <a:xfrm>
            <a:off x="8145626" y="1684433"/>
            <a:ext cx="2348528" cy="2585323"/>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6</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p:txBody>
      </p:sp>
      <p:pic>
        <p:nvPicPr>
          <p:cNvPr id="3486" name="Google Shape;3486;p290" descr="Alien Monster on Microsoft Windows 10 May 2019 Update"/>
          <p:cNvPicPr preferRelativeResize="0"/>
          <p:nvPr/>
        </p:nvPicPr>
        <p:blipFill rotWithShape="1">
          <a:blip r:embed="rId3">
            <a:alphaModFix/>
          </a:blip>
          <a:srcRect/>
          <a:stretch/>
        </p:blipFill>
        <p:spPr>
          <a:xfrm>
            <a:off x="3250945" y="3202735"/>
            <a:ext cx="452530" cy="452530"/>
          </a:xfrm>
          <a:prstGeom prst="rect">
            <a:avLst/>
          </a:prstGeom>
          <a:noFill/>
          <a:ln>
            <a:noFill/>
          </a:ln>
        </p:spPr>
      </p:pic>
      <p:pic>
        <p:nvPicPr>
          <p:cNvPr id="3487" name="Google Shape;3487;p290" descr="Chequered Flag on Microsoft Windows 10"/>
          <p:cNvPicPr preferRelativeResize="0"/>
          <p:nvPr/>
        </p:nvPicPr>
        <p:blipFill rotWithShape="1">
          <a:blip r:embed="rId4">
            <a:alphaModFix/>
          </a:blip>
          <a:srcRect/>
          <a:stretch/>
        </p:blipFill>
        <p:spPr>
          <a:xfrm>
            <a:off x="4553337" y="3222560"/>
            <a:ext cx="412880" cy="412880"/>
          </a:xfrm>
          <a:prstGeom prst="rect">
            <a:avLst/>
          </a:prstGeom>
          <a:noFill/>
          <a:ln>
            <a:noFill/>
          </a:ln>
        </p:spPr>
      </p:pic>
      <p:cxnSp>
        <p:nvCxnSpPr>
          <p:cNvPr id="3488" name="Google Shape;3488;p290"/>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3489" name="Google Shape;3489;p290"/>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90" name="Google Shape;3490;p290"/>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Shape 3495"/>
        <p:cNvGrpSpPr/>
        <p:nvPr/>
      </p:nvGrpSpPr>
      <p:grpSpPr>
        <a:xfrm>
          <a:off x="0" y="0"/>
          <a:ext cx="0" cy="0"/>
          <a:chOff x="0" y="0"/>
          <a:chExt cx="0" cy="0"/>
        </a:xfrm>
      </p:grpSpPr>
      <p:grpSp>
        <p:nvGrpSpPr>
          <p:cNvPr id="3496" name="Google Shape;3496;p291"/>
          <p:cNvGrpSpPr/>
          <p:nvPr/>
        </p:nvGrpSpPr>
        <p:grpSpPr>
          <a:xfrm>
            <a:off x="503854" y="611156"/>
            <a:ext cx="5946712" cy="5635688"/>
            <a:chOff x="503854" y="531846"/>
            <a:chExt cx="5946712" cy="5635688"/>
          </a:xfrm>
        </p:grpSpPr>
        <p:sp>
          <p:nvSpPr>
            <p:cNvPr id="3497" name="Google Shape;3497;p291"/>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98" name="Google Shape;3498;p291"/>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99" name="Google Shape;3499;p291"/>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00" name="Google Shape;3500;p291"/>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01" name="Google Shape;3501;p291"/>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02" name="Google Shape;3502;p291"/>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03" name="Google Shape;3503;p291"/>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04" name="Google Shape;3504;p291"/>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05" name="Google Shape;3505;p291"/>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06" name="Google Shape;3506;p291"/>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07" name="Google Shape;3507;p291"/>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08" name="Google Shape;3508;p291"/>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09" name="Google Shape;3509;p291"/>
            <p:cNvSpPr/>
            <p:nvPr/>
          </p:nvSpPr>
          <p:spPr>
            <a:xfrm>
              <a:off x="3048002"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10" name="Google Shape;3510;p291"/>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11" name="Google Shape;3511;p291"/>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12" name="Google Shape;3512;p291"/>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13" name="Google Shape;3513;p291"/>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14" name="Google Shape;3514;p291"/>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15" name="Google Shape;3515;p291"/>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16" name="Google Shape;3516;p291"/>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17" name="Google Shape;3517;p291"/>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18" name="Google Shape;3518;p291"/>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19" name="Google Shape;3519;p291"/>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20" name="Google Shape;3520;p291"/>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21" name="Google Shape;3521;p291"/>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522" name="Google Shape;3522;p291"/>
          <p:cNvSpPr txBox="1"/>
          <p:nvPr/>
        </p:nvSpPr>
        <p:spPr>
          <a:xfrm>
            <a:off x="8145626" y="1684433"/>
            <a:ext cx="2348528" cy="2585323"/>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highlight>
                  <a:srgbClr val="B3FF00"/>
                </a:highlight>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6</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p:txBody>
      </p:sp>
      <p:pic>
        <p:nvPicPr>
          <p:cNvPr id="3523" name="Google Shape;3523;p291" descr="Alien Monster on Microsoft Windows 10 May 2019 Update"/>
          <p:cNvPicPr preferRelativeResize="0"/>
          <p:nvPr/>
        </p:nvPicPr>
        <p:blipFill rotWithShape="1">
          <a:blip r:embed="rId3">
            <a:alphaModFix/>
          </a:blip>
          <a:srcRect/>
          <a:stretch/>
        </p:blipFill>
        <p:spPr>
          <a:xfrm>
            <a:off x="3250945" y="4397053"/>
            <a:ext cx="452530" cy="452530"/>
          </a:xfrm>
          <a:prstGeom prst="rect">
            <a:avLst/>
          </a:prstGeom>
          <a:noFill/>
          <a:ln>
            <a:noFill/>
          </a:ln>
        </p:spPr>
      </p:pic>
      <p:pic>
        <p:nvPicPr>
          <p:cNvPr id="3524" name="Google Shape;3524;p291" descr="Chequered Flag on Microsoft Windows 10"/>
          <p:cNvPicPr preferRelativeResize="0"/>
          <p:nvPr/>
        </p:nvPicPr>
        <p:blipFill rotWithShape="1">
          <a:blip r:embed="rId4">
            <a:alphaModFix/>
          </a:blip>
          <a:srcRect/>
          <a:stretch/>
        </p:blipFill>
        <p:spPr>
          <a:xfrm>
            <a:off x="4553337" y="3222560"/>
            <a:ext cx="412880" cy="412880"/>
          </a:xfrm>
          <a:prstGeom prst="rect">
            <a:avLst/>
          </a:prstGeom>
          <a:noFill/>
          <a:ln>
            <a:noFill/>
          </a:ln>
        </p:spPr>
      </p:pic>
      <p:cxnSp>
        <p:nvCxnSpPr>
          <p:cNvPr id="3525" name="Google Shape;3525;p291"/>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3526" name="Google Shape;3526;p291"/>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27" name="Google Shape;3527;p291"/>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Shape 3532"/>
        <p:cNvGrpSpPr/>
        <p:nvPr/>
      </p:nvGrpSpPr>
      <p:grpSpPr>
        <a:xfrm>
          <a:off x="0" y="0"/>
          <a:ext cx="0" cy="0"/>
          <a:chOff x="0" y="0"/>
          <a:chExt cx="0" cy="0"/>
        </a:xfrm>
      </p:grpSpPr>
      <p:grpSp>
        <p:nvGrpSpPr>
          <p:cNvPr id="3533" name="Google Shape;3533;p292"/>
          <p:cNvGrpSpPr/>
          <p:nvPr/>
        </p:nvGrpSpPr>
        <p:grpSpPr>
          <a:xfrm>
            <a:off x="503854" y="611156"/>
            <a:ext cx="5946712" cy="5635688"/>
            <a:chOff x="503854" y="531846"/>
            <a:chExt cx="5946712" cy="5635688"/>
          </a:xfrm>
        </p:grpSpPr>
        <p:sp>
          <p:nvSpPr>
            <p:cNvPr id="3534" name="Google Shape;3534;p292"/>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35" name="Google Shape;3535;p292"/>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36" name="Google Shape;3536;p292"/>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37" name="Google Shape;3537;p292"/>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38" name="Google Shape;3538;p292"/>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39" name="Google Shape;3539;p292"/>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40" name="Google Shape;3540;p292"/>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41" name="Google Shape;3541;p292"/>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42" name="Google Shape;3542;p292"/>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43" name="Google Shape;3543;p292"/>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44" name="Google Shape;3544;p292"/>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45" name="Google Shape;3545;p292"/>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46" name="Google Shape;3546;p292"/>
            <p:cNvSpPr/>
            <p:nvPr/>
          </p:nvSpPr>
          <p:spPr>
            <a:xfrm>
              <a:off x="3048002"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47" name="Google Shape;3547;p292"/>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48" name="Google Shape;3548;p292"/>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49" name="Google Shape;3549;p292"/>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50" name="Google Shape;3550;p292"/>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51" name="Google Shape;3551;p292"/>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52" name="Google Shape;3552;p292"/>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53" name="Google Shape;3553;p292"/>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54" name="Google Shape;3554;p292"/>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55" name="Google Shape;3555;p292"/>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56" name="Google Shape;3556;p292"/>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57" name="Google Shape;3557;p292"/>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58" name="Google Shape;3558;p292"/>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559" name="Google Shape;3559;p292"/>
          <p:cNvSpPr txBox="1"/>
          <p:nvPr/>
        </p:nvSpPr>
        <p:spPr>
          <a:xfrm>
            <a:off x="8145626" y="1684433"/>
            <a:ext cx="2348528" cy="2585323"/>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highlight>
                  <a:srgbClr val="B3FF00"/>
                </a:highlight>
                <a:latin typeface="Tahoma"/>
                <a:ea typeface="Tahoma"/>
                <a:cs typeface="Tahoma"/>
                <a:sym typeface="Tahoma"/>
              </a:rPr>
              <a:t>repetir (</a:t>
            </a:r>
            <a:r>
              <a:rPr lang="es-ES" sz="2400" b="0" i="0" u="none" strike="noStrike" cap="none">
                <a:solidFill>
                  <a:srgbClr val="79D2EA"/>
                </a:solidFill>
                <a:highlight>
                  <a:srgbClr val="B3FF00"/>
                </a:highlight>
                <a:latin typeface="Tahoma"/>
                <a:ea typeface="Tahoma"/>
                <a:cs typeface="Tahoma"/>
                <a:sym typeface="Tahoma"/>
              </a:rPr>
              <a:t>5</a:t>
            </a:r>
            <a:r>
              <a:rPr lang="es-ES" sz="2400" b="0" i="0" u="none" strike="noStrike" cap="none">
                <a:solidFill>
                  <a:srgbClr val="FF3399"/>
                </a:solidFill>
                <a:highlight>
                  <a:srgbClr val="B3FF00"/>
                </a:highlight>
                <a:latin typeface="Tahoma"/>
                <a:ea typeface="Tahoma"/>
                <a:cs typeface="Tahoma"/>
                <a:sym typeface="Tahoma"/>
              </a:rPr>
              <a:t>)</a:t>
            </a:r>
            <a:r>
              <a:rPr lang="es-ES" sz="2400" b="0" i="0" u="none" strike="noStrike" cap="none">
                <a:solidFill>
                  <a:srgbClr val="4A7B8B"/>
                </a:solidFill>
                <a:highlight>
                  <a:srgbClr val="B3FF00"/>
                </a:highlight>
                <a:latin typeface="Tahoma"/>
                <a:ea typeface="Tahoma"/>
                <a:cs typeface="Tahoma"/>
                <a:sym typeface="Tahoma"/>
              </a:rPr>
              <a:t> </a:t>
            </a:r>
            <a:r>
              <a:rPr lang="es-ES" sz="2400" b="0" i="0" u="none" strike="noStrike" cap="none">
                <a:solidFill>
                  <a:srgbClr val="FF3399"/>
                </a:solidFill>
                <a:highlight>
                  <a:srgbClr val="B3FF00"/>
                </a:highlight>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highlight>
                  <a:srgbClr val="B3FF00"/>
                </a:highlight>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highlight>
                  <a:srgbClr val="B3FF00"/>
                </a:highlight>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p:txBody>
      </p:sp>
      <p:pic>
        <p:nvPicPr>
          <p:cNvPr id="3560" name="Google Shape;3560;p292" descr="Alien Monster on Microsoft Windows 10 May 2019 Update"/>
          <p:cNvPicPr preferRelativeResize="0"/>
          <p:nvPr/>
        </p:nvPicPr>
        <p:blipFill rotWithShape="1">
          <a:blip r:embed="rId3">
            <a:alphaModFix/>
          </a:blip>
          <a:srcRect/>
          <a:stretch/>
        </p:blipFill>
        <p:spPr>
          <a:xfrm>
            <a:off x="4533512" y="4397053"/>
            <a:ext cx="452530" cy="452530"/>
          </a:xfrm>
          <a:prstGeom prst="rect">
            <a:avLst/>
          </a:prstGeom>
          <a:noFill/>
          <a:ln>
            <a:noFill/>
          </a:ln>
        </p:spPr>
      </p:pic>
      <p:pic>
        <p:nvPicPr>
          <p:cNvPr id="3561" name="Google Shape;3561;p292" descr="Chequered Flag on Microsoft Windows 10"/>
          <p:cNvPicPr preferRelativeResize="0"/>
          <p:nvPr/>
        </p:nvPicPr>
        <p:blipFill rotWithShape="1">
          <a:blip r:embed="rId4">
            <a:alphaModFix/>
          </a:blip>
          <a:srcRect/>
          <a:stretch/>
        </p:blipFill>
        <p:spPr>
          <a:xfrm>
            <a:off x="4553337" y="3222560"/>
            <a:ext cx="412880" cy="412880"/>
          </a:xfrm>
          <a:prstGeom prst="rect">
            <a:avLst/>
          </a:prstGeom>
          <a:noFill/>
          <a:ln>
            <a:noFill/>
          </a:ln>
        </p:spPr>
      </p:pic>
      <p:cxnSp>
        <p:nvCxnSpPr>
          <p:cNvPr id="3562" name="Google Shape;3562;p292"/>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3563" name="Google Shape;3563;p292"/>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64" name="Google Shape;3564;p292"/>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Shape 3569"/>
        <p:cNvGrpSpPr/>
        <p:nvPr/>
      </p:nvGrpSpPr>
      <p:grpSpPr>
        <a:xfrm>
          <a:off x="0" y="0"/>
          <a:ext cx="0" cy="0"/>
          <a:chOff x="0" y="0"/>
          <a:chExt cx="0" cy="0"/>
        </a:xfrm>
      </p:grpSpPr>
      <p:grpSp>
        <p:nvGrpSpPr>
          <p:cNvPr id="3570" name="Google Shape;3570;p293"/>
          <p:cNvGrpSpPr/>
          <p:nvPr/>
        </p:nvGrpSpPr>
        <p:grpSpPr>
          <a:xfrm>
            <a:off x="503854" y="611156"/>
            <a:ext cx="5946712" cy="5635688"/>
            <a:chOff x="503854" y="531846"/>
            <a:chExt cx="5946712" cy="5635688"/>
          </a:xfrm>
        </p:grpSpPr>
        <p:sp>
          <p:nvSpPr>
            <p:cNvPr id="3571" name="Google Shape;3571;p293"/>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72" name="Google Shape;3572;p293"/>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73" name="Google Shape;3573;p293"/>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74" name="Google Shape;3574;p293"/>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75" name="Google Shape;3575;p293"/>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76" name="Google Shape;3576;p293"/>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77" name="Google Shape;3577;p293"/>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78" name="Google Shape;3578;p293"/>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79" name="Google Shape;3579;p293"/>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80" name="Google Shape;3580;p293"/>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81" name="Google Shape;3581;p293"/>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82" name="Google Shape;3582;p293"/>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83" name="Google Shape;3583;p293"/>
            <p:cNvSpPr/>
            <p:nvPr/>
          </p:nvSpPr>
          <p:spPr>
            <a:xfrm>
              <a:off x="3048002"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84" name="Google Shape;3584;p293"/>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85" name="Google Shape;3585;p293"/>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86" name="Google Shape;3586;p293"/>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87" name="Google Shape;3587;p293"/>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88" name="Google Shape;3588;p293"/>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89" name="Google Shape;3589;p293"/>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90" name="Google Shape;3590;p293"/>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91" name="Google Shape;3591;p293"/>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92" name="Google Shape;3592;p293"/>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93" name="Google Shape;3593;p293"/>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94" name="Google Shape;3594;p293"/>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595" name="Google Shape;3595;p293"/>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3596" name="Google Shape;3596;p293" descr="Alien Monster on Microsoft Windows 10 May 2019 Update"/>
          <p:cNvPicPr preferRelativeResize="0"/>
          <p:nvPr/>
        </p:nvPicPr>
        <p:blipFill rotWithShape="1">
          <a:blip r:embed="rId3">
            <a:alphaModFix/>
          </a:blip>
          <a:srcRect/>
          <a:stretch/>
        </p:blipFill>
        <p:spPr>
          <a:xfrm>
            <a:off x="5795093" y="4397053"/>
            <a:ext cx="452530" cy="452530"/>
          </a:xfrm>
          <a:prstGeom prst="rect">
            <a:avLst/>
          </a:prstGeom>
          <a:noFill/>
          <a:ln>
            <a:noFill/>
          </a:ln>
        </p:spPr>
      </p:pic>
      <p:pic>
        <p:nvPicPr>
          <p:cNvPr id="3597" name="Google Shape;3597;p293" descr="Chequered Flag on Microsoft Windows 10"/>
          <p:cNvPicPr preferRelativeResize="0"/>
          <p:nvPr/>
        </p:nvPicPr>
        <p:blipFill rotWithShape="1">
          <a:blip r:embed="rId4">
            <a:alphaModFix/>
          </a:blip>
          <a:srcRect/>
          <a:stretch/>
        </p:blipFill>
        <p:spPr>
          <a:xfrm>
            <a:off x="4553337" y="3222560"/>
            <a:ext cx="412880" cy="412880"/>
          </a:xfrm>
          <a:prstGeom prst="rect">
            <a:avLst/>
          </a:prstGeom>
          <a:noFill/>
          <a:ln>
            <a:noFill/>
          </a:ln>
        </p:spPr>
      </p:pic>
      <p:cxnSp>
        <p:nvCxnSpPr>
          <p:cNvPr id="3598" name="Google Shape;3598;p293"/>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3599" name="Google Shape;3599;p293" descr="Alien Monster on Microsoft Windows 10 May 2019 Update"/>
          <p:cNvPicPr preferRelativeResize="0"/>
          <p:nvPr/>
        </p:nvPicPr>
        <p:blipFill rotWithShape="1">
          <a:blip r:embed="rId3">
            <a:alphaModFix/>
          </a:blip>
          <a:srcRect/>
          <a:stretch/>
        </p:blipFill>
        <p:spPr>
          <a:xfrm>
            <a:off x="-908172" y="4397053"/>
            <a:ext cx="452530" cy="452530"/>
          </a:xfrm>
          <a:prstGeom prst="rect">
            <a:avLst/>
          </a:prstGeom>
          <a:noFill/>
          <a:ln>
            <a:noFill/>
          </a:ln>
        </p:spPr>
      </p:pic>
      <p:sp>
        <p:nvSpPr>
          <p:cNvPr id="3600" name="Google Shape;3600;p293"/>
          <p:cNvSpPr/>
          <p:nvPr/>
        </p:nvSpPr>
        <p:spPr>
          <a:xfrm>
            <a:off x="7165909" y="382555"/>
            <a:ext cx="5026091"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01" name="Google Shape;3601;p293"/>
          <p:cNvSpPr txBox="1"/>
          <p:nvPr/>
        </p:nvSpPr>
        <p:spPr>
          <a:xfrm>
            <a:off x="8145626" y="1684433"/>
            <a:ext cx="2348528" cy="2585323"/>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highlight>
                  <a:srgbClr val="B3FF00"/>
                </a:highlight>
                <a:latin typeface="Tahoma"/>
                <a:ea typeface="Tahoma"/>
                <a:cs typeface="Tahoma"/>
                <a:sym typeface="Tahoma"/>
              </a:rPr>
              <a:t>repetir (</a:t>
            </a:r>
            <a:r>
              <a:rPr lang="es-ES" sz="2400" b="0" i="0" u="none" strike="noStrike" cap="none">
                <a:solidFill>
                  <a:srgbClr val="79D2EA"/>
                </a:solidFill>
                <a:highlight>
                  <a:srgbClr val="B3FF00"/>
                </a:highlight>
                <a:latin typeface="Tahoma"/>
                <a:ea typeface="Tahoma"/>
                <a:cs typeface="Tahoma"/>
                <a:sym typeface="Tahoma"/>
              </a:rPr>
              <a:t>4</a:t>
            </a:r>
            <a:r>
              <a:rPr lang="es-ES" sz="2400" b="0" i="0" u="none" strike="noStrike" cap="none">
                <a:solidFill>
                  <a:srgbClr val="FF3399"/>
                </a:solidFill>
                <a:highlight>
                  <a:srgbClr val="B3FF00"/>
                </a:highlight>
                <a:latin typeface="Tahoma"/>
                <a:ea typeface="Tahoma"/>
                <a:cs typeface="Tahoma"/>
                <a:sym typeface="Tahoma"/>
              </a:rPr>
              <a:t>)</a:t>
            </a:r>
            <a:r>
              <a:rPr lang="es-ES" sz="2400" b="0" i="0" u="none" strike="noStrike" cap="none">
                <a:solidFill>
                  <a:srgbClr val="4A7B8B"/>
                </a:solidFill>
                <a:highlight>
                  <a:srgbClr val="B3FF00"/>
                </a:highlight>
                <a:latin typeface="Tahoma"/>
                <a:ea typeface="Tahoma"/>
                <a:cs typeface="Tahoma"/>
                <a:sym typeface="Tahoma"/>
              </a:rPr>
              <a:t> </a:t>
            </a:r>
            <a:r>
              <a:rPr lang="es-ES" sz="2400" b="0" i="0" u="none" strike="noStrike" cap="none">
                <a:solidFill>
                  <a:srgbClr val="FF3399"/>
                </a:solidFill>
                <a:highlight>
                  <a:srgbClr val="B3FF00"/>
                </a:highlight>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highlight>
                  <a:srgbClr val="B3FF00"/>
                </a:highlight>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highlight>
                  <a:srgbClr val="B3FF00"/>
                </a:highlight>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p:txBody>
      </p:sp>
      <p:sp>
        <p:nvSpPr>
          <p:cNvPr id="3602" name="Google Shape;3602;p293"/>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03" name="Google Shape;3603;p293"/>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Shape 3608"/>
        <p:cNvGrpSpPr/>
        <p:nvPr/>
      </p:nvGrpSpPr>
      <p:grpSpPr>
        <a:xfrm>
          <a:off x="0" y="0"/>
          <a:ext cx="0" cy="0"/>
          <a:chOff x="0" y="0"/>
          <a:chExt cx="0" cy="0"/>
        </a:xfrm>
      </p:grpSpPr>
      <p:grpSp>
        <p:nvGrpSpPr>
          <p:cNvPr id="3609" name="Google Shape;3609;p294"/>
          <p:cNvGrpSpPr/>
          <p:nvPr/>
        </p:nvGrpSpPr>
        <p:grpSpPr>
          <a:xfrm>
            <a:off x="503854" y="611156"/>
            <a:ext cx="5946712" cy="5635688"/>
            <a:chOff x="503854" y="531846"/>
            <a:chExt cx="5946712" cy="5635688"/>
          </a:xfrm>
        </p:grpSpPr>
        <p:sp>
          <p:nvSpPr>
            <p:cNvPr id="3610" name="Google Shape;3610;p294"/>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11" name="Google Shape;3611;p294"/>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12" name="Google Shape;3612;p294"/>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13" name="Google Shape;3613;p294"/>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14" name="Google Shape;3614;p294"/>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15" name="Google Shape;3615;p294"/>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16" name="Google Shape;3616;p294"/>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17" name="Google Shape;3617;p294"/>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18" name="Google Shape;3618;p294"/>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19" name="Google Shape;3619;p294"/>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20" name="Google Shape;3620;p294"/>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21" name="Google Shape;3621;p294"/>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22" name="Google Shape;3622;p294"/>
            <p:cNvSpPr/>
            <p:nvPr/>
          </p:nvSpPr>
          <p:spPr>
            <a:xfrm>
              <a:off x="3048002"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23" name="Google Shape;3623;p294"/>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24" name="Google Shape;3624;p294"/>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25" name="Google Shape;3625;p294"/>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26" name="Google Shape;3626;p294"/>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27" name="Google Shape;3627;p294"/>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28" name="Google Shape;3628;p294"/>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29" name="Google Shape;3629;p294"/>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30" name="Google Shape;3630;p294"/>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31" name="Google Shape;3631;p294"/>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32" name="Google Shape;3632;p294"/>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33" name="Google Shape;3633;p294"/>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34" name="Google Shape;3634;p294"/>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3635" name="Google Shape;3635;p294" descr="Alien Monster on Microsoft Windows 10 May 2019 Update"/>
          <p:cNvPicPr preferRelativeResize="0"/>
          <p:nvPr/>
        </p:nvPicPr>
        <p:blipFill rotWithShape="1">
          <a:blip r:embed="rId3">
            <a:alphaModFix/>
          </a:blip>
          <a:srcRect/>
          <a:stretch/>
        </p:blipFill>
        <p:spPr>
          <a:xfrm>
            <a:off x="12706748" y="4397053"/>
            <a:ext cx="452530" cy="452530"/>
          </a:xfrm>
          <a:prstGeom prst="rect">
            <a:avLst/>
          </a:prstGeom>
          <a:noFill/>
          <a:ln>
            <a:noFill/>
          </a:ln>
        </p:spPr>
      </p:pic>
      <p:pic>
        <p:nvPicPr>
          <p:cNvPr id="3636" name="Google Shape;3636;p294" descr="Chequered Flag on Microsoft Windows 10"/>
          <p:cNvPicPr preferRelativeResize="0"/>
          <p:nvPr/>
        </p:nvPicPr>
        <p:blipFill rotWithShape="1">
          <a:blip r:embed="rId4">
            <a:alphaModFix/>
          </a:blip>
          <a:srcRect/>
          <a:stretch/>
        </p:blipFill>
        <p:spPr>
          <a:xfrm>
            <a:off x="4553337" y="3222560"/>
            <a:ext cx="412880" cy="412880"/>
          </a:xfrm>
          <a:prstGeom prst="rect">
            <a:avLst/>
          </a:prstGeom>
          <a:noFill/>
          <a:ln>
            <a:noFill/>
          </a:ln>
        </p:spPr>
      </p:pic>
      <p:cxnSp>
        <p:nvCxnSpPr>
          <p:cNvPr id="3637" name="Google Shape;3637;p294"/>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3638" name="Google Shape;3638;p294" descr="Alien Monster on Microsoft Windows 10 May 2019 Update"/>
          <p:cNvPicPr preferRelativeResize="0"/>
          <p:nvPr/>
        </p:nvPicPr>
        <p:blipFill rotWithShape="1">
          <a:blip r:embed="rId3">
            <a:alphaModFix/>
          </a:blip>
          <a:srcRect/>
          <a:stretch/>
        </p:blipFill>
        <p:spPr>
          <a:xfrm>
            <a:off x="706797" y="4397053"/>
            <a:ext cx="452530" cy="452530"/>
          </a:xfrm>
          <a:prstGeom prst="rect">
            <a:avLst/>
          </a:prstGeom>
          <a:noFill/>
          <a:ln>
            <a:noFill/>
          </a:ln>
        </p:spPr>
      </p:pic>
      <p:sp>
        <p:nvSpPr>
          <p:cNvPr id="3639" name="Google Shape;3639;p294"/>
          <p:cNvSpPr/>
          <p:nvPr/>
        </p:nvSpPr>
        <p:spPr>
          <a:xfrm>
            <a:off x="7165912" y="382555"/>
            <a:ext cx="5026088"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40" name="Google Shape;3640;p294"/>
          <p:cNvSpPr txBox="1"/>
          <p:nvPr/>
        </p:nvSpPr>
        <p:spPr>
          <a:xfrm>
            <a:off x="8145626" y="1684433"/>
            <a:ext cx="2348528" cy="2585323"/>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highlight>
                  <a:srgbClr val="B3FF00"/>
                </a:highlight>
                <a:latin typeface="Tahoma"/>
                <a:ea typeface="Tahoma"/>
                <a:cs typeface="Tahoma"/>
                <a:sym typeface="Tahoma"/>
              </a:rPr>
              <a:t>repetir (</a:t>
            </a:r>
            <a:r>
              <a:rPr lang="es-ES" sz="2400" b="0" i="0" u="none" strike="noStrike" cap="none">
                <a:solidFill>
                  <a:srgbClr val="79D2EA"/>
                </a:solidFill>
                <a:highlight>
                  <a:srgbClr val="B3FF00"/>
                </a:highlight>
                <a:latin typeface="Tahoma"/>
                <a:ea typeface="Tahoma"/>
                <a:cs typeface="Tahoma"/>
                <a:sym typeface="Tahoma"/>
              </a:rPr>
              <a:t>3</a:t>
            </a:r>
            <a:r>
              <a:rPr lang="es-ES" sz="2400" b="0" i="0" u="none" strike="noStrike" cap="none">
                <a:solidFill>
                  <a:srgbClr val="FF3399"/>
                </a:solidFill>
                <a:highlight>
                  <a:srgbClr val="B3FF00"/>
                </a:highlight>
                <a:latin typeface="Tahoma"/>
                <a:ea typeface="Tahoma"/>
                <a:cs typeface="Tahoma"/>
                <a:sym typeface="Tahoma"/>
              </a:rPr>
              <a:t>)</a:t>
            </a:r>
            <a:r>
              <a:rPr lang="es-ES" sz="2400" b="0" i="0" u="none" strike="noStrike" cap="none">
                <a:solidFill>
                  <a:srgbClr val="4A7B8B"/>
                </a:solidFill>
                <a:highlight>
                  <a:srgbClr val="B3FF00"/>
                </a:highlight>
                <a:latin typeface="Tahoma"/>
                <a:ea typeface="Tahoma"/>
                <a:cs typeface="Tahoma"/>
                <a:sym typeface="Tahoma"/>
              </a:rPr>
              <a:t> </a:t>
            </a:r>
            <a:r>
              <a:rPr lang="es-ES" sz="2400" b="0" i="0" u="none" strike="noStrike" cap="none">
                <a:solidFill>
                  <a:srgbClr val="FF3399"/>
                </a:solidFill>
                <a:highlight>
                  <a:srgbClr val="B3FF00"/>
                </a:highlight>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highlight>
                  <a:srgbClr val="B3FF00"/>
                </a:highlight>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highlight>
                  <a:srgbClr val="B3FF00"/>
                </a:highlight>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p:txBody>
      </p:sp>
      <p:sp>
        <p:nvSpPr>
          <p:cNvPr id="3641" name="Google Shape;3641;p294"/>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42" name="Google Shape;3642;p294"/>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Shape 3647"/>
        <p:cNvGrpSpPr/>
        <p:nvPr/>
      </p:nvGrpSpPr>
      <p:grpSpPr>
        <a:xfrm>
          <a:off x="0" y="0"/>
          <a:ext cx="0" cy="0"/>
          <a:chOff x="0" y="0"/>
          <a:chExt cx="0" cy="0"/>
        </a:xfrm>
      </p:grpSpPr>
      <p:grpSp>
        <p:nvGrpSpPr>
          <p:cNvPr id="3648" name="Google Shape;3648;p295"/>
          <p:cNvGrpSpPr/>
          <p:nvPr/>
        </p:nvGrpSpPr>
        <p:grpSpPr>
          <a:xfrm>
            <a:off x="503854" y="611156"/>
            <a:ext cx="5946712" cy="5635688"/>
            <a:chOff x="503854" y="531846"/>
            <a:chExt cx="5946712" cy="5635688"/>
          </a:xfrm>
        </p:grpSpPr>
        <p:sp>
          <p:nvSpPr>
            <p:cNvPr id="3649" name="Google Shape;3649;p295"/>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50" name="Google Shape;3650;p295"/>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51" name="Google Shape;3651;p295"/>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52" name="Google Shape;3652;p295"/>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53" name="Google Shape;3653;p295"/>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54" name="Google Shape;3654;p295"/>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55" name="Google Shape;3655;p295"/>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56" name="Google Shape;3656;p295"/>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57" name="Google Shape;3657;p295"/>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58" name="Google Shape;3658;p295"/>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59" name="Google Shape;3659;p295"/>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60" name="Google Shape;3660;p295"/>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61" name="Google Shape;3661;p295"/>
            <p:cNvSpPr/>
            <p:nvPr/>
          </p:nvSpPr>
          <p:spPr>
            <a:xfrm>
              <a:off x="3048002"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62" name="Google Shape;3662;p295"/>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63" name="Google Shape;3663;p295"/>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64" name="Google Shape;3664;p295"/>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65" name="Google Shape;3665;p295"/>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66" name="Google Shape;3666;p295"/>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67" name="Google Shape;3667;p295"/>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68" name="Google Shape;3668;p295"/>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69" name="Google Shape;3669;p295"/>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70" name="Google Shape;3670;p295"/>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71" name="Google Shape;3671;p295"/>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72" name="Google Shape;3672;p295"/>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73" name="Google Shape;3673;p295"/>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674" name="Google Shape;3674;p295"/>
          <p:cNvSpPr txBox="1"/>
          <p:nvPr/>
        </p:nvSpPr>
        <p:spPr>
          <a:xfrm>
            <a:off x="8145626" y="1684433"/>
            <a:ext cx="2348528" cy="2585323"/>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highlight>
                  <a:srgbClr val="B3FF00"/>
                </a:highlight>
                <a:latin typeface="Tahoma"/>
                <a:ea typeface="Tahoma"/>
                <a:cs typeface="Tahoma"/>
                <a:sym typeface="Tahoma"/>
              </a:rPr>
              <a:t>repetir (</a:t>
            </a:r>
            <a:r>
              <a:rPr lang="es-ES" sz="2400" b="0" i="0" u="none" strike="noStrike" cap="none">
                <a:solidFill>
                  <a:srgbClr val="79D2EA"/>
                </a:solidFill>
                <a:highlight>
                  <a:srgbClr val="B3FF00"/>
                </a:highlight>
                <a:latin typeface="Tahoma"/>
                <a:ea typeface="Tahoma"/>
                <a:cs typeface="Tahoma"/>
                <a:sym typeface="Tahoma"/>
              </a:rPr>
              <a:t>2</a:t>
            </a:r>
            <a:r>
              <a:rPr lang="es-ES" sz="2400" b="0" i="0" u="none" strike="noStrike" cap="none">
                <a:solidFill>
                  <a:srgbClr val="FF3399"/>
                </a:solidFill>
                <a:highlight>
                  <a:srgbClr val="B3FF00"/>
                </a:highlight>
                <a:latin typeface="Tahoma"/>
                <a:ea typeface="Tahoma"/>
                <a:cs typeface="Tahoma"/>
                <a:sym typeface="Tahoma"/>
              </a:rPr>
              <a:t>)</a:t>
            </a:r>
            <a:r>
              <a:rPr lang="es-ES" sz="2400" b="0" i="0" u="none" strike="noStrike" cap="none">
                <a:solidFill>
                  <a:srgbClr val="4A7B8B"/>
                </a:solidFill>
                <a:highlight>
                  <a:srgbClr val="B3FF00"/>
                </a:highlight>
                <a:latin typeface="Tahoma"/>
                <a:ea typeface="Tahoma"/>
                <a:cs typeface="Tahoma"/>
                <a:sym typeface="Tahoma"/>
              </a:rPr>
              <a:t> </a:t>
            </a:r>
            <a:r>
              <a:rPr lang="es-ES" sz="2400" b="0" i="0" u="none" strike="noStrike" cap="none">
                <a:solidFill>
                  <a:srgbClr val="FF3399"/>
                </a:solidFill>
                <a:highlight>
                  <a:srgbClr val="B3FF00"/>
                </a:highlight>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highlight>
                  <a:srgbClr val="B3FF00"/>
                </a:highlight>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highlight>
                  <a:srgbClr val="B3FF00"/>
                </a:highlight>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p:txBody>
      </p:sp>
      <p:pic>
        <p:nvPicPr>
          <p:cNvPr id="3675" name="Google Shape;3675;p295" descr="Alien Monster on Microsoft Windows 10 May 2019 Update"/>
          <p:cNvPicPr preferRelativeResize="0"/>
          <p:nvPr/>
        </p:nvPicPr>
        <p:blipFill rotWithShape="1">
          <a:blip r:embed="rId3">
            <a:alphaModFix/>
          </a:blip>
          <a:srcRect/>
          <a:stretch/>
        </p:blipFill>
        <p:spPr>
          <a:xfrm>
            <a:off x="1978871" y="4397053"/>
            <a:ext cx="452530" cy="452530"/>
          </a:xfrm>
          <a:prstGeom prst="rect">
            <a:avLst/>
          </a:prstGeom>
          <a:noFill/>
          <a:ln>
            <a:noFill/>
          </a:ln>
        </p:spPr>
      </p:pic>
      <p:pic>
        <p:nvPicPr>
          <p:cNvPr id="3676" name="Google Shape;3676;p295" descr="Chequered Flag on Microsoft Windows 10"/>
          <p:cNvPicPr preferRelativeResize="0"/>
          <p:nvPr/>
        </p:nvPicPr>
        <p:blipFill rotWithShape="1">
          <a:blip r:embed="rId4">
            <a:alphaModFix/>
          </a:blip>
          <a:srcRect/>
          <a:stretch/>
        </p:blipFill>
        <p:spPr>
          <a:xfrm>
            <a:off x="4553337" y="3222560"/>
            <a:ext cx="412880" cy="412880"/>
          </a:xfrm>
          <a:prstGeom prst="rect">
            <a:avLst/>
          </a:prstGeom>
          <a:noFill/>
          <a:ln>
            <a:noFill/>
          </a:ln>
        </p:spPr>
      </p:pic>
      <p:cxnSp>
        <p:nvCxnSpPr>
          <p:cNvPr id="3677" name="Google Shape;3677;p295"/>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3678" name="Google Shape;3678;p295"/>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79" name="Google Shape;3679;p295"/>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Shape 3684"/>
        <p:cNvGrpSpPr/>
        <p:nvPr/>
      </p:nvGrpSpPr>
      <p:grpSpPr>
        <a:xfrm>
          <a:off x="0" y="0"/>
          <a:ext cx="0" cy="0"/>
          <a:chOff x="0" y="0"/>
          <a:chExt cx="0" cy="0"/>
        </a:xfrm>
      </p:grpSpPr>
      <p:grpSp>
        <p:nvGrpSpPr>
          <p:cNvPr id="3685" name="Google Shape;3685;p296"/>
          <p:cNvGrpSpPr/>
          <p:nvPr/>
        </p:nvGrpSpPr>
        <p:grpSpPr>
          <a:xfrm>
            <a:off x="503854" y="611156"/>
            <a:ext cx="5946712" cy="5635688"/>
            <a:chOff x="503854" y="531846"/>
            <a:chExt cx="5946712" cy="5635688"/>
          </a:xfrm>
        </p:grpSpPr>
        <p:sp>
          <p:nvSpPr>
            <p:cNvPr id="3686" name="Google Shape;3686;p296"/>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87" name="Google Shape;3687;p296"/>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88" name="Google Shape;3688;p296"/>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89" name="Google Shape;3689;p296"/>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90" name="Google Shape;3690;p296"/>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91" name="Google Shape;3691;p296"/>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92" name="Google Shape;3692;p296"/>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93" name="Google Shape;3693;p296"/>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94" name="Google Shape;3694;p296"/>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95" name="Google Shape;3695;p296"/>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96" name="Google Shape;3696;p296"/>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97" name="Google Shape;3697;p296"/>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98" name="Google Shape;3698;p296"/>
            <p:cNvSpPr/>
            <p:nvPr/>
          </p:nvSpPr>
          <p:spPr>
            <a:xfrm>
              <a:off x="3048002"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99" name="Google Shape;3699;p296"/>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00" name="Google Shape;3700;p296"/>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01" name="Google Shape;3701;p296"/>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02" name="Google Shape;3702;p296"/>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03" name="Google Shape;3703;p296"/>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04" name="Google Shape;3704;p296"/>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05" name="Google Shape;3705;p296"/>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06" name="Google Shape;3706;p296"/>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07" name="Google Shape;3707;p296"/>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08" name="Google Shape;3708;p296"/>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09" name="Google Shape;3709;p296"/>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10" name="Google Shape;3710;p296"/>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711" name="Google Shape;3711;p296"/>
          <p:cNvSpPr txBox="1"/>
          <p:nvPr/>
        </p:nvSpPr>
        <p:spPr>
          <a:xfrm>
            <a:off x="8145626" y="1684433"/>
            <a:ext cx="2348528" cy="2585323"/>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highlight>
                  <a:srgbClr val="B3FF00"/>
                </a:highlight>
                <a:latin typeface="Tahoma"/>
                <a:ea typeface="Tahoma"/>
                <a:cs typeface="Tahoma"/>
                <a:sym typeface="Tahoma"/>
              </a:rPr>
              <a:t>repetir (</a:t>
            </a:r>
            <a:r>
              <a:rPr lang="es-ES" sz="2400" b="0" i="0" u="none" strike="noStrike" cap="none">
                <a:solidFill>
                  <a:srgbClr val="79D2EA"/>
                </a:solidFill>
                <a:highlight>
                  <a:srgbClr val="B3FF00"/>
                </a:highlight>
                <a:latin typeface="Tahoma"/>
                <a:ea typeface="Tahoma"/>
                <a:cs typeface="Tahoma"/>
                <a:sym typeface="Tahoma"/>
              </a:rPr>
              <a:t>1</a:t>
            </a:r>
            <a:r>
              <a:rPr lang="es-ES" sz="2400" b="0" i="0" u="none" strike="noStrike" cap="none">
                <a:solidFill>
                  <a:srgbClr val="FF3399"/>
                </a:solidFill>
                <a:highlight>
                  <a:srgbClr val="B3FF00"/>
                </a:highlight>
                <a:latin typeface="Tahoma"/>
                <a:ea typeface="Tahoma"/>
                <a:cs typeface="Tahoma"/>
                <a:sym typeface="Tahoma"/>
              </a:rPr>
              <a:t>)</a:t>
            </a:r>
            <a:r>
              <a:rPr lang="es-ES" sz="2400" b="0" i="0" u="none" strike="noStrike" cap="none">
                <a:solidFill>
                  <a:srgbClr val="4A7B8B"/>
                </a:solidFill>
                <a:highlight>
                  <a:srgbClr val="B3FF00"/>
                </a:highlight>
                <a:latin typeface="Tahoma"/>
                <a:ea typeface="Tahoma"/>
                <a:cs typeface="Tahoma"/>
                <a:sym typeface="Tahoma"/>
              </a:rPr>
              <a:t> </a:t>
            </a:r>
            <a:r>
              <a:rPr lang="es-ES" sz="2400" b="0" i="0" u="none" strike="noStrike" cap="none">
                <a:solidFill>
                  <a:srgbClr val="FF3399"/>
                </a:solidFill>
                <a:highlight>
                  <a:srgbClr val="B3FF00"/>
                </a:highlight>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highlight>
                  <a:srgbClr val="B3FF00"/>
                </a:highlight>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highlight>
                  <a:srgbClr val="B3FF00"/>
                </a:highlight>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p:txBody>
      </p:sp>
      <p:pic>
        <p:nvPicPr>
          <p:cNvPr id="3712" name="Google Shape;3712;p296" descr="Alien Monster on Microsoft Windows 10 May 2019 Update"/>
          <p:cNvPicPr preferRelativeResize="0"/>
          <p:nvPr/>
        </p:nvPicPr>
        <p:blipFill rotWithShape="1">
          <a:blip r:embed="rId3">
            <a:alphaModFix/>
          </a:blip>
          <a:srcRect/>
          <a:stretch/>
        </p:blipFill>
        <p:spPr>
          <a:xfrm>
            <a:off x="3220627" y="4397053"/>
            <a:ext cx="452530" cy="452530"/>
          </a:xfrm>
          <a:prstGeom prst="rect">
            <a:avLst/>
          </a:prstGeom>
          <a:noFill/>
          <a:ln>
            <a:noFill/>
          </a:ln>
        </p:spPr>
      </p:pic>
      <p:pic>
        <p:nvPicPr>
          <p:cNvPr id="3713" name="Google Shape;3713;p296" descr="Chequered Flag on Microsoft Windows 10"/>
          <p:cNvPicPr preferRelativeResize="0"/>
          <p:nvPr/>
        </p:nvPicPr>
        <p:blipFill rotWithShape="1">
          <a:blip r:embed="rId4">
            <a:alphaModFix/>
          </a:blip>
          <a:srcRect/>
          <a:stretch/>
        </p:blipFill>
        <p:spPr>
          <a:xfrm>
            <a:off x="4553337" y="3222560"/>
            <a:ext cx="412880" cy="412880"/>
          </a:xfrm>
          <a:prstGeom prst="rect">
            <a:avLst/>
          </a:prstGeom>
          <a:noFill/>
          <a:ln>
            <a:noFill/>
          </a:ln>
        </p:spPr>
      </p:pic>
      <p:cxnSp>
        <p:nvCxnSpPr>
          <p:cNvPr id="3714" name="Google Shape;3714;p296"/>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3715" name="Google Shape;3715;p296"/>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16" name="Google Shape;3716;p296"/>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Shape 3721"/>
        <p:cNvGrpSpPr/>
        <p:nvPr/>
      </p:nvGrpSpPr>
      <p:grpSpPr>
        <a:xfrm>
          <a:off x="0" y="0"/>
          <a:ext cx="0" cy="0"/>
          <a:chOff x="0" y="0"/>
          <a:chExt cx="0" cy="0"/>
        </a:xfrm>
      </p:grpSpPr>
      <p:grpSp>
        <p:nvGrpSpPr>
          <p:cNvPr id="3722" name="Google Shape;3722;p297"/>
          <p:cNvGrpSpPr/>
          <p:nvPr/>
        </p:nvGrpSpPr>
        <p:grpSpPr>
          <a:xfrm>
            <a:off x="503854" y="611156"/>
            <a:ext cx="5946712" cy="5635688"/>
            <a:chOff x="503854" y="531846"/>
            <a:chExt cx="5946712" cy="5635688"/>
          </a:xfrm>
        </p:grpSpPr>
        <p:sp>
          <p:nvSpPr>
            <p:cNvPr id="3723" name="Google Shape;3723;p297"/>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24" name="Google Shape;3724;p297"/>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25" name="Google Shape;3725;p297"/>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26" name="Google Shape;3726;p297"/>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27" name="Google Shape;3727;p297"/>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28" name="Google Shape;3728;p297"/>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29" name="Google Shape;3729;p297"/>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30" name="Google Shape;3730;p297"/>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31" name="Google Shape;3731;p297"/>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32" name="Google Shape;3732;p297"/>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33" name="Google Shape;3733;p297"/>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34" name="Google Shape;3734;p297"/>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35" name="Google Shape;3735;p297"/>
            <p:cNvSpPr/>
            <p:nvPr/>
          </p:nvSpPr>
          <p:spPr>
            <a:xfrm>
              <a:off x="3048002"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36" name="Google Shape;3736;p297"/>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37" name="Google Shape;3737;p297"/>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38" name="Google Shape;3738;p297"/>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39" name="Google Shape;3739;p297"/>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40" name="Google Shape;3740;p297"/>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41" name="Google Shape;3741;p297"/>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42" name="Google Shape;3742;p297"/>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43" name="Google Shape;3743;p297"/>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44" name="Google Shape;3744;p297"/>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45" name="Google Shape;3745;p297"/>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46" name="Google Shape;3746;p297"/>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47" name="Google Shape;3747;p297"/>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748" name="Google Shape;3748;p297"/>
          <p:cNvSpPr txBox="1"/>
          <p:nvPr/>
        </p:nvSpPr>
        <p:spPr>
          <a:xfrm>
            <a:off x="8145626" y="1684433"/>
            <a:ext cx="2348528" cy="2585323"/>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highlight>
                  <a:srgbClr val="B3FF00"/>
                </a:highlight>
                <a:latin typeface="Tahoma"/>
                <a:ea typeface="Tahoma"/>
                <a:cs typeface="Tahoma"/>
                <a:sym typeface="Tahoma"/>
              </a:rPr>
              <a:t>repetir (</a:t>
            </a:r>
            <a:r>
              <a:rPr lang="es-ES" sz="2400" b="0" i="0" u="none" strike="noStrike" cap="none">
                <a:solidFill>
                  <a:srgbClr val="79D2EA"/>
                </a:solidFill>
                <a:highlight>
                  <a:srgbClr val="B3FF00"/>
                </a:highlight>
                <a:latin typeface="Tahoma"/>
                <a:ea typeface="Tahoma"/>
                <a:cs typeface="Tahoma"/>
                <a:sym typeface="Tahoma"/>
              </a:rPr>
              <a:t>0</a:t>
            </a:r>
            <a:r>
              <a:rPr lang="es-ES" sz="2400" b="0" i="0" u="none" strike="noStrike" cap="none">
                <a:solidFill>
                  <a:srgbClr val="FF3399"/>
                </a:solidFill>
                <a:highlight>
                  <a:srgbClr val="B3FF00"/>
                </a:highlight>
                <a:latin typeface="Tahoma"/>
                <a:ea typeface="Tahoma"/>
                <a:cs typeface="Tahoma"/>
                <a:sym typeface="Tahoma"/>
              </a:rPr>
              <a:t>)</a:t>
            </a:r>
            <a:r>
              <a:rPr lang="es-ES" sz="2400" b="0" i="0" u="none" strike="noStrike" cap="none">
                <a:solidFill>
                  <a:srgbClr val="4A7B8B"/>
                </a:solidFill>
                <a:highlight>
                  <a:srgbClr val="B3FF00"/>
                </a:highlight>
                <a:latin typeface="Tahoma"/>
                <a:ea typeface="Tahoma"/>
                <a:cs typeface="Tahoma"/>
                <a:sym typeface="Tahoma"/>
              </a:rPr>
              <a:t> </a:t>
            </a:r>
            <a:r>
              <a:rPr lang="es-ES" sz="2400" b="0" i="0" u="none" strike="noStrike" cap="none">
                <a:solidFill>
                  <a:srgbClr val="FF3399"/>
                </a:solidFill>
                <a:highlight>
                  <a:srgbClr val="B3FF00"/>
                </a:highlight>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highlight>
                  <a:srgbClr val="B3FF00"/>
                </a:highlight>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highlight>
                  <a:srgbClr val="B3FF00"/>
                </a:highlight>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p:txBody>
      </p:sp>
      <p:pic>
        <p:nvPicPr>
          <p:cNvPr id="3749" name="Google Shape;3749;p297" descr="Alien Monster on Microsoft Windows 10 May 2019 Update"/>
          <p:cNvPicPr preferRelativeResize="0"/>
          <p:nvPr/>
        </p:nvPicPr>
        <p:blipFill rotWithShape="1">
          <a:blip r:embed="rId3">
            <a:alphaModFix/>
          </a:blip>
          <a:srcRect/>
          <a:stretch/>
        </p:blipFill>
        <p:spPr>
          <a:xfrm>
            <a:off x="4523019" y="4397053"/>
            <a:ext cx="452530" cy="452530"/>
          </a:xfrm>
          <a:prstGeom prst="rect">
            <a:avLst/>
          </a:prstGeom>
          <a:noFill/>
          <a:ln>
            <a:noFill/>
          </a:ln>
        </p:spPr>
      </p:pic>
      <p:pic>
        <p:nvPicPr>
          <p:cNvPr id="3750" name="Google Shape;3750;p297" descr="Chequered Flag on Microsoft Windows 10"/>
          <p:cNvPicPr preferRelativeResize="0"/>
          <p:nvPr/>
        </p:nvPicPr>
        <p:blipFill rotWithShape="1">
          <a:blip r:embed="rId4">
            <a:alphaModFix/>
          </a:blip>
          <a:srcRect/>
          <a:stretch/>
        </p:blipFill>
        <p:spPr>
          <a:xfrm>
            <a:off x="4553337" y="3222560"/>
            <a:ext cx="412880" cy="412880"/>
          </a:xfrm>
          <a:prstGeom prst="rect">
            <a:avLst/>
          </a:prstGeom>
          <a:noFill/>
          <a:ln>
            <a:noFill/>
          </a:ln>
        </p:spPr>
      </p:pic>
      <p:cxnSp>
        <p:nvCxnSpPr>
          <p:cNvPr id="3751" name="Google Shape;3751;p297"/>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3752" name="Google Shape;3752;p297"/>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53" name="Google Shape;3753;p297"/>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Shape 3758"/>
        <p:cNvGrpSpPr/>
        <p:nvPr/>
      </p:nvGrpSpPr>
      <p:grpSpPr>
        <a:xfrm>
          <a:off x="0" y="0"/>
          <a:ext cx="0" cy="0"/>
          <a:chOff x="0" y="0"/>
          <a:chExt cx="0" cy="0"/>
        </a:xfrm>
      </p:grpSpPr>
      <p:grpSp>
        <p:nvGrpSpPr>
          <p:cNvPr id="3759" name="Google Shape;3759;p298"/>
          <p:cNvGrpSpPr/>
          <p:nvPr/>
        </p:nvGrpSpPr>
        <p:grpSpPr>
          <a:xfrm>
            <a:off x="503854" y="611156"/>
            <a:ext cx="5946712" cy="5635688"/>
            <a:chOff x="503854" y="531846"/>
            <a:chExt cx="5946712" cy="5635688"/>
          </a:xfrm>
        </p:grpSpPr>
        <p:sp>
          <p:nvSpPr>
            <p:cNvPr id="3760" name="Google Shape;3760;p298"/>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61" name="Google Shape;3761;p298"/>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62" name="Google Shape;3762;p298"/>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63" name="Google Shape;3763;p298"/>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64" name="Google Shape;3764;p298"/>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65" name="Google Shape;3765;p298"/>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66" name="Google Shape;3766;p298"/>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67" name="Google Shape;3767;p298"/>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68" name="Google Shape;3768;p298"/>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69" name="Google Shape;3769;p298"/>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70" name="Google Shape;3770;p298"/>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71" name="Google Shape;3771;p298"/>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72" name="Google Shape;3772;p298"/>
            <p:cNvSpPr/>
            <p:nvPr/>
          </p:nvSpPr>
          <p:spPr>
            <a:xfrm>
              <a:off x="3048002"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73" name="Google Shape;3773;p298"/>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74" name="Google Shape;3774;p298"/>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75" name="Google Shape;3775;p298"/>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76" name="Google Shape;3776;p298"/>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77" name="Google Shape;3777;p298"/>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78" name="Google Shape;3778;p298"/>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79" name="Google Shape;3779;p298"/>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80" name="Google Shape;3780;p298"/>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81" name="Google Shape;3781;p298"/>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82" name="Google Shape;3782;p298"/>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83" name="Google Shape;3783;p298"/>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84" name="Google Shape;3784;p298"/>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785" name="Google Shape;3785;p298"/>
          <p:cNvSpPr txBox="1"/>
          <p:nvPr/>
        </p:nvSpPr>
        <p:spPr>
          <a:xfrm>
            <a:off x="8145626" y="1684433"/>
            <a:ext cx="2348528" cy="2585323"/>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0</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highlight>
                  <a:srgbClr val="B3FF00"/>
                </a:highlight>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p:txBody>
      </p:sp>
      <p:pic>
        <p:nvPicPr>
          <p:cNvPr id="3786" name="Google Shape;3786;p298" descr="Chequered Flag on Microsoft Windows 10"/>
          <p:cNvPicPr preferRelativeResize="0"/>
          <p:nvPr/>
        </p:nvPicPr>
        <p:blipFill rotWithShape="1">
          <a:blip r:embed="rId3">
            <a:alphaModFix/>
          </a:blip>
          <a:srcRect/>
          <a:stretch/>
        </p:blipFill>
        <p:spPr>
          <a:xfrm>
            <a:off x="4553337" y="3222560"/>
            <a:ext cx="412880" cy="412880"/>
          </a:xfrm>
          <a:prstGeom prst="rect">
            <a:avLst/>
          </a:prstGeom>
          <a:noFill/>
          <a:ln>
            <a:noFill/>
          </a:ln>
        </p:spPr>
      </p:pic>
      <p:cxnSp>
        <p:nvCxnSpPr>
          <p:cNvPr id="3787" name="Google Shape;3787;p298"/>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3788" name="Google Shape;3788;p298" descr="Alien Monster on Microsoft Windows 10 May 2019 Update"/>
          <p:cNvPicPr preferRelativeResize="0"/>
          <p:nvPr/>
        </p:nvPicPr>
        <p:blipFill rotWithShape="1">
          <a:blip r:embed="rId4">
            <a:alphaModFix/>
          </a:blip>
          <a:srcRect/>
          <a:stretch/>
        </p:blipFill>
        <p:spPr>
          <a:xfrm>
            <a:off x="4523019" y="3182910"/>
            <a:ext cx="452530" cy="452530"/>
          </a:xfrm>
          <a:prstGeom prst="rect">
            <a:avLst/>
          </a:prstGeom>
          <a:noFill/>
          <a:ln>
            <a:noFill/>
          </a:ln>
        </p:spPr>
      </p:pic>
      <p:pic>
        <p:nvPicPr>
          <p:cNvPr id="3789" name="Google Shape;3789;p298" descr="Check Mark Button on Microsoft Windows 10 May 2019 Update"/>
          <p:cNvPicPr preferRelativeResize="0"/>
          <p:nvPr/>
        </p:nvPicPr>
        <p:blipFill rotWithShape="1">
          <a:blip r:embed="rId5">
            <a:alphaModFix/>
          </a:blip>
          <a:srcRect/>
          <a:stretch/>
        </p:blipFill>
        <p:spPr>
          <a:xfrm>
            <a:off x="10907485" y="5738327"/>
            <a:ext cx="737117" cy="737117"/>
          </a:xfrm>
          <a:prstGeom prst="rect">
            <a:avLst/>
          </a:prstGeom>
          <a:noFill/>
          <a:ln>
            <a:noFill/>
          </a:ln>
        </p:spPr>
      </p:pic>
      <p:pic>
        <p:nvPicPr>
          <p:cNvPr id="3790" name="Google Shape;3790;p298" descr="Smiling Face with Sunglasses on Microsoft Windows 10 May 2019 Update"/>
          <p:cNvPicPr preferRelativeResize="0"/>
          <p:nvPr/>
        </p:nvPicPr>
        <p:blipFill rotWithShape="1">
          <a:blip r:embed="rId6">
            <a:alphaModFix/>
          </a:blip>
          <a:srcRect/>
          <a:stretch/>
        </p:blipFill>
        <p:spPr>
          <a:xfrm>
            <a:off x="10065183" y="5883516"/>
            <a:ext cx="446738" cy="446738"/>
          </a:xfrm>
          <a:prstGeom prst="rect">
            <a:avLst/>
          </a:prstGeom>
          <a:noFill/>
          <a:ln>
            <a:noFill/>
          </a:ln>
        </p:spPr>
      </p:pic>
      <p:sp>
        <p:nvSpPr>
          <p:cNvPr id="3791" name="Google Shape;3791;p298"/>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92" name="Google Shape;3792;p298"/>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Shape 3797"/>
        <p:cNvGrpSpPr/>
        <p:nvPr/>
      </p:nvGrpSpPr>
      <p:grpSpPr>
        <a:xfrm>
          <a:off x="0" y="0"/>
          <a:ext cx="0" cy="0"/>
          <a:chOff x="0" y="0"/>
          <a:chExt cx="0" cy="0"/>
        </a:xfrm>
      </p:grpSpPr>
      <p:grpSp>
        <p:nvGrpSpPr>
          <p:cNvPr id="123" name="Google Shape;1916;p14"/>
          <p:cNvGrpSpPr/>
          <p:nvPr/>
        </p:nvGrpSpPr>
        <p:grpSpPr>
          <a:xfrm>
            <a:off x="-182879" y="0"/>
            <a:ext cx="12374880" cy="6858000"/>
            <a:chOff x="0" y="0"/>
            <a:chExt cx="17348200" cy="9751550"/>
          </a:xfrm>
        </p:grpSpPr>
        <p:pic>
          <p:nvPicPr>
            <p:cNvPr id="124" name="Google Shape;1917;p14"/>
            <p:cNvPicPr preferRelativeResize="0"/>
            <p:nvPr/>
          </p:nvPicPr>
          <p:blipFill rotWithShape="1">
            <a:blip r:embed="rId3">
              <a:alphaModFix/>
            </a:blip>
            <a:srcRect/>
            <a:stretch/>
          </p:blipFill>
          <p:spPr>
            <a:xfrm>
              <a:off x="0" y="0"/>
              <a:ext cx="17348200" cy="9751550"/>
            </a:xfrm>
            <a:prstGeom prst="rect">
              <a:avLst/>
            </a:prstGeom>
            <a:noFill/>
            <a:ln>
              <a:noFill/>
            </a:ln>
          </p:spPr>
        </p:pic>
        <p:pic>
          <p:nvPicPr>
            <p:cNvPr id="125" name="Google Shape;1918;p14"/>
            <p:cNvPicPr preferRelativeResize="0"/>
            <p:nvPr/>
          </p:nvPicPr>
          <p:blipFill rotWithShape="1">
            <a:blip r:embed="rId4">
              <a:alphaModFix/>
            </a:blip>
            <a:srcRect/>
            <a:stretch/>
          </p:blipFill>
          <p:spPr>
            <a:xfrm>
              <a:off x="14496174" y="621652"/>
              <a:ext cx="382086" cy="226860"/>
            </a:xfrm>
            <a:prstGeom prst="rect">
              <a:avLst/>
            </a:prstGeom>
            <a:noFill/>
            <a:ln>
              <a:noFill/>
            </a:ln>
          </p:spPr>
        </p:pic>
        <p:sp>
          <p:nvSpPr>
            <p:cNvPr id="126" name="Google Shape;1919;p14"/>
            <p:cNvSpPr/>
            <p:nvPr/>
          </p:nvSpPr>
          <p:spPr>
            <a:xfrm>
              <a:off x="14410028" y="884923"/>
              <a:ext cx="289560" cy="247650"/>
            </a:xfrm>
            <a:custGeom>
              <a:avLst/>
              <a:gdLst/>
              <a:ahLst/>
              <a:cxnLst/>
              <a:rect l="l" t="t" r="r" b="b"/>
              <a:pathLst>
                <a:path w="289559" h="247650" extrusionOk="0">
                  <a:moveTo>
                    <a:pt x="255955" y="0"/>
                  </a:moveTo>
                  <a:lnTo>
                    <a:pt x="240779" y="0"/>
                  </a:lnTo>
                  <a:lnTo>
                    <a:pt x="236550" y="2806"/>
                  </a:lnTo>
                  <a:lnTo>
                    <a:pt x="144741" y="191325"/>
                  </a:lnTo>
                  <a:lnTo>
                    <a:pt x="52616" y="2806"/>
                  </a:lnTo>
                  <a:lnTo>
                    <a:pt x="48386" y="0"/>
                  </a:lnTo>
                  <a:lnTo>
                    <a:pt x="33197" y="0"/>
                  </a:lnTo>
                  <a:lnTo>
                    <a:pt x="28270" y="5981"/>
                  </a:lnTo>
                  <a:lnTo>
                    <a:pt x="0" y="240410"/>
                  </a:lnTo>
                  <a:lnTo>
                    <a:pt x="4229" y="246062"/>
                  </a:lnTo>
                  <a:lnTo>
                    <a:pt x="17310" y="247472"/>
                  </a:lnTo>
                  <a:lnTo>
                    <a:pt x="22593" y="242887"/>
                  </a:lnTo>
                  <a:lnTo>
                    <a:pt x="46964" y="43421"/>
                  </a:lnTo>
                  <a:lnTo>
                    <a:pt x="129222" y="210045"/>
                  </a:lnTo>
                  <a:lnTo>
                    <a:pt x="131686" y="215353"/>
                  </a:lnTo>
                  <a:lnTo>
                    <a:pt x="136296" y="222402"/>
                  </a:lnTo>
                  <a:lnTo>
                    <a:pt x="153225" y="222402"/>
                  </a:lnTo>
                  <a:lnTo>
                    <a:pt x="157822" y="215353"/>
                  </a:lnTo>
                  <a:lnTo>
                    <a:pt x="242188" y="43421"/>
                  </a:lnTo>
                  <a:lnTo>
                    <a:pt x="266534" y="242887"/>
                  </a:lnTo>
                  <a:lnTo>
                    <a:pt x="271856" y="247472"/>
                  </a:lnTo>
                  <a:lnTo>
                    <a:pt x="284911" y="246062"/>
                  </a:lnTo>
                  <a:lnTo>
                    <a:pt x="289140" y="240410"/>
                  </a:lnTo>
                  <a:lnTo>
                    <a:pt x="288442" y="233692"/>
                  </a:lnTo>
                  <a:lnTo>
                    <a:pt x="260908" y="5981"/>
                  </a:lnTo>
                  <a:lnTo>
                    <a:pt x="255955"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27" name="Google Shape;1920;p14"/>
            <p:cNvPicPr preferRelativeResize="0"/>
            <p:nvPr/>
          </p:nvPicPr>
          <p:blipFill rotWithShape="1">
            <a:blip r:embed="rId5">
              <a:alphaModFix/>
            </a:blip>
            <a:srcRect/>
            <a:stretch/>
          </p:blipFill>
          <p:spPr>
            <a:xfrm>
              <a:off x="14755812" y="884923"/>
              <a:ext cx="172275" cy="248526"/>
            </a:xfrm>
            <a:prstGeom prst="rect">
              <a:avLst/>
            </a:prstGeom>
            <a:noFill/>
            <a:ln>
              <a:noFill/>
            </a:ln>
          </p:spPr>
        </p:pic>
        <p:pic>
          <p:nvPicPr>
            <p:cNvPr id="128" name="Google Shape;1921;p14"/>
            <p:cNvPicPr preferRelativeResize="0"/>
            <p:nvPr/>
          </p:nvPicPr>
          <p:blipFill rotWithShape="1">
            <a:blip r:embed="rId6">
              <a:alphaModFix/>
            </a:blip>
            <a:srcRect/>
            <a:stretch/>
          </p:blipFill>
          <p:spPr>
            <a:xfrm>
              <a:off x="14995346" y="884910"/>
              <a:ext cx="296633" cy="246773"/>
            </a:xfrm>
            <a:prstGeom prst="rect">
              <a:avLst/>
            </a:prstGeom>
            <a:noFill/>
            <a:ln>
              <a:noFill/>
            </a:ln>
          </p:spPr>
        </p:pic>
        <p:sp>
          <p:nvSpPr>
            <p:cNvPr id="129" name="Google Shape;1922;p14"/>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30" name="Google Shape;1923;p14"/>
            <p:cNvPicPr preferRelativeResize="0"/>
            <p:nvPr/>
          </p:nvPicPr>
          <p:blipFill rotWithShape="1">
            <a:blip r:embed="rId7">
              <a:alphaModFix/>
            </a:blip>
            <a:srcRect/>
            <a:stretch/>
          </p:blipFill>
          <p:spPr>
            <a:xfrm>
              <a:off x="15426004" y="886663"/>
              <a:ext cx="163791" cy="245021"/>
            </a:xfrm>
            <a:prstGeom prst="rect">
              <a:avLst/>
            </a:prstGeom>
            <a:noFill/>
            <a:ln>
              <a:noFill/>
            </a:ln>
          </p:spPr>
        </p:pic>
        <p:pic>
          <p:nvPicPr>
            <p:cNvPr id="131" name="Google Shape;1924;p14"/>
            <p:cNvPicPr preferRelativeResize="0"/>
            <p:nvPr/>
          </p:nvPicPr>
          <p:blipFill rotWithShape="1">
            <a:blip r:embed="rId8">
              <a:alphaModFix/>
            </a:blip>
            <a:srcRect/>
            <a:stretch/>
          </p:blipFill>
          <p:spPr>
            <a:xfrm>
              <a:off x="15638220" y="884910"/>
              <a:ext cx="128142" cy="244995"/>
            </a:xfrm>
            <a:prstGeom prst="rect">
              <a:avLst/>
            </a:prstGeom>
            <a:noFill/>
            <a:ln>
              <a:noFill/>
            </a:ln>
          </p:spPr>
        </p:pic>
        <p:sp>
          <p:nvSpPr>
            <p:cNvPr id="132" name="Google Shape;1925;p14"/>
            <p:cNvSpPr/>
            <p:nvPr/>
          </p:nvSpPr>
          <p:spPr>
            <a:xfrm>
              <a:off x="15807525" y="884923"/>
              <a:ext cx="23495" cy="247015"/>
            </a:xfrm>
            <a:custGeom>
              <a:avLst/>
              <a:gdLst/>
              <a:ahLst/>
              <a:cxnLst/>
              <a:rect l="l" t="t" r="r" b="b"/>
              <a:pathLst>
                <a:path w="23494" h="247015" extrusionOk="0">
                  <a:moveTo>
                    <a:pt x="18338" y="0"/>
                  </a:moveTo>
                  <a:lnTo>
                    <a:pt x="4914" y="0"/>
                  </a:lnTo>
                  <a:lnTo>
                    <a:pt x="0" y="5283"/>
                  </a:lnTo>
                  <a:lnTo>
                    <a:pt x="0" y="241452"/>
                  </a:lnTo>
                  <a:lnTo>
                    <a:pt x="4914" y="246761"/>
                  </a:lnTo>
                  <a:lnTo>
                    <a:pt x="18338" y="246761"/>
                  </a:lnTo>
                  <a:lnTo>
                    <a:pt x="23279" y="241452"/>
                  </a:lnTo>
                  <a:lnTo>
                    <a:pt x="23279" y="234759"/>
                  </a:lnTo>
                  <a:lnTo>
                    <a:pt x="23279"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33" name="Google Shape;1926;p14"/>
            <p:cNvPicPr preferRelativeResize="0"/>
            <p:nvPr/>
          </p:nvPicPr>
          <p:blipFill rotWithShape="1">
            <a:blip r:embed="rId9">
              <a:alphaModFix/>
            </a:blip>
            <a:srcRect/>
            <a:stretch/>
          </p:blipFill>
          <p:spPr>
            <a:xfrm>
              <a:off x="15884855" y="883856"/>
              <a:ext cx="424103" cy="249593"/>
            </a:xfrm>
            <a:prstGeom prst="rect">
              <a:avLst/>
            </a:prstGeom>
            <a:noFill/>
            <a:ln>
              <a:noFill/>
            </a:ln>
          </p:spPr>
        </p:pic>
        <p:sp>
          <p:nvSpPr>
            <p:cNvPr id="134" name="Google Shape;1927;p14"/>
            <p:cNvSpPr/>
            <p:nvPr/>
          </p:nvSpPr>
          <p:spPr>
            <a:xfrm>
              <a:off x="15068753" y="1280883"/>
              <a:ext cx="41910" cy="160655"/>
            </a:xfrm>
            <a:custGeom>
              <a:avLst/>
              <a:gdLst/>
              <a:ahLst/>
              <a:cxnLst/>
              <a:rect l="l" t="t" r="r" b="b"/>
              <a:pathLst>
                <a:path w="41909" h="160655" extrusionOk="0">
                  <a:moveTo>
                    <a:pt x="37338" y="0"/>
                  </a:moveTo>
                  <a:lnTo>
                    <a:pt x="27533" y="0"/>
                  </a:lnTo>
                  <a:lnTo>
                    <a:pt x="23482" y="3492"/>
                  </a:lnTo>
                  <a:lnTo>
                    <a:pt x="23482"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54" y="40652"/>
                  </a:lnTo>
                  <a:lnTo>
                    <a:pt x="26454" y="125488"/>
                  </a:lnTo>
                  <a:lnTo>
                    <a:pt x="26104" y="133764"/>
                  </a:lnTo>
                  <a:lnTo>
                    <a:pt x="23977" y="141384"/>
                  </a:lnTo>
                  <a:lnTo>
                    <a:pt x="18888" y="146968"/>
                  </a:lnTo>
                  <a:lnTo>
                    <a:pt x="9652" y="149136"/>
                  </a:lnTo>
                  <a:lnTo>
                    <a:pt x="2628" y="149136"/>
                  </a:lnTo>
                  <a:lnTo>
                    <a:pt x="0" y="151599"/>
                  </a:lnTo>
                  <a:lnTo>
                    <a:pt x="0" y="157899"/>
                  </a:lnTo>
                  <a:lnTo>
                    <a:pt x="2628" y="160350"/>
                  </a:lnTo>
                  <a:lnTo>
                    <a:pt x="9652" y="160350"/>
                  </a:lnTo>
                  <a:lnTo>
                    <a:pt x="23181" y="157662"/>
                  </a:lnTo>
                  <a:lnTo>
                    <a:pt x="31932"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35" name="Google Shape;1928;p14"/>
            <p:cNvPicPr preferRelativeResize="0"/>
            <p:nvPr/>
          </p:nvPicPr>
          <p:blipFill rotWithShape="1">
            <a:blip r:embed="rId10">
              <a:alphaModFix/>
            </a:blip>
            <a:srcRect/>
            <a:stretch/>
          </p:blipFill>
          <p:spPr>
            <a:xfrm>
              <a:off x="15129408" y="1280883"/>
              <a:ext cx="267182" cy="122504"/>
            </a:xfrm>
            <a:prstGeom prst="rect">
              <a:avLst/>
            </a:prstGeom>
            <a:noFill/>
            <a:ln>
              <a:noFill/>
            </a:ln>
          </p:spPr>
        </p:pic>
        <p:pic>
          <p:nvPicPr>
            <p:cNvPr id="136" name="Google Shape;1929;p14"/>
            <p:cNvPicPr preferRelativeResize="0"/>
            <p:nvPr/>
          </p:nvPicPr>
          <p:blipFill rotWithShape="1">
            <a:blip r:embed="rId11">
              <a:alphaModFix/>
            </a:blip>
            <a:srcRect/>
            <a:stretch/>
          </p:blipFill>
          <p:spPr>
            <a:xfrm>
              <a:off x="15417533" y="1318018"/>
              <a:ext cx="70281" cy="84480"/>
            </a:xfrm>
            <a:prstGeom prst="rect">
              <a:avLst/>
            </a:prstGeom>
            <a:noFill/>
            <a:ln>
              <a:noFill/>
            </a:ln>
          </p:spPr>
        </p:pic>
        <p:pic>
          <p:nvPicPr>
            <p:cNvPr id="137" name="Google Shape;1930;p14"/>
            <p:cNvPicPr preferRelativeResize="0"/>
            <p:nvPr/>
          </p:nvPicPr>
          <p:blipFill rotWithShape="1">
            <a:blip r:embed="rId12">
              <a:alphaModFix/>
            </a:blip>
            <a:srcRect/>
            <a:stretch/>
          </p:blipFill>
          <p:spPr>
            <a:xfrm>
              <a:off x="15509786" y="1318031"/>
              <a:ext cx="154444" cy="85356"/>
            </a:xfrm>
            <a:prstGeom prst="rect">
              <a:avLst/>
            </a:prstGeom>
            <a:noFill/>
            <a:ln>
              <a:noFill/>
            </a:ln>
          </p:spPr>
        </p:pic>
        <p:sp>
          <p:nvSpPr>
            <p:cNvPr id="138" name="Google Shape;1931;p14"/>
            <p:cNvSpPr/>
            <p:nvPr/>
          </p:nvSpPr>
          <p:spPr>
            <a:xfrm>
              <a:off x="15915462" y="1280883"/>
              <a:ext cx="41910" cy="160655"/>
            </a:xfrm>
            <a:custGeom>
              <a:avLst/>
              <a:gdLst/>
              <a:ahLst/>
              <a:cxnLst/>
              <a:rect l="l" t="t" r="r" b="b"/>
              <a:pathLst>
                <a:path w="41909" h="160655" extrusionOk="0">
                  <a:moveTo>
                    <a:pt x="37338" y="0"/>
                  </a:moveTo>
                  <a:lnTo>
                    <a:pt x="27533" y="0"/>
                  </a:lnTo>
                  <a:lnTo>
                    <a:pt x="23482" y="3492"/>
                  </a:lnTo>
                  <a:lnTo>
                    <a:pt x="23482"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79" y="40652"/>
                  </a:lnTo>
                  <a:lnTo>
                    <a:pt x="26479" y="125488"/>
                  </a:lnTo>
                  <a:lnTo>
                    <a:pt x="26114" y="133764"/>
                  </a:lnTo>
                  <a:lnTo>
                    <a:pt x="23979" y="141384"/>
                  </a:lnTo>
                  <a:lnTo>
                    <a:pt x="18883" y="146968"/>
                  </a:lnTo>
                  <a:lnTo>
                    <a:pt x="9639" y="149136"/>
                  </a:lnTo>
                  <a:lnTo>
                    <a:pt x="2628" y="149136"/>
                  </a:lnTo>
                  <a:lnTo>
                    <a:pt x="0" y="151599"/>
                  </a:lnTo>
                  <a:lnTo>
                    <a:pt x="0" y="157899"/>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39" name="Google Shape;1932;p14"/>
            <p:cNvPicPr preferRelativeResize="0"/>
            <p:nvPr/>
          </p:nvPicPr>
          <p:blipFill rotWithShape="1">
            <a:blip r:embed="rId13">
              <a:alphaModFix/>
            </a:blip>
            <a:srcRect/>
            <a:stretch/>
          </p:blipFill>
          <p:spPr>
            <a:xfrm>
              <a:off x="15976003" y="1280883"/>
              <a:ext cx="267169" cy="122504"/>
            </a:xfrm>
            <a:prstGeom prst="rect">
              <a:avLst/>
            </a:prstGeom>
            <a:noFill/>
            <a:ln>
              <a:noFill/>
            </a:ln>
          </p:spPr>
        </p:pic>
        <p:pic>
          <p:nvPicPr>
            <p:cNvPr id="140" name="Google Shape;1933;p14"/>
            <p:cNvPicPr preferRelativeResize="0"/>
            <p:nvPr/>
          </p:nvPicPr>
          <p:blipFill rotWithShape="1">
            <a:blip r:embed="rId14">
              <a:alphaModFix/>
            </a:blip>
            <a:srcRect/>
            <a:stretch/>
          </p:blipFill>
          <p:spPr>
            <a:xfrm>
              <a:off x="16264228" y="1318018"/>
              <a:ext cx="70294" cy="84480"/>
            </a:xfrm>
            <a:prstGeom prst="rect">
              <a:avLst/>
            </a:prstGeom>
            <a:noFill/>
            <a:ln>
              <a:noFill/>
            </a:ln>
          </p:spPr>
        </p:pic>
        <p:pic>
          <p:nvPicPr>
            <p:cNvPr id="141" name="Google Shape;1934;p14"/>
            <p:cNvPicPr preferRelativeResize="0"/>
            <p:nvPr/>
          </p:nvPicPr>
          <p:blipFill rotWithShape="1">
            <a:blip r:embed="rId15">
              <a:alphaModFix/>
            </a:blip>
            <a:srcRect/>
            <a:stretch/>
          </p:blipFill>
          <p:spPr>
            <a:xfrm>
              <a:off x="16356494" y="1318031"/>
              <a:ext cx="154444" cy="85356"/>
            </a:xfrm>
            <a:prstGeom prst="rect">
              <a:avLst/>
            </a:prstGeom>
            <a:noFill/>
            <a:ln>
              <a:noFill/>
            </a:ln>
          </p:spPr>
        </p:pic>
        <p:pic>
          <p:nvPicPr>
            <p:cNvPr id="142" name="Google Shape;1935;p14"/>
            <p:cNvPicPr preferRelativeResize="0"/>
            <p:nvPr/>
          </p:nvPicPr>
          <p:blipFill rotWithShape="1">
            <a:blip r:embed="rId16">
              <a:alphaModFix/>
            </a:blip>
            <a:srcRect/>
            <a:stretch/>
          </p:blipFill>
          <p:spPr>
            <a:xfrm>
              <a:off x="14201902" y="762152"/>
              <a:ext cx="2318892" cy="491769"/>
            </a:xfrm>
            <a:prstGeom prst="rect">
              <a:avLst/>
            </a:prstGeom>
            <a:noFill/>
            <a:ln>
              <a:noFill/>
            </a:ln>
          </p:spPr>
        </p:pic>
        <p:pic>
          <p:nvPicPr>
            <p:cNvPr id="143" name="Google Shape;1936;p14"/>
            <p:cNvPicPr preferRelativeResize="0"/>
            <p:nvPr/>
          </p:nvPicPr>
          <p:blipFill rotWithShape="1">
            <a:blip r:embed="rId17">
              <a:alphaModFix/>
            </a:blip>
            <a:srcRect/>
            <a:stretch/>
          </p:blipFill>
          <p:spPr>
            <a:xfrm>
              <a:off x="15628112" y="1170902"/>
              <a:ext cx="343154" cy="402703"/>
            </a:xfrm>
            <a:prstGeom prst="rect">
              <a:avLst/>
            </a:prstGeom>
            <a:noFill/>
            <a:ln>
              <a:noFill/>
            </a:ln>
          </p:spPr>
        </p:pic>
        <p:pic>
          <p:nvPicPr>
            <p:cNvPr id="144" name="Google Shape;1937;p14"/>
            <p:cNvPicPr preferRelativeResize="0"/>
            <p:nvPr/>
          </p:nvPicPr>
          <p:blipFill rotWithShape="1">
            <a:blip r:embed="rId18">
              <a:alphaModFix/>
            </a:blip>
            <a:srcRect/>
            <a:stretch/>
          </p:blipFill>
          <p:spPr>
            <a:xfrm>
              <a:off x="15609679" y="1517459"/>
              <a:ext cx="11447" cy="15589"/>
            </a:xfrm>
            <a:prstGeom prst="rect">
              <a:avLst/>
            </a:prstGeom>
            <a:noFill/>
            <a:ln>
              <a:noFill/>
            </a:ln>
          </p:spPr>
        </p:pic>
        <p:pic>
          <p:nvPicPr>
            <p:cNvPr id="145" name="Google Shape;1938;p14"/>
            <p:cNvPicPr preferRelativeResize="0"/>
            <p:nvPr/>
          </p:nvPicPr>
          <p:blipFill rotWithShape="1">
            <a:blip r:embed="rId19">
              <a:alphaModFix/>
            </a:blip>
            <a:srcRect/>
            <a:stretch/>
          </p:blipFill>
          <p:spPr>
            <a:xfrm>
              <a:off x="15628238" y="1428826"/>
              <a:ext cx="79630" cy="86550"/>
            </a:xfrm>
            <a:prstGeom prst="rect">
              <a:avLst/>
            </a:prstGeom>
            <a:noFill/>
            <a:ln>
              <a:noFill/>
            </a:ln>
          </p:spPr>
        </p:pic>
        <p:pic>
          <p:nvPicPr>
            <p:cNvPr id="146" name="Google Shape;1939;p14"/>
            <p:cNvPicPr preferRelativeResize="0"/>
            <p:nvPr/>
          </p:nvPicPr>
          <p:blipFill rotWithShape="1">
            <a:blip r:embed="rId20">
              <a:alphaModFix/>
            </a:blip>
            <a:srcRect/>
            <a:stretch/>
          </p:blipFill>
          <p:spPr>
            <a:xfrm>
              <a:off x="15665831" y="1458128"/>
              <a:ext cx="11683" cy="14600"/>
            </a:xfrm>
            <a:prstGeom prst="rect">
              <a:avLst/>
            </a:prstGeom>
            <a:noFill/>
            <a:ln>
              <a:noFill/>
            </a:ln>
          </p:spPr>
        </p:pic>
        <p:pic>
          <p:nvPicPr>
            <p:cNvPr id="147" name="Google Shape;1940;p14"/>
            <p:cNvPicPr preferRelativeResize="0"/>
            <p:nvPr/>
          </p:nvPicPr>
          <p:blipFill rotWithShape="1">
            <a:blip r:embed="rId21">
              <a:alphaModFix/>
            </a:blip>
            <a:srcRect/>
            <a:stretch/>
          </p:blipFill>
          <p:spPr>
            <a:xfrm>
              <a:off x="15624047" y="1433779"/>
              <a:ext cx="77215" cy="82550"/>
            </a:xfrm>
            <a:prstGeom prst="rect">
              <a:avLst/>
            </a:prstGeom>
            <a:noFill/>
            <a:ln>
              <a:noFill/>
            </a:ln>
          </p:spPr>
        </p:pic>
        <p:pic>
          <p:nvPicPr>
            <p:cNvPr id="148" name="Google Shape;1941;p14"/>
            <p:cNvPicPr preferRelativeResize="0"/>
            <p:nvPr/>
          </p:nvPicPr>
          <p:blipFill rotWithShape="1">
            <a:blip r:embed="rId22">
              <a:alphaModFix/>
            </a:blip>
            <a:srcRect/>
            <a:stretch/>
          </p:blipFill>
          <p:spPr>
            <a:xfrm>
              <a:off x="15901288" y="1256068"/>
              <a:ext cx="16763" cy="12903"/>
            </a:xfrm>
            <a:prstGeom prst="rect">
              <a:avLst/>
            </a:prstGeom>
            <a:noFill/>
            <a:ln>
              <a:noFill/>
            </a:ln>
          </p:spPr>
        </p:pic>
        <p:pic>
          <p:nvPicPr>
            <p:cNvPr id="149" name="Google Shape;1942;p14"/>
            <p:cNvPicPr preferRelativeResize="0"/>
            <p:nvPr/>
          </p:nvPicPr>
          <p:blipFill rotWithShape="1">
            <a:blip r:embed="rId23">
              <a:alphaModFix/>
            </a:blip>
            <a:srcRect/>
            <a:stretch/>
          </p:blipFill>
          <p:spPr>
            <a:xfrm>
              <a:off x="15680309" y="1450898"/>
              <a:ext cx="6731" cy="7950"/>
            </a:xfrm>
            <a:prstGeom prst="rect">
              <a:avLst/>
            </a:prstGeom>
            <a:noFill/>
            <a:ln>
              <a:noFill/>
            </a:ln>
          </p:spPr>
        </p:pic>
        <p:pic>
          <p:nvPicPr>
            <p:cNvPr id="150" name="Google Shape;1943;p14"/>
            <p:cNvPicPr preferRelativeResize="0"/>
            <p:nvPr/>
          </p:nvPicPr>
          <p:blipFill rotWithShape="1">
            <a:blip r:embed="rId23">
              <a:alphaModFix/>
            </a:blip>
            <a:srcRect/>
            <a:stretch/>
          </p:blipFill>
          <p:spPr>
            <a:xfrm>
              <a:off x="15931515" y="1237411"/>
              <a:ext cx="9779" cy="7454"/>
            </a:xfrm>
            <a:prstGeom prst="rect">
              <a:avLst/>
            </a:prstGeom>
            <a:noFill/>
            <a:ln>
              <a:noFill/>
            </a:ln>
          </p:spPr>
        </p:pic>
        <p:pic>
          <p:nvPicPr>
            <p:cNvPr id="151" name="Google Shape;1944;p14"/>
            <p:cNvPicPr preferRelativeResize="0"/>
            <p:nvPr/>
          </p:nvPicPr>
          <p:blipFill rotWithShape="1">
            <a:blip r:embed="rId24">
              <a:alphaModFix/>
            </a:blip>
            <a:srcRect/>
            <a:stretch/>
          </p:blipFill>
          <p:spPr>
            <a:xfrm>
              <a:off x="15934562" y="1189837"/>
              <a:ext cx="38353" cy="32537"/>
            </a:xfrm>
            <a:prstGeom prst="rect">
              <a:avLst/>
            </a:prstGeom>
            <a:noFill/>
            <a:ln>
              <a:noFill/>
            </a:ln>
          </p:spPr>
        </p:pic>
        <p:pic>
          <p:nvPicPr>
            <p:cNvPr id="152" name="Google Shape;1945;p14"/>
            <p:cNvPicPr preferRelativeResize="0"/>
            <p:nvPr/>
          </p:nvPicPr>
          <p:blipFill rotWithShape="1">
            <a:blip r:embed="rId25">
              <a:alphaModFix/>
            </a:blip>
            <a:srcRect/>
            <a:stretch/>
          </p:blipFill>
          <p:spPr>
            <a:xfrm>
              <a:off x="15900400" y="1202498"/>
              <a:ext cx="17907" cy="15100"/>
            </a:xfrm>
            <a:prstGeom prst="rect">
              <a:avLst/>
            </a:prstGeom>
            <a:noFill/>
            <a:ln>
              <a:noFill/>
            </a:ln>
          </p:spPr>
        </p:pic>
        <p:pic>
          <p:nvPicPr>
            <p:cNvPr id="153" name="Google Shape;1946;p14"/>
            <p:cNvPicPr preferRelativeResize="0"/>
            <p:nvPr/>
          </p:nvPicPr>
          <p:blipFill rotWithShape="1">
            <a:blip r:embed="rId26">
              <a:alphaModFix/>
            </a:blip>
            <a:srcRect/>
            <a:stretch/>
          </p:blipFill>
          <p:spPr>
            <a:xfrm>
              <a:off x="15645637" y="1424228"/>
              <a:ext cx="71880" cy="58038"/>
            </a:xfrm>
            <a:prstGeom prst="rect">
              <a:avLst/>
            </a:prstGeom>
            <a:noFill/>
            <a:ln>
              <a:noFill/>
            </a:ln>
          </p:spPr>
        </p:pic>
        <p:pic>
          <p:nvPicPr>
            <p:cNvPr id="154" name="Google Shape;1947;p14"/>
            <p:cNvPicPr preferRelativeResize="0"/>
            <p:nvPr/>
          </p:nvPicPr>
          <p:blipFill rotWithShape="1">
            <a:blip r:embed="rId24">
              <a:alphaModFix/>
            </a:blip>
            <a:srcRect/>
            <a:stretch/>
          </p:blipFill>
          <p:spPr>
            <a:xfrm>
              <a:off x="15696945" y="1384351"/>
              <a:ext cx="36195" cy="32919"/>
            </a:xfrm>
            <a:prstGeom prst="rect">
              <a:avLst/>
            </a:prstGeom>
            <a:noFill/>
            <a:ln>
              <a:noFill/>
            </a:ln>
          </p:spPr>
        </p:pic>
        <p:pic>
          <p:nvPicPr>
            <p:cNvPr id="155" name="Google Shape;1948;p14"/>
            <p:cNvPicPr preferRelativeResize="0"/>
            <p:nvPr/>
          </p:nvPicPr>
          <p:blipFill rotWithShape="1">
            <a:blip r:embed="rId27">
              <a:alphaModFix/>
            </a:blip>
            <a:srcRect/>
            <a:stretch/>
          </p:blipFill>
          <p:spPr>
            <a:xfrm>
              <a:off x="15621381" y="1488414"/>
              <a:ext cx="43306" cy="44843"/>
            </a:xfrm>
            <a:prstGeom prst="rect">
              <a:avLst/>
            </a:prstGeom>
            <a:noFill/>
            <a:ln>
              <a:noFill/>
            </a:ln>
          </p:spPr>
        </p:pic>
        <p:pic>
          <p:nvPicPr>
            <p:cNvPr id="156" name="Google Shape;1949;p14"/>
            <p:cNvPicPr preferRelativeResize="0"/>
            <p:nvPr/>
          </p:nvPicPr>
          <p:blipFill rotWithShape="1">
            <a:blip r:embed="rId27">
              <a:alphaModFix/>
            </a:blip>
            <a:srcRect/>
            <a:stretch/>
          </p:blipFill>
          <p:spPr>
            <a:xfrm>
              <a:off x="15735425" y="1384478"/>
              <a:ext cx="41404" cy="44323"/>
            </a:xfrm>
            <a:prstGeom prst="rect">
              <a:avLst/>
            </a:prstGeom>
            <a:noFill/>
            <a:ln>
              <a:noFill/>
            </a:ln>
          </p:spPr>
        </p:pic>
        <p:pic>
          <p:nvPicPr>
            <p:cNvPr id="157" name="Google Shape;1950;p14"/>
            <p:cNvPicPr preferRelativeResize="0"/>
            <p:nvPr/>
          </p:nvPicPr>
          <p:blipFill rotWithShape="1">
            <a:blip r:embed="rId28">
              <a:alphaModFix/>
            </a:blip>
            <a:srcRect/>
            <a:stretch/>
          </p:blipFill>
          <p:spPr>
            <a:xfrm>
              <a:off x="15792070" y="1308544"/>
              <a:ext cx="3683" cy="3086"/>
            </a:xfrm>
            <a:prstGeom prst="rect">
              <a:avLst/>
            </a:prstGeom>
            <a:noFill/>
            <a:ln>
              <a:noFill/>
            </a:ln>
          </p:spPr>
        </p:pic>
        <p:pic>
          <p:nvPicPr>
            <p:cNvPr id="158" name="Google Shape;1951;p14"/>
            <p:cNvPicPr preferRelativeResize="0"/>
            <p:nvPr/>
          </p:nvPicPr>
          <p:blipFill rotWithShape="1">
            <a:blip r:embed="rId29">
              <a:alphaModFix/>
            </a:blip>
            <a:srcRect/>
            <a:stretch/>
          </p:blipFill>
          <p:spPr>
            <a:xfrm>
              <a:off x="15865349" y="1228953"/>
              <a:ext cx="16126" cy="15316"/>
            </a:xfrm>
            <a:prstGeom prst="rect">
              <a:avLst/>
            </a:prstGeom>
            <a:noFill/>
            <a:ln>
              <a:noFill/>
            </a:ln>
          </p:spPr>
        </p:pic>
        <p:pic>
          <p:nvPicPr>
            <p:cNvPr id="159" name="Google Shape;1952;p14"/>
            <p:cNvPicPr preferRelativeResize="0"/>
            <p:nvPr/>
          </p:nvPicPr>
          <p:blipFill rotWithShape="1">
            <a:blip r:embed="rId30">
              <a:alphaModFix/>
            </a:blip>
            <a:srcRect/>
            <a:stretch/>
          </p:blipFill>
          <p:spPr>
            <a:xfrm>
              <a:off x="15669386" y="1471827"/>
              <a:ext cx="6223" cy="16434"/>
            </a:xfrm>
            <a:prstGeom prst="rect">
              <a:avLst/>
            </a:prstGeom>
            <a:noFill/>
            <a:ln>
              <a:noFill/>
            </a:ln>
          </p:spPr>
        </p:pic>
        <p:pic>
          <p:nvPicPr>
            <p:cNvPr id="160" name="Google Shape;1953;p14"/>
            <p:cNvPicPr preferRelativeResize="0"/>
            <p:nvPr/>
          </p:nvPicPr>
          <p:blipFill rotWithShape="1">
            <a:blip r:embed="rId23">
              <a:alphaModFix/>
            </a:blip>
            <a:srcRect/>
            <a:stretch/>
          </p:blipFill>
          <p:spPr>
            <a:xfrm>
              <a:off x="15855950" y="1307782"/>
              <a:ext cx="7747" cy="7238"/>
            </a:xfrm>
            <a:prstGeom prst="rect">
              <a:avLst/>
            </a:prstGeom>
            <a:noFill/>
            <a:ln>
              <a:noFill/>
            </a:ln>
          </p:spPr>
        </p:pic>
        <p:pic>
          <p:nvPicPr>
            <p:cNvPr id="161" name="Google Shape;1954;p14"/>
            <p:cNvPicPr preferRelativeResize="0"/>
            <p:nvPr/>
          </p:nvPicPr>
          <p:blipFill rotWithShape="1">
            <a:blip r:embed="rId20">
              <a:alphaModFix/>
            </a:blip>
            <a:srcRect/>
            <a:stretch/>
          </p:blipFill>
          <p:spPr>
            <a:xfrm>
              <a:off x="15874747" y="1282166"/>
              <a:ext cx="14095" cy="12610"/>
            </a:xfrm>
            <a:prstGeom prst="rect">
              <a:avLst/>
            </a:prstGeom>
            <a:noFill/>
            <a:ln>
              <a:noFill/>
            </a:ln>
          </p:spPr>
        </p:pic>
        <p:pic>
          <p:nvPicPr>
            <p:cNvPr id="162" name="Google Shape;1955;p14"/>
            <p:cNvPicPr preferRelativeResize="0"/>
            <p:nvPr/>
          </p:nvPicPr>
          <p:blipFill rotWithShape="1">
            <a:blip r:embed="rId20">
              <a:alphaModFix/>
            </a:blip>
            <a:srcRect/>
            <a:stretch/>
          </p:blipFill>
          <p:spPr>
            <a:xfrm>
              <a:off x="15814929" y="1337019"/>
              <a:ext cx="14478" cy="13536"/>
            </a:xfrm>
            <a:prstGeom prst="rect">
              <a:avLst/>
            </a:prstGeom>
            <a:noFill/>
            <a:ln>
              <a:noFill/>
            </a:ln>
          </p:spPr>
        </p:pic>
        <p:pic>
          <p:nvPicPr>
            <p:cNvPr id="163" name="Google Shape;1956;p14"/>
            <p:cNvPicPr preferRelativeResize="0"/>
            <p:nvPr/>
          </p:nvPicPr>
          <p:blipFill rotWithShape="1">
            <a:blip r:embed="rId31">
              <a:alphaModFix/>
            </a:blip>
            <a:srcRect/>
            <a:stretch/>
          </p:blipFill>
          <p:spPr>
            <a:xfrm>
              <a:off x="15642463" y="1463712"/>
              <a:ext cx="54101" cy="18427"/>
            </a:xfrm>
            <a:prstGeom prst="rect">
              <a:avLst/>
            </a:prstGeom>
            <a:noFill/>
            <a:ln>
              <a:noFill/>
            </a:ln>
          </p:spPr>
        </p:pic>
        <p:pic>
          <p:nvPicPr>
            <p:cNvPr id="164" name="Google Shape;1957;p14"/>
            <p:cNvPicPr preferRelativeResize="0"/>
            <p:nvPr/>
          </p:nvPicPr>
          <p:blipFill rotWithShape="1">
            <a:blip r:embed="rId32">
              <a:alphaModFix/>
            </a:blip>
            <a:srcRect/>
            <a:stretch/>
          </p:blipFill>
          <p:spPr>
            <a:xfrm>
              <a:off x="15736444" y="1349412"/>
              <a:ext cx="19811" cy="21044"/>
            </a:xfrm>
            <a:prstGeom prst="rect">
              <a:avLst/>
            </a:prstGeom>
            <a:noFill/>
            <a:ln>
              <a:noFill/>
            </a:ln>
          </p:spPr>
        </p:pic>
        <p:pic>
          <p:nvPicPr>
            <p:cNvPr id="165" name="Google Shape;1958;p14"/>
            <p:cNvPicPr preferRelativeResize="0"/>
            <p:nvPr/>
          </p:nvPicPr>
          <p:blipFill rotWithShape="1">
            <a:blip r:embed="rId33">
              <a:alphaModFix/>
            </a:blip>
            <a:srcRect/>
            <a:stretch/>
          </p:blipFill>
          <p:spPr>
            <a:xfrm>
              <a:off x="15651227" y="1473288"/>
              <a:ext cx="22858" cy="37376"/>
            </a:xfrm>
            <a:prstGeom prst="rect">
              <a:avLst/>
            </a:prstGeom>
            <a:noFill/>
            <a:ln>
              <a:noFill/>
            </a:ln>
          </p:spPr>
        </p:pic>
        <p:pic>
          <p:nvPicPr>
            <p:cNvPr id="166" name="Google Shape;1959;p14"/>
            <p:cNvPicPr preferRelativeResize="0"/>
            <p:nvPr/>
          </p:nvPicPr>
          <p:blipFill rotWithShape="1">
            <a:blip r:embed="rId34">
              <a:alphaModFix/>
            </a:blip>
            <a:srcRect/>
            <a:stretch/>
          </p:blipFill>
          <p:spPr>
            <a:xfrm>
              <a:off x="15843631" y="1255712"/>
              <a:ext cx="7618" cy="9042"/>
            </a:xfrm>
            <a:prstGeom prst="rect">
              <a:avLst/>
            </a:prstGeom>
            <a:noFill/>
            <a:ln>
              <a:noFill/>
            </a:ln>
          </p:spPr>
        </p:pic>
        <p:pic>
          <p:nvPicPr>
            <p:cNvPr id="167" name="Google Shape;1960;p14"/>
            <p:cNvPicPr preferRelativeResize="0"/>
            <p:nvPr/>
          </p:nvPicPr>
          <p:blipFill rotWithShape="1">
            <a:blip r:embed="rId34">
              <a:alphaModFix/>
            </a:blip>
            <a:srcRect/>
            <a:stretch/>
          </p:blipFill>
          <p:spPr>
            <a:xfrm>
              <a:off x="15677894" y="1470126"/>
              <a:ext cx="5716" cy="9309"/>
            </a:xfrm>
            <a:prstGeom prst="rect">
              <a:avLst/>
            </a:prstGeom>
            <a:noFill/>
            <a:ln>
              <a:noFill/>
            </a:ln>
          </p:spPr>
        </p:pic>
        <p:pic>
          <p:nvPicPr>
            <p:cNvPr id="168" name="Google Shape;1961;p14"/>
            <p:cNvPicPr preferRelativeResize="0"/>
            <p:nvPr/>
          </p:nvPicPr>
          <p:blipFill rotWithShape="1">
            <a:blip r:embed="rId28">
              <a:alphaModFix/>
            </a:blip>
            <a:srcRect/>
            <a:stretch/>
          </p:blipFill>
          <p:spPr>
            <a:xfrm>
              <a:off x="15670911" y="1472793"/>
              <a:ext cx="2031" cy="2222"/>
            </a:xfrm>
            <a:prstGeom prst="rect">
              <a:avLst/>
            </a:prstGeom>
            <a:noFill/>
            <a:ln>
              <a:noFill/>
            </a:ln>
          </p:spPr>
        </p:pic>
        <p:pic>
          <p:nvPicPr>
            <p:cNvPr id="169" name="Google Shape;1962;p14"/>
            <p:cNvPicPr preferRelativeResize="0"/>
            <p:nvPr/>
          </p:nvPicPr>
          <p:blipFill rotWithShape="1">
            <a:blip r:embed="rId34">
              <a:alphaModFix/>
            </a:blip>
            <a:srcRect/>
            <a:stretch/>
          </p:blipFill>
          <p:spPr>
            <a:xfrm>
              <a:off x="15824835" y="1273848"/>
              <a:ext cx="7366" cy="7633"/>
            </a:xfrm>
            <a:prstGeom prst="rect">
              <a:avLst/>
            </a:prstGeom>
            <a:noFill/>
            <a:ln>
              <a:noFill/>
            </a:ln>
          </p:spPr>
        </p:pic>
        <p:pic>
          <p:nvPicPr>
            <p:cNvPr id="170" name="Google Shape;1963;p14"/>
            <p:cNvPicPr preferRelativeResize="0"/>
            <p:nvPr/>
          </p:nvPicPr>
          <p:blipFill rotWithShape="1">
            <a:blip r:embed="rId35">
              <a:alphaModFix/>
            </a:blip>
            <a:srcRect/>
            <a:stretch/>
          </p:blipFill>
          <p:spPr>
            <a:xfrm>
              <a:off x="15935325" y="1214271"/>
              <a:ext cx="18032" cy="26936"/>
            </a:xfrm>
            <a:prstGeom prst="rect">
              <a:avLst/>
            </a:prstGeom>
            <a:noFill/>
            <a:ln>
              <a:noFill/>
            </a:ln>
          </p:spPr>
        </p:pic>
        <p:pic>
          <p:nvPicPr>
            <p:cNvPr id="171" name="Google Shape;1964;p14"/>
            <p:cNvPicPr preferRelativeResize="0"/>
            <p:nvPr/>
          </p:nvPicPr>
          <p:blipFill rotWithShape="1">
            <a:blip r:embed="rId36">
              <a:alphaModFix/>
            </a:blip>
            <a:srcRect/>
            <a:stretch/>
          </p:blipFill>
          <p:spPr>
            <a:xfrm>
              <a:off x="15635478" y="1434121"/>
              <a:ext cx="66292" cy="61213"/>
            </a:xfrm>
            <a:prstGeom prst="rect">
              <a:avLst/>
            </a:prstGeom>
            <a:noFill/>
            <a:ln>
              <a:noFill/>
            </a:ln>
          </p:spPr>
        </p:pic>
        <p:pic>
          <p:nvPicPr>
            <p:cNvPr id="172" name="Google Shape;1965;p14"/>
            <p:cNvPicPr preferRelativeResize="0"/>
            <p:nvPr/>
          </p:nvPicPr>
          <p:blipFill rotWithShape="1">
            <a:blip r:embed="rId34">
              <a:alphaModFix/>
            </a:blip>
            <a:srcRect/>
            <a:stretch/>
          </p:blipFill>
          <p:spPr>
            <a:xfrm>
              <a:off x="15682467" y="1428520"/>
              <a:ext cx="1523" cy="1790"/>
            </a:xfrm>
            <a:prstGeom prst="rect">
              <a:avLst/>
            </a:prstGeom>
            <a:noFill/>
            <a:ln>
              <a:noFill/>
            </a:ln>
          </p:spPr>
        </p:pic>
        <p:pic>
          <p:nvPicPr>
            <p:cNvPr id="173" name="Google Shape;1966;p14"/>
            <p:cNvPicPr preferRelativeResize="0"/>
            <p:nvPr/>
          </p:nvPicPr>
          <p:blipFill rotWithShape="1">
            <a:blip r:embed="rId37">
              <a:alphaModFix/>
            </a:blip>
            <a:srcRect/>
            <a:stretch/>
          </p:blipFill>
          <p:spPr>
            <a:xfrm>
              <a:off x="15639414" y="1470417"/>
              <a:ext cx="26036" cy="30924"/>
            </a:xfrm>
            <a:prstGeom prst="rect">
              <a:avLst/>
            </a:prstGeom>
            <a:noFill/>
            <a:ln>
              <a:noFill/>
            </a:ln>
          </p:spPr>
        </p:pic>
        <p:pic>
          <p:nvPicPr>
            <p:cNvPr id="174" name="Google Shape;1967;p14"/>
            <p:cNvPicPr preferRelativeResize="0"/>
            <p:nvPr/>
          </p:nvPicPr>
          <p:blipFill rotWithShape="1">
            <a:blip r:embed="rId38">
              <a:alphaModFix/>
            </a:blip>
            <a:srcRect/>
            <a:stretch/>
          </p:blipFill>
          <p:spPr>
            <a:xfrm>
              <a:off x="15666975" y="1440484"/>
              <a:ext cx="15351" cy="20421"/>
            </a:xfrm>
            <a:prstGeom prst="rect">
              <a:avLst/>
            </a:prstGeom>
            <a:noFill/>
            <a:ln>
              <a:noFill/>
            </a:ln>
          </p:spPr>
        </p:pic>
        <p:pic>
          <p:nvPicPr>
            <p:cNvPr id="175" name="Google Shape;1968;p14"/>
            <p:cNvPicPr preferRelativeResize="0"/>
            <p:nvPr/>
          </p:nvPicPr>
          <p:blipFill rotWithShape="1">
            <a:blip r:embed="rId28">
              <a:alphaModFix/>
            </a:blip>
            <a:srcRect/>
            <a:stretch/>
          </p:blipFill>
          <p:spPr>
            <a:xfrm>
              <a:off x="15953359" y="1215466"/>
              <a:ext cx="2285" cy="1803"/>
            </a:xfrm>
            <a:prstGeom prst="rect">
              <a:avLst/>
            </a:prstGeom>
            <a:noFill/>
            <a:ln>
              <a:noFill/>
            </a:ln>
          </p:spPr>
        </p:pic>
        <p:pic>
          <p:nvPicPr>
            <p:cNvPr id="176" name="Google Shape;1969;p14"/>
            <p:cNvPicPr preferRelativeResize="0"/>
            <p:nvPr/>
          </p:nvPicPr>
          <p:blipFill rotWithShape="1">
            <a:blip r:embed="rId39">
              <a:alphaModFix/>
            </a:blip>
            <a:srcRect/>
            <a:stretch/>
          </p:blipFill>
          <p:spPr>
            <a:xfrm>
              <a:off x="15685896" y="1402969"/>
              <a:ext cx="39878" cy="43662"/>
            </a:xfrm>
            <a:prstGeom prst="rect">
              <a:avLst/>
            </a:prstGeom>
            <a:noFill/>
            <a:ln>
              <a:noFill/>
            </a:ln>
          </p:spPr>
        </p:pic>
        <p:pic>
          <p:nvPicPr>
            <p:cNvPr id="177" name="Google Shape;1970;p14"/>
            <p:cNvPicPr preferRelativeResize="0"/>
            <p:nvPr/>
          </p:nvPicPr>
          <p:blipFill rotWithShape="1">
            <a:blip r:embed="rId29">
              <a:alphaModFix/>
            </a:blip>
            <a:srcRect/>
            <a:stretch/>
          </p:blipFill>
          <p:spPr>
            <a:xfrm>
              <a:off x="15880588" y="1270139"/>
              <a:ext cx="20192" cy="18008"/>
            </a:xfrm>
            <a:prstGeom prst="rect">
              <a:avLst/>
            </a:prstGeom>
            <a:noFill/>
            <a:ln>
              <a:noFill/>
            </a:ln>
          </p:spPr>
        </p:pic>
        <p:pic>
          <p:nvPicPr>
            <p:cNvPr id="178" name="Google Shape;1971;p14"/>
            <p:cNvPicPr preferRelativeResize="0"/>
            <p:nvPr/>
          </p:nvPicPr>
          <p:blipFill rotWithShape="1">
            <a:blip r:embed="rId40">
              <a:alphaModFix/>
            </a:blip>
            <a:srcRect/>
            <a:stretch/>
          </p:blipFill>
          <p:spPr>
            <a:xfrm>
              <a:off x="15668497" y="1475930"/>
              <a:ext cx="10794" cy="11023"/>
            </a:xfrm>
            <a:prstGeom prst="rect">
              <a:avLst/>
            </a:prstGeom>
            <a:noFill/>
            <a:ln>
              <a:noFill/>
            </a:ln>
          </p:spPr>
        </p:pic>
        <p:pic>
          <p:nvPicPr>
            <p:cNvPr id="179" name="Google Shape;1972;p14"/>
            <p:cNvPicPr preferRelativeResize="0"/>
            <p:nvPr/>
          </p:nvPicPr>
          <p:blipFill rotWithShape="1">
            <a:blip r:embed="rId41">
              <a:alphaModFix/>
            </a:blip>
            <a:srcRect/>
            <a:stretch/>
          </p:blipFill>
          <p:spPr>
            <a:xfrm>
              <a:off x="15852522" y="1235785"/>
              <a:ext cx="21969" cy="18745"/>
            </a:xfrm>
            <a:prstGeom prst="rect">
              <a:avLst/>
            </a:prstGeom>
            <a:noFill/>
            <a:ln>
              <a:noFill/>
            </a:ln>
          </p:spPr>
        </p:pic>
        <p:pic>
          <p:nvPicPr>
            <p:cNvPr id="180" name="Google Shape;1973;p14"/>
            <p:cNvPicPr preferRelativeResize="0"/>
            <p:nvPr/>
          </p:nvPicPr>
          <p:blipFill rotWithShape="1">
            <a:blip r:embed="rId28">
              <a:alphaModFix/>
            </a:blip>
            <a:srcRect/>
            <a:stretch/>
          </p:blipFill>
          <p:spPr>
            <a:xfrm>
              <a:off x="15965169" y="1207654"/>
              <a:ext cx="2031" cy="1524"/>
            </a:xfrm>
            <a:prstGeom prst="rect">
              <a:avLst/>
            </a:prstGeom>
            <a:noFill/>
            <a:ln>
              <a:noFill/>
            </a:ln>
          </p:spPr>
        </p:pic>
        <p:pic>
          <p:nvPicPr>
            <p:cNvPr id="181" name="Google Shape;1974;p14"/>
            <p:cNvPicPr preferRelativeResize="0"/>
            <p:nvPr/>
          </p:nvPicPr>
          <p:blipFill rotWithShape="1">
            <a:blip r:embed="rId28">
              <a:alphaModFix/>
            </a:blip>
            <a:srcRect/>
            <a:stretch/>
          </p:blipFill>
          <p:spPr>
            <a:xfrm>
              <a:off x="15889351" y="1220528"/>
              <a:ext cx="1687" cy="1351"/>
            </a:xfrm>
            <a:prstGeom prst="rect">
              <a:avLst/>
            </a:prstGeom>
            <a:noFill/>
            <a:ln>
              <a:noFill/>
            </a:ln>
          </p:spPr>
        </p:pic>
        <p:pic>
          <p:nvPicPr>
            <p:cNvPr id="182" name="Google Shape;1975;p14"/>
            <p:cNvPicPr preferRelativeResize="0"/>
            <p:nvPr/>
          </p:nvPicPr>
          <p:blipFill rotWithShape="1">
            <a:blip r:embed="rId42">
              <a:alphaModFix/>
            </a:blip>
            <a:srcRect/>
            <a:stretch/>
          </p:blipFill>
          <p:spPr>
            <a:xfrm>
              <a:off x="15948025" y="1190968"/>
              <a:ext cx="2666" cy="11289"/>
            </a:xfrm>
            <a:prstGeom prst="rect">
              <a:avLst/>
            </a:prstGeom>
            <a:noFill/>
            <a:ln>
              <a:noFill/>
            </a:ln>
          </p:spPr>
        </p:pic>
        <p:pic>
          <p:nvPicPr>
            <p:cNvPr id="183" name="Google Shape;1976;p14"/>
            <p:cNvPicPr preferRelativeResize="0"/>
            <p:nvPr/>
          </p:nvPicPr>
          <p:blipFill rotWithShape="1">
            <a:blip r:embed="rId43">
              <a:alphaModFix/>
            </a:blip>
            <a:srcRect/>
            <a:stretch/>
          </p:blipFill>
          <p:spPr>
            <a:xfrm>
              <a:off x="15671927" y="1466291"/>
              <a:ext cx="21082" cy="4953"/>
            </a:xfrm>
            <a:prstGeom prst="rect">
              <a:avLst/>
            </a:prstGeom>
            <a:noFill/>
            <a:ln>
              <a:noFill/>
            </a:ln>
          </p:spPr>
        </p:pic>
        <p:pic>
          <p:nvPicPr>
            <p:cNvPr id="184" name="Google Shape;1977;p14"/>
            <p:cNvPicPr preferRelativeResize="0"/>
            <p:nvPr/>
          </p:nvPicPr>
          <p:blipFill rotWithShape="1">
            <a:blip r:embed="rId40">
              <a:alphaModFix/>
            </a:blip>
            <a:srcRect/>
            <a:stretch/>
          </p:blipFill>
          <p:spPr>
            <a:xfrm>
              <a:off x="15635985" y="1508607"/>
              <a:ext cx="11174" cy="10478"/>
            </a:xfrm>
            <a:prstGeom prst="rect">
              <a:avLst/>
            </a:prstGeom>
            <a:noFill/>
            <a:ln>
              <a:noFill/>
            </a:ln>
          </p:spPr>
        </p:pic>
        <p:pic>
          <p:nvPicPr>
            <p:cNvPr id="185" name="Google Shape;1978;p14"/>
            <p:cNvPicPr preferRelativeResize="0"/>
            <p:nvPr/>
          </p:nvPicPr>
          <p:blipFill rotWithShape="1">
            <a:blip r:embed="rId44">
              <a:alphaModFix/>
            </a:blip>
            <a:srcRect/>
            <a:stretch/>
          </p:blipFill>
          <p:spPr>
            <a:xfrm>
              <a:off x="15891127" y="1207211"/>
              <a:ext cx="68581" cy="70739"/>
            </a:xfrm>
            <a:prstGeom prst="rect">
              <a:avLst/>
            </a:prstGeom>
            <a:noFill/>
            <a:ln>
              <a:noFill/>
            </a:ln>
          </p:spPr>
        </p:pic>
        <p:pic>
          <p:nvPicPr>
            <p:cNvPr id="186" name="Google Shape;1979;p14"/>
            <p:cNvPicPr preferRelativeResize="0"/>
            <p:nvPr/>
          </p:nvPicPr>
          <p:blipFill rotWithShape="1">
            <a:blip r:embed="rId28">
              <a:alphaModFix/>
            </a:blip>
            <a:srcRect/>
            <a:stretch/>
          </p:blipFill>
          <p:spPr>
            <a:xfrm>
              <a:off x="15658337" y="1504264"/>
              <a:ext cx="1142" cy="1396"/>
            </a:xfrm>
            <a:prstGeom prst="rect">
              <a:avLst/>
            </a:prstGeom>
            <a:noFill/>
            <a:ln>
              <a:noFill/>
            </a:ln>
          </p:spPr>
        </p:pic>
        <p:pic>
          <p:nvPicPr>
            <p:cNvPr id="187" name="Google Shape;1980;p14"/>
            <p:cNvPicPr preferRelativeResize="0"/>
            <p:nvPr/>
          </p:nvPicPr>
          <p:blipFill rotWithShape="1">
            <a:blip r:embed="rId25">
              <a:alphaModFix/>
            </a:blip>
            <a:srcRect/>
            <a:stretch/>
          </p:blipFill>
          <p:spPr>
            <a:xfrm>
              <a:off x="15658718" y="1475473"/>
              <a:ext cx="14986" cy="22059"/>
            </a:xfrm>
            <a:prstGeom prst="rect">
              <a:avLst/>
            </a:prstGeom>
            <a:noFill/>
            <a:ln>
              <a:noFill/>
            </a:ln>
          </p:spPr>
        </p:pic>
        <p:pic>
          <p:nvPicPr>
            <p:cNvPr id="188" name="Google Shape;1981;p14"/>
            <p:cNvPicPr preferRelativeResize="0"/>
            <p:nvPr/>
          </p:nvPicPr>
          <p:blipFill rotWithShape="1">
            <a:blip r:embed="rId28">
              <a:alphaModFix/>
            </a:blip>
            <a:srcRect/>
            <a:stretch/>
          </p:blipFill>
          <p:spPr>
            <a:xfrm>
              <a:off x="15635859" y="1500797"/>
              <a:ext cx="1143" cy="1409"/>
            </a:xfrm>
            <a:prstGeom prst="rect">
              <a:avLst/>
            </a:prstGeom>
            <a:noFill/>
            <a:ln>
              <a:noFill/>
            </a:ln>
          </p:spPr>
        </p:pic>
        <p:pic>
          <p:nvPicPr>
            <p:cNvPr id="189" name="Google Shape;1982;p14"/>
            <p:cNvPicPr preferRelativeResize="0"/>
            <p:nvPr/>
          </p:nvPicPr>
          <p:blipFill rotWithShape="1">
            <a:blip r:embed="rId34">
              <a:alphaModFix/>
            </a:blip>
            <a:srcRect/>
            <a:stretch/>
          </p:blipFill>
          <p:spPr>
            <a:xfrm>
              <a:off x="15916402" y="1201229"/>
              <a:ext cx="2412" cy="5448"/>
            </a:xfrm>
            <a:prstGeom prst="rect">
              <a:avLst/>
            </a:prstGeom>
            <a:noFill/>
            <a:ln>
              <a:noFill/>
            </a:ln>
          </p:spPr>
        </p:pic>
        <p:pic>
          <p:nvPicPr>
            <p:cNvPr id="190" name="Google Shape;1983;p14"/>
            <p:cNvPicPr preferRelativeResize="0"/>
            <p:nvPr/>
          </p:nvPicPr>
          <p:blipFill rotWithShape="1">
            <a:blip r:embed="rId28">
              <a:alphaModFix/>
            </a:blip>
            <a:srcRect/>
            <a:stretch/>
          </p:blipFill>
          <p:spPr>
            <a:xfrm>
              <a:off x="15947769" y="1197292"/>
              <a:ext cx="1650" cy="1346"/>
            </a:xfrm>
            <a:prstGeom prst="rect">
              <a:avLst/>
            </a:prstGeom>
            <a:noFill/>
            <a:ln>
              <a:noFill/>
            </a:ln>
          </p:spPr>
        </p:pic>
        <p:pic>
          <p:nvPicPr>
            <p:cNvPr id="191" name="Google Shape;1984;p14"/>
            <p:cNvPicPr preferRelativeResize="0"/>
            <p:nvPr/>
          </p:nvPicPr>
          <p:blipFill rotWithShape="1">
            <a:blip r:embed="rId28">
              <a:alphaModFix/>
            </a:blip>
            <a:srcRect/>
            <a:stretch/>
          </p:blipFill>
          <p:spPr>
            <a:xfrm>
              <a:off x="15933039" y="1198499"/>
              <a:ext cx="1016" cy="889"/>
            </a:xfrm>
            <a:prstGeom prst="rect">
              <a:avLst/>
            </a:prstGeom>
            <a:noFill/>
            <a:ln>
              <a:noFill/>
            </a:ln>
          </p:spPr>
        </p:pic>
        <p:pic>
          <p:nvPicPr>
            <p:cNvPr id="192" name="Google Shape;1985;p14"/>
            <p:cNvPicPr preferRelativeResize="0"/>
            <p:nvPr/>
          </p:nvPicPr>
          <p:blipFill rotWithShape="1">
            <a:blip r:embed="rId40">
              <a:alphaModFix/>
            </a:blip>
            <a:srcRect/>
            <a:stretch/>
          </p:blipFill>
          <p:spPr>
            <a:xfrm>
              <a:off x="15708376" y="1446872"/>
              <a:ext cx="8418" cy="9474"/>
            </a:xfrm>
            <a:prstGeom prst="rect">
              <a:avLst/>
            </a:prstGeom>
            <a:noFill/>
            <a:ln>
              <a:noFill/>
            </a:ln>
          </p:spPr>
        </p:pic>
        <p:pic>
          <p:nvPicPr>
            <p:cNvPr id="193" name="Google Shape;1986;p14"/>
            <p:cNvPicPr preferRelativeResize="0"/>
            <p:nvPr/>
          </p:nvPicPr>
          <p:blipFill rotWithShape="1">
            <a:blip r:embed="rId34">
              <a:alphaModFix/>
            </a:blip>
            <a:srcRect/>
            <a:stretch/>
          </p:blipFill>
          <p:spPr>
            <a:xfrm>
              <a:off x="15918687" y="1247634"/>
              <a:ext cx="9400" cy="9678"/>
            </a:xfrm>
            <a:prstGeom prst="rect">
              <a:avLst/>
            </a:prstGeom>
            <a:noFill/>
            <a:ln>
              <a:noFill/>
            </a:ln>
          </p:spPr>
        </p:pic>
        <p:pic>
          <p:nvPicPr>
            <p:cNvPr id="194" name="Google Shape;1987;p14"/>
            <p:cNvPicPr preferRelativeResize="0"/>
            <p:nvPr/>
          </p:nvPicPr>
          <p:blipFill rotWithShape="1">
            <a:blip r:embed="rId45">
              <a:alphaModFix/>
            </a:blip>
            <a:srcRect/>
            <a:stretch/>
          </p:blipFill>
          <p:spPr>
            <a:xfrm>
              <a:off x="15635732" y="1459560"/>
              <a:ext cx="44576" cy="50038"/>
            </a:xfrm>
            <a:prstGeom prst="rect">
              <a:avLst/>
            </a:prstGeom>
            <a:noFill/>
            <a:ln>
              <a:noFill/>
            </a:ln>
          </p:spPr>
        </p:pic>
        <p:pic>
          <p:nvPicPr>
            <p:cNvPr id="195" name="Google Shape;1988;p14"/>
            <p:cNvPicPr preferRelativeResize="0"/>
            <p:nvPr/>
          </p:nvPicPr>
          <p:blipFill rotWithShape="1">
            <a:blip r:embed="rId20">
              <a:alphaModFix/>
            </a:blip>
            <a:srcRect/>
            <a:stretch/>
          </p:blipFill>
          <p:spPr>
            <a:xfrm>
              <a:off x="15874620" y="1283156"/>
              <a:ext cx="14985" cy="14605"/>
            </a:xfrm>
            <a:prstGeom prst="rect">
              <a:avLst/>
            </a:prstGeom>
            <a:noFill/>
            <a:ln>
              <a:noFill/>
            </a:ln>
          </p:spPr>
        </p:pic>
        <p:pic>
          <p:nvPicPr>
            <p:cNvPr id="196" name="Google Shape;1989;p14"/>
            <p:cNvPicPr preferRelativeResize="0"/>
            <p:nvPr/>
          </p:nvPicPr>
          <p:blipFill rotWithShape="1">
            <a:blip r:embed="rId28">
              <a:alphaModFix/>
            </a:blip>
            <a:srcRect/>
            <a:stretch/>
          </p:blipFill>
          <p:spPr>
            <a:xfrm>
              <a:off x="15679419" y="1471002"/>
              <a:ext cx="761" cy="774"/>
            </a:xfrm>
            <a:prstGeom prst="rect">
              <a:avLst/>
            </a:prstGeom>
            <a:noFill/>
            <a:ln>
              <a:noFill/>
            </a:ln>
          </p:spPr>
        </p:pic>
        <p:pic>
          <p:nvPicPr>
            <p:cNvPr id="197" name="Google Shape;1990;p14"/>
            <p:cNvPicPr preferRelativeResize="0"/>
            <p:nvPr/>
          </p:nvPicPr>
          <p:blipFill rotWithShape="1">
            <a:blip r:embed="rId28">
              <a:alphaModFix/>
            </a:blip>
            <a:srcRect/>
            <a:stretch/>
          </p:blipFill>
          <p:spPr>
            <a:xfrm>
              <a:off x="15943198" y="1229553"/>
              <a:ext cx="1771" cy="1470"/>
            </a:xfrm>
            <a:prstGeom prst="rect">
              <a:avLst/>
            </a:prstGeom>
            <a:noFill/>
            <a:ln>
              <a:noFill/>
            </a:ln>
          </p:spPr>
        </p:pic>
        <p:pic>
          <p:nvPicPr>
            <p:cNvPr id="198" name="Google Shape;1991;p14"/>
            <p:cNvPicPr preferRelativeResize="0"/>
            <p:nvPr/>
          </p:nvPicPr>
          <p:blipFill rotWithShape="1">
            <a:blip r:embed="rId23">
              <a:alphaModFix/>
            </a:blip>
            <a:srcRect/>
            <a:stretch/>
          </p:blipFill>
          <p:spPr>
            <a:xfrm>
              <a:off x="15685389" y="1446009"/>
              <a:ext cx="9270" cy="4169"/>
            </a:xfrm>
            <a:prstGeom prst="rect">
              <a:avLst/>
            </a:prstGeom>
            <a:noFill/>
            <a:ln>
              <a:noFill/>
            </a:ln>
          </p:spPr>
        </p:pic>
        <p:pic>
          <p:nvPicPr>
            <p:cNvPr id="199" name="Google Shape;1992;p14"/>
            <p:cNvPicPr preferRelativeResize="0"/>
            <p:nvPr/>
          </p:nvPicPr>
          <p:blipFill rotWithShape="1">
            <a:blip r:embed="rId46">
              <a:alphaModFix/>
            </a:blip>
            <a:srcRect/>
            <a:stretch/>
          </p:blipFill>
          <p:spPr>
            <a:xfrm>
              <a:off x="15655797" y="1465834"/>
              <a:ext cx="29209" cy="40144"/>
            </a:xfrm>
            <a:prstGeom prst="rect">
              <a:avLst/>
            </a:prstGeom>
            <a:noFill/>
            <a:ln>
              <a:noFill/>
            </a:ln>
          </p:spPr>
        </p:pic>
        <p:pic>
          <p:nvPicPr>
            <p:cNvPr id="200" name="Google Shape;1993;p14"/>
            <p:cNvPicPr preferRelativeResize="0"/>
            <p:nvPr/>
          </p:nvPicPr>
          <p:blipFill rotWithShape="1">
            <a:blip r:embed="rId34">
              <a:alphaModFix/>
            </a:blip>
            <a:srcRect/>
            <a:stretch/>
          </p:blipFill>
          <p:spPr>
            <a:xfrm>
              <a:off x="15648432" y="1495513"/>
              <a:ext cx="635" cy="888"/>
            </a:xfrm>
            <a:prstGeom prst="rect">
              <a:avLst/>
            </a:prstGeom>
            <a:noFill/>
            <a:ln>
              <a:noFill/>
            </a:ln>
          </p:spPr>
        </p:pic>
        <p:pic>
          <p:nvPicPr>
            <p:cNvPr id="201" name="Google Shape;1994;p14"/>
            <p:cNvPicPr preferRelativeResize="0"/>
            <p:nvPr/>
          </p:nvPicPr>
          <p:blipFill rotWithShape="1">
            <a:blip r:embed="rId28">
              <a:alphaModFix/>
            </a:blip>
            <a:srcRect/>
            <a:stretch/>
          </p:blipFill>
          <p:spPr>
            <a:xfrm>
              <a:off x="15700883" y="1433957"/>
              <a:ext cx="889" cy="965"/>
            </a:xfrm>
            <a:prstGeom prst="rect">
              <a:avLst/>
            </a:prstGeom>
            <a:noFill/>
            <a:ln>
              <a:noFill/>
            </a:ln>
          </p:spPr>
        </p:pic>
        <p:pic>
          <p:nvPicPr>
            <p:cNvPr id="202" name="Google Shape;1995;p14"/>
            <p:cNvPicPr preferRelativeResize="0"/>
            <p:nvPr/>
          </p:nvPicPr>
          <p:blipFill rotWithShape="1">
            <a:blip r:embed="rId23">
              <a:alphaModFix/>
            </a:blip>
            <a:srcRect/>
            <a:stretch/>
          </p:blipFill>
          <p:spPr>
            <a:xfrm>
              <a:off x="15914242" y="1202766"/>
              <a:ext cx="4939" cy="2387"/>
            </a:xfrm>
            <a:prstGeom prst="rect">
              <a:avLst/>
            </a:prstGeom>
            <a:noFill/>
            <a:ln>
              <a:noFill/>
            </a:ln>
          </p:spPr>
        </p:pic>
        <p:pic>
          <p:nvPicPr>
            <p:cNvPr id="203" name="Google Shape;1996;p14"/>
            <p:cNvPicPr preferRelativeResize="0"/>
            <p:nvPr/>
          </p:nvPicPr>
          <p:blipFill rotWithShape="1">
            <a:blip r:embed="rId47">
              <a:alphaModFix/>
            </a:blip>
            <a:srcRect/>
            <a:stretch/>
          </p:blipFill>
          <p:spPr>
            <a:xfrm>
              <a:off x="15634335" y="1432801"/>
              <a:ext cx="68198" cy="66675"/>
            </a:xfrm>
            <a:prstGeom prst="rect">
              <a:avLst/>
            </a:prstGeom>
            <a:noFill/>
            <a:ln>
              <a:noFill/>
            </a:ln>
          </p:spPr>
        </p:pic>
        <p:pic>
          <p:nvPicPr>
            <p:cNvPr id="204" name="Google Shape;1997;p14"/>
            <p:cNvPicPr preferRelativeResize="0"/>
            <p:nvPr/>
          </p:nvPicPr>
          <p:blipFill rotWithShape="1">
            <a:blip r:embed="rId48">
              <a:alphaModFix/>
            </a:blip>
            <a:srcRect/>
            <a:stretch/>
          </p:blipFill>
          <p:spPr>
            <a:xfrm>
              <a:off x="15829153" y="1205179"/>
              <a:ext cx="88518" cy="72174"/>
            </a:xfrm>
            <a:prstGeom prst="rect">
              <a:avLst/>
            </a:prstGeom>
            <a:noFill/>
            <a:ln>
              <a:noFill/>
            </a:ln>
          </p:spPr>
        </p:pic>
        <p:pic>
          <p:nvPicPr>
            <p:cNvPr id="205" name="Google Shape;1998;p14"/>
            <p:cNvPicPr preferRelativeResize="0"/>
            <p:nvPr/>
          </p:nvPicPr>
          <p:blipFill rotWithShape="1">
            <a:blip r:embed="rId28">
              <a:alphaModFix/>
            </a:blip>
            <a:srcRect/>
            <a:stretch/>
          </p:blipFill>
          <p:spPr>
            <a:xfrm>
              <a:off x="15909036" y="1261630"/>
              <a:ext cx="1143" cy="1028"/>
            </a:xfrm>
            <a:prstGeom prst="rect">
              <a:avLst/>
            </a:prstGeom>
            <a:noFill/>
            <a:ln>
              <a:noFill/>
            </a:ln>
          </p:spPr>
        </p:pic>
        <p:pic>
          <p:nvPicPr>
            <p:cNvPr id="206" name="Google Shape;1999;p14"/>
            <p:cNvPicPr preferRelativeResize="0"/>
            <p:nvPr/>
          </p:nvPicPr>
          <p:blipFill rotWithShape="1">
            <a:blip r:embed="rId49">
              <a:alphaModFix/>
            </a:blip>
            <a:srcRect/>
            <a:stretch/>
          </p:blipFill>
          <p:spPr>
            <a:xfrm>
              <a:off x="15619220" y="1424419"/>
              <a:ext cx="68835" cy="86803"/>
            </a:xfrm>
            <a:prstGeom prst="rect">
              <a:avLst/>
            </a:prstGeom>
            <a:noFill/>
            <a:ln>
              <a:noFill/>
            </a:ln>
          </p:spPr>
        </p:pic>
        <p:pic>
          <p:nvPicPr>
            <p:cNvPr id="207" name="Google Shape;2000;p14"/>
            <p:cNvPicPr preferRelativeResize="0"/>
            <p:nvPr/>
          </p:nvPicPr>
          <p:blipFill rotWithShape="1">
            <a:blip r:embed="rId28">
              <a:alphaModFix/>
            </a:blip>
            <a:srcRect/>
            <a:stretch/>
          </p:blipFill>
          <p:spPr>
            <a:xfrm>
              <a:off x="15663290" y="1472488"/>
              <a:ext cx="634" cy="673"/>
            </a:xfrm>
            <a:prstGeom prst="rect">
              <a:avLst/>
            </a:prstGeom>
            <a:noFill/>
            <a:ln>
              <a:noFill/>
            </a:ln>
          </p:spPr>
        </p:pic>
        <p:pic>
          <p:nvPicPr>
            <p:cNvPr id="208" name="Google Shape;2001;p14"/>
            <p:cNvPicPr preferRelativeResize="0"/>
            <p:nvPr/>
          </p:nvPicPr>
          <p:blipFill rotWithShape="1">
            <a:blip r:embed="rId23">
              <a:alphaModFix/>
            </a:blip>
            <a:srcRect/>
            <a:stretch/>
          </p:blipFill>
          <p:spPr>
            <a:xfrm>
              <a:off x="15915893" y="1250950"/>
              <a:ext cx="9015" cy="7836"/>
            </a:xfrm>
            <a:prstGeom prst="rect">
              <a:avLst/>
            </a:prstGeom>
            <a:noFill/>
            <a:ln>
              <a:noFill/>
            </a:ln>
          </p:spPr>
        </p:pic>
        <p:pic>
          <p:nvPicPr>
            <p:cNvPr id="209" name="Google Shape;2002;p14"/>
            <p:cNvPicPr preferRelativeResize="0"/>
            <p:nvPr/>
          </p:nvPicPr>
          <p:blipFill rotWithShape="1">
            <a:blip r:embed="rId23">
              <a:alphaModFix/>
            </a:blip>
            <a:srcRect/>
            <a:stretch/>
          </p:blipFill>
          <p:spPr>
            <a:xfrm>
              <a:off x="15925696" y="1200340"/>
              <a:ext cx="739" cy="571"/>
            </a:xfrm>
            <a:prstGeom prst="rect">
              <a:avLst/>
            </a:prstGeom>
            <a:noFill/>
            <a:ln>
              <a:noFill/>
            </a:ln>
          </p:spPr>
        </p:pic>
        <p:pic>
          <p:nvPicPr>
            <p:cNvPr id="210" name="Google Shape;2003;p14"/>
            <p:cNvPicPr preferRelativeResize="0"/>
            <p:nvPr/>
          </p:nvPicPr>
          <p:blipFill rotWithShape="1">
            <a:blip r:embed="rId28">
              <a:alphaModFix/>
            </a:blip>
            <a:srcRect/>
            <a:stretch/>
          </p:blipFill>
          <p:spPr>
            <a:xfrm>
              <a:off x="15707867" y="1418869"/>
              <a:ext cx="2158" cy="1473"/>
            </a:xfrm>
            <a:prstGeom prst="rect">
              <a:avLst/>
            </a:prstGeom>
            <a:noFill/>
            <a:ln>
              <a:noFill/>
            </a:ln>
          </p:spPr>
        </p:pic>
        <p:pic>
          <p:nvPicPr>
            <p:cNvPr id="211" name="Google Shape;2004;p14"/>
            <p:cNvPicPr preferRelativeResize="0"/>
            <p:nvPr/>
          </p:nvPicPr>
          <p:blipFill rotWithShape="1">
            <a:blip r:embed="rId28">
              <a:alphaModFix/>
            </a:blip>
            <a:srcRect/>
            <a:stretch/>
          </p:blipFill>
          <p:spPr>
            <a:xfrm>
              <a:off x="15725646" y="1400149"/>
              <a:ext cx="1143" cy="1257"/>
            </a:xfrm>
            <a:prstGeom prst="rect">
              <a:avLst/>
            </a:prstGeom>
            <a:noFill/>
            <a:ln>
              <a:noFill/>
            </a:ln>
          </p:spPr>
        </p:pic>
        <p:pic>
          <p:nvPicPr>
            <p:cNvPr id="212" name="Google Shape;2005;p14"/>
            <p:cNvPicPr preferRelativeResize="0"/>
            <p:nvPr/>
          </p:nvPicPr>
          <p:blipFill rotWithShape="1">
            <a:blip r:embed="rId50">
              <a:alphaModFix/>
            </a:blip>
            <a:srcRect/>
            <a:stretch/>
          </p:blipFill>
          <p:spPr>
            <a:xfrm>
              <a:off x="15939135" y="1190776"/>
              <a:ext cx="30605" cy="35116"/>
            </a:xfrm>
            <a:prstGeom prst="rect">
              <a:avLst/>
            </a:prstGeom>
            <a:noFill/>
            <a:ln>
              <a:noFill/>
            </a:ln>
          </p:spPr>
        </p:pic>
        <p:pic>
          <p:nvPicPr>
            <p:cNvPr id="213" name="Google Shape;2006;p14"/>
            <p:cNvPicPr preferRelativeResize="0"/>
            <p:nvPr/>
          </p:nvPicPr>
          <p:blipFill rotWithShape="1">
            <a:blip r:embed="rId28">
              <a:alphaModFix/>
            </a:blip>
            <a:srcRect/>
            <a:stretch/>
          </p:blipFill>
          <p:spPr>
            <a:xfrm>
              <a:off x="15655416" y="1498752"/>
              <a:ext cx="4953" cy="8292"/>
            </a:xfrm>
            <a:prstGeom prst="rect">
              <a:avLst/>
            </a:prstGeom>
            <a:noFill/>
            <a:ln>
              <a:noFill/>
            </a:ln>
          </p:spPr>
        </p:pic>
        <p:pic>
          <p:nvPicPr>
            <p:cNvPr id="214" name="Google Shape;2007;p14"/>
            <p:cNvPicPr preferRelativeResize="0"/>
            <p:nvPr/>
          </p:nvPicPr>
          <p:blipFill rotWithShape="1">
            <a:blip r:embed="rId51">
              <a:alphaModFix/>
            </a:blip>
            <a:srcRect/>
            <a:stretch/>
          </p:blipFill>
          <p:spPr>
            <a:xfrm>
              <a:off x="15656433" y="1444103"/>
              <a:ext cx="39496" cy="47854"/>
            </a:xfrm>
            <a:prstGeom prst="rect">
              <a:avLst/>
            </a:prstGeom>
            <a:noFill/>
            <a:ln>
              <a:noFill/>
            </a:ln>
          </p:spPr>
        </p:pic>
        <p:pic>
          <p:nvPicPr>
            <p:cNvPr id="215" name="Google Shape;2008;p14"/>
            <p:cNvPicPr preferRelativeResize="0"/>
            <p:nvPr/>
          </p:nvPicPr>
          <p:blipFill rotWithShape="1">
            <a:blip r:embed="rId52">
              <a:alphaModFix/>
            </a:blip>
            <a:srcRect/>
            <a:stretch/>
          </p:blipFill>
          <p:spPr>
            <a:xfrm>
              <a:off x="15668877" y="1477467"/>
              <a:ext cx="17778" cy="6604"/>
            </a:xfrm>
            <a:prstGeom prst="rect">
              <a:avLst/>
            </a:prstGeom>
            <a:noFill/>
            <a:ln>
              <a:noFill/>
            </a:ln>
          </p:spPr>
        </p:pic>
        <p:pic>
          <p:nvPicPr>
            <p:cNvPr id="216" name="Google Shape;2009;p14"/>
            <p:cNvPicPr preferRelativeResize="0"/>
            <p:nvPr/>
          </p:nvPicPr>
          <p:blipFill rotWithShape="1">
            <a:blip r:embed="rId23">
              <a:alphaModFix/>
            </a:blip>
            <a:srcRect/>
            <a:stretch/>
          </p:blipFill>
          <p:spPr>
            <a:xfrm>
              <a:off x="15680053" y="1459573"/>
              <a:ext cx="8765" cy="4280"/>
            </a:xfrm>
            <a:prstGeom prst="rect">
              <a:avLst/>
            </a:prstGeom>
            <a:noFill/>
            <a:ln>
              <a:noFill/>
            </a:ln>
          </p:spPr>
        </p:pic>
        <p:pic>
          <p:nvPicPr>
            <p:cNvPr id="217" name="Google Shape;2010;p14"/>
            <p:cNvPicPr preferRelativeResize="0"/>
            <p:nvPr/>
          </p:nvPicPr>
          <p:blipFill rotWithShape="1">
            <a:blip r:embed="rId34">
              <a:alphaModFix/>
            </a:blip>
            <a:srcRect/>
            <a:stretch/>
          </p:blipFill>
          <p:spPr>
            <a:xfrm>
              <a:off x="15669387" y="1490953"/>
              <a:ext cx="381" cy="520"/>
            </a:xfrm>
            <a:prstGeom prst="rect">
              <a:avLst/>
            </a:prstGeom>
            <a:noFill/>
            <a:ln>
              <a:noFill/>
            </a:ln>
          </p:spPr>
        </p:pic>
        <p:pic>
          <p:nvPicPr>
            <p:cNvPr id="218" name="Google Shape;2011;p14"/>
            <p:cNvPicPr preferRelativeResize="0"/>
            <p:nvPr/>
          </p:nvPicPr>
          <p:blipFill rotWithShape="1">
            <a:blip r:embed="rId23">
              <a:alphaModFix/>
            </a:blip>
            <a:srcRect/>
            <a:stretch/>
          </p:blipFill>
          <p:spPr>
            <a:xfrm>
              <a:off x="15684374" y="1425714"/>
              <a:ext cx="6349" cy="3099"/>
            </a:xfrm>
            <a:prstGeom prst="rect">
              <a:avLst/>
            </a:prstGeom>
            <a:noFill/>
            <a:ln>
              <a:noFill/>
            </a:ln>
          </p:spPr>
        </p:pic>
        <p:pic>
          <p:nvPicPr>
            <p:cNvPr id="219" name="Google Shape;2012;p14"/>
            <p:cNvPicPr preferRelativeResize="0"/>
            <p:nvPr/>
          </p:nvPicPr>
          <p:blipFill rotWithShape="1">
            <a:blip r:embed="rId23">
              <a:alphaModFix/>
            </a:blip>
            <a:srcRect/>
            <a:stretch/>
          </p:blipFill>
          <p:spPr>
            <a:xfrm>
              <a:off x="15651605" y="1493126"/>
              <a:ext cx="5842" cy="4977"/>
            </a:xfrm>
            <a:prstGeom prst="rect">
              <a:avLst/>
            </a:prstGeom>
            <a:noFill/>
            <a:ln>
              <a:noFill/>
            </a:ln>
          </p:spPr>
        </p:pic>
        <p:pic>
          <p:nvPicPr>
            <p:cNvPr id="220" name="Google Shape;2013;p14"/>
            <p:cNvPicPr preferRelativeResize="0"/>
            <p:nvPr/>
          </p:nvPicPr>
          <p:blipFill rotWithShape="1">
            <a:blip r:embed="rId23">
              <a:alphaModFix/>
            </a:blip>
            <a:srcRect/>
            <a:stretch/>
          </p:blipFill>
          <p:spPr>
            <a:xfrm>
              <a:off x="15631794" y="1498485"/>
              <a:ext cx="6730" cy="3251"/>
            </a:xfrm>
            <a:prstGeom prst="rect">
              <a:avLst/>
            </a:prstGeom>
            <a:noFill/>
            <a:ln>
              <a:noFill/>
            </a:ln>
          </p:spPr>
        </p:pic>
        <p:pic>
          <p:nvPicPr>
            <p:cNvPr id="221" name="Google Shape;2014;p14"/>
            <p:cNvPicPr preferRelativeResize="0"/>
            <p:nvPr/>
          </p:nvPicPr>
          <p:blipFill rotWithShape="1">
            <a:blip r:embed="rId28">
              <a:alphaModFix/>
            </a:blip>
            <a:srcRect/>
            <a:stretch/>
          </p:blipFill>
          <p:spPr>
            <a:xfrm>
              <a:off x="15664186" y="1472108"/>
              <a:ext cx="1771" cy="2095"/>
            </a:xfrm>
            <a:prstGeom prst="rect">
              <a:avLst/>
            </a:prstGeom>
            <a:noFill/>
            <a:ln>
              <a:noFill/>
            </a:ln>
          </p:spPr>
        </p:pic>
        <p:pic>
          <p:nvPicPr>
            <p:cNvPr id="222" name="Google Shape;2015;p14"/>
            <p:cNvPicPr preferRelativeResize="0"/>
            <p:nvPr/>
          </p:nvPicPr>
          <p:blipFill rotWithShape="1">
            <a:blip r:embed="rId42">
              <a:alphaModFix/>
            </a:blip>
            <a:srcRect/>
            <a:stretch/>
          </p:blipFill>
          <p:spPr>
            <a:xfrm>
              <a:off x="15706090" y="1456893"/>
              <a:ext cx="506" cy="1969"/>
            </a:xfrm>
            <a:prstGeom prst="rect">
              <a:avLst/>
            </a:prstGeom>
            <a:noFill/>
            <a:ln>
              <a:noFill/>
            </a:ln>
          </p:spPr>
        </p:pic>
        <p:pic>
          <p:nvPicPr>
            <p:cNvPr id="223" name="Google Shape;2016;p14"/>
            <p:cNvPicPr preferRelativeResize="0"/>
            <p:nvPr/>
          </p:nvPicPr>
          <p:blipFill rotWithShape="1">
            <a:blip r:embed="rId25">
              <a:alphaModFix/>
            </a:blip>
            <a:srcRect/>
            <a:stretch/>
          </p:blipFill>
          <p:spPr>
            <a:xfrm>
              <a:off x="15656941" y="1470773"/>
              <a:ext cx="17016" cy="21108"/>
            </a:xfrm>
            <a:prstGeom prst="rect">
              <a:avLst/>
            </a:prstGeom>
            <a:noFill/>
            <a:ln>
              <a:noFill/>
            </a:ln>
          </p:spPr>
        </p:pic>
        <p:pic>
          <p:nvPicPr>
            <p:cNvPr id="224" name="Google Shape;2017;p14"/>
            <p:cNvPicPr preferRelativeResize="0"/>
            <p:nvPr/>
          </p:nvPicPr>
          <p:blipFill rotWithShape="1">
            <a:blip r:embed="rId28">
              <a:alphaModFix/>
            </a:blip>
            <a:srcRect/>
            <a:stretch/>
          </p:blipFill>
          <p:spPr>
            <a:xfrm>
              <a:off x="15734157" y="1392275"/>
              <a:ext cx="381" cy="381"/>
            </a:xfrm>
            <a:prstGeom prst="rect">
              <a:avLst/>
            </a:prstGeom>
            <a:noFill/>
            <a:ln>
              <a:noFill/>
            </a:ln>
          </p:spPr>
        </p:pic>
        <p:pic>
          <p:nvPicPr>
            <p:cNvPr id="225" name="Google Shape;2018;p14"/>
            <p:cNvPicPr preferRelativeResize="0"/>
            <p:nvPr/>
          </p:nvPicPr>
          <p:blipFill rotWithShape="1">
            <a:blip r:embed="rId28">
              <a:alphaModFix/>
            </a:blip>
            <a:srcRect/>
            <a:stretch/>
          </p:blipFill>
          <p:spPr>
            <a:xfrm>
              <a:off x="15715488" y="1411998"/>
              <a:ext cx="381" cy="431"/>
            </a:xfrm>
            <a:prstGeom prst="rect">
              <a:avLst/>
            </a:prstGeom>
            <a:noFill/>
            <a:ln>
              <a:noFill/>
            </a:ln>
          </p:spPr>
        </p:pic>
        <p:pic>
          <p:nvPicPr>
            <p:cNvPr id="226" name="Google Shape;2019;p14"/>
            <p:cNvPicPr preferRelativeResize="0"/>
            <p:nvPr/>
          </p:nvPicPr>
          <p:blipFill rotWithShape="1">
            <a:blip r:embed="rId28">
              <a:alphaModFix/>
            </a:blip>
            <a:srcRect/>
            <a:stretch/>
          </p:blipFill>
          <p:spPr>
            <a:xfrm>
              <a:off x="15712058" y="1431925"/>
              <a:ext cx="2412" cy="2933"/>
            </a:xfrm>
            <a:prstGeom prst="rect">
              <a:avLst/>
            </a:prstGeom>
            <a:noFill/>
            <a:ln>
              <a:noFill/>
            </a:ln>
          </p:spPr>
        </p:pic>
        <p:pic>
          <p:nvPicPr>
            <p:cNvPr id="227" name="Google Shape;2020;p14"/>
            <p:cNvPicPr preferRelativeResize="0"/>
            <p:nvPr/>
          </p:nvPicPr>
          <p:blipFill rotWithShape="1">
            <a:blip r:embed="rId28">
              <a:alphaModFix/>
            </a:blip>
            <a:srcRect/>
            <a:stretch/>
          </p:blipFill>
          <p:spPr>
            <a:xfrm>
              <a:off x="15675229" y="1439290"/>
              <a:ext cx="4826" cy="4927"/>
            </a:xfrm>
            <a:prstGeom prst="rect">
              <a:avLst/>
            </a:prstGeom>
            <a:noFill/>
            <a:ln>
              <a:noFill/>
            </a:ln>
          </p:spPr>
        </p:pic>
        <p:pic>
          <p:nvPicPr>
            <p:cNvPr id="228" name="Google Shape;2021;p14"/>
            <p:cNvPicPr preferRelativeResize="0"/>
            <p:nvPr/>
          </p:nvPicPr>
          <p:blipFill rotWithShape="1">
            <a:blip r:embed="rId23">
              <a:alphaModFix/>
            </a:blip>
            <a:srcRect/>
            <a:stretch/>
          </p:blipFill>
          <p:spPr>
            <a:xfrm>
              <a:off x="15727807" y="1371777"/>
              <a:ext cx="6349" cy="6616"/>
            </a:xfrm>
            <a:prstGeom prst="rect">
              <a:avLst/>
            </a:prstGeom>
            <a:noFill/>
            <a:ln>
              <a:noFill/>
            </a:ln>
          </p:spPr>
        </p:pic>
        <p:pic>
          <p:nvPicPr>
            <p:cNvPr id="229" name="Google Shape;2022;p14"/>
            <p:cNvPicPr preferRelativeResize="0"/>
            <p:nvPr/>
          </p:nvPicPr>
          <p:blipFill rotWithShape="1">
            <a:blip r:embed="rId34">
              <a:alphaModFix/>
            </a:blip>
            <a:srcRect/>
            <a:stretch/>
          </p:blipFill>
          <p:spPr>
            <a:xfrm>
              <a:off x="15649829" y="1507413"/>
              <a:ext cx="380" cy="431"/>
            </a:xfrm>
            <a:prstGeom prst="rect">
              <a:avLst/>
            </a:prstGeom>
            <a:noFill/>
            <a:ln>
              <a:noFill/>
            </a:ln>
          </p:spPr>
        </p:pic>
        <p:pic>
          <p:nvPicPr>
            <p:cNvPr id="230" name="Google Shape;2023;p14"/>
            <p:cNvPicPr preferRelativeResize="0"/>
            <p:nvPr/>
          </p:nvPicPr>
          <p:blipFill rotWithShape="1">
            <a:blip r:embed="rId53">
              <a:alphaModFix/>
            </a:blip>
            <a:srcRect/>
            <a:stretch/>
          </p:blipFill>
          <p:spPr>
            <a:xfrm>
              <a:off x="15643097" y="1430008"/>
              <a:ext cx="72643" cy="68173"/>
            </a:xfrm>
            <a:prstGeom prst="rect">
              <a:avLst/>
            </a:prstGeom>
            <a:noFill/>
            <a:ln>
              <a:noFill/>
            </a:ln>
          </p:spPr>
        </p:pic>
        <p:pic>
          <p:nvPicPr>
            <p:cNvPr id="231" name="Google Shape;2024;p14"/>
            <p:cNvPicPr preferRelativeResize="0"/>
            <p:nvPr/>
          </p:nvPicPr>
          <p:blipFill rotWithShape="1">
            <a:blip r:embed="rId54">
              <a:alphaModFix/>
            </a:blip>
            <a:srcRect/>
            <a:stretch/>
          </p:blipFill>
          <p:spPr>
            <a:xfrm>
              <a:off x="15646147" y="1421586"/>
              <a:ext cx="64895" cy="73330"/>
            </a:xfrm>
            <a:prstGeom prst="rect">
              <a:avLst/>
            </a:prstGeom>
            <a:noFill/>
            <a:ln>
              <a:noFill/>
            </a:ln>
          </p:spPr>
        </p:pic>
        <p:pic>
          <p:nvPicPr>
            <p:cNvPr id="232" name="Google Shape;2025;p14"/>
            <p:cNvPicPr preferRelativeResize="0"/>
            <p:nvPr/>
          </p:nvPicPr>
          <p:blipFill rotWithShape="1">
            <a:blip r:embed="rId28">
              <a:alphaModFix/>
            </a:blip>
            <a:srcRect/>
            <a:stretch/>
          </p:blipFill>
          <p:spPr>
            <a:xfrm>
              <a:off x="15847440" y="1259967"/>
              <a:ext cx="507" cy="419"/>
            </a:xfrm>
            <a:prstGeom prst="rect">
              <a:avLst/>
            </a:prstGeom>
            <a:noFill/>
            <a:ln>
              <a:noFill/>
            </a:ln>
          </p:spPr>
        </p:pic>
        <p:pic>
          <p:nvPicPr>
            <p:cNvPr id="233" name="Google Shape;2026;p14"/>
            <p:cNvPicPr preferRelativeResize="0"/>
            <p:nvPr/>
          </p:nvPicPr>
          <p:blipFill rotWithShape="1">
            <a:blip r:embed="rId41">
              <a:alphaModFix/>
            </a:blip>
            <a:srcRect/>
            <a:stretch/>
          </p:blipFill>
          <p:spPr>
            <a:xfrm>
              <a:off x="15867507" y="1222285"/>
              <a:ext cx="21590" cy="22937"/>
            </a:xfrm>
            <a:prstGeom prst="rect">
              <a:avLst/>
            </a:prstGeom>
            <a:noFill/>
            <a:ln>
              <a:noFill/>
            </a:ln>
          </p:spPr>
        </p:pic>
        <p:pic>
          <p:nvPicPr>
            <p:cNvPr id="234" name="Google Shape;2027;p14"/>
            <p:cNvPicPr preferRelativeResize="0"/>
            <p:nvPr/>
          </p:nvPicPr>
          <p:blipFill rotWithShape="1">
            <a:blip r:embed="rId40">
              <a:alphaModFix/>
            </a:blip>
            <a:srcRect/>
            <a:stretch/>
          </p:blipFill>
          <p:spPr>
            <a:xfrm>
              <a:off x="15671037" y="1452879"/>
              <a:ext cx="13716" cy="10413"/>
            </a:xfrm>
            <a:prstGeom prst="rect">
              <a:avLst/>
            </a:prstGeom>
            <a:noFill/>
            <a:ln>
              <a:noFill/>
            </a:ln>
          </p:spPr>
        </p:pic>
        <p:pic>
          <p:nvPicPr>
            <p:cNvPr id="235" name="Google Shape;2028;p14"/>
            <p:cNvPicPr preferRelativeResize="0"/>
            <p:nvPr/>
          </p:nvPicPr>
          <p:blipFill rotWithShape="1">
            <a:blip r:embed="rId28">
              <a:alphaModFix/>
            </a:blip>
            <a:srcRect/>
            <a:stretch/>
          </p:blipFill>
          <p:spPr>
            <a:xfrm>
              <a:off x="15720694" y="1412227"/>
              <a:ext cx="380" cy="406"/>
            </a:xfrm>
            <a:prstGeom prst="rect">
              <a:avLst/>
            </a:prstGeom>
            <a:noFill/>
            <a:ln>
              <a:noFill/>
            </a:ln>
          </p:spPr>
        </p:pic>
        <p:pic>
          <p:nvPicPr>
            <p:cNvPr id="236" name="Google Shape;2029;p14"/>
            <p:cNvPicPr preferRelativeResize="0"/>
            <p:nvPr/>
          </p:nvPicPr>
          <p:blipFill rotWithShape="1">
            <a:blip r:embed="rId40">
              <a:alphaModFix/>
            </a:blip>
            <a:srcRect/>
            <a:stretch/>
          </p:blipFill>
          <p:spPr>
            <a:xfrm>
              <a:off x="15703041" y="1453451"/>
              <a:ext cx="6825" cy="8267"/>
            </a:xfrm>
            <a:prstGeom prst="rect">
              <a:avLst/>
            </a:prstGeom>
            <a:noFill/>
            <a:ln>
              <a:noFill/>
            </a:ln>
          </p:spPr>
        </p:pic>
        <p:pic>
          <p:nvPicPr>
            <p:cNvPr id="237" name="Google Shape;2030;p14"/>
            <p:cNvPicPr preferRelativeResize="0"/>
            <p:nvPr/>
          </p:nvPicPr>
          <p:blipFill rotWithShape="1">
            <a:blip r:embed="rId28">
              <a:alphaModFix/>
            </a:blip>
            <a:srcRect/>
            <a:stretch/>
          </p:blipFill>
          <p:spPr>
            <a:xfrm>
              <a:off x="15743428" y="1388706"/>
              <a:ext cx="1779" cy="1498"/>
            </a:xfrm>
            <a:prstGeom prst="rect">
              <a:avLst/>
            </a:prstGeom>
            <a:noFill/>
            <a:ln>
              <a:noFill/>
            </a:ln>
          </p:spPr>
        </p:pic>
        <p:pic>
          <p:nvPicPr>
            <p:cNvPr id="238" name="Google Shape;2031;p14"/>
            <p:cNvPicPr preferRelativeResize="0"/>
            <p:nvPr/>
          </p:nvPicPr>
          <p:blipFill rotWithShape="1">
            <a:blip r:embed="rId28">
              <a:alphaModFix/>
            </a:blip>
            <a:srcRect/>
            <a:stretch/>
          </p:blipFill>
          <p:spPr>
            <a:xfrm>
              <a:off x="15921353" y="1232217"/>
              <a:ext cx="253" cy="254"/>
            </a:xfrm>
            <a:prstGeom prst="rect">
              <a:avLst/>
            </a:prstGeom>
            <a:noFill/>
            <a:ln>
              <a:noFill/>
            </a:ln>
          </p:spPr>
        </p:pic>
      </p:grpSp>
      <p:sp>
        <p:nvSpPr>
          <p:cNvPr id="3799" name="Google Shape;3799;p299"/>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Medium" panose="02000000000000000000" pitchFamily="50" charset="0"/>
                <a:sym typeface="Arial"/>
              </a:rPr>
              <a:t>Desafío de algoritmos y llamado de funciones</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Gotham Rounded Medium" panose="02000000000000000000" pitchFamily="50" charset="0"/>
                <a:sym typeface="Arial"/>
              </a:rPr>
              <a:t>Desafío 3</a:t>
            </a: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5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Medium" panose="02000000000000000000" pitchFamily="50" charset="0"/>
                <a:sym typeface="Arial"/>
              </a:rPr>
              <a:t>El objetivo es observar la consigna y tratar de calcular si nuestra</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5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Medium" panose="02000000000000000000" pitchFamily="50" charset="0"/>
                <a:sym typeface="Arial"/>
              </a:rPr>
              <a:t>mascota virtual           llegará a su destino        .</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p:txBody>
      </p:sp>
      <p:pic>
        <p:nvPicPr>
          <p:cNvPr id="3800" name="Google Shape;3800;p299" descr="Alien Monster on Microsoft Windows 10 May 2019 Update"/>
          <p:cNvPicPr preferRelativeResize="0"/>
          <p:nvPr/>
        </p:nvPicPr>
        <p:blipFill rotWithShape="1">
          <a:blip r:embed="rId55">
            <a:alphaModFix/>
          </a:blip>
          <a:srcRect/>
          <a:stretch/>
        </p:blipFill>
        <p:spPr>
          <a:xfrm>
            <a:off x="5328557" y="4425042"/>
            <a:ext cx="452530" cy="452530"/>
          </a:xfrm>
          <a:prstGeom prst="rect">
            <a:avLst/>
          </a:prstGeom>
          <a:noFill/>
          <a:ln>
            <a:noFill/>
          </a:ln>
        </p:spPr>
      </p:pic>
      <p:pic>
        <p:nvPicPr>
          <p:cNvPr id="3801" name="Google Shape;3801;p299" descr="Chequered Flag on Microsoft Windows 10"/>
          <p:cNvPicPr preferRelativeResize="0"/>
          <p:nvPr/>
        </p:nvPicPr>
        <p:blipFill rotWithShape="1">
          <a:blip r:embed="rId56">
            <a:alphaModFix/>
          </a:blip>
          <a:srcRect/>
          <a:stretch/>
        </p:blipFill>
        <p:spPr>
          <a:xfrm>
            <a:off x="8554074" y="4464692"/>
            <a:ext cx="412880" cy="412880"/>
          </a:xfrm>
          <a:prstGeom prst="rect">
            <a:avLst/>
          </a:prstGeom>
          <a:noFill/>
          <a:ln>
            <a:noFill/>
          </a:ln>
        </p:spPr>
      </p:pic>
    </p:spTree>
  </p:cSld>
  <p:clrMapOvr>
    <a:masterClrMapping/>
  </p:clrMapOvr>
  <p:transition spd="med">
    <p:push/>
  </p:transition>
  <p:timing>
    <p:tnLst>
      <p:par>
        <p:cTn id="1" dur="indefinite" restart="never" nodeType="tmRoot"/>
      </p:par>
    </p:tnLst>
  </p:timing>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Shape 3807"/>
        <p:cNvGrpSpPr/>
        <p:nvPr/>
      </p:nvGrpSpPr>
      <p:grpSpPr>
        <a:xfrm>
          <a:off x="0" y="0"/>
          <a:ext cx="0" cy="0"/>
          <a:chOff x="0" y="0"/>
          <a:chExt cx="0" cy="0"/>
        </a:xfrm>
      </p:grpSpPr>
      <p:grpSp>
        <p:nvGrpSpPr>
          <p:cNvPr id="3808" name="Google Shape;3808;p300"/>
          <p:cNvGrpSpPr/>
          <p:nvPr/>
        </p:nvGrpSpPr>
        <p:grpSpPr>
          <a:xfrm>
            <a:off x="503854" y="611156"/>
            <a:ext cx="5946712" cy="5635688"/>
            <a:chOff x="503854" y="531846"/>
            <a:chExt cx="5946712" cy="5635688"/>
          </a:xfrm>
        </p:grpSpPr>
        <p:sp>
          <p:nvSpPr>
            <p:cNvPr id="3809" name="Google Shape;3809;p300"/>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10" name="Google Shape;3810;p300"/>
            <p:cNvSpPr/>
            <p:nvPr/>
          </p:nvSpPr>
          <p:spPr>
            <a:xfrm>
              <a:off x="1775928"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11" name="Google Shape;3811;p300"/>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12" name="Google Shape;3812;p300"/>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13" name="Google Shape;3813;p300"/>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14" name="Google Shape;3814;p300"/>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15" name="Google Shape;3815;p300"/>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16" name="Google Shape;3816;p300"/>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17" name="Google Shape;3817;p300"/>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18" name="Google Shape;3818;p300"/>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19" name="Google Shape;3819;p300"/>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20" name="Google Shape;3820;p300"/>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21" name="Google Shape;3821;p300"/>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22" name="Google Shape;3822;p300"/>
            <p:cNvSpPr/>
            <p:nvPr/>
          </p:nvSpPr>
          <p:spPr>
            <a:xfrm>
              <a:off x="4320076"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23" name="Google Shape;3823;p300"/>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24" name="Google Shape;3824;p300"/>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25" name="Google Shape;3825;p300"/>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26" name="Google Shape;3826;p300"/>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27" name="Google Shape;3827;p300"/>
            <p:cNvSpPr/>
            <p:nvPr/>
          </p:nvSpPr>
          <p:spPr>
            <a:xfrm>
              <a:off x="4320076" y="4114800"/>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28" name="Google Shape;3828;p300"/>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29" name="Google Shape;3829;p300"/>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30" name="Google Shape;3830;p300"/>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31" name="Google Shape;3831;p300"/>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32" name="Google Shape;3832;p300"/>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33" name="Google Shape;3833;p300"/>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834" name="Google Shape;3834;p300"/>
          <p:cNvSpPr txBox="1"/>
          <p:nvPr/>
        </p:nvSpPr>
        <p:spPr>
          <a:xfrm>
            <a:off x="8145626" y="1684433"/>
            <a:ext cx="2489721" cy="2954655"/>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2</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p:txBody>
      </p:sp>
      <p:pic>
        <p:nvPicPr>
          <p:cNvPr id="3835" name="Google Shape;3835;p300" descr="Alien Monster on Microsoft Windows 10 May 2019 Update"/>
          <p:cNvPicPr preferRelativeResize="0"/>
          <p:nvPr/>
        </p:nvPicPr>
        <p:blipFill rotWithShape="1">
          <a:blip r:embed="rId3">
            <a:alphaModFix/>
          </a:blip>
          <a:srcRect/>
          <a:stretch/>
        </p:blipFill>
        <p:spPr>
          <a:xfrm>
            <a:off x="1978871" y="814099"/>
            <a:ext cx="452530" cy="452530"/>
          </a:xfrm>
          <a:prstGeom prst="rect">
            <a:avLst/>
          </a:prstGeom>
          <a:noFill/>
          <a:ln>
            <a:noFill/>
          </a:ln>
        </p:spPr>
      </p:pic>
      <p:pic>
        <p:nvPicPr>
          <p:cNvPr id="3836" name="Google Shape;3836;p300" descr="Chequered Flag on Microsoft Windows 10"/>
          <p:cNvPicPr preferRelativeResize="0"/>
          <p:nvPr/>
        </p:nvPicPr>
        <p:blipFill rotWithShape="1">
          <a:blip r:embed="rId4">
            <a:alphaModFix/>
          </a:blip>
          <a:srcRect/>
          <a:stretch/>
        </p:blipFill>
        <p:spPr>
          <a:xfrm>
            <a:off x="4553339" y="4416878"/>
            <a:ext cx="412880" cy="412880"/>
          </a:xfrm>
          <a:prstGeom prst="rect">
            <a:avLst/>
          </a:prstGeom>
          <a:noFill/>
          <a:ln>
            <a:noFill/>
          </a:ln>
        </p:spPr>
      </p:pic>
      <p:cxnSp>
        <p:nvCxnSpPr>
          <p:cNvPr id="3837" name="Google Shape;3837;p300"/>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3838" name="Google Shape;3838;p300"/>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39" name="Google Shape;3839;p300"/>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Shape 3844"/>
        <p:cNvGrpSpPr/>
        <p:nvPr/>
      </p:nvGrpSpPr>
      <p:grpSpPr>
        <a:xfrm>
          <a:off x="0" y="0"/>
          <a:ext cx="0" cy="0"/>
          <a:chOff x="0" y="0"/>
          <a:chExt cx="0" cy="0"/>
        </a:xfrm>
      </p:grpSpPr>
      <p:grpSp>
        <p:nvGrpSpPr>
          <p:cNvPr id="3845" name="Google Shape;3845;p301"/>
          <p:cNvGrpSpPr/>
          <p:nvPr/>
        </p:nvGrpSpPr>
        <p:grpSpPr>
          <a:xfrm>
            <a:off x="503854" y="611156"/>
            <a:ext cx="5946712" cy="5635688"/>
            <a:chOff x="503854" y="531846"/>
            <a:chExt cx="5946712" cy="5635688"/>
          </a:xfrm>
        </p:grpSpPr>
        <p:sp>
          <p:nvSpPr>
            <p:cNvPr id="3846" name="Google Shape;3846;p301"/>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47" name="Google Shape;3847;p301"/>
            <p:cNvSpPr/>
            <p:nvPr/>
          </p:nvSpPr>
          <p:spPr>
            <a:xfrm>
              <a:off x="1775928"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48" name="Google Shape;3848;p301"/>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49" name="Google Shape;3849;p301"/>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50" name="Google Shape;3850;p301"/>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51" name="Google Shape;3851;p301"/>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52" name="Google Shape;3852;p301"/>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53" name="Google Shape;3853;p301"/>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54" name="Google Shape;3854;p301"/>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55" name="Google Shape;3855;p301"/>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56" name="Google Shape;3856;p301"/>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57" name="Google Shape;3857;p301"/>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58" name="Google Shape;3858;p301"/>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59" name="Google Shape;3859;p301"/>
            <p:cNvSpPr/>
            <p:nvPr/>
          </p:nvSpPr>
          <p:spPr>
            <a:xfrm>
              <a:off x="4320076"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60" name="Google Shape;3860;p301"/>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61" name="Google Shape;3861;p301"/>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62" name="Google Shape;3862;p301"/>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63" name="Google Shape;3863;p301"/>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64" name="Google Shape;3864;p301"/>
            <p:cNvSpPr/>
            <p:nvPr/>
          </p:nvSpPr>
          <p:spPr>
            <a:xfrm>
              <a:off x="4320076" y="4114800"/>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65" name="Google Shape;3865;p301"/>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66" name="Google Shape;3866;p301"/>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67" name="Google Shape;3867;p301"/>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68" name="Google Shape;3868;p301"/>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69" name="Google Shape;3869;p301"/>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70" name="Google Shape;3870;p301"/>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871" name="Google Shape;3871;p301"/>
          <p:cNvSpPr txBox="1"/>
          <p:nvPr/>
        </p:nvSpPr>
        <p:spPr>
          <a:xfrm>
            <a:off x="8145626" y="1684433"/>
            <a:ext cx="2489721" cy="2954655"/>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highlight>
                  <a:srgbClr val="B3FF00"/>
                </a:highlight>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2</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p:txBody>
      </p:sp>
      <p:pic>
        <p:nvPicPr>
          <p:cNvPr id="3872" name="Google Shape;3872;p301" descr="Alien Monster on Microsoft Windows 10 May 2019 Update"/>
          <p:cNvPicPr preferRelativeResize="0"/>
          <p:nvPr/>
        </p:nvPicPr>
        <p:blipFill rotWithShape="1">
          <a:blip r:embed="rId3">
            <a:alphaModFix/>
          </a:blip>
          <a:srcRect/>
          <a:stretch/>
        </p:blipFill>
        <p:spPr>
          <a:xfrm>
            <a:off x="706797" y="814099"/>
            <a:ext cx="452530" cy="452530"/>
          </a:xfrm>
          <a:prstGeom prst="rect">
            <a:avLst/>
          </a:prstGeom>
          <a:noFill/>
          <a:ln>
            <a:noFill/>
          </a:ln>
        </p:spPr>
      </p:pic>
      <p:pic>
        <p:nvPicPr>
          <p:cNvPr id="3873" name="Google Shape;3873;p301" descr="Chequered Flag on Microsoft Windows 10"/>
          <p:cNvPicPr preferRelativeResize="0"/>
          <p:nvPr/>
        </p:nvPicPr>
        <p:blipFill rotWithShape="1">
          <a:blip r:embed="rId4">
            <a:alphaModFix/>
          </a:blip>
          <a:srcRect/>
          <a:stretch/>
        </p:blipFill>
        <p:spPr>
          <a:xfrm>
            <a:off x="4553339" y="4416878"/>
            <a:ext cx="412880" cy="412880"/>
          </a:xfrm>
          <a:prstGeom prst="rect">
            <a:avLst/>
          </a:prstGeom>
          <a:noFill/>
          <a:ln>
            <a:noFill/>
          </a:ln>
        </p:spPr>
      </p:pic>
      <p:cxnSp>
        <p:nvCxnSpPr>
          <p:cNvPr id="3874" name="Google Shape;3874;p301"/>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3875" name="Google Shape;3875;p301"/>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76" name="Google Shape;3876;p301"/>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Shape 3881"/>
        <p:cNvGrpSpPr/>
        <p:nvPr/>
      </p:nvGrpSpPr>
      <p:grpSpPr>
        <a:xfrm>
          <a:off x="0" y="0"/>
          <a:ext cx="0" cy="0"/>
          <a:chOff x="0" y="0"/>
          <a:chExt cx="0" cy="0"/>
        </a:xfrm>
      </p:grpSpPr>
      <p:grpSp>
        <p:nvGrpSpPr>
          <p:cNvPr id="3882" name="Google Shape;3882;p302"/>
          <p:cNvGrpSpPr/>
          <p:nvPr/>
        </p:nvGrpSpPr>
        <p:grpSpPr>
          <a:xfrm>
            <a:off x="503854" y="611156"/>
            <a:ext cx="5946712" cy="5635688"/>
            <a:chOff x="503854" y="531846"/>
            <a:chExt cx="5946712" cy="5635688"/>
          </a:xfrm>
        </p:grpSpPr>
        <p:sp>
          <p:nvSpPr>
            <p:cNvPr id="3883" name="Google Shape;3883;p302"/>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84" name="Google Shape;3884;p302"/>
            <p:cNvSpPr/>
            <p:nvPr/>
          </p:nvSpPr>
          <p:spPr>
            <a:xfrm>
              <a:off x="1775928"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85" name="Google Shape;3885;p302"/>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86" name="Google Shape;3886;p302"/>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87" name="Google Shape;3887;p302"/>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88" name="Google Shape;3888;p302"/>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89" name="Google Shape;3889;p302"/>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90" name="Google Shape;3890;p302"/>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91" name="Google Shape;3891;p302"/>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92" name="Google Shape;3892;p302"/>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93" name="Google Shape;3893;p302"/>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94" name="Google Shape;3894;p302"/>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95" name="Google Shape;3895;p302"/>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96" name="Google Shape;3896;p302"/>
            <p:cNvSpPr/>
            <p:nvPr/>
          </p:nvSpPr>
          <p:spPr>
            <a:xfrm>
              <a:off x="4320076"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97" name="Google Shape;3897;p302"/>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98" name="Google Shape;3898;p302"/>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99" name="Google Shape;3899;p302"/>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00" name="Google Shape;3900;p302"/>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01" name="Google Shape;3901;p302"/>
            <p:cNvSpPr/>
            <p:nvPr/>
          </p:nvSpPr>
          <p:spPr>
            <a:xfrm>
              <a:off x="4320076" y="4114800"/>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02" name="Google Shape;3902;p302"/>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03" name="Google Shape;3903;p302"/>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04" name="Google Shape;3904;p302"/>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05" name="Google Shape;3905;p302"/>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06" name="Google Shape;3906;p302"/>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07" name="Google Shape;3907;p302"/>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3908" name="Google Shape;3908;p302" descr="Alien Monster on Microsoft Windows 10 May 2019 Update"/>
          <p:cNvPicPr preferRelativeResize="0"/>
          <p:nvPr/>
        </p:nvPicPr>
        <p:blipFill rotWithShape="1">
          <a:blip r:embed="rId3">
            <a:alphaModFix/>
          </a:blip>
          <a:srcRect/>
          <a:stretch/>
        </p:blipFill>
        <p:spPr>
          <a:xfrm>
            <a:off x="706797" y="2008417"/>
            <a:ext cx="452530" cy="452530"/>
          </a:xfrm>
          <a:prstGeom prst="rect">
            <a:avLst/>
          </a:prstGeom>
          <a:noFill/>
          <a:ln>
            <a:noFill/>
          </a:ln>
        </p:spPr>
      </p:pic>
      <p:pic>
        <p:nvPicPr>
          <p:cNvPr id="3909" name="Google Shape;3909;p302" descr="Chequered Flag on Microsoft Windows 10"/>
          <p:cNvPicPr preferRelativeResize="0"/>
          <p:nvPr/>
        </p:nvPicPr>
        <p:blipFill rotWithShape="1">
          <a:blip r:embed="rId4">
            <a:alphaModFix/>
          </a:blip>
          <a:srcRect/>
          <a:stretch/>
        </p:blipFill>
        <p:spPr>
          <a:xfrm>
            <a:off x="4553339" y="4416878"/>
            <a:ext cx="412880" cy="412880"/>
          </a:xfrm>
          <a:prstGeom prst="rect">
            <a:avLst/>
          </a:prstGeom>
          <a:noFill/>
          <a:ln>
            <a:noFill/>
          </a:ln>
        </p:spPr>
      </p:pic>
      <p:cxnSp>
        <p:nvCxnSpPr>
          <p:cNvPr id="3910" name="Google Shape;3910;p302"/>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3911" name="Google Shape;3911;p302" descr="Alien Monster on Microsoft Windows 10 May 2019 Update"/>
          <p:cNvPicPr preferRelativeResize="0"/>
          <p:nvPr/>
        </p:nvPicPr>
        <p:blipFill rotWithShape="1">
          <a:blip r:embed="rId3">
            <a:alphaModFix/>
          </a:blip>
          <a:srcRect/>
          <a:stretch/>
        </p:blipFill>
        <p:spPr>
          <a:xfrm>
            <a:off x="12380171" y="2008417"/>
            <a:ext cx="452530" cy="452530"/>
          </a:xfrm>
          <a:prstGeom prst="rect">
            <a:avLst/>
          </a:prstGeom>
          <a:noFill/>
          <a:ln>
            <a:noFill/>
          </a:ln>
        </p:spPr>
      </p:pic>
      <p:sp>
        <p:nvSpPr>
          <p:cNvPr id="3912" name="Google Shape;3912;p302"/>
          <p:cNvSpPr/>
          <p:nvPr/>
        </p:nvSpPr>
        <p:spPr>
          <a:xfrm>
            <a:off x="7165909" y="382555"/>
            <a:ext cx="5026091"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13" name="Google Shape;3913;p302"/>
          <p:cNvSpPr txBox="1"/>
          <p:nvPr/>
        </p:nvSpPr>
        <p:spPr>
          <a:xfrm>
            <a:off x="8145626" y="1684433"/>
            <a:ext cx="2489721" cy="2954655"/>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1</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4A7B8B"/>
                </a:solidFill>
                <a:highlight>
                  <a:srgbClr val="B3FF00"/>
                </a:highlight>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p:txBody>
      </p:sp>
      <p:sp>
        <p:nvSpPr>
          <p:cNvPr id="3914" name="Google Shape;3914;p302"/>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15" name="Google Shape;3915;p302"/>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Shape 3920"/>
        <p:cNvGrpSpPr/>
        <p:nvPr/>
      </p:nvGrpSpPr>
      <p:grpSpPr>
        <a:xfrm>
          <a:off x="0" y="0"/>
          <a:ext cx="0" cy="0"/>
          <a:chOff x="0" y="0"/>
          <a:chExt cx="0" cy="0"/>
        </a:xfrm>
      </p:grpSpPr>
      <p:grpSp>
        <p:nvGrpSpPr>
          <p:cNvPr id="3921" name="Google Shape;3921;p303"/>
          <p:cNvGrpSpPr/>
          <p:nvPr/>
        </p:nvGrpSpPr>
        <p:grpSpPr>
          <a:xfrm>
            <a:off x="503854" y="611156"/>
            <a:ext cx="5946712" cy="5635688"/>
            <a:chOff x="503854" y="531846"/>
            <a:chExt cx="5946712" cy="5635688"/>
          </a:xfrm>
        </p:grpSpPr>
        <p:sp>
          <p:nvSpPr>
            <p:cNvPr id="3922" name="Google Shape;3922;p303"/>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23" name="Google Shape;3923;p303"/>
            <p:cNvSpPr/>
            <p:nvPr/>
          </p:nvSpPr>
          <p:spPr>
            <a:xfrm>
              <a:off x="1775928"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24" name="Google Shape;3924;p303"/>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25" name="Google Shape;3925;p303"/>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26" name="Google Shape;3926;p303"/>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27" name="Google Shape;3927;p303"/>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28" name="Google Shape;3928;p303"/>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29" name="Google Shape;3929;p303"/>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30" name="Google Shape;3930;p303"/>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31" name="Google Shape;3931;p303"/>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32" name="Google Shape;3932;p303"/>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33" name="Google Shape;3933;p303"/>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34" name="Google Shape;3934;p303"/>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35" name="Google Shape;3935;p303"/>
            <p:cNvSpPr/>
            <p:nvPr/>
          </p:nvSpPr>
          <p:spPr>
            <a:xfrm>
              <a:off x="4320076"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36" name="Google Shape;3936;p303"/>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37" name="Google Shape;3937;p303"/>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38" name="Google Shape;3938;p303"/>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39" name="Google Shape;3939;p303"/>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40" name="Google Shape;3940;p303"/>
            <p:cNvSpPr/>
            <p:nvPr/>
          </p:nvSpPr>
          <p:spPr>
            <a:xfrm>
              <a:off x="4320076" y="4114800"/>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41" name="Google Shape;3941;p303"/>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42" name="Google Shape;3942;p303"/>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43" name="Google Shape;3943;p303"/>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44" name="Google Shape;3944;p303"/>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45" name="Google Shape;3945;p303"/>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46" name="Google Shape;3946;p303"/>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3947" name="Google Shape;3947;p303" descr="Alien Monster on Microsoft Windows 10 May 2019 Update"/>
          <p:cNvPicPr preferRelativeResize="0"/>
          <p:nvPr/>
        </p:nvPicPr>
        <p:blipFill rotWithShape="1">
          <a:blip r:embed="rId3">
            <a:alphaModFix/>
          </a:blip>
          <a:srcRect/>
          <a:stretch/>
        </p:blipFill>
        <p:spPr>
          <a:xfrm>
            <a:off x="-908172" y="2008417"/>
            <a:ext cx="452530" cy="452530"/>
          </a:xfrm>
          <a:prstGeom prst="rect">
            <a:avLst/>
          </a:prstGeom>
          <a:noFill/>
          <a:ln>
            <a:noFill/>
          </a:ln>
        </p:spPr>
      </p:pic>
      <p:pic>
        <p:nvPicPr>
          <p:cNvPr id="3948" name="Google Shape;3948;p303" descr="Chequered Flag on Microsoft Windows 10"/>
          <p:cNvPicPr preferRelativeResize="0"/>
          <p:nvPr/>
        </p:nvPicPr>
        <p:blipFill rotWithShape="1">
          <a:blip r:embed="rId4">
            <a:alphaModFix/>
          </a:blip>
          <a:srcRect/>
          <a:stretch/>
        </p:blipFill>
        <p:spPr>
          <a:xfrm>
            <a:off x="4553339" y="4416878"/>
            <a:ext cx="412880" cy="412880"/>
          </a:xfrm>
          <a:prstGeom prst="rect">
            <a:avLst/>
          </a:prstGeom>
          <a:noFill/>
          <a:ln>
            <a:noFill/>
          </a:ln>
        </p:spPr>
      </p:pic>
      <p:cxnSp>
        <p:nvCxnSpPr>
          <p:cNvPr id="3949" name="Google Shape;3949;p303"/>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3950" name="Google Shape;3950;p303" descr="Alien Monster on Microsoft Windows 10 May 2019 Update"/>
          <p:cNvPicPr preferRelativeResize="0"/>
          <p:nvPr/>
        </p:nvPicPr>
        <p:blipFill rotWithShape="1">
          <a:blip r:embed="rId3">
            <a:alphaModFix/>
          </a:blip>
          <a:srcRect/>
          <a:stretch/>
        </p:blipFill>
        <p:spPr>
          <a:xfrm>
            <a:off x="5795093" y="2008417"/>
            <a:ext cx="452530" cy="452530"/>
          </a:xfrm>
          <a:prstGeom prst="rect">
            <a:avLst/>
          </a:prstGeom>
          <a:noFill/>
          <a:ln>
            <a:noFill/>
          </a:ln>
        </p:spPr>
      </p:pic>
      <p:sp>
        <p:nvSpPr>
          <p:cNvPr id="3951" name="Google Shape;3951;p303"/>
          <p:cNvSpPr/>
          <p:nvPr/>
        </p:nvSpPr>
        <p:spPr>
          <a:xfrm>
            <a:off x="7165909" y="382555"/>
            <a:ext cx="5026091"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52" name="Google Shape;3952;p303"/>
          <p:cNvSpPr txBox="1"/>
          <p:nvPr/>
        </p:nvSpPr>
        <p:spPr>
          <a:xfrm>
            <a:off x="8145626" y="1684433"/>
            <a:ext cx="2489721" cy="2954655"/>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1</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4A7B8B"/>
                </a:solidFill>
                <a:highlight>
                  <a:srgbClr val="B3FF00"/>
                </a:highlight>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p:txBody>
      </p:sp>
      <p:sp>
        <p:nvSpPr>
          <p:cNvPr id="3953" name="Google Shape;3953;p303"/>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54" name="Google Shape;3954;p303"/>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Shape 3959"/>
        <p:cNvGrpSpPr/>
        <p:nvPr/>
      </p:nvGrpSpPr>
      <p:grpSpPr>
        <a:xfrm>
          <a:off x="0" y="0"/>
          <a:ext cx="0" cy="0"/>
          <a:chOff x="0" y="0"/>
          <a:chExt cx="0" cy="0"/>
        </a:xfrm>
      </p:grpSpPr>
      <p:grpSp>
        <p:nvGrpSpPr>
          <p:cNvPr id="3960" name="Google Shape;3960;p304"/>
          <p:cNvGrpSpPr/>
          <p:nvPr/>
        </p:nvGrpSpPr>
        <p:grpSpPr>
          <a:xfrm>
            <a:off x="503854" y="611156"/>
            <a:ext cx="5946712" cy="5635688"/>
            <a:chOff x="503854" y="531846"/>
            <a:chExt cx="5946712" cy="5635688"/>
          </a:xfrm>
        </p:grpSpPr>
        <p:sp>
          <p:nvSpPr>
            <p:cNvPr id="3961" name="Google Shape;3961;p304"/>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62" name="Google Shape;3962;p304"/>
            <p:cNvSpPr/>
            <p:nvPr/>
          </p:nvSpPr>
          <p:spPr>
            <a:xfrm>
              <a:off x="1775928"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63" name="Google Shape;3963;p304"/>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64" name="Google Shape;3964;p304"/>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65" name="Google Shape;3965;p304"/>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66" name="Google Shape;3966;p304"/>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67" name="Google Shape;3967;p304"/>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68" name="Google Shape;3968;p304"/>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69" name="Google Shape;3969;p304"/>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70" name="Google Shape;3970;p304"/>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71" name="Google Shape;3971;p304"/>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72" name="Google Shape;3972;p304"/>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73" name="Google Shape;3973;p304"/>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74" name="Google Shape;3974;p304"/>
            <p:cNvSpPr/>
            <p:nvPr/>
          </p:nvSpPr>
          <p:spPr>
            <a:xfrm>
              <a:off x="4320076"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75" name="Google Shape;3975;p304"/>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76" name="Google Shape;3976;p304"/>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77" name="Google Shape;3977;p304"/>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78" name="Google Shape;3978;p304"/>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79" name="Google Shape;3979;p304"/>
            <p:cNvSpPr/>
            <p:nvPr/>
          </p:nvSpPr>
          <p:spPr>
            <a:xfrm>
              <a:off x="4320076" y="4114800"/>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80" name="Google Shape;3980;p304"/>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81" name="Google Shape;3981;p304"/>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82" name="Google Shape;3982;p304"/>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83" name="Google Shape;3983;p304"/>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84" name="Google Shape;3984;p304"/>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85" name="Google Shape;3985;p304"/>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3986" name="Google Shape;3986;p304" descr="Alien Monster on Microsoft Windows 10 May 2019 Update"/>
          <p:cNvPicPr preferRelativeResize="0"/>
          <p:nvPr/>
        </p:nvPicPr>
        <p:blipFill rotWithShape="1">
          <a:blip r:embed="rId3">
            <a:alphaModFix/>
          </a:blip>
          <a:srcRect/>
          <a:stretch/>
        </p:blipFill>
        <p:spPr>
          <a:xfrm>
            <a:off x="-908172" y="2008417"/>
            <a:ext cx="452530" cy="452530"/>
          </a:xfrm>
          <a:prstGeom prst="rect">
            <a:avLst/>
          </a:prstGeom>
          <a:noFill/>
          <a:ln>
            <a:noFill/>
          </a:ln>
        </p:spPr>
      </p:pic>
      <p:pic>
        <p:nvPicPr>
          <p:cNvPr id="3987" name="Google Shape;3987;p304" descr="Chequered Flag on Microsoft Windows 10"/>
          <p:cNvPicPr preferRelativeResize="0"/>
          <p:nvPr/>
        </p:nvPicPr>
        <p:blipFill rotWithShape="1">
          <a:blip r:embed="rId4">
            <a:alphaModFix/>
          </a:blip>
          <a:srcRect/>
          <a:stretch/>
        </p:blipFill>
        <p:spPr>
          <a:xfrm>
            <a:off x="4553339" y="4416878"/>
            <a:ext cx="412880" cy="412880"/>
          </a:xfrm>
          <a:prstGeom prst="rect">
            <a:avLst/>
          </a:prstGeom>
          <a:noFill/>
          <a:ln>
            <a:noFill/>
          </a:ln>
        </p:spPr>
      </p:pic>
      <p:cxnSp>
        <p:nvCxnSpPr>
          <p:cNvPr id="3988" name="Google Shape;3988;p304"/>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3989" name="Google Shape;3989;p304" descr="Alien Monster on Microsoft Windows 10 May 2019 Update"/>
          <p:cNvPicPr preferRelativeResize="0"/>
          <p:nvPr/>
        </p:nvPicPr>
        <p:blipFill rotWithShape="1">
          <a:blip r:embed="rId3">
            <a:alphaModFix/>
          </a:blip>
          <a:srcRect/>
          <a:stretch/>
        </p:blipFill>
        <p:spPr>
          <a:xfrm>
            <a:off x="5795093" y="3202735"/>
            <a:ext cx="452530" cy="452530"/>
          </a:xfrm>
          <a:prstGeom prst="rect">
            <a:avLst/>
          </a:prstGeom>
          <a:noFill/>
          <a:ln>
            <a:noFill/>
          </a:ln>
        </p:spPr>
      </p:pic>
      <p:sp>
        <p:nvSpPr>
          <p:cNvPr id="3990" name="Google Shape;3990;p304"/>
          <p:cNvSpPr/>
          <p:nvPr/>
        </p:nvSpPr>
        <p:spPr>
          <a:xfrm>
            <a:off x="7165909" y="382555"/>
            <a:ext cx="5026091"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91" name="Google Shape;3991;p304"/>
          <p:cNvSpPr txBox="1"/>
          <p:nvPr/>
        </p:nvSpPr>
        <p:spPr>
          <a:xfrm>
            <a:off x="8145626" y="1684433"/>
            <a:ext cx="2489721" cy="2954655"/>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0</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4A7B8B"/>
                </a:solidFill>
                <a:highlight>
                  <a:srgbClr val="B3FF00"/>
                </a:highlight>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p:txBody>
      </p:sp>
      <p:sp>
        <p:nvSpPr>
          <p:cNvPr id="3992" name="Google Shape;3992;p304"/>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93" name="Google Shape;3993;p304"/>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Shape 3998"/>
        <p:cNvGrpSpPr/>
        <p:nvPr/>
      </p:nvGrpSpPr>
      <p:grpSpPr>
        <a:xfrm>
          <a:off x="0" y="0"/>
          <a:ext cx="0" cy="0"/>
          <a:chOff x="0" y="0"/>
          <a:chExt cx="0" cy="0"/>
        </a:xfrm>
      </p:grpSpPr>
      <p:grpSp>
        <p:nvGrpSpPr>
          <p:cNvPr id="3999" name="Google Shape;3999;p305"/>
          <p:cNvGrpSpPr/>
          <p:nvPr/>
        </p:nvGrpSpPr>
        <p:grpSpPr>
          <a:xfrm>
            <a:off x="503854" y="611156"/>
            <a:ext cx="5946712" cy="5635688"/>
            <a:chOff x="503854" y="531846"/>
            <a:chExt cx="5946712" cy="5635688"/>
          </a:xfrm>
        </p:grpSpPr>
        <p:sp>
          <p:nvSpPr>
            <p:cNvPr id="4000" name="Google Shape;4000;p305"/>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01" name="Google Shape;4001;p305"/>
            <p:cNvSpPr/>
            <p:nvPr/>
          </p:nvSpPr>
          <p:spPr>
            <a:xfrm>
              <a:off x="1775928"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02" name="Google Shape;4002;p305"/>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03" name="Google Shape;4003;p305"/>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04" name="Google Shape;4004;p305"/>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05" name="Google Shape;4005;p305"/>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06" name="Google Shape;4006;p305"/>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07" name="Google Shape;4007;p305"/>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08" name="Google Shape;4008;p305"/>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09" name="Google Shape;4009;p305"/>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10" name="Google Shape;4010;p305"/>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11" name="Google Shape;4011;p305"/>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12" name="Google Shape;4012;p305"/>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13" name="Google Shape;4013;p305"/>
            <p:cNvSpPr/>
            <p:nvPr/>
          </p:nvSpPr>
          <p:spPr>
            <a:xfrm>
              <a:off x="4320076"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14" name="Google Shape;4014;p305"/>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15" name="Google Shape;4015;p305"/>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16" name="Google Shape;4016;p305"/>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17" name="Google Shape;4017;p305"/>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18" name="Google Shape;4018;p305"/>
            <p:cNvSpPr/>
            <p:nvPr/>
          </p:nvSpPr>
          <p:spPr>
            <a:xfrm>
              <a:off x="4320076" y="4114800"/>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19" name="Google Shape;4019;p305"/>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20" name="Google Shape;4020;p305"/>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21" name="Google Shape;4021;p305"/>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22" name="Google Shape;4022;p305"/>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23" name="Google Shape;4023;p305"/>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24" name="Google Shape;4024;p305"/>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025" name="Google Shape;4025;p305" descr="Alien Monster on Microsoft Windows 10 May 2019 Update"/>
          <p:cNvPicPr preferRelativeResize="0"/>
          <p:nvPr/>
        </p:nvPicPr>
        <p:blipFill rotWithShape="1">
          <a:blip r:embed="rId3">
            <a:alphaModFix/>
          </a:blip>
          <a:srcRect/>
          <a:stretch/>
        </p:blipFill>
        <p:spPr>
          <a:xfrm>
            <a:off x="-908172" y="2008417"/>
            <a:ext cx="452530" cy="452530"/>
          </a:xfrm>
          <a:prstGeom prst="rect">
            <a:avLst/>
          </a:prstGeom>
          <a:noFill/>
          <a:ln>
            <a:noFill/>
          </a:ln>
        </p:spPr>
      </p:pic>
      <p:pic>
        <p:nvPicPr>
          <p:cNvPr id="4026" name="Google Shape;4026;p305" descr="Chequered Flag on Microsoft Windows 10"/>
          <p:cNvPicPr preferRelativeResize="0"/>
          <p:nvPr/>
        </p:nvPicPr>
        <p:blipFill rotWithShape="1">
          <a:blip r:embed="rId4">
            <a:alphaModFix/>
          </a:blip>
          <a:srcRect/>
          <a:stretch/>
        </p:blipFill>
        <p:spPr>
          <a:xfrm>
            <a:off x="4553339" y="4416878"/>
            <a:ext cx="412880" cy="412880"/>
          </a:xfrm>
          <a:prstGeom prst="rect">
            <a:avLst/>
          </a:prstGeom>
          <a:noFill/>
          <a:ln>
            <a:noFill/>
          </a:ln>
        </p:spPr>
      </p:pic>
      <p:cxnSp>
        <p:nvCxnSpPr>
          <p:cNvPr id="4027" name="Google Shape;4027;p305"/>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4028" name="Google Shape;4028;p305" descr="Alien Monster on Microsoft Windows 10 May 2019 Update"/>
          <p:cNvPicPr preferRelativeResize="0"/>
          <p:nvPr/>
        </p:nvPicPr>
        <p:blipFill rotWithShape="1">
          <a:blip r:embed="rId3">
            <a:alphaModFix/>
          </a:blip>
          <a:srcRect/>
          <a:stretch/>
        </p:blipFill>
        <p:spPr>
          <a:xfrm>
            <a:off x="4523019" y="3202735"/>
            <a:ext cx="452530" cy="452530"/>
          </a:xfrm>
          <a:prstGeom prst="rect">
            <a:avLst/>
          </a:prstGeom>
          <a:noFill/>
          <a:ln>
            <a:noFill/>
          </a:ln>
        </p:spPr>
      </p:pic>
      <p:sp>
        <p:nvSpPr>
          <p:cNvPr id="4029" name="Google Shape;4029;p305"/>
          <p:cNvSpPr/>
          <p:nvPr/>
        </p:nvSpPr>
        <p:spPr>
          <a:xfrm>
            <a:off x="7165909" y="382555"/>
            <a:ext cx="5026091"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30" name="Google Shape;4030;p305"/>
          <p:cNvSpPr txBox="1"/>
          <p:nvPr/>
        </p:nvSpPr>
        <p:spPr>
          <a:xfrm>
            <a:off x="8145626" y="1684433"/>
            <a:ext cx="2489721" cy="2954655"/>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0</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4A7B8B"/>
                </a:solidFill>
                <a:highlight>
                  <a:srgbClr val="B3FF00"/>
                </a:highlight>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p:txBody>
      </p:sp>
      <p:sp>
        <p:nvSpPr>
          <p:cNvPr id="4031" name="Google Shape;4031;p305"/>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32" name="Google Shape;4032;p305"/>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Shape 4037"/>
        <p:cNvGrpSpPr/>
        <p:nvPr/>
      </p:nvGrpSpPr>
      <p:grpSpPr>
        <a:xfrm>
          <a:off x="0" y="0"/>
          <a:ext cx="0" cy="0"/>
          <a:chOff x="0" y="0"/>
          <a:chExt cx="0" cy="0"/>
        </a:xfrm>
      </p:grpSpPr>
      <p:grpSp>
        <p:nvGrpSpPr>
          <p:cNvPr id="4038" name="Google Shape;4038;p306"/>
          <p:cNvGrpSpPr/>
          <p:nvPr/>
        </p:nvGrpSpPr>
        <p:grpSpPr>
          <a:xfrm>
            <a:off x="503854" y="611156"/>
            <a:ext cx="5946712" cy="5635688"/>
            <a:chOff x="503854" y="531846"/>
            <a:chExt cx="5946712" cy="5635688"/>
          </a:xfrm>
        </p:grpSpPr>
        <p:sp>
          <p:nvSpPr>
            <p:cNvPr id="4039" name="Google Shape;4039;p306"/>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40" name="Google Shape;4040;p306"/>
            <p:cNvSpPr/>
            <p:nvPr/>
          </p:nvSpPr>
          <p:spPr>
            <a:xfrm>
              <a:off x="1775928"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41" name="Google Shape;4041;p306"/>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42" name="Google Shape;4042;p306"/>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43" name="Google Shape;4043;p306"/>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44" name="Google Shape;4044;p306"/>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45" name="Google Shape;4045;p306"/>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46" name="Google Shape;4046;p306"/>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47" name="Google Shape;4047;p306"/>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48" name="Google Shape;4048;p306"/>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49" name="Google Shape;4049;p306"/>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50" name="Google Shape;4050;p306"/>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51" name="Google Shape;4051;p306"/>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52" name="Google Shape;4052;p306"/>
            <p:cNvSpPr/>
            <p:nvPr/>
          </p:nvSpPr>
          <p:spPr>
            <a:xfrm>
              <a:off x="4320076"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53" name="Google Shape;4053;p306"/>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54" name="Google Shape;4054;p306"/>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55" name="Google Shape;4055;p306"/>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56" name="Google Shape;4056;p306"/>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57" name="Google Shape;4057;p306"/>
            <p:cNvSpPr/>
            <p:nvPr/>
          </p:nvSpPr>
          <p:spPr>
            <a:xfrm>
              <a:off x="4320076" y="4114800"/>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58" name="Google Shape;4058;p306"/>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59" name="Google Shape;4059;p306"/>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60" name="Google Shape;4060;p306"/>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61" name="Google Shape;4061;p306"/>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62" name="Google Shape;4062;p306"/>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63" name="Google Shape;4063;p306"/>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064" name="Google Shape;4064;p306" descr="Alien Monster on Microsoft Windows 10 May 2019 Update"/>
          <p:cNvPicPr preferRelativeResize="0"/>
          <p:nvPr/>
        </p:nvPicPr>
        <p:blipFill rotWithShape="1">
          <a:blip r:embed="rId3">
            <a:alphaModFix/>
          </a:blip>
          <a:srcRect/>
          <a:stretch/>
        </p:blipFill>
        <p:spPr>
          <a:xfrm>
            <a:off x="-908172" y="2008417"/>
            <a:ext cx="452530" cy="452530"/>
          </a:xfrm>
          <a:prstGeom prst="rect">
            <a:avLst/>
          </a:prstGeom>
          <a:noFill/>
          <a:ln>
            <a:noFill/>
          </a:ln>
        </p:spPr>
      </p:pic>
      <p:pic>
        <p:nvPicPr>
          <p:cNvPr id="4065" name="Google Shape;4065;p306" descr="Chequered Flag on Microsoft Windows 10"/>
          <p:cNvPicPr preferRelativeResize="0"/>
          <p:nvPr/>
        </p:nvPicPr>
        <p:blipFill rotWithShape="1">
          <a:blip r:embed="rId4">
            <a:alphaModFix/>
          </a:blip>
          <a:srcRect/>
          <a:stretch/>
        </p:blipFill>
        <p:spPr>
          <a:xfrm>
            <a:off x="4553339" y="4416878"/>
            <a:ext cx="412880" cy="412880"/>
          </a:xfrm>
          <a:prstGeom prst="rect">
            <a:avLst/>
          </a:prstGeom>
          <a:noFill/>
          <a:ln>
            <a:noFill/>
          </a:ln>
        </p:spPr>
      </p:pic>
      <p:cxnSp>
        <p:nvCxnSpPr>
          <p:cNvPr id="4066" name="Google Shape;4066;p306"/>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4067" name="Google Shape;4067;p306" descr="Alien Monster on Microsoft Windows 10 May 2019 Update"/>
          <p:cNvPicPr preferRelativeResize="0"/>
          <p:nvPr/>
        </p:nvPicPr>
        <p:blipFill rotWithShape="1">
          <a:blip r:embed="rId3">
            <a:alphaModFix/>
          </a:blip>
          <a:srcRect/>
          <a:stretch/>
        </p:blipFill>
        <p:spPr>
          <a:xfrm>
            <a:off x="4523019" y="4397053"/>
            <a:ext cx="452530" cy="452530"/>
          </a:xfrm>
          <a:prstGeom prst="rect">
            <a:avLst/>
          </a:prstGeom>
          <a:noFill/>
          <a:ln>
            <a:noFill/>
          </a:ln>
        </p:spPr>
      </p:pic>
      <p:sp>
        <p:nvSpPr>
          <p:cNvPr id="4068" name="Google Shape;4068;p306"/>
          <p:cNvSpPr/>
          <p:nvPr/>
        </p:nvSpPr>
        <p:spPr>
          <a:xfrm>
            <a:off x="7165909" y="382555"/>
            <a:ext cx="5026091"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69" name="Google Shape;4069;p306"/>
          <p:cNvSpPr txBox="1"/>
          <p:nvPr/>
        </p:nvSpPr>
        <p:spPr>
          <a:xfrm>
            <a:off x="8145626" y="1684433"/>
            <a:ext cx="2489721" cy="2954655"/>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0</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highlight>
                  <a:srgbClr val="B3FF00"/>
                </a:highlight>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p:txBody>
      </p:sp>
      <p:pic>
        <p:nvPicPr>
          <p:cNvPr id="4070" name="Google Shape;4070;p306" descr="Check Mark Button on Microsoft Windows 10 May 2019 Update"/>
          <p:cNvPicPr preferRelativeResize="0"/>
          <p:nvPr/>
        </p:nvPicPr>
        <p:blipFill rotWithShape="1">
          <a:blip r:embed="rId5">
            <a:alphaModFix/>
          </a:blip>
          <a:srcRect/>
          <a:stretch/>
        </p:blipFill>
        <p:spPr>
          <a:xfrm>
            <a:off x="10907485" y="5738327"/>
            <a:ext cx="737117" cy="737117"/>
          </a:xfrm>
          <a:prstGeom prst="rect">
            <a:avLst/>
          </a:prstGeom>
          <a:noFill/>
          <a:ln>
            <a:noFill/>
          </a:ln>
        </p:spPr>
      </p:pic>
      <p:pic>
        <p:nvPicPr>
          <p:cNvPr id="4071" name="Google Shape;4071;p306" descr="Smiling Face with Sunglasses on Microsoft Windows 10 May 2019 Update"/>
          <p:cNvPicPr preferRelativeResize="0"/>
          <p:nvPr/>
        </p:nvPicPr>
        <p:blipFill rotWithShape="1">
          <a:blip r:embed="rId6">
            <a:alphaModFix/>
          </a:blip>
          <a:srcRect/>
          <a:stretch/>
        </p:blipFill>
        <p:spPr>
          <a:xfrm>
            <a:off x="10065183" y="5883516"/>
            <a:ext cx="446738" cy="446738"/>
          </a:xfrm>
          <a:prstGeom prst="rect">
            <a:avLst/>
          </a:prstGeom>
          <a:noFill/>
          <a:ln>
            <a:noFill/>
          </a:ln>
        </p:spPr>
      </p:pic>
      <p:sp>
        <p:nvSpPr>
          <p:cNvPr id="4072" name="Google Shape;4072;p306"/>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73" name="Google Shape;4073;p306"/>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Shape 4078"/>
        <p:cNvGrpSpPr/>
        <p:nvPr/>
      </p:nvGrpSpPr>
      <p:grpSpPr>
        <a:xfrm>
          <a:off x="0" y="0"/>
          <a:ext cx="0" cy="0"/>
          <a:chOff x="0" y="0"/>
          <a:chExt cx="0" cy="0"/>
        </a:xfrm>
      </p:grpSpPr>
      <p:grpSp>
        <p:nvGrpSpPr>
          <p:cNvPr id="7" name="Google Shape;1916;p14"/>
          <p:cNvGrpSpPr/>
          <p:nvPr/>
        </p:nvGrpSpPr>
        <p:grpSpPr>
          <a:xfrm>
            <a:off x="-182879" y="0"/>
            <a:ext cx="12374880" cy="6858000"/>
            <a:chOff x="0" y="0"/>
            <a:chExt cx="17348200" cy="9751550"/>
          </a:xfrm>
        </p:grpSpPr>
        <p:pic>
          <p:nvPicPr>
            <p:cNvPr id="8" name="Google Shape;1917;p14"/>
            <p:cNvPicPr preferRelativeResize="0"/>
            <p:nvPr/>
          </p:nvPicPr>
          <p:blipFill rotWithShape="1">
            <a:blip r:embed="rId3">
              <a:alphaModFix/>
            </a:blip>
            <a:srcRect/>
            <a:stretch/>
          </p:blipFill>
          <p:spPr>
            <a:xfrm>
              <a:off x="0" y="0"/>
              <a:ext cx="17348200" cy="9751550"/>
            </a:xfrm>
            <a:prstGeom prst="rect">
              <a:avLst/>
            </a:prstGeom>
            <a:noFill/>
            <a:ln>
              <a:noFill/>
            </a:ln>
          </p:spPr>
        </p:pic>
        <p:pic>
          <p:nvPicPr>
            <p:cNvPr id="9" name="Google Shape;1918;p14"/>
            <p:cNvPicPr preferRelativeResize="0"/>
            <p:nvPr/>
          </p:nvPicPr>
          <p:blipFill rotWithShape="1">
            <a:blip r:embed="rId4">
              <a:alphaModFix/>
            </a:blip>
            <a:srcRect/>
            <a:stretch/>
          </p:blipFill>
          <p:spPr>
            <a:xfrm>
              <a:off x="14496174" y="621652"/>
              <a:ext cx="382086" cy="226860"/>
            </a:xfrm>
            <a:prstGeom prst="rect">
              <a:avLst/>
            </a:prstGeom>
            <a:noFill/>
            <a:ln>
              <a:noFill/>
            </a:ln>
          </p:spPr>
        </p:pic>
        <p:sp>
          <p:nvSpPr>
            <p:cNvPr id="10" name="Google Shape;1919;p14"/>
            <p:cNvSpPr/>
            <p:nvPr/>
          </p:nvSpPr>
          <p:spPr>
            <a:xfrm>
              <a:off x="14410028" y="884923"/>
              <a:ext cx="289560" cy="247650"/>
            </a:xfrm>
            <a:custGeom>
              <a:avLst/>
              <a:gdLst/>
              <a:ahLst/>
              <a:cxnLst/>
              <a:rect l="l" t="t" r="r" b="b"/>
              <a:pathLst>
                <a:path w="289559" h="247650" extrusionOk="0">
                  <a:moveTo>
                    <a:pt x="255955" y="0"/>
                  </a:moveTo>
                  <a:lnTo>
                    <a:pt x="240779" y="0"/>
                  </a:lnTo>
                  <a:lnTo>
                    <a:pt x="236550" y="2806"/>
                  </a:lnTo>
                  <a:lnTo>
                    <a:pt x="144741" y="191325"/>
                  </a:lnTo>
                  <a:lnTo>
                    <a:pt x="52616" y="2806"/>
                  </a:lnTo>
                  <a:lnTo>
                    <a:pt x="48386" y="0"/>
                  </a:lnTo>
                  <a:lnTo>
                    <a:pt x="33197" y="0"/>
                  </a:lnTo>
                  <a:lnTo>
                    <a:pt x="28270" y="5981"/>
                  </a:lnTo>
                  <a:lnTo>
                    <a:pt x="0" y="240410"/>
                  </a:lnTo>
                  <a:lnTo>
                    <a:pt x="4229" y="246062"/>
                  </a:lnTo>
                  <a:lnTo>
                    <a:pt x="17310" y="247472"/>
                  </a:lnTo>
                  <a:lnTo>
                    <a:pt x="22593" y="242887"/>
                  </a:lnTo>
                  <a:lnTo>
                    <a:pt x="46964" y="43421"/>
                  </a:lnTo>
                  <a:lnTo>
                    <a:pt x="129222" y="210045"/>
                  </a:lnTo>
                  <a:lnTo>
                    <a:pt x="131686" y="215353"/>
                  </a:lnTo>
                  <a:lnTo>
                    <a:pt x="136296" y="222402"/>
                  </a:lnTo>
                  <a:lnTo>
                    <a:pt x="153225" y="222402"/>
                  </a:lnTo>
                  <a:lnTo>
                    <a:pt x="157822" y="215353"/>
                  </a:lnTo>
                  <a:lnTo>
                    <a:pt x="242188" y="43421"/>
                  </a:lnTo>
                  <a:lnTo>
                    <a:pt x="266534" y="242887"/>
                  </a:lnTo>
                  <a:lnTo>
                    <a:pt x="271856" y="247472"/>
                  </a:lnTo>
                  <a:lnTo>
                    <a:pt x="284911" y="246062"/>
                  </a:lnTo>
                  <a:lnTo>
                    <a:pt x="289140" y="240410"/>
                  </a:lnTo>
                  <a:lnTo>
                    <a:pt x="288442" y="233692"/>
                  </a:lnTo>
                  <a:lnTo>
                    <a:pt x="260908" y="5981"/>
                  </a:lnTo>
                  <a:lnTo>
                    <a:pt x="255955"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1" name="Google Shape;1920;p14"/>
            <p:cNvPicPr preferRelativeResize="0"/>
            <p:nvPr/>
          </p:nvPicPr>
          <p:blipFill rotWithShape="1">
            <a:blip r:embed="rId5">
              <a:alphaModFix/>
            </a:blip>
            <a:srcRect/>
            <a:stretch/>
          </p:blipFill>
          <p:spPr>
            <a:xfrm>
              <a:off x="14755812" y="884923"/>
              <a:ext cx="172275" cy="248526"/>
            </a:xfrm>
            <a:prstGeom prst="rect">
              <a:avLst/>
            </a:prstGeom>
            <a:noFill/>
            <a:ln>
              <a:noFill/>
            </a:ln>
          </p:spPr>
        </p:pic>
        <p:pic>
          <p:nvPicPr>
            <p:cNvPr id="12" name="Google Shape;1921;p14"/>
            <p:cNvPicPr preferRelativeResize="0"/>
            <p:nvPr/>
          </p:nvPicPr>
          <p:blipFill rotWithShape="1">
            <a:blip r:embed="rId6">
              <a:alphaModFix/>
            </a:blip>
            <a:srcRect/>
            <a:stretch/>
          </p:blipFill>
          <p:spPr>
            <a:xfrm>
              <a:off x="14995346" y="884910"/>
              <a:ext cx="296633" cy="246773"/>
            </a:xfrm>
            <a:prstGeom prst="rect">
              <a:avLst/>
            </a:prstGeom>
            <a:noFill/>
            <a:ln>
              <a:noFill/>
            </a:ln>
          </p:spPr>
        </p:pic>
        <p:sp>
          <p:nvSpPr>
            <p:cNvPr id="13" name="Google Shape;1922;p14"/>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4" name="Google Shape;1923;p14"/>
            <p:cNvPicPr preferRelativeResize="0"/>
            <p:nvPr/>
          </p:nvPicPr>
          <p:blipFill rotWithShape="1">
            <a:blip r:embed="rId7">
              <a:alphaModFix/>
            </a:blip>
            <a:srcRect/>
            <a:stretch/>
          </p:blipFill>
          <p:spPr>
            <a:xfrm>
              <a:off x="15426004" y="886663"/>
              <a:ext cx="163791" cy="245021"/>
            </a:xfrm>
            <a:prstGeom prst="rect">
              <a:avLst/>
            </a:prstGeom>
            <a:noFill/>
            <a:ln>
              <a:noFill/>
            </a:ln>
          </p:spPr>
        </p:pic>
        <p:pic>
          <p:nvPicPr>
            <p:cNvPr id="15" name="Google Shape;1924;p14"/>
            <p:cNvPicPr preferRelativeResize="0"/>
            <p:nvPr/>
          </p:nvPicPr>
          <p:blipFill rotWithShape="1">
            <a:blip r:embed="rId8">
              <a:alphaModFix/>
            </a:blip>
            <a:srcRect/>
            <a:stretch/>
          </p:blipFill>
          <p:spPr>
            <a:xfrm>
              <a:off x="15638220" y="884910"/>
              <a:ext cx="128142" cy="244995"/>
            </a:xfrm>
            <a:prstGeom prst="rect">
              <a:avLst/>
            </a:prstGeom>
            <a:noFill/>
            <a:ln>
              <a:noFill/>
            </a:ln>
          </p:spPr>
        </p:pic>
        <p:sp>
          <p:nvSpPr>
            <p:cNvPr id="16" name="Google Shape;1925;p14"/>
            <p:cNvSpPr/>
            <p:nvPr/>
          </p:nvSpPr>
          <p:spPr>
            <a:xfrm>
              <a:off x="15807525" y="884923"/>
              <a:ext cx="23495" cy="247015"/>
            </a:xfrm>
            <a:custGeom>
              <a:avLst/>
              <a:gdLst/>
              <a:ahLst/>
              <a:cxnLst/>
              <a:rect l="l" t="t" r="r" b="b"/>
              <a:pathLst>
                <a:path w="23494" h="247015" extrusionOk="0">
                  <a:moveTo>
                    <a:pt x="18338" y="0"/>
                  </a:moveTo>
                  <a:lnTo>
                    <a:pt x="4914" y="0"/>
                  </a:lnTo>
                  <a:lnTo>
                    <a:pt x="0" y="5283"/>
                  </a:lnTo>
                  <a:lnTo>
                    <a:pt x="0" y="241452"/>
                  </a:lnTo>
                  <a:lnTo>
                    <a:pt x="4914" y="246761"/>
                  </a:lnTo>
                  <a:lnTo>
                    <a:pt x="18338" y="246761"/>
                  </a:lnTo>
                  <a:lnTo>
                    <a:pt x="23279" y="241452"/>
                  </a:lnTo>
                  <a:lnTo>
                    <a:pt x="23279" y="234759"/>
                  </a:lnTo>
                  <a:lnTo>
                    <a:pt x="23279"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7" name="Google Shape;1926;p14"/>
            <p:cNvPicPr preferRelativeResize="0"/>
            <p:nvPr/>
          </p:nvPicPr>
          <p:blipFill rotWithShape="1">
            <a:blip r:embed="rId9">
              <a:alphaModFix/>
            </a:blip>
            <a:srcRect/>
            <a:stretch/>
          </p:blipFill>
          <p:spPr>
            <a:xfrm>
              <a:off x="15884855" y="883856"/>
              <a:ext cx="424103" cy="249593"/>
            </a:xfrm>
            <a:prstGeom prst="rect">
              <a:avLst/>
            </a:prstGeom>
            <a:noFill/>
            <a:ln>
              <a:noFill/>
            </a:ln>
          </p:spPr>
        </p:pic>
        <p:sp>
          <p:nvSpPr>
            <p:cNvPr id="18" name="Google Shape;1927;p14"/>
            <p:cNvSpPr/>
            <p:nvPr/>
          </p:nvSpPr>
          <p:spPr>
            <a:xfrm>
              <a:off x="15068753" y="1280883"/>
              <a:ext cx="41910" cy="160655"/>
            </a:xfrm>
            <a:custGeom>
              <a:avLst/>
              <a:gdLst/>
              <a:ahLst/>
              <a:cxnLst/>
              <a:rect l="l" t="t" r="r" b="b"/>
              <a:pathLst>
                <a:path w="41909" h="160655" extrusionOk="0">
                  <a:moveTo>
                    <a:pt x="37338" y="0"/>
                  </a:moveTo>
                  <a:lnTo>
                    <a:pt x="27533" y="0"/>
                  </a:lnTo>
                  <a:lnTo>
                    <a:pt x="23482" y="3492"/>
                  </a:lnTo>
                  <a:lnTo>
                    <a:pt x="23482"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54" y="40652"/>
                  </a:lnTo>
                  <a:lnTo>
                    <a:pt x="26454" y="125488"/>
                  </a:lnTo>
                  <a:lnTo>
                    <a:pt x="26104" y="133764"/>
                  </a:lnTo>
                  <a:lnTo>
                    <a:pt x="23977" y="141384"/>
                  </a:lnTo>
                  <a:lnTo>
                    <a:pt x="18888" y="146968"/>
                  </a:lnTo>
                  <a:lnTo>
                    <a:pt x="9652" y="149136"/>
                  </a:lnTo>
                  <a:lnTo>
                    <a:pt x="2628" y="149136"/>
                  </a:lnTo>
                  <a:lnTo>
                    <a:pt x="0" y="151599"/>
                  </a:lnTo>
                  <a:lnTo>
                    <a:pt x="0" y="157899"/>
                  </a:lnTo>
                  <a:lnTo>
                    <a:pt x="2628" y="160350"/>
                  </a:lnTo>
                  <a:lnTo>
                    <a:pt x="9652" y="160350"/>
                  </a:lnTo>
                  <a:lnTo>
                    <a:pt x="23181" y="157662"/>
                  </a:lnTo>
                  <a:lnTo>
                    <a:pt x="31932"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9" name="Google Shape;1928;p14"/>
            <p:cNvPicPr preferRelativeResize="0"/>
            <p:nvPr/>
          </p:nvPicPr>
          <p:blipFill rotWithShape="1">
            <a:blip r:embed="rId10">
              <a:alphaModFix/>
            </a:blip>
            <a:srcRect/>
            <a:stretch/>
          </p:blipFill>
          <p:spPr>
            <a:xfrm>
              <a:off x="15129408" y="1280883"/>
              <a:ext cx="267182" cy="122504"/>
            </a:xfrm>
            <a:prstGeom prst="rect">
              <a:avLst/>
            </a:prstGeom>
            <a:noFill/>
            <a:ln>
              <a:noFill/>
            </a:ln>
          </p:spPr>
        </p:pic>
        <p:pic>
          <p:nvPicPr>
            <p:cNvPr id="20" name="Google Shape;1929;p14"/>
            <p:cNvPicPr preferRelativeResize="0"/>
            <p:nvPr/>
          </p:nvPicPr>
          <p:blipFill rotWithShape="1">
            <a:blip r:embed="rId11">
              <a:alphaModFix/>
            </a:blip>
            <a:srcRect/>
            <a:stretch/>
          </p:blipFill>
          <p:spPr>
            <a:xfrm>
              <a:off x="15417533" y="1318018"/>
              <a:ext cx="70281" cy="84480"/>
            </a:xfrm>
            <a:prstGeom prst="rect">
              <a:avLst/>
            </a:prstGeom>
            <a:noFill/>
            <a:ln>
              <a:noFill/>
            </a:ln>
          </p:spPr>
        </p:pic>
        <p:pic>
          <p:nvPicPr>
            <p:cNvPr id="21" name="Google Shape;1930;p14"/>
            <p:cNvPicPr preferRelativeResize="0"/>
            <p:nvPr/>
          </p:nvPicPr>
          <p:blipFill rotWithShape="1">
            <a:blip r:embed="rId12">
              <a:alphaModFix/>
            </a:blip>
            <a:srcRect/>
            <a:stretch/>
          </p:blipFill>
          <p:spPr>
            <a:xfrm>
              <a:off x="15509786" y="1318031"/>
              <a:ext cx="154444" cy="85356"/>
            </a:xfrm>
            <a:prstGeom prst="rect">
              <a:avLst/>
            </a:prstGeom>
            <a:noFill/>
            <a:ln>
              <a:noFill/>
            </a:ln>
          </p:spPr>
        </p:pic>
        <p:sp>
          <p:nvSpPr>
            <p:cNvPr id="22" name="Google Shape;1931;p14"/>
            <p:cNvSpPr/>
            <p:nvPr/>
          </p:nvSpPr>
          <p:spPr>
            <a:xfrm>
              <a:off x="15915462" y="1280883"/>
              <a:ext cx="41910" cy="160655"/>
            </a:xfrm>
            <a:custGeom>
              <a:avLst/>
              <a:gdLst/>
              <a:ahLst/>
              <a:cxnLst/>
              <a:rect l="l" t="t" r="r" b="b"/>
              <a:pathLst>
                <a:path w="41909" h="160655" extrusionOk="0">
                  <a:moveTo>
                    <a:pt x="37338" y="0"/>
                  </a:moveTo>
                  <a:lnTo>
                    <a:pt x="27533" y="0"/>
                  </a:lnTo>
                  <a:lnTo>
                    <a:pt x="23482" y="3492"/>
                  </a:lnTo>
                  <a:lnTo>
                    <a:pt x="23482"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79" y="40652"/>
                  </a:lnTo>
                  <a:lnTo>
                    <a:pt x="26479" y="125488"/>
                  </a:lnTo>
                  <a:lnTo>
                    <a:pt x="26114" y="133764"/>
                  </a:lnTo>
                  <a:lnTo>
                    <a:pt x="23979" y="141384"/>
                  </a:lnTo>
                  <a:lnTo>
                    <a:pt x="18883" y="146968"/>
                  </a:lnTo>
                  <a:lnTo>
                    <a:pt x="9639" y="149136"/>
                  </a:lnTo>
                  <a:lnTo>
                    <a:pt x="2628" y="149136"/>
                  </a:lnTo>
                  <a:lnTo>
                    <a:pt x="0" y="151599"/>
                  </a:lnTo>
                  <a:lnTo>
                    <a:pt x="0" y="157899"/>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3" name="Google Shape;1932;p14"/>
            <p:cNvPicPr preferRelativeResize="0"/>
            <p:nvPr/>
          </p:nvPicPr>
          <p:blipFill rotWithShape="1">
            <a:blip r:embed="rId13">
              <a:alphaModFix/>
            </a:blip>
            <a:srcRect/>
            <a:stretch/>
          </p:blipFill>
          <p:spPr>
            <a:xfrm>
              <a:off x="15976003" y="1280883"/>
              <a:ext cx="267169" cy="122504"/>
            </a:xfrm>
            <a:prstGeom prst="rect">
              <a:avLst/>
            </a:prstGeom>
            <a:noFill/>
            <a:ln>
              <a:noFill/>
            </a:ln>
          </p:spPr>
        </p:pic>
        <p:pic>
          <p:nvPicPr>
            <p:cNvPr id="24" name="Google Shape;1933;p14"/>
            <p:cNvPicPr preferRelativeResize="0"/>
            <p:nvPr/>
          </p:nvPicPr>
          <p:blipFill rotWithShape="1">
            <a:blip r:embed="rId14">
              <a:alphaModFix/>
            </a:blip>
            <a:srcRect/>
            <a:stretch/>
          </p:blipFill>
          <p:spPr>
            <a:xfrm>
              <a:off x="16264228" y="1318018"/>
              <a:ext cx="70294" cy="84480"/>
            </a:xfrm>
            <a:prstGeom prst="rect">
              <a:avLst/>
            </a:prstGeom>
            <a:noFill/>
            <a:ln>
              <a:noFill/>
            </a:ln>
          </p:spPr>
        </p:pic>
        <p:pic>
          <p:nvPicPr>
            <p:cNvPr id="25" name="Google Shape;1934;p14"/>
            <p:cNvPicPr preferRelativeResize="0"/>
            <p:nvPr/>
          </p:nvPicPr>
          <p:blipFill rotWithShape="1">
            <a:blip r:embed="rId15">
              <a:alphaModFix/>
            </a:blip>
            <a:srcRect/>
            <a:stretch/>
          </p:blipFill>
          <p:spPr>
            <a:xfrm>
              <a:off x="16356494" y="1318031"/>
              <a:ext cx="154444" cy="85356"/>
            </a:xfrm>
            <a:prstGeom prst="rect">
              <a:avLst/>
            </a:prstGeom>
            <a:noFill/>
            <a:ln>
              <a:noFill/>
            </a:ln>
          </p:spPr>
        </p:pic>
        <p:pic>
          <p:nvPicPr>
            <p:cNvPr id="26" name="Google Shape;1935;p14"/>
            <p:cNvPicPr preferRelativeResize="0"/>
            <p:nvPr/>
          </p:nvPicPr>
          <p:blipFill rotWithShape="1">
            <a:blip r:embed="rId16">
              <a:alphaModFix/>
            </a:blip>
            <a:srcRect/>
            <a:stretch/>
          </p:blipFill>
          <p:spPr>
            <a:xfrm>
              <a:off x="14201902" y="762152"/>
              <a:ext cx="2318892" cy="491769"/>
            </a:xfrm>
            <a:prstGeom prst="rect">
              <a:avLst/>
            </a:prstGeom>
            <a:noFill/>
            <a:ln>
              <a:noFill/>
            </a:ln>
          </p:spPr>
        </p:pic>
        <p:pic>
          <p:nvPicPr>
            <p:cNvPr id="27" name="Google Shape;1936;p14"/>
            <p:cNvPicPr preferRelativeResize="0"/>
            <p:nvPr/>
          </p:nvPicPr>
          <p:blipFill rotWithShape="1">
            <a:blip r:embed="rId17">
              <a:alphaModFix/>
            </a:blip>
            <a:srcRect/>
            <a:stretch/>
          </p:blipFill>
          <p:spPr>
            <a:xfrm>
              <a:off x="15628112" y="1170902"/>
              <a:ext cx="343154" cy="402703"/>
            </a:xfrm>
            <a:prstGeom prst="rect">
              <a:avLst/>
            </a:prstGeom>
            <a:noFill/>
            <a:ln>
              <a:noFill/>
            </a:ln>
          </p:spPr>
        </p:pic>
        <p:pic>
          <p:nvPicPr>
            <p:cNvPr id="28" name="Google Shape;1937;p14"/>
            <p:cNvPicPr preferRelativeResize="0"/>
            <p:nvPr/>
          </p:nvPicPr>
          <p:blipFill rotWithShape="1">
            <a:blip r:embed="rId18">
              <a:alphaModFix/>
            </a:blip>
            <a:srcRect/>
            <a:stretch/>
          </p:blipFill>
          <p:spPr>
            <a:xfrm>
              <a:off x="15609679" y="1517459"/>
              <a:ext cx="11447" cy="15589"/>
            </a:xfrm>
            <a:prstGeom prst="rect">
              <a:avLst/>
            </a:prstGeom>
            <a:noFill/>
            <a:ln>
              <a:noFill/>
            </a:ln>
          </p:spPr>
        </p:pic>
        <p:pic>
          <p:nvPicPr>
            <p:cNvPr id="29" name="Google Shape;1938;p14"/>
            <p:cNvPicPr preferRelativeResize="0"/>
            <p:nvPr/>
          </p:nvPicPr>
          <p:blipFill rotWithShape="1">
            <a:blip r:embed="rId19">
              <a:alphaModFix/>
            </a:blip>
            <a:srcRect/>
            <a:stretch/>
          </p:blipFill>
          <p:spPr>
            <a:xfrm>
              <a:off x="15628238" y="1428826"/>
              <a:ext cx="79630" cy="86550"/>
            </a:xfrm>
            <a:prstGeom prst="rect">
              <a:avLst/>
            </a:prstGeom>
            <a:noFill/>
            <a:ln>
              <a:noFill/>
            </a:ln>
          </p:spPr>
        </p:pic>
        <p:pic>
          <p:nvPicPr>
            <p:cNvPr id="30" name="Google Shape;1939;p14"/>
            <p:cNvPicPr preferRelativeResize="0"/>
            <p:nvPr/>
          </p:nvPicPr>
          <p:blipFill rotWithShape="1">
            <a:blip r:embed="rId20">
              <a:alphaModFix/>
            </a:blip>
            <a:srcRect/>
            <a:stretch/>
          </p:blipFill>
          <p:spPr>
            <a:xfrm>
              <a:off x="15665831" y="1458128"/>
              <a:ext cx="11683" cy="14600"/>
            </a:xfrm>
            <a:prstGeom prst="rect">
              <a:avLst/>
            </a:prstGeom>
            <a:noFill/>
            <a:ln>
              <a:noFill/>
            </a:ln>
          </p:spPr>
        </p:pic>
        <p:pic>
          <p:nvPicPr>
            <p:cNvPr id="31" name="Google Shape;1940;p14"/>
            <p:cNvPicPr preferRelativeResize="0"/>
            <p:nvPr/>
          </p:nvPicPr>
          <p:blipFill rotWithShape="1">
            <a:blip r:embed="rId21">
              <a:alphaModFix/>
            </a:blip>
            <a:srcRect/>
            <a:stretch/>
          </p:blipFill>
          <p:spPr>
            <a:xfrm>
              <a:off x="15624047" y="1433779"/>
              <a:ext cx="77215" cy="82550"/>
            </a:xfrm>
            <a:prstGeom prst="rect">
              <a:avLst/>
            </a:prstGeom>
            <a:noFill/>
            <a:ln>
              <a:noFill/>
            </a:ln>
          </p:spPr>
        </p:pic>
        <p:pic>
          <p:nvPicPr>
            <p:cNvPr id="32" name="Google Shape;1941;p14"/>
            <p:cNvPicPr preferRelativeResize="0"/>
            <p:nvPr/>
          </p:nvPicPr>
          <p:blipFill rotWithShape="1">
            <a:blip r:embed="rId22">
              <a:alphaModFix/>
            </a:blip>
            <a:srcRect/>
            <a:stretch/>
          </p:blipFill>
          <p:spPr>
            <a:xfrm>
              <a:off x="15901288" y="1256068"/>
              <a:ext cx="16763" cy="12903"/>
            </a:xfrm>
            <a:prstGeom prst="rect">
              <a:avLst/>
            </a:prstGeom>
            <a:noFill/>
            <a:ln>
              <a:noFill/>
            </a:ln>
          </p:spPr>
        </p:pic>
        <p:pic>
          <p:nvPicPr>
            <p:cNvPr id="33" name="Google Shape;1942;p14"/>
            <p:cNvPicPr preferRelativeResize="0"/>
            <p:nvPr/>
          </p:nvPicPr>
          <p:blipFill rotWithShape="1">
            <a:blip r:embed="rId23">
              <a:alphaModFix/>
            </a:blip>
            <a:srcRect/>
            <a:stretch/>
          </p:blipFill>
          <p:spPr>
            <a:xfrm>
              <a:off x="15680309" y="1450898"/>
              <a:ext cx="6731" cy="7950"/>
            </a:xfrm>
            <a:prstGeom prst="rect">
              <a:avLst/>
            </a:prstGeom>
            <a:noFill/>
            <a:ln>
              <a:noFill/>
            </a:ln>
          </p:spPr>
        </p:pic>
        <p:pic>
          <p:nvPicPr>
            <p:cNvPr id="34" name="Google Shape;1943;p14"/>
            <p:cNvPicPr preferRelativeResize="0"/>
            <p:nvPr/>
          </p:nvPicPr>
          <p:blipFill rotWithShape="1">
            <a:blip r:embed="rId23">
              <a:alphaModFix/>
            </a:blip>
            <a:srcRect/>
            <a:stretch/>
          </p:blipFill>
          <p:spPr>
            <a:xfrm>
              <a:off x="15931515" y="1237411"/>
              <a:ext cx="9779" cy="7454"/>
            </a:xfrm>
            <a:prstGeom prst="rect">
              <a:avLst/>
            </a:prstGeom>
            <a:noFill/>
            <a:ln>
              <a:noFill/>
            </a:ln>
          </p:spPr>
        </p:pic>
        <p:pic>
          <p:nvPicPr>
            <p:cNvPr id="35" name="Google Shape;1944;p14"/>
            <p:cNvPicPr preferRelativeResize="0"/>
            <p:nvPr/>
          </p:nvPicPr>
          <p:blipFill rotWithShape="1">
            <a:blip r:embed="rId24">
              <a:alphaModFix/>
            </a:blip>
            <a:srcRect/>
            <a:stretch/>
          </p:blipFill>
          <p:spPr>
            <a:xfrm>
              <a:off x="15934562" y="1189837"/>
              <a:ext cx="38353" cy="32537"/>
            </a:xfrm>
            <a:prstGeom prst="rect">
              <a:avLst/>
            </a:prstGeom>
            <a:noFill/>
            <a:ln>
              <a:noFill/>
            </a:ln>
          </p:spPr>
        </p:pic>
        <p:pic>
          <p:nvPicPr>
            <p:cNvPr id="36" name="Google Shape;1945;p14"/>
            <p:cNvPicPr preferRelativeResize="0"/>
            <p:nvPr/>
          </p:nvPicPr>
          <p:blipFill rotWithShape="1">
            <a:blip r:embed="rId25">
              <a:alphaModFix/>
            </a:blip>
            <a:srcRect/>
            <a:stretch/>
          </p:blipFill>
          <p:spPr>
            <a:xfrm>
              <a:off x="15900400" y="1202498"/>
              <a:ext cx="17907" cy="15100"/>
            </a:xfrm>
            <a:prstGeom prst="rect">
              <a:avLst/>
            </a:prstGeom>
            <a:noFill/>
            <a:ln>
              <a:noFill/>
            </a:ln>
          </p:spPr>
        </p:pic>
        <p:pic>
          <p:nvPicPr>
            <p:cNvPr id="37" name="Google Shape;1946;p14"/>
            <p:cNvPicPr preferRelativeResize="0"/>
            <p:nvPr/>
          </p:nvPicPr>
          <p:blipFill rotWithShape="1">
            <a:blip r:embed="rId26">
              <a:alphaModFix/>
            </a:blip>
            <a:srcRect/>
            <a:stretch/>
          </p:blipFill>
          <p:spPr>
            <a:xfrm>
              <a:off x="15645637" y="1424228"/>
              <a:ext cx="71880" cy="58038"/>
            </a:xfrm>
            <a:prstGeom prst="rect">
              <a:avLst/>
            </a:prstGeom>
            <a:noFill/>
            <a:ln>
              <a:noFill/>
            </a:ln>
          </p:spPr>
        </p:pic>
        <p:pic>
          <p:nvPicPr>
            <p:cNvPr id="38" name="Google Shape;1947;p14"/>
            <p:cNvPicPr preferRelativeResize="0"/>
            <p:nvPr/>
          </p:nvPicPr>
          <p:blipFill rotWithShape="1">
            <a:blip r:embed="rId24">
              <a:alphaModFix/>
            </a:blip>
            <a:srcRect/>
            <a:stretch/>
          </p:blipFill>
          <p:spPr>
            <a:xfrm>
              <a:off x="15696945" y="1384351"/>
              <a:ext cx="36195" cy="32919"/>
            </a:xfrm>
            <a:prstGeom prst="rect">
              <a:avLst/>
            </a:prstGeom>
            <a:noFill/>
            <a:ln>
              <a:noFill/>
            </a:ln>
          </p:spPr>
        </p:pic>
        <p:pic>
          <p:nvPicPr>
            <p:cNvPr id="39" name="Google Shape;1948;p14"/>
            <p:cNvPicPr preferRelativeResize="0"/>
            <p:nvPr/>
          </p:nvPicPr>
          <p:blipFill rotWithShape="1">
            <a:blip r:embed="rId27">
              <a:alphaModFix/>
            </a:blip>
            <a:srcRect/>
            <a:stretch/>
          </p:blipFill>
          <p:spPr>
            <a:xfrm>
              <a:off x="15621381" y="1488414"/>
              <a:ext cx="43306" cy="44843"/>
            </a:xfrm>
            <a:prstGeom prst="rect">
              <a:avLst/>
            </a:prstGeom>
            <a:noFill/>
            <a:ln>
              <a:noFill/>
            </a:ln>
          </p:spPr>
        </p:pic>
        <p:pic>
          <p:nvPicPr>
            <p:cNvPr id="40" name="Google Shape;1949;p14"/>
            <p:cNvPicPr preferRelativeResize="0"/>
            <p:nvPr/>
          </p:nvPicPr>
          <p:blipFill rotWithShape="1">
            <a:blip r:embed="rId27">
              <a:alphaModFix/>
            </a:blip>
            <a:srcRect/>
            <a:stretch/>
          </p:blipFill>
          <p:spPr>
            <a:xfrm>
              <a:off x="15735425" y="1384478"/>
              <a:ext cx="41404" cy="44323"/>
            </a:xfrm>
            <a:prstGeom prst="rect">
              <a:avLst/>
            </a:prstGeom>
            <a:noFill/>
            <a:ln>
              <a:noFill/>
            </a:ln>
          </p:spPr>
        </p:pic>
        <p:pic>
          <p:nvPicPr>
            <p:cNvPr id="41" name="Google Shape;1950;p14"/>
            <p:cNvPicPr preferRelativeResize="0"/>
            <p:nvPr/>
          </p:nvPicPr>
          <p:blipFill rotWithShape="1">
            <a:blip r:embed="rId28">
              <a:alphaModFix/>
            </a:blip>
            <a:srcRect/>
            <a:stretch/>
          </p:blipFill>
          <p:spPr>
            <a:xfrm>
              <a:off x="15792070" y="1308544"/>
              <a:ext cx="3683" cy="3086"/>
            </a:xfrm>
            <a:prstGeom prst="rect">
              <a:avLst/>
            </a:prstGeom>
            <a:noFill/>
            <a:ln>
              <a:noFill/>
            </a:ln>
          </p:spPr>
        </p:pic>
        <p:pic>
          <p:nvPicPr>
            <p:cNvPr id="42" name="Google Shape;1951;p14"/>
            <p:cNvPicPr preferRelativeResize="0"/>
            <p:nvPr/>
          </p:nvPicPr>
          <p:blipFill rotWithShape="1">
            <a:blip r:embed="rId29">
              <a:alphaModFix/>
            </a:blip>
            <a:srcRect/>
            <a:stretch/>
          </p:blipFill>
          <p:spPr>
            <a:xfrm>
              <a:off x="15865349" y="1228953"/>
              <a:ext cx="16126" cy="15316"/>
            </a:xfrm>
            <a:prstGeom prst="rect">
              <a:avLst/>
            </a:prstGeom>
            <a:noFill/>
            <a:ln>
              <a:noFill/>
            </a:ln>
          </p:spPr>
        </p:pic>
        <p:pic>
          <p:nvPicPr>
            <p:cNvPr id="43" name="Google Shape;1952;p14"/>
            <p:cNvPicPr preferRelativeResize="0"/>
            <p:nvPr/>
          </p:nvPicPr>
          <p:blipFill rotWithShape="1">
            <a:blip r:embed="rId30">
              <a:alphaModFix/>
            </a:blip>
            <a:srcRect/>
            <a:stretch/>
          </p:blipFill>
          <p:spPr>
            <a:xfrm>
              <a:off x="15669386" y="1471827"/>
              <a:ext cx="6223" cy="16434"/>
            </a:xfrm>
            <a:prstGeom prst="rect">
              <a:avLst/>
            </a:prstGeom>
            <a:noFill/>
            <a:ln>
              <a:noFill/>
            </a:ln>
          </p:spPr>
        </p:pic>
        <p:pic>
          <p:nvPicPr>
            <p:cNvPr id="44" name="Google Shape;1953;p14"/>
            <p:cNvPicPr preferRelativeResize="0"/>
            <p:nvPr/>
          </p:nvPicPr>
          <p:blipFill rotWithShape="1">
            <a:blip r:embed="rId23">
              <a:alphaModFix/>
            </a:blip>
            <a:srcRect/>
            <a:stretch/>
          </p:blipFill>
          <p:spPr>
            <a:xfrm>
              <a:off x="15855950" y="1307782"/>
              <a:ext cx="7747" cy="7238"/>
            </a:xfrm>
            <a:prstGeom prst="rect">
              <a:avLst/>
            </a:prstGeom>
            <a:noFill/>
            <a:ln>
              <a:noFill/>
            </a:ln>
          </p:spPr>
        </p:pic>
        <p:pic>
          <p:nvPicPr>
            <p:cNvPr id="45" name="Google Shape;1954;p14"/>
            <p:cNvPicPr preferRelativeResize="0"/>
            <p:nvPr/>
          </p:nvPicPr>
          <p:blipFill rotWithShape="1">
            <a:blip r:embed="rId20">
              <a:alphaModFix/>
            </a:blip>
            <a:srcRect/>
            <a:stretch/>
          </p:blipFill>
          <p:spPr>
            <a:xfrm>
              <a:off x="15874747" y="1282166"/>
              <a:ext cx="14095" cy="12610"/>
            </a:xfrm>
            <a:prstGeom prst="rect">
              <a:avLst/>
            </a:prstGeom>
            <a:noFill/>
            <a:ln>
              <a:noFill/>
            </a:ln>
          </p:spPr>
        </p:pic>
        <p:pic>
          <p:nvPicPr>
            <p:cNvPr id="46" name="Google Shape;1955;p14"/>
            <p:cNvPicPr preferRelativeResize="0"/>
            <p:nvPr/>
          </p:nvPicPr>
          <p:blipFill rotWithShape="1">
            <a:blip r:embed="rId20">
              <a:alphaModFix/>
            </a:blip>
            <a:srcRect/>
            <a:stretch/>
          </p:blipFill>
          <p:spPr>
            <a:xfrm>
              <a:off x="15814929" y="1337019"/>
              <a:ext cx="14478" cy="13536"/>
            </a:xfrm>
            <a:prstGeom prst="rect">
              <a:avLst/>
            </a:prstGeom>
            <a:noFill/>
            <a:ln>
              <a:noFill/>
            </a:ln>
          </p:spPr>
        </p:pic>
        <p:pic>
          <p:nvPicPr>
            <p:cNvPr id="47" name="Google Shape;1956;p14"/>
            <p:cNvPicPr preferRelativeResize="0"/>
            <p:nvPr/>
          </p:nvPicPr>
          <p:blipFill rotWithShape="1">
            <a:blip r:embed="rId31">
              <a:alphaModFix/>
            </a:blip>
            <a:srcRect/>
            <a:stretch/>
          </p:blipFill>
          <p:spPr>
            <a:xfrm>
              <a:off x="15642463" y="1463712"/>
              <a:ext cx="54101" cy="18427"/>
            </a:xfrm>
            <a:prstGeom prst="rect">
              <a:avLst/>
            </a:prstGeom>
            <a:noFill/>
            <a:ln>
              <a:noFill/>
            </a:ln>
          </p:spPr>
        </p:pic>
        <p:pic>
          <p:nvPicPr>
            <p:cNvPr id="48" name="Google Shape;1957;p14"/>
            <p:cNvPicPr preferRelativeResize="0"/>
            <p:nvPr/>
          </p:nvPicPr>
          <p:blipFill rotWithShape="1">
            <a:blip r:embed="rId32">
              <a:alphaModFix/>
            </a:blip>
            <a:srcRect/>
            <a:stretch/>
          </p:blipFill>
          <p:spPr>
            <a:xfrm>
              <a:off x="15736444" y="1349412"/>
              <a:ext cx="19811" cy="21044"/>
            </a:xfrm>
            <a:prstGeom prst="rect">
              <a:avLst/>
            </a:prstGeom>
            <a:noFill/>
            <a:ln>
              <a:noFill/>
            </a:ln>
          </p:spPr>
        </p:pic>
        <p:pic>
          <p:nvPicPr>
            <p:cNvPr id="49" name="Google Shape;1958;p14"/>
            <p:cNvPicPr preferRelativeResize="0"/>
            <p:nvPr/>
          </p:nvPicPr>
          <p:blipFill rotWithShape="1">
            <a:blip r:embed="rId33">
              <a:alphaModFix/>
            </a:blip>
            <a:srcRect/>
            <a:stretch/>
          </p:blipFill>
          <p:spPr>
            <a:xfrm>
              <a:off x="15651227" y="1473288"/>
              <a:ext cx="22858" cy="37376"/>
            </a:xfrm>
            <a:prstGeom prst="rect">
              <a:avLst/>
            </a:prstGeom>
            <a:noFill/>
            <a:ln>
              <a:noFill/>
            </a:ln>
          </p:spPr>
        </p:pic>
        <p:pic>
          <p:nvPicPr>
            <p:cNvPr id="50" name="Google Shape;1959;p14"/>
            <p:cNvPicPr preferRelativeResize="0"/>
            <p:nvPr/>
          </p:nvPicPr>
          <p:blipFill rotWithShape="1">
            <a:blip r:embed="rId34">
              <a:alphaModFix/>
            </a:blip>
            <a:srcRect/>
            <a:stretch/>
          </p:blipFill>
          <p:spPr>
            <a:xfrm>
              <a:off x="15843631" y="1255712"/>
              <a:ext cx="7618" cy="9042"/>
            </a:xfrm>
            <a:prstGeom prst="rect">
              <a:avLst/>
            </a:prstGeom>
            <a:noFill/>
            <a:ln>
              <a:noFill/>
            </a:ln>
          </p:spPr>
        </p:pic>
        <p:pic>
          <p:nvPicPr>
            <p:cNvPr id="51" name="Google Shape;1960;p14"/>
            <p:cNvPicPr preferRelativeResize="0"/>
            <p:nvPr/>
          </p:nvPicPr>
          <p:blipFill rotWithShape="1">
            <a:blip r:embed="rId34">
              <a:alphaModFix/>
            </a:blip>
            <a:srcRect/>
            <a:stretch/>
          </p:blipFill>
          <p:spPr>
            <a:xfrm>
              <a:off x="15677894" y="1470126"/>
              <a:ext cx="5716" cy="9309"/>
            </a:xfrm>
            <a:prstGeom prst="rect">
              <a:avLst/>
            </a:prstGeom>
            <a:noFill/>
            <a:ln>
              <a:noFill/>
            </a:ln>
          </p:spPr>
        </p:pic>
        <p:pic>
          <p:nvPicPr>
            <p:cNvPr id="52" name="Google Shape;1961;p14"/>
            <p:cNvPicPr preferRelativeResize="0"/>
            <p:nvPr/>
          </p:nvPicPr>
          <p:blipFill rotWithShape="1">
            <a:blip r:embed="rId28">
              <a:alphaModFix/>
            </a:blip>
            <a:srcRect/>
            <a:stretch/>
          </p:blipFill>
          <p:spPr>
            <a:xfrm>
              <a:off x="15670911" y="1472793"/>
              <a:ext cx="2031" cy="2222"/>
            </a:xfrm>
            <a:prstGeom prst="rect">
              <a:avLst/>
            </a:prstGeom>
            <a:noFill/>
            <a:ln>
              <a:noFill/>
            </a:ln>
          </p:spPr>
        </p:pic>
        <p:pic>
          <p:nvPicPr>
            <p:cNvPr id="53" name="Google Shape;1962;p14"/>
            <p:cNvPicPr preferRelativeResize="0"/>
            <p:nvPr/>
          </p:nvPicPr>
          <p:blipFill rotWithShape="1">
            <a:blip r:embed="rId34">
              <a:alphaModFix/>
            </a:blip>
            <a:srcRect/>
            <a:stretch/>
          </p:blipFill>
          <p:spPr>
            <a:xfrm>
              <a:off x="15824835" y="1273848"/>
              <a:ext cx="7366" cy="7633"/>
            </a:xfrm>
            <a:prstGeom prst="rect">
              <a:avLst/>
            </a:prstGeom>
            <a:noFill/>
            <a:ln>
              <a:noFill/>
            </a:ln>
          </p:spPr>
        </p:pic>
        <p:pic>
          <p:nvPicPr>
            <p:cNvPr id="54" name="Google Shape;1963;p14"/>
            <p:cNvPicPr preferRelativeResize="0"/>
            <p:nvPr/>
          </p:nvPicPr>
          <p:blipFill rotWithShape="1">
            <a:blip r:embed="rId35">
              <a:alphaModFix/>
            </a:blip>
            <a:srcRect/>
            <a:stretch/>
          </p:blipFill>
          <p:spPr>
            <a:xfrm>
              <a:off x="15935325" y="1214271"/>
              <a:ext cx="18032" cy="26936"/>
            </a:xfrm>
            <a:prstGeom prst="rect">
              <a:avLst/>
            </a:prstGeom>
            <a:noFill/>
            <a:ln>
              <a:noFill/>
            </a:ln>
          </p:spPr>
        </p:pic>
        <p:pic>
          <p:nvPicPr>
            <p:cNvPr id="55" name="Google Shape;1964;p14"/>
            <p:cNvPicPr preferRelativeResize="0"/>
            <p:nvPr/>
          </p:nvPicPr>
          <p:blipFill rotWithShape="1">
            <a:blip r:embed="rId36">
              <a:alphaModFix/>
            </a:blip>
            <a:srcRect/>
            <a:stretch/>
          </p:blipFill>
          <p:spPr>
            <a:xfrm>
              <a:off x="15635478" y="1434121"/>
              <a:ext cx="66292" cy="61213"/>
            </a:xfrm>
            <a:prstGeom prst="rect">
              <a:avLst/>
            </a:prstGeom>
            <a:noFill/>
            <a:ln>
              <a:noFill/>
            </a:ln>
          </p:spPr>
        </p:pic>
        <p:pic>
          <p:nvPicPr>
            <p:cNvPr id="56" name="Google Shape;1965;p14"/>
            <p:cNvPicPr preferRelativeResize="0"/>
            <p:nvPr/>
          </p:nvPicPr>
          <p:blipFill rotWithShape="1">
            <a:blip r:embed="rId34">
              <a:alphaModFix/>
            </a:blip>
            <a:srcRect/>
            <a:stretch/>
          </p:blipFill>
          <p:spPr>
            <a:xfrm>
              <a:off x="15682467" y="1428520"/>
              <a:ext cx="1523" cy="1790"/>
            </a:xfrm>
            <a:prstGeom prst="rect">
              <a:avLst/>
            </a:prstGeom>
            <a:noFill/>
            <a:ln>
              <a:noFill/>
            </a:ln>
          </p:spPr>
        </p:pic>
        <p:pic>
          <p:nvPicPr>
            <p:cNvPr id="57" name="Google Shape;1966;p14"/>
            <p:cNvPicPr preferRelativeResize="0"/>
            <p:nvPr/>
          </p:nvPicPr>
          <p:blipFill rotWithShape="1">
            <a:blip r:embed="rId37">
              <a:alphaModFix/>
            </a:blip>
            <a:srcRect/>
            <a:stretch/>
          </p:blipFill>
          <p:spPr>
            <a:xfrm>
              <a:off x="15639414" y="1470417"/>
              <a:ext cx="26036" cy="30924"/>
            </a:xfrm>
            <a:prstGeom prst="rect">
              <a:avLst/>
            </a:prstGeom>
            <a:noFill/>
            <a:ln>
              <a:noFill/>
            </a:ln>
          </p:spPr>
        </p:pic>
        <p:pic>
          <p:nvPicPr>
            <p:cNvPr id="58" name="Google Shape;1967;p14"/>
            <p:cNvPicPr preferRelativeResize="0"/>
            <p:nvPr/>
          </p:nvPicPr>
          <p:blipFill rotWithShape="1">
            <a:blip r:embed="rId38">
              <a:alphaModFix/>
            </a:blip>
            <a:srcRect/>
            <a:stretch/>
          </p:blipFill>
          <p:spPr>
            <a:xfrm>
              <a:off x="15666975" y="1440484"/>
              <a:ext cx="15351" cy="20421"/>
            </a:xfrm>
            <a:prstGeom prst="rect">
              <a:avLst/>
            </a:prstGeom>
            <a:noFill/>
            <a:ln>
              <a:noFill/>
            </a:ln>
          </p:spPr>
        </p:pic>
        <p:pic>
          <p:nvPicPr>
            <p:cNvPr id="59" name="Google Shape;1968;p14"/>
            <p:cNvPicPr preferRelativeResize="0"/>
            <p:nvPr/>
          </p:nvPicPr>
          <p:blipFill rotWithShape="1">
            <a:blip r:embed="rId28">
              <a:alphaModFix/>
            </a:blip>
            <a:srcRect/>
            <a:stretch/>
          </p:blipFill>
          <p:spPr>
            <a:xfrm>
              <a:off x="15953359" y="1215466"/>
              <a:ext cx="2285" cy="1803"/>
            </a:xfrm>
            <a:prstGeom prst="rect">
              <a:avLst/>
            </a:prstGeom>
            <a:noFill/>
            <a:ln>
              <a:noFill/>
            </a:ln>
          </p:spPr>
        </p:pic>
        <p:pic>
          <p:nvPicPr>
            <p:cNvPr id="60" name="Google Shape;1969;p14"/>
            <p:cNvPicPr preferRelativeResize="0"/>
            <p:nvPr/>
          </p:nvPicPr>
          <p:blipFill rotWithShape="1">
            <a:blip r:embed="rId39">
              <a:alphaModFix/>
            </a:blip>
            <a:srcRect/>
            <a:stretch/>
          </p:blipFill>
          <p:spPr>
            <a:xfrm>
              <a:off x="15685896" y="1402969"/>
              <a:ext cx="39878" cy="43662"/>
            </a:xfrm>
            <a:prstGeom prst="rect">
              <a:avLst/>
            </a:prstGeom>
            <a:noFill/>
            <a:ln>
              <a:noFill/>
            </a:ln>
          </p:spPr>
        </p:pic>
        <p:pic>
          <p:nvPicPr>
            <p:cNvPr id="61" name="Google Shape;1970;p14"/>
            <p:cNvPicPr preferRelativeResize="0"/>
            <p:nvPr/>
          </p:nvPicPr>
          <p:blipFill rotWithShape="1">
            <a:blip r:embed="rId29">
              <a:alphaModFix/>
            </a:blip>
            <a:srcRect/>
            <a:stretch/>
          </p:blipFill>
          <p:spPr>
            <a:xfrm>
              <a:off x="15880588" y="1270139"/>
              <a:ext cx="20192" cy="18008"/>
            </a:xfrm>
            <a:prstGeom prst="rect">
              <a:avLst/>
            </a:prstGeom>
            <a:noFill/>
            <a:ln>
              <a:noFill/>
            </a:ln>
          </p:spPr>
        </p:pic>
        <p:pic>
          <p:nvPicPr>
            <p:cNvPr id="62" name="Google Shape;1971;p14"/>
            <p:cNvPicPr preferRelativeResize="0"/>
            <p:nvPr/>
          </p:nvPicPr>
          <p:blipFill rotWithShape="1">
            <a:blip r:embed="rId40">
              <a:alphaModFix/>
            </a:blip>
            <a:srcRect/>
            <a:stretch/>
          </p:blipFill>
          <p:spPr>
            <a:xfrm>
              <a:off x="15668497" y="1475930"/>
              <a:ext cx="10794" cy="11023"/>
            </a:xfrm>
            <a:prstGeom prst="rect">
              <a:avLst/>
            </a:prstGeom>
            <a:noFill/>
            <a:ln>
              <a:noFill/>
            </a:ln>
          </p:spPr>
        </p:pic>
        <p:pic>
          <p:nvPicPr>
            <p:cNvPr id="63" name="Google Shape;1972;p14"/>
            <p:cNvPicPr preferRelativeResize="0"/>
            <p:nvPr/>
          </p:nvPicPr>
          <p:blipFill rotWithShape="1">
            <a:blip r:embed="rId41">
              <a:alphaModFix/>
            </a:blip>
            <a:srcRect/>
            <a:stretch/>
          </p:blipFill>
          <p:spPr>
            <a:xfrm>
              <a:off x="15852522" y="1235785"/>
              <a:ext cx="21969" cy="18745"/>
            </a:xfrm>
            <a:prstGeom prst="rect">
              <a:avLst/>
            </a:prstGeom>
            <a:noFill/>
            <a:ln>
              <a:noFill/>
            </a:ln>
          </p:spPr>
        </p:pic>
        <p:pic>
          <p:nvPicPr>
            <p:cNvPr id="64" name="Google Shape;1973;p14"/>
            <p:cNvPicPr preferRelativeResize="0"/>
            <p:nvPr/>
          </p:nvPicPr>
          <p:blipFill rotWithShape="1">
            <a:blip r:embed="rId28">
              <a:alphaModFix/>
            </a:blip>
            <a:srcRect/>
            <a:stretch/>
          </p:blipFill>
          <p:spPr>
            <a:xfrm>
              <a:off x="15965169" y="1207654"/>
              <a:ext cx="2031" cy="1524"/>
            </a:xfrm>
            <a:prstGeom prst="rect">
              <a:avLst/>
            </a:prstGeom>
            <a:noFill/>
            <a:ln>
              <a:noFill/>
            </a:ln>
          </p:spPr>
        </p:pic>
        <p:pic>
          <p:nvPicPr>
            <p:cNvPr id="65" name="Google Shape;1974;p14"/>
            <p:cNvPicPr preferRelativeResize="0"/>
            <p:nvPr/>
          </p:nvPicPr>
          <p:blipFill rotWithShape="1">
            <a:blip r:embed="rId28">
              <a:alphaModFix/>
            </a:blip>
            <a:srcRect/>
            <a:stretch/>
          </p:blipFill>
          <p:spPr>
            <a:xfrm>
              <a:off x="15889351" y="1220528"/>
              <a:ext cx="1687" cy="1351"/>
            </a:xfrm>
            <a:prstGeom prst="rect">
              <a:avLst/>
            </a:prstGeom>
            <a:noFill/>
            <a:ln>
              <a:noFill/>
            </a:ln>
          </p:spPr>
        </p:pic>
        <p:pic>
          <p:nvPicPr>
            <p:cNvPr id="66" name="Google Shape;1975;p14"/>
            <p:cNvPicPr preferRelativeResize="0"/>
            <p:nvPr/>
          </p:nvPicPr>
          <p:blipFill rotWithShape="1">
            <a:blip r:embed="rId42">
              <a:alphaModFix/>
            </a:blip>
            <a:srcRect/>
            <a:stretch/>
          </p:blipFill>
          <p:spPr>
            <a:xfrm>
              <a:off x="15948025" y="1190968"/>
              <a:ext cx="2666" cy="11289"/>
            </a:xfrm>
            <a:prstGeom prst="rect">
              <a:avLst/>
            </a:prstGeom>
            <a:noFill/>
            <a:ln>
              <a:noFill/>
            </a:ln>
          </p:spPr>
        </p:pic>
        <p:pic>
          <p:nvPicPr>
            <p:cNvPr id="67" name="Google Shape;1976;p14"/>
            <p:cNvPicPr preferRelativeResize="0"/>
            <p:nvPr/>
          </p:nvPicPr>
          <p:blipFill rotWithShape="1">
            <a:blip r:embed="rId43">
              <a:alphaModFix/>
            </a:blip>
            <a:srcRect/>
            <a:stretch/>
          </p:blipFill>
          <p:spPr>
            <a:xfrm>
              <a:off x="15671927" y="1466291"/>
              <a:ext cx="21082" cy="4953"/>
            </a:xfrm>
            <a:prstGeom prst="rect">
              <a:avLst/>
            </a:prstGeom>
            <a:noFill/>
            <a:ln>
              <a:noFill/>
            </a:ln>
          </p:spPr>
        </p:pic>
        <p:pic>
          <p:nvPicPr>
            <p:cNvPr id="68" name="Google Shape;1977;p14"/>
            <p:cNvPicPr preferRelativeResize="0"/>
            <p:nvPr/>
          </p:nvPicPr>
          <p:blipFill rotWithShape="1">
            <a:blip r:embed="rId40">
              <a:alphaModFix/>
            </a:blip>
            <a:srcRect/>
            <a:stretch/>
          </p:blipFill>
          <p:spPr>
            <a:xfrm>
              <a:off x="15635985" y="1508607"/>
              <a:ext cx="11174" cy="10478"/>
            </a:xfrm>
            <a:prstGeom prst="rect">
              <a:avLst/>
            </a:prstGeom>
            <a:noFill/>
            <a:ln>
              <a:noFill/>
            </a:ln>
          </p:spPr>
        </p:pic>
        <p:pic>
          <p:nvPicPr>
            <p:cNvPr id="69" name="Google Shape;1978;p14"/>
            <p:cNvPicPr preferRelativeResize="0"/>
            <p:nvPr/>
          </p:nvPicPr>
          <p:blipFill rotWithShape="1">
            <a:blip r:embed="rId44">
              <a:alphaModFix/>
            </a:blip>
            <a:srcRect/>
            <a:stretch/>
          </p:blipFill>
          <p:spPr>
            <a:xfrm>
              <a:off x="15891127" y="1207211"/>
              <a:ext cx="68581" cy="70739"/>
            </a:xfrm>
            <a:prstGeom prst="rect">
              <a:avLst/>
            </a:prstGeom>
            <a:noFill/>
            <a:ln>
              <a:noFill/>
            </a:ln>
          </p:spPr>
        </p:pic>
        <p:pic>
          <p:nvPicPr>
            <p:cNvPr id="70" name="Google Shape;1979;p14"/>
            <p:cNvPicPr preferRelativeResize="0"/>
            <p:nvPr/>
          </p:nvPicPr>
          <p:blipFill rotWithShape="1">
            <a:blip r:embed="rId28">
              <a:alphaModFix/>
            </a:blip>
            <a:srcRect/>
            <a:stretch/>
          </p:blipFill>
          <p:spPr>
            <a:xfrm>
              <a:off x="15658337" y="1504264"/>
              <a:ext cx="1142" cy="1396"/>
            </a:xfrm>
            <a:prstGeom prst="rect">
              <a:avLst/>
            </a:prstGeom>
            <a:noFill/>
            <a:ln>
              <a:noFill/>
            </a:ln>
          </p:spPr>
        </p:pic>
        <p:pic>
          <p:nvPicPr>
            <p:cNvPr id="71" name="Google Shape;1980;p14"/>
            <p:cNvPicPr preferRelativeResize="0"/>
            <p:nvPr/>
          </p:nvPicPr>
          <p:blipFill rotWithShape="1">
            <a:blip r:embed="rId25">
              <a:alphaModFix/>
            </a:blip>
            <a:srcRect/>
            <a:stretch/>
          </p:blipFill>
          <p:spPr>
            <a:xfrm>
              <a:off x="15658718" y="1475473"/>
              <a:ext cx="14986" cy="22059"/>
            </a:xfrm>
            <a:prstGeom prst="rect">
              <a:avLst/>
            </a:prstGeom>
            <a:noFill/>
            <a:ln>
              <a:noFill/>
            </a:ln>
          </p:spPr>
        </p:pic>
        <p:pic>
          <p:nvPicPr>
            <p:cNvPr id="72" name="Google Shape;1981;p14"/>
            <p:cNvPicPr preferRelativeResize="0"/>
            <p:nvPr/>
          </p:nvPicPr>
          <p:blipFill rotWithShape="1">
            <a:blip r:embed="rId28">
              <a:alphaModFix/>
            </a:blip>
            <a:srcRect/>
            <a:stretch/>
          </p:blipFill>
          <p:spPr>
            <a:xfrm>
              <a:off x="15635859" y="1500797"/>
              <a:ext cx="1143" cy="1409"/>
            </a:xfrm>
            <a:prstGeom prst="rect">
              <a:avLst/>
            </a:prstGeom>
            <a:noFill/>
            <a:ln>
              <a:noFill/>
            </a:ln>
          </p:spPr>
        </p:pic>
        <p:pic>
          <p:nvPicPr>
            <p:cNvPr id="73" name="Google Shape;1982;p14"/>
            <p:cNvPicPr preferRelativeResize="0"/>
            <p:nvPr/>
          </p:nvPicPr>
          <p:blipFill rotWithShape="1">
            <a:blip r:embed="rId34">
              <a:alphaModFix/>
            </a:blip>
            <a:srcRect/>
            <a:stretch/>
          </p:blipFill>
          <p:spPr>
            <a:xfrm>
              <a:off x="15916402" y="1201229"/>
              <a:ext cx="2412" cy="5448"/>
            </a:xfrm>
            <a:prstGeom prst="rect">
              <a:avLst/>
            </a:prstGeom>
            <a:noFill/>
            <a:ln>
              <a:noFill/>
            </a:ln>
          </p:spPr>
        </p:pic>
        <p:pic>
          <p:nvPicPr>
            <p:cNvPr id="74" name="Google Shape;1983;p14"/>
            <p:cNvPicPr preferRelativeResize="0"/>
            <p:nvPr/>
          </p:nvPicPr>
          <p:blipFill rotWithShape="1">
            <a:blip r:embed="rId28">
              <a:alphaModFix/>
            </a:blip>
            <a:srcRect/>
            <a:stretch/>
          </p:blipFill>
          <p:spPr>
            <a:xfrm>
              <a:off x="15947769" y="1197292"/>
              <a:ext cx="1650" cy="1346"/>
            </a:xfrm>
            <a:prstGeom prst="rect">
              <a:avLst/>
            </a:prstGeom>
            <a:noFill/>
            <a:ln>
              <a:noFill/>
            </a:ln>
          </p:spPr>
        </p:pic>
        <p:pic>
          <p:nvPicPr>
            <p:cNvPr id="75" name="Google Shape;1984;p14"/>
            <p:cNvPicPr preferRelativeResize="0"/>
            <p:nvPr/>
          </p:nvPicPr>
          <p:blipFill rotWithShape="1">
            <a:blip r:embed="rId28">
              <a:alphaModFix/>
            </a:blip>
            <a:srcRect/>
            <a:stretch/>
          </p:blipFill>
          <p:spPr>
            <a:xfrm>
              <a:off x="15933039" y="1198499"/>
              <a:ext cx="1016" cy="889"/>
            </a:xfrm>
            <a:prstGeom prst="rect">
              <a:avLst/>
            </a:prstGeom>
            <a:noFill/>
            <a:ln>
              <a:noFill/>
            </a:ln>
          </p:spPr>
        </p:pic>
        <p:pic>
          <p:nvPicPr>
            <p:cNvPr id="76" name="Google Shape;1985;p14"/>
            <p:cNvPicPr preferRelativeResize="0"/>
            <p:nvPr/>
          </p:nvPicPr>
          <p:blipFill rotWithShape="1">
            <a:blip r:embed="rId40">
              <a:alphaModFix/>
            </a:blip>
            <a:srcRect/>
            <a:stretch/>
          </p:blipFill>
          <p:spPr>
            <a:xfrm>
              <a:off x="15708376" y="1446872"/>
              <a:ext cx="8418" cy="9474"/>
            </a:xfrm>
            <a:prstGeom prst="rect">
              <a:avLst/>
            </a:prstGeom>
            <a:noFill/>
            <a:ln>
              <a:noFill/>
            </a:ln>
          </p:spPr>
        </p:pic>
        <p:pic>
          <p:nvPicPr>
            <p:cNvPr id="77" name="Google Shape;1986;p14"/>
            <p:cNvPicPr preferRelativeResize="0"/>
            <p:nvPr/>
          </p:nvPicPr>
          <p:blipFill rotWithShape="1">
            <a:blip r:embed="rId34">
              <a:alphaModFix/>
            </a:blip>
            <a:srcRect/>
            <a:stretch/>
          </p:blipFill>
          <p:spPr>
            <a:xfrm>
              <a:off x="15918687" y="1247634"/>
              <a:ext cx="9400" cy="9678"/>
            </a:xfrm>
            <a:prstGeom prst="rect">
              <a:avLst/>
            </a:prstGeom>
            <a:noFill/>
            <a:ln>
              <a:noFill/>
            </a:ln>
          </p:spPr>
        </p:pic>
        <p:pic>
          <p:nvPicPr>
            <p:cNvPr id="78" name="Google Shape;1987;p14"/>
            <p:cNvPicPr preferRelativeResize="0"/>
            <p:nvPr/>
          </p:nvPicPr>
          <p:blipFill rotWithShape="1">
            <a:blip r:embed="rId45">
              <a:alphaModFix/>
            </a:blip>
            <a:srcRect/>
            <a:stretch/>
          </p:blipFill>
          <p:spPr>
            <a:xfrm>
              <a:off x="15635732" y="1459560"/>
              <a:ext cx="44576" cy="50038"/>
            </a:xfrm>
            <a:prstGeom prst="rect">
              <a:avLst/>
            </a:prstGeom>
            <a:noFill/>
            <a:ln>
              <a:noFill/>
            </a:ln>
          </p:spPr>
        </p:pic>
        <p:pic>
          <p:nvPicPr>
            <p:cNvPr id="79" name="Google Shape;1988;p14"/>
            <p:cNvPicPr preferRelativeResize="0"/>
            <p:nvPr/>
          </p:nvPicPr>
          <p:blipFill rotWithShape="1">
            <a:blip r:embed="rId20">
              <a:alphaModFix/>
            </a:blip>
            <a:srcRect/>
            <a:stretch/>
          </p:blipFill>
          <p:spPr>
            <a:xfrm>
              <a:off x="15874620" y="1283156"/>
              <a:ext cx="14985" cy="14605"/>
            </a:xfrm>
            <a:prstGeom prst="rect">
              <a:avLst/>
            </a:prstGeom>
            <a:noFill/>
            <a:ln>
              <a:noFill/>
            </a:ln>
          </p:spPr>
        </p:pic>
        <p:pic>
          <p:nvPicPr>
            <p:cNvPr id="80" name="Google Shape;1989;p14"/>
            <p:cNvPicPr preferRelativeResize="0"/>
            <p:nvPr/>
          </p:nvPicPr>
          <p:blipFill rotWithShape="1">
            <a:blip r:embed="rId28">
              <a:alphaModFix/>
            </a:blip>
            <a:srcRect/>
            <a:stretch/>
          </p:blipFill>
          <p:spPr>
            <a:xfrm>
              <a:off x="15679419" y="1471002"/>
              <a:ext cx="761" cy="774"/>
            </a:xfrm>
            <a:prstGeom prst="rect">
              <a:avLst/>
            </a:prstGeom>
            <a:noFill/>
            <a:ln>
              <a:noFill/>
            </a:ln>
          </p:spPr>
        </p:pic>
        <p:pic>
          <p:nvPicPr>
            <p:cNvPr id="81" name="Google Shape;1990;p14"/>
            <p:cNvPicPr preferRelativeResize="0"/>
            <p:nvPr/>
          </p:nvPicPr>
          <p:blipFill rotWithShape="1">
            <a:blip r:embed="rId28">
              <a:alphaModFix/>
            </a:blip>
            <a:srcRect/>
            <a:stretch/>
          </p:blipFill>
          <p:spPr>
            <a:xfrm>
              <a:off x="15943198" y="1229553"/>
              <a:ext cx="1771" cy="1470"/>
            </a:xfrm>
            <a:prstGeom prst="rect">
              <a:avLst/>
            </a:prstGeom>
            <a:noFill/>
            <a:ln>
              <a:noFill/>
            </a:ln>
          </p:spPr>
        </p:pic>
        <p:pic>
          <p:nvPicPr>
            <p:cNvPr id="82" name="Google Shape;1991;p14"/>
            <p:cNvPicPr preferRelativeResize="0"/>
            <p:nvPr/>
          </p:nvPicPr>
          <p:blipFill rotWithShape="1">
            <a:blip r:embed="rId23">
              <a:alphaModFix/>
            </a:blip>
            <a:srcRect/>
            <a:stretch/>
          </p:blipFill>
          <p:spPr>
            <a:xfrm>
              <a:off x="15685389" y="1446009"/>
              <a:ext cx="9270" cy="4169"/>
            </a:xfrm>
            <a:prstGeom prst="rect">
              <a:avLst/>
            </a:prstGeom>
            <a:noFill/>
            <a:ln>
              <a:noFill/>
            </a:ln>
          </p:spPr>
        </p:pic>
        <p:pic>
          <p:nvPicPr>
            <p:cNvPr id="83" name="Google Shape;1992;p14"/>
            <p:cNvPicPr preferRelativeResize="0"/>
            <p:nvPr/>
          </p:nvPicPr>
          <p:blipFill rotWithShape="1">
            <a:blip r:embed="rId46">
              <a:alphaModFix/>
            </a:blip>
            <a:srcRect/>
            <a:stretch/>
          </p:blipFill>
          <p:spPr>
            <a:xfrm>
              <a:off x="15655797" y="1465834"/>
              <a:ext cx="29209" cy="40144"/>
            </a:xfrm>
            <a:prstGeom prst="rect">
              <a:avLst/>
            </a:prstGeom>
            <a:noFill/>
            <a:ln>
              <a:noFill/>
            </a:ln>
          </p:spPr>
        </p:pic>
        <p:pic>
          <p:nvPicPr>
            <p:cNvPr id="84" name="Google Shape;1993;p14"/>
            <p:cNvPicPr preferRelativeResize="0"/>
            <p:nvPr/>
          </p:nvPicPr>
          <p:blipFill rotWithShape="1">
            <a:blip r:embed="rId34">
              <a:alphaModFix/>
            </a:blip>
            <a:srcRect/>
            <a:stretch/>
          </p:blipFill>
          <p:spPr>
            <a:xfrm>
              <a:off x="15648432" y="1495513"/>
              <a:ext cx="635" cy="888"/>
            </a:xfrm>
            <a:prstGeom prst="rect">
              <a:avLst/>
            </a:prstGeom>
            <a:noFill/>
            <a:ln>
              <a:noFill/>
            </a:ln>
          </p:spPr>
        </p:pic>
        <p:pic>
          <p:nvPicPr>
            <p:cNvPr id="85" name="Google Shape;1994;p14"/>
            <p:cNvPicPr preferRelativeResize="0"/>
            <p:nvPr/>
          </p:nvPicPr>
          <p:blipFill rotWithShape="1">
            <a:blip r:embed="rId28">
              <a:alphaModFix/>
            </a:blip>
            <a:srcRect/>
            <a:stretch/>
          </p:blipFill>
          <p:spPr>
            <a:xfrm>
              <a:off x="15700883" y="1433957"/>
              <a:ext cx="889" cy="965"/>
            </a:xfrm>
            <a:prstGeom prst="rect">
              <a:avLst/>
            </a:prstGeom>
            <a:noFill/>
            <a:ln>
              <a:noFill/>
            </a:ln>
          </p:spPr>
        </p:pic>
        <p:pic>
          <p:nvPicPr>
            <p:cNvPr id="86" name="Google Shape;1995;p14"/>
            <p:cNvPicPr preferRelativeResize="0"/>
            <p:nvPr/>
          </p:nvPicPr>
          <p:blipFill rotWithShape="1">
            <a:blip r:embed="rId23">
              <a:alphaModFix/>
            </a:blip>
            <a:srcRect/>
            <a:stretch/>
          </p:blipFill>
          <p:spPr>
            <a:xfrm>
              <a:off x="15914242" y="1202766"/>
              <a:ext cx="4939" cy="2387"/>
            </a:xfrm>
            <a:prstGeom prst="rect">
              <a:avLst/>
            </a:prstGeom>
            <a:noFill/>
            <a:ln>
              <a:noFill/>
            </a:ln>
          </p:spPr>
        </p:pic>
        <p:pic>
          <p:nvPicPr>
            <p:cNvPr id="87" name="Google Shape;1996;p14"/>
            <p:cNvPicPr preferRelativeResize="0"/>
            <p:nvPr/>
          </p:nvPicPr>
          <p:blipFill rotWithShape="1">
            <a:blip r:embed="rId47">
              <a:alphaModFix/>
            </a:blip>
            <a:srcRect/>
            <a:stretch/>
          </p:blipFill>
          <p:spPr>
            <a:xfrm>
              <a:off x="15634335" y="1432801"/>
              <a:ext cx="68198" cy="66675"/>
            </a:xfrm>
            <a:prstGeom prst="rect">
              <a:avLst/>
            </a:prstGeom>
            <a:noFill/>
            <a:ln>
              <a:noFill/>
            </a:ln>
          </p:spPr>
        </p:pic>
        <p:pic>
          <p:nvPicPr>
            <p:cNvPr id="88" name="Google Shape;1997;p14"/>
            <p:cNvPicPr preferRelativeResize="0"/>
            <p:nvPr/>
          </p:nvPicPr>
          <p:blipFill rotWithShape="1">
            <a:blip r:embed="rId48">
              <a:alphaModFix/>
            </a:blip>
            <a:srcRect/>
            <a:stretch/>
          </p:blipFill>
          <p:spPr>
            <a:xfrm>
              <a:off x="15829153" y="1205179"/>
              <a:ext cx="88518" cy="72174"/>
            </a:xfrm>
            <a:prstGeom prst="rect">
              <a:avLst/>
            </a:prstGeom>
            <a:noFill/>
            <a:ln>
              <a:noFill/>
            </a:ln>
          </p:spPr>
        </p:pic>
        <p:pic>
          <p:nvPicPr>
            <p:cNvPr id="89" name="Google Shape;1998;p14"/>
            <p:cNvPicPr preferRelativeResize="0"/>
            <p:nvPr/>
          </p:nvPicPr>
          <p:blipFill rotWithShape="1">
            <a:blip r:embed="rId28">
              <a:alphaModFix/>
            </a:blip>
            <a:srcRect/>
            <a:stretch/>
          </p:blipFill>
          <p:spPr>
            <a:xfrm>
              <a:off x="15909036" y="1261630"/>
              <a:ext cx="1143" cy="1028"/>
            </a:xfrm>
            <a:prstGeom prst="rect">
              <a:avLst/>
            </a:prstGeom>
            <a:noFill/>
            <a:ln>
              <a:noFill/>
            </a:ln>
          </p:spPr>
        </p:pic>
        <p:pic>
          <p:nvPicPr>
            <p:cNvPr id="90" name="Google Shape;1999;p14"/>
            <p:cNvPicPr preferRelativeResize="0"/>
            <p:nvPr/>
          </p:nvPicPr>
          <p:blipFill rotWithShape="1">
            <a:blip r:embed="rId49">
              <a:alphaModFix/>
            </a:blip>
            <a:srcRect/>
            <a:stretch/>
          </p:blipFill>
          <p:spPr>
            <a:xfrm>
              <a:off x="15619220" y="1424419"/>
              <a:ext cx="68835" cy="86803"/>
            </a:xfrm>
            <a:prstGeom prst="rect">
              <a:avLst/>
            </a:prstGeom>
            <a:noFill/>
            <a:ln>
              <a:noFill/>
            </a:ln>
          </p:spPr>
        </p:pic>
        <p:pic>
          <p:nvPicPr>
            <p:cNvPr id="91" name="Google Shape;2000;p14"/>
            <p:cNvPicPr preferRelativeResize="0"/>
            <p:nvPr/>
          </p:nvPicPr>
          <p:blipFill rotWithShape="1">
            <a:blip r:embed="rId28">
              <a:alphaModFix/>
            </a:blip>
            <a:srcRect/>
            <a:stretch/>
          </p:blipFill>
          <p:spPr>
            <a:xfrm>
              <a:off x="15663290" y="1472488"/>
              <a:ext cx="634" cy="673"/>
            </a:xfrm>
            <a:prstGeom prst="rect">
              <a:avLst/>
            </a:prstGeom>
            <a:noFill/>
            <a:ln>
              <a:noFill/>
            </a:ln>
          </p:spPr>
        </p:pic>
        <p:pic>
          <p:nvPicPr>
            <p:cNvPr id="92" name="Google Shape;2001;p14"/>
            <p:cNvPicPr preferRelativeResize="0"/>
            <p:nvPr/>
          </p:nvPicPr>
          <p:blipFill rotWithShape="1">
            <a:blip r:embed="rId23">
              <a:alphaModFix/>
            </a:blip>
            <a:srcRect/>
            <a:stretch/>
          </p:blipFill>
          <p:spPr>
            <a:xfrm>
              <a:off x="15915893" y="1250950"/>
              <a:ext cx="9015" cy="7836"/>
            </a:xfrm>
            <a:prstGeom prst="rect">
              <a:avLst/>
            </a:prstGeom>
            <a:noFill/>
            <a:ln>
              <a:noFill/>
            </a:ln>
          </p:spPr>
        </p:pic>
        <p:pic>
          <p:nvPicPr>
            <p:cNvPr id="93" name="Google Shape;2002;p14"/>
            <p:cNvPicPr preferRelativeResize="0"/>
            <p:nvPr/>
          </p:nvPicPr>
          <p:blipFill rotWithShape="1">
            <a:blip r:embed="rId23">
              <a:alphaModFix/>
            </a:blip>
            <a:srcRect/>
            <a:stretch/>
          </p:blipFill>
          <p:spPr>
            <a:xfrm>
              <a:off x="15925696" y="1200340"/>
              <a:ext cx="739" cy="571"/>
            </a:xfrm>
            <a:prstGeom prst="rect">
              <a:avLst/>
            </a:prstGeom>
            <a:noFill/>
            <a:ln>
              <a:noFill/>
            </a:ln>
          </p:spPr>
        </p:pic>
        <p:pic>
          <p:nvPicPr>
            <p:cNvPr id="94" name="Google Shape;2003;p14"/>
            <p:cNvPicPr preferRelativeResize="0"/>
            <p:nvPr/>
          </p:nvPicPr>
          <p:blipFill rotWithShape="1">
            <a:blip r:embed="rId28">
              <a:alphaModFix/>
            </a:blip>
            <a:srcRect/>
            <a:stretch/>
          </p:blipFill>
          <p:spPr>
            <a:xfrm>
              <a:off x="15707867" y="1418869"/>
              <a:ext cx="2158" cy="1473"/>
            </a:xfrm>
            <a:prstGeom prst="rect">
              <a:avLst/>
            </a:prstGeom>
            <a:noFill/>
            <a:ln>
              <a:noFill/>
            </a:ln>
          </p:spPr>
        </p:pic>
        <p:pic>
          <p:nvPicPr>
            <p:cNvPr id="95" name="Google Shape;2004;p14"/>
            <p:cNvPicPr preferRelativeResize="0"/>
            <p:nvPr/>
          </p:nvPicPr>
          <p:blipFill rotWithShape="1">
            <a:blip r:embed="rId28">
              <a:alphaModFix/>
            </a:blip>
            <a:srcRect/>
            <a:stretch/>
          </p:blipFill>
          <p:spPr>
            <a:xfrm>
              <a:off x="15725646" y="1400149"/>
              <a:ext cx="1143" cy="1257"/>
            </a:xfrm>
            <a:prstGeom prst="rect">
              <a:avLst/>
            </a:prstGeom>
            <a:noFill/>
            <a:ln>
              <a:noFill/>
            </a:ln>
          </p:spPr>
        </p:pic>
        <p:pic>
          <p:nvPicPr>
            <p:cNvPr id="96" name="Google Shape;2005;p14"/>
            <p:cNvPicPr preferRelativeResize="0"/>
            <p:nvPr/>
          </p:nvPicPr>
          <p:blipFill rotWithShape="1">
            <a:blip r:embed="rId50">
              <a:alphaModFix/>
            </a:blip>
            <a:srcRect/>
            <a:stretch/>
          </p:blipFill>
          <p:spPr>
            <a:xfrm>
              <a:off x="15939135" y="1190776"/>
              <a:ext cx="30605" cy="35116"/>
            </a:xfrm>
            <a:prstGeom prst="rect">
              <a:avLst/>
            </a:prstGeom>
            <a:noFill/>
            <a:ln>
              <a:noFill/>
            </a:ln>
          </p:spPr>
        </p:pic>
        <p:pic>
          <p:nvPicPr>
            <p:cNvPr id="97" name="Google Shape;2006;p14"/>
            <p:cNvPicPr preferRelativeResize="0"/>
            <p:nvPr/>
          </p:nvPicPr>
          <p:blipFill rotWithShape="1">
            <a:blip r:embed="rId28">
              <a:alphaModFix/>
            </a:blip>
            <a:srcRect/>
            <a:stretch/>
          </p:blipFill>
          <p:spPr>
            <a:xfrm>
              <a:off x="15655416" y="1498752"/>
              <a:ext cx="4953" cy="8292"/>
            </a:xfrm>
            <a:prstGeom prst="rect">
              <a:avLst/>
            </a:prstGeom>
            <a:noFill/>
            <a:ln>
              <a:noFill/>
            </a:ln>
          </p:spPr>
        </p:pic>
        <p:pic>
          <p:nvPicPr>
            <p:cNvPr id="98" name="Google Shape;2007;p14"/>
            <p:cNvPicPr preferRelativeResize="0"/>
            <p:nvPr/>
          </p:nvPicPr>
          <p:blipFill rotWithShape="1">
            <a:blip r:embed="rId51">
              <a:alphaModFix/>
            </a:blip>
            <a:srcRect/>
            <a:stretch/>
          </p:blipFill>
          <p:spPr>
            <a:xfrm>
              <a:off x="15656433" y="1444103"/>
              <a:ext cx="39496" cy="47854"/>
            </a:xfrm>
            <a:prstGeom prst="rect">
              <a:avLst/>
            </a:prstGeom>
            <a:noFill/>
            <a:ln>
              <a:noFill/>
            </a:ln>
          </p:spPr>
        </p:pic>
        <p:pic>
          <p:nvPicPr>
            <p:cNvPr id="99" name="Google Shape;2008;p14"/>
            <p:cNvPicPr preferRelativeResize="0"/>
            <p:nvPr/>
          </p:nvPicPr>
          <p:blipFill rotWithShape="1">
            <a:blip r:embed="rId52">
              <a:alphaModFix/>
            </a:blip>
            <a:srcRect/>
            <a:stretch/>
          </p:blipFill>
          <p:spPr>
            <a:xfrm>
              <a:off x="15668877" y="1477467"/>
              <a:ext cx="17778" cy="6604"/>
            </a:xfrm>
            <a:prstGeom prst="rect">
              <a:avLst/>
            </a:prstGeom>
            <a:noFill/>
            <a:ln>
              <a:noFill/>
            </a:ln>
          </p:spPr>
        </p:pic>
        <p:pic>
          <p:nvPicPr>
            <p:cNvPr id="100" name="Google Shape;2009;p14"/>
            <p:cNvPicPr preferRelativeResize="0"/>
            <p:nvPr/>
          </p:nvPicPr>
          <p:blipFill rotWithShape="1">
            <a:blip r:embed="rId23">
              <a:alphaModFix/>
            </a:blip>
            <a:srcRect/>
            <a:stretch/>
          </p:blipFill>
          <p:spPr>
            <a:xfrm>
              <a:off x="15680053" y="1459573"/>
              <a:ext cx="8765" cy="4280"/>
            </a:xfrm>
            <a:prstGeom prst="rect">
              <a:avLst/>
            </a:prstGeom>
            <a:noFill/>
            <a:ln>
              <a:noFill/>
            </a:ln>
          </p:spPr>
        </p:pic>
        <p:pic>
          <p:nvPicPr>
            <p:cNvPr id="101" name="Google Shape;2010;p14"/>
            <p:cNvPicPr preferRelativeResize="0"/>
            <p:nvPr/>
          </p:nvPicPr>
          <p:blipFill rotWithShape="1">
            <a:blip r:embed="rId34">
              <a:alphaModFix/>
            </a:blip>
            <a:srcRect/>
            <a:stretch/>
          </p:blipFill>
          <p:spPr>
            <a:xfrm>
              <a:off x="15669387" y="1490953"/>
              <a:ext cx="381" cy="520"/>
            </a:xfrm>
            <a:prstGeom prst="rect">
              <a:avLst/>
            </a:prstGeom>
            <a:noFill/>
            <a:ln>
              <a:noFill/>
            </a:ln>
          </p:spPr>
        </p:pic>
        <p:pic>
          <p:nvPicPr>
            <p:cNvPr id="102" name="Google Shape;2011;p14"/>
            <p:cNvPicPr preferRelativeResize="0"/>
            <p:nvPr/>
          </p:nvPicPr>
          <p:blipFill rotWithShape="1">
            <a:blip r:embed="rId23">
              <a:alphaModFix/>
            </a:blip>
            <a:srcRect/>
            <a:stretch/>
          </p:blipFill>
          <p:spPr>
            <a:xfrm>
              <a:off x="15684374" y="1425714"/>
              <a:ext cx="6349" cy="3099"/>
            </a:xfrm>
            <a:prstGeom prst="rect">
              <a:avLst/>
            </a:prstGeom>
            <a:noFill/>
            <a:ln>
              <a:noFill/>
            </a:ln>
          </p:spPr>
        </p:pic>
        <p:pic>
          <p:nvPicPr>
            <p:cNvPr id="103" name="Google Shape;2012;p14"/>
            <p:cNvPicPr preferRelativeResize="0"/>
            <p:nvPr/>
          </p:nvPicPr>
          <p:blipFill rotWithShape="1">
            <a:blip r:embed="rId23">
              <a:alphaModFix/>
            </a:blip>
            <a:srcRect/>
            <a:stretch/>
          </p:blipFill>
          <p:spPr>
            <a:xfrm>
              <a:off x="15651605" y="1493126"/>
              <a:ext cx="5842" cy="4977"/>
            </a:xfrm>
            <a:prstGeom prst="rect">
              <a:avLst/>
            </a:prstGeom>
            <a:noFill/>
            <a:ln>
              <a:noFill/>
            </a:ln>
          </p:spPr>
        </p:pic>
        <p:pic>
          <p:nvPicPr>
            <p:cNvPr id="104" name="Google Shape;2013;p14"/>
            <p:cNvPicPr preferRelativeResize="0"/>
            <p:nvPr/>
          </p:nvPicPr>
          <p:blipFill rotWithShape="1">
            <a:blip r:embed="rId23">
              <a:alphaModFix/>
            </a:blip>
            <a:srcRect/>
            <a:stretch/>
          </p:blipFill>
          <p:spPr>
            <a:xfrm>
              <a:off x="15631794" y="1498485"/>
              <a:ext cx="6730" cy="3251"/>
            </a:xfrm>
            <a:prstGeom prst="rect">
              <a:avLst/>
            </a:prstGeom>
            <a:noFill/>
            <a:ln>
              <a:noFill/>
            </a:ln>
          </p:spPr>
        </p:pic>
        <p:pic>
          <p:nvPicPr>
            <p:cNvPr id="105" name="Google Shape;2014;p14"/>
            <p:cNvPicPr preferRelativeResize="0"/>
            <p:nvPr/>
          </p:nvPicPr>
          <p:blipFill rotWithShape="1">
            <a:blip r:embed="rId28">
              <a:alphaModFix/>
            </a:blip>
            <a:srcRect/>
            <a:stretch/>
          </p:blipFill>
          <p:spPr>
            <a:xfrm>
              <a:off x="15664186" y="1472108"/>
              <a:ext cx="1771" cy="2095"/>
            </a:xfrm>
            <a:prstGeom prst="rect">
              <a:avLst/>
            </a:prstGeom>
            <a:noFill/>
            <a:ln>
              <a:noFill/>
            </a:ln>
          </p:spPr>
        </p:pic>
        <p:pic>
          <p:nvPicPr>
            <p:cNvPr id="106" name="Google Shape;2015;p14"/>
            <p:cNvPicPr preferRelativeResize="0"/>
            <p:nvPr/>
          </p:nvPicPr>
          <p:blipFill rotWithShape="1">
            <a:blip r:embed="rId42">
              <a:alphaModFix/>
            </a:blip>
            <a:srcRect/>
            <a:stretch/>
          </p:blipFill>
          <p:spPr>
            <a:xfrm>
              <a:off x="15706090" y="1456893"/>
              <a:ext cx="506" cy="1969"/>
            </a:xfrm>
            <a:prstGeom prst="rect">
              <a:avLst/>
            </a:prstGeom>
            <a:noFill/>
            <a:ln>
              <a:noFill/>
            </a:ln>
          </p:spPr>
        </p:pic>
        <p:pic>
          <p:nvPicPr>
            <p:cNvPr id="107" name="Google Shape;2016;p14"/>
            <p:cNvPicPr preferRelativeResize="0"/>
            <p:nvPr/>
          </p:nvPicPr>
          <p:blipFill rotWithShape="1">
            <a:blip r:embed="rId25">
              <a:alphaModFix/>
            </a:blip>
            <a:srcRect/>
            <a:stretch/>
          </p:blipFill>
          <p:spPr>
            <a:xfrm>
              <a:off x="15656941" y="1470773"/>
              <a:ext cx="17016" cy="21108"/>
            </a:xfrm>
            <a:prstGeom prst="rect">
              <a:avLst/>
            </a:prstGeom>
            <a:noFill/>
            <a:ln>
              <a:noFill/>
            </a:ln>
          </p:spPr>
        </p:pic>
        <p:pic>
          <p:nvPicPr>
            <p:cNvPr id="108" name="Google Shape;2017;p14"/>
            <p:cNvPicPr preferRelativeResize="0"/>
            <p:nvPr/>
          </p:nvPicPr>
          <p:blipFill rotWithShape="1">
            <a:blip r:embed="rId28">
              <a:alphaModFix/>
            </a:blip>
            <a:srcRect/>
            <a:stretch/>
          </p:blipFill>
          <p:spPr>
            <a:xfrm>
              <a:off x="15734157" y="1392275"/>
              <a:ext cx="381" cy="381"/>
            </a:xfrm>
            <a:prstGeom prst="rect">
              <a:avLst/>
            </a:prstGeom>
            <a:noFill/>
            <a:ln>
              <a:noFill/>
            </a:ln>
          </p:spPr>
        </p:pic>
        <p:pic>
          <p:nvPicPr>
            <p:cNvPr id="109" name="Google Shape;2018;p14"/>
            <p:cNvPicPr preferRelativeResize="0"/>
            <p:nvPr/>
          </p:nvPicPr>
          <p:blipFill rotWithShape="1">
            <a:blip r:embed="rId28">
              <a:alphaModFix/>
            </a:blip>
            <a:srcRect/>
            <a:stretch/>
          </p:blipFill>
          <p:spPr>
            <a:xfrm>
              <a:off x="15715488" y="1411998"/>
              <a:ext cx="381" cy="431"/>
            </a:xfrm>
            <a:prstGeom prst="rect">
              <a:avLst/>
            </a:prstGeom>
            <a:noFill/>
            <a:ln>
              <a:noFill/>
            </a:ln>
          </p:spPr>
        </p:pic>
        <p:pic>
          <p:nvPicPr>
            <p:cNvPr id="110" name="Google Shape;2019;p14"/>
            <p:cNvPicPr preferRelativeResize="0"/>
            <p:nvPr/>
          </p:nvPicPr>
          <p:blipFill rotWithShape="1">
            <a:blip r:embed="rId28">
              <a:alphaModFix/>
            </a:blip>
            <a:srcRect/>
            <a:stretch/>
          </p:blipFill>
          <p:spPr>
            <a:xfrm>
              <a:off x="15712058" y="1431925"/>
              <a:ext cx="2412" cy="2933"/>
            </a:xfrm>
            <a:prstGeom prst="rect">
              <a:avLst/>
            </a:prstGeom>
            <a:noFill/>
            <a:ln>
              <a:noFill/>
            </a:ln>
          </p:spPr>
        </p:pic>
        <p:pic>
          <p:nvPicPr>
            <p:cNvPr id="111" name="Google Shape;2020;p14"/>
            <p:cNvPicPr preferRelativeResize="0"/>
            <p:nvPr/>
          </p:nvPicPr>
          <p:blipFill rotWithShape="1">
            <a:blip r:embed="rId28">
              <a:alphaModFix/>
            </a:blip>
            <a:srcRect/>
            <a:stretch/>
          </p:blipFill>
          <p:spPr>
            <a:xfrm>
              <a:off x="15675229" y="1439290"/>
              <a:ext cx="4826" cy="4927"/>
            </a:xfrm>
            <a:prstGeom prst="rect">
              <a:avLst/>
            </a:prstGeom>
            <a:noFill/>
            <a:ln>
              <a:noFill/>
            </a:ln>
          </p:spPr>
        </p:pic>
        <p:pic>
          <p:nvPicPr>
            <p:cNvPr id="112" name="Google Shape;2021;p14"/>
            <p:cNvPicPr preferRelativeResize="0"/>
            <p:nvPr/>
          </p:nvPicPr>
          <p:blipFill rotWithShape="1">
            <a:blip r:embed="rId23">
              <a:alphaModFix/>
            </a:blip>
            <a:srcRect/>
            <a:stretch/>
          </p:blipFill>
          <p:spPr>
            <a:xfrm>
              <a:off x="15727807" y="1371777"/>
              <a:ext cx="6349" cy="6616"/>
            </a:xfrm>
            <a:prstGeom prst="rect">
              <a:avLst/>
            </a:prstGeom>
            <a:noFill/>
            <a:ln>
              <a:noFill/>
            </a:ln>
          </p:spPr>
        </p:pic>
        <p:pic>
          <p:nvPicPr>
            <p:cNvPr id="113" name="Google Shape;2022;p14"/>
            <p:cNvPicPr preferRelativeResize="0"/>
            <p:nvPr/>
          </p:nvPicPr>
          <p:blipFill rotWithShape="1">
            <a:blip r:embed="rId34">
              <a:alphaModFix/>
            </a:blip>
            <a:srcRect/>
            <a:stretch/>
          </p:blipFill>
          <p:spPr>
            <a:xfrm>
              <a:off x="15649829" y="1507413"/>
              <a:ext cx="380" cy="431"/>
            </a:xfrm>
            <a:prstGeom prst="rect">
              <a:avLst/>
            </a:prstGeom>
            <a:noFill/>
            <a:ln>
              <a:noFill/>
            </a:ln>
          </p:spPr>
        </p:pic>
        <p:pic>
          <p:nvPicPr>
            <p:cNvPr id="114" name="Google Shape;2023;p14"/>
            <p:cNvPicPr preferRelativeResize="0"/>
            <p:nvPr/>
          </p:nvPicPr>
          <p:blipFill rotWithShape="1">
            <a:blip r:embed="rId53">
              <a:alphaModFix/>
            </a:blip>
            <a:srcRect/>
            <a:stretch/>
          </p:blipFill>
          <p:spPr>
            <a:xfrm>
              <a:off x="15643097" y="1430008"/>
              <a:ext cx="72643" cy="68173"/>
            </a:xfrm>
            <a:prstGeom prst="rect">
              <a:avLst/>
            </a:prstGeom>
            <a:noFill/>
            <a:ln>
              <a:noFill/>
            </a:ln>
          </p:spPr>
        </p:pic>
        <p:pic>
          <p:nvPicPr>
            <p:cNvPr id="115" name="Google Shape;2024;p14"/>
            <p:cNvPicPr preferRelativeResize="0"/>
            <p:nvPr/>
          </p:nvPicPr>
          <p:blipFill rotWithShape="1">
            <a:blip r:embed="rId54">
              <a:alphaModFix/>
            </a:blip>
            <a:srcRect/>
            <a:stretch/>
          </p:blipFill>
          <p:spPr>
            <a:xfrm>
              <a:off x="15646147" y="1421586"/>
              <a:ext cx="64895" cy="73330"/>
            </a:xfrm>
            <a:prstGeom prst="rect">
              <a:avLst/>
            </a:prstGeom>
            <a:noFill/>
            <a:ln>
              <a:noFill/>
            </a:ln>
          </p:spPr>
        </p:pic>
        <p:pic>
          <p:nvPicPr>
            <p:cNvPr id="116" name="Google Shape;2025;p14"/>
            <p:cNvPicPr preferRelativeResize="0"/>
            <p:nvPr/>
          </p:nvPicPr>
          <p:blipFill rotWithShape="1">
            <a:blip r:embed="rId28">
              <a:alphaModFix/>
            </a:blip>
            <a:srcRect/>
            <a:stretch/>
          </p:blipFill>
          <p:spPr>
            <a:xfrm>
              <a:off x="15847440" y="1259967"/>
              <a:ext cx="507" cy="419"/>
            </a:xfrm>
            <a:prstGeom prst="rect">
              <a:avLst/>
            </a:prstGeom>
            <a:noFill/>
            <a:ln>
              <a:noFill/>
            </a:ln>
          </p:spPr>
        </p:pic>
        <p:pic>
          <p:nvPicPr>
            <p:cNvPr id="117" name="Google Shape;2026;p14"/>
            <p:cNvPicPr preferRelativeResize="0"/>
            <p:nvPr/>
          </p:nvPicPr>
          <p:blipFill rotWithShape="1">
            <a:blip r:embed="rId41">
              <a:alphaModFix/>
            </a:blip>
            <a:srcRect/>
            <a:stretch/>
          </p:blipFill>
          <p:spPr>
            <a:xfrm>
              <a:off x="15867507" y="1222285"/>
              <a:ext cx="21590" cy="22937"/>
            </a:xfrm>
            <a:prstGeom prst="rect">
              <a:avLst/>
            </a:prstGeom>
            <a:noFill/>
            <a:ln>
              <a:noFill/>
            </a:ln>
          </p:spPr>
        </p:pic>
        <p:pic>
          <p:nvPicPr>
            <p:cNvPr id="118" name="Google Shape;2027;p14"/>
            <p:cNvPicPr preferRelativeResize="0"/>
            <p:nvPr/>
          </p:nvPicPr>
          <p:blipFill rotWithShape="1">
            <a:blip r:embed="rId40">
              <a:alphaModFix/>
            </a:blip>
            <a:srcRect/>
            <a:stretch/>
          </p:blipFill>
          <p:spPr>
            <a:xfrm>
              <a:off x="15671037" y="1452879"/>
              <a:ext cx="13716" cy="10413"/>
            </a:xfrm>
            <a:prstGeom prst="rect">
              <a:avLst/>
            </a:prstGeom>
            <a:noFill/>
            <a:ln>
              <a:noFill/>
            </a:ln>
          </p:spPr>
        </p:pic>
        <p:pic>
          <p:nvPicPr>
            <p:cNvPr id="119" name="Google Shape;2028;p14"/>
            <p:cNvPicPr preferRelativeResize="0"/>
            <p:nvPr/>
          </p:nvPicPr>
          <p:blipFill rotWithShape="1">
            <a:blip r:embed="rId28">
              <a:alphaModFix/>
            </a:blip>
            <a:srcRect/>
            <a:stretch/>
          </p:blipFill>
          <p:spPr>
            <a:xfrm>
              <a:off x="15720694" y="1412227"/>
              <a:ext cx="380" cy="406"/>
            </a:xfrm>
            <a:prstGeom prst="rect">
              <a:avLst/>
            </a:prstGeom>
            <a:noFill/>
            <a:ln>
              <a:noFill/>
            </a:ln>
          </p:spPr>
        </p:pic>
        <p:pic>
          <p:nvPicPr>
            <p:cNvPr id="120" name="Google Shape;2029;p14"/>
            <p:cNvPicPr preferRelativeResize="0"/>
            <p:nvPr/>
          </p:nvPicPr>
          <p:blipFill rotWithShape="1">
            <a:blip r:embed="rId40">
              <a:alphaModFix/>
            </a:blip>
            <a:srcRect/>
            <a:stretch/>
          </p:blipFill>
          <p:spPr>
            <a:xfrm>
              <a:off x="15703041" y="1453451"/>
              <a:ext cx="6825" cy="8267"/>
            </a:xfrm>
            <a:prstGeom prst="rect">
              <a:avLst/>
            </a:prstGeom>
            <a:noFill/>
            <a:ln>
              <a:noFill/>
            </a:ln>
          </p:spPr>
        </p:pic>
        <p:pic>
          <p:nvPicPr>
            <p:cNvPr id="121" name="Google Shape;2030;p14"/>
            <p:cNvPicPr preferRelativeResize="0"/>
            <p:nvPr/>
          </p:nvPicPr>
          <p:blipFill rotWithShape="1">
            <a:blip r:embed="rId28">
              <a:alphaModFix/>
            </a:blip>
            <a:srcRect/>
            <a:stretch/>
          </p:blipFill>
          <p:spPr>
            <a:xfrm>
              <a:off x="15743428" y="1388706"/>
              <a:ext cx="1779" cy="1498"/>
            </a:xfrm>
            <a:prstGeom prst="rect">
              <a:avLst/>
            </a:prstGeom>
            <a:noFill/>
            <a:ln>
              <a:noFill/>
            </a:ln>
          </p:spPr>
        </p:pic>
        <p:pic>
          <p:nvPicPr>
            <p:cNvPr id="122" name="Google Shape;2031;p14"/>
            <p:cNvPicPr preferRelativeResize="0"/>
            <p:nvPr/>
          </p:nvPicPr>
          <p:blipFill rotWithShape="1">
            <a:blip r:embed="rId28">
              <a:alphaModFix/>
            </a:blip>
            <a:srcRect/>
            <a:stretch/>
          </p:blipFill>
          <p:spPr>
            <a:xfrm>
              <a:off x="15921353" y="1232217"/>
              <a:ext cx="253" cy="254"/>
            </a:xfrm>
            <a:prstGeom prst="rect">
              <a:avLst/>
            </a:prstGeom>
            <a:noFill/>
            <a:ln>
              <a:noFill/>
            </a:ln>
          </p:spPr>
        </p:pic>
      </p:grpSp>
      <p:sp>
        <p:nvSpPr>
          <p:cNvPr id="4080" name="Google Shape;4080;p307"/>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Medium" panose="02000000000000000000" pitchFamily="50" charset="0"/>
                <a:sym typeface="Arial"/>
              </a:rPr>
              <a:t>Desafío de algoritmos y llamado de funciones</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Gotham Rounded Medium" panose="02000000000000000000" pitchFamily="50" charset="0"/>
                <a:sym typeface="Arial"/>
              </a:rPr>
              <a:t>Desafío 4</a:t>
            </a: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5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Medium" panose="02000000000000000000" pitchFamily="50" charset="0"/>
                <a:sym typeface="Arial"/>
              </a:rPr>
              <a:t>El objetivo es observar la consigna y tratar de calcular si nuestra</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5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Medium" panose="02000000000000000000" pitchFamily="50" charset="0"/>
                <a:sym typeface="Arial"/>
              </a:rPr>
              <a:t>mascota virtual           llegará a su destino        .</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p:txBody>
      </p:sp>
      <p:pic>
        <p:nvPicPr>
          <p:cNvPr id="4081" name="Google Shape;4081;p307" descr="Alien Monster on Microsoft Windows 10 May 2019 Update"/>
          <p:cNvPicPr preferRelativeResize="0"/>
          <p:nvPr/>
        </p:nvPicPr>
        <p:blipFill rotWithShape="1">
          <a:blip r:embed="rId55">
            <a:alphaModFix/>
          </a:blip>
          <a:srcRect/>
          <a:stretch/>
        </p:blipFill>
        <p:spPr>
          <a:xfrm>
            <a:off x="5328557" y="4425042"/>
            <a:ext cx="452530" cy="452530"/>
          </a:xfrm>
          <a:prstGeom prst="rect">
            <a:avLst/>
          </a:prstGeom>
          <a:noFill/>
          <a:ln>
            <a:noFill/>
          </a:ln>
        </p:spPr>
      </p:pic>
      <p:pic>
        <p:nvPicPr>
          <p:cNvPr id="4082" name="Google Shape;4082;p307" descr="Chequered Flag on Microsoft Windows 10"/>
          <p:cNvPicPr preferRelativeResize="0"/>
          <p:nvPr/>
        </p:nvPicPr>
        <p:blipFill rotWithShape="1">
          <a:blip r:embed="rId56">
            <a:alphaModFix/>
          </a:blip>
          <a:srcRect/>
          <a:stretch/>
        </p:blipFill>
        <p:spPr>
          <a:xfrm>
            <a:off x="8554074" y="4464692"/>
            <a:ext cx="412880" cy="412880"/>
          </a:xfrm>
          <a:prstGeom prst="rect">
            <a:avLst/>
          </a:prstGeom>
          <a:noFill/>
          <a:ln>
            <a:noFill/>
          </a:ln>
        </p:spPr>
      </p:pic>
    </p:spTree>
  </p:cSld>
  <p:clrMapOvr>
    <a:masterClrMapping/>
  </p:clrMapOvr>
  <p:transition spd="med">
    <p:push/>
  </p:transition>
  <p:timing>
    <p:tnLst>
      <p:par>
        <p:cTn id="1" dur="indefinite" restart="never" nodeType="tmRoot"/>
      </p:par>
    </p:tnLst>
  </p:timing>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Shape 4088"/>
        <p:cNvGrpSpPr/>
        <p:nvPr/>
      </p:nvGrpSpPr>
      <p:grpSpPr>
        <a:xfrm>
          <a:off x="0" y="0"/>
          <a:ext cx="0" cy="0"/>
          <a:chOff x="0" y="0"/>
          <a:chExt cx="0" cy="0"/>
        </a:xfrm>
      </p:grpSpPr>
      <p:grpSp>
        <p:nvGrpSpPr>
          <p:cNvPr id="4089" name="Google Shape;4089;p308"/>
          <p:cNvGrpSpPr/>
          <p:nvPr/>
        </p:nvGrpSpPr>
        <p:grpSpPr>
          <a:xfrm>
            <a:off x="503854" y="611156"/>
            <a:ext cx="5946712" cy="5635688"/>
            <a:chOff x="503854" y="531846"/>
            <a:chExt cx="5946712" cy="5635688"/>
          </a:xfrm>
        </p:grpSpPr>
        <p:sp>
          <p:nvSpPr>
            <p:cNvPr id="4090" name="Google Shape;4090;p308"/>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91" name="Google Shape;4091;p308"/>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92" name="Google Shape;4092;p308"/>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93" name="Google Shape;4093;p308"/>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94" name="Google Shape;4094;p308"/>
            <p:cNvSpPr/>
            <p:nvPr/>
          </p:nvSpPr>
          <p:spPr>
            <a:xfrm>
              <a:off x="5592150"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95" name="Google Shape;4095;p308"/>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96" name="Google Shape;4096;p308"/>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97" name="Google Shape;4097;p308"/>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98" name="Google Shape;4098;p308"/>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99" name="Google Shape;4099;p308"/>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00" name="Google Shape;4100;p308"/>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01" name="Google Shape;4101;p308"/>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02" name="Google Shape;4102;p308"/>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03" name="Google Shape;4103;p308"/>
            <p:cNvSpPr/>
            <p:nvPr/>
          </p:nvSpPr>
          <p:spPr>
            <a:xfrm>
              <a:off x="4320076"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04" name="Google Shape;4104;p308"/>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05" name="Google Shape;4105;p308"/>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06" name="Google Shape;4106;p308"/>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07" name="Google Shape;4107;p308"/>
            <p:cNvSpPr/>
            <p:nvPr/>
          </p:nvSpPr>
          <p:spPr>
            <a:xfrm>
              <a:off x="3048002" y="4114800"/>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08" name="Google Shape;4108;p308"/>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09" name="Google Shape;4109;p308"/>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10" name="Google Shape;4110;p308"/>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11" name="Google Shape;4111;p308"/>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12" name="Google Shape;4112;p308"/>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13" name="Google Shape;4113;p308"/>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14" name="Google Shape;4114;p308"/>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115" name="Google Shape;4115;p308" descr="Alien Monster on Microsoft Windows 10 May 2019 Update"/>
          <p:cNvPicPr preferRelativeResize="0"/>
          <p:nvPr/>
        </p:nvPicPr>
        <p:blipFill rotWithShape="1">
          <a:blip r:embed="rId3">
            <a:alphaModFix/>
          </a:blip>
          <a:srcRect/>
          <a:stretch/>
        </p:blipFill>
        <p:spPr>
          <a:xfrm>
            <a:off x="-908172" y="814099"/>
            <a:ext cx="452530" cy="452530"/>
          </a:xfrm>
          <a:prstGeom prst="rect">
            <a:avLst/>
          </a:prstGeom>
          <a:noFill/>
          <a:ln>
            <a:noFill/>
          </a:ln>
        </p:spPr>
      </p:pic>
      <p:pic>
        <p:nvPicPr>
          <p:cNvPr id="4116" name="Google Shape;4116;p308" descr="Chequered Flag on Microsoft Windows 10"/>
          <p:cNvPicPr preferRelativeResize="0"/>
          <p:nvPr/>
        </p:nvPicPr>
        <p:blipFill rotWithShape="1">
          <a:blip r:embed="rId4">
            <a:alphaModFix/>
          </a:blip>
          <a:srcRect/>
          <a:stretch/>
        </p:blipFill>
        <p:spPr>
          <a:xfrm>
            <a:off x="3271936" y="4416878"/>
            <a:ext cx="412880" cy="412880"/>
          </a:xfrm>
          <a:prstGeom prst="rect">
            <a:avLst/>
          </a:prstGeom>
          <a:noFill/>
          <a:ln>
            <a:noFill/>
          </a:ln>
        </p:spPr>
      </p:pic>
      <p:cxnSp>
        <p:nvCxnSpPr>
          <p:cNvPr id="4117" name="Google Shape;4117;p308"/>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4118" name="Google Shape;4118;p308" descr="Alien Monster on Microsoft Windows 10 May 2019 Update"/>
          <p:cNvPicPr preferRelativeResize="0"/>
          <p:nvPr/>
        </p:nvPicPr>
        <p:blipFill rotWithShape="1">
          <a:blip r:embed="rId3">
            <a:alphaModFix/>
          </a:blip>
          <a:srcRect/>
          <a:stretch/>
        </p:blipFill>
        <p:spPr>
          <a:xfrm>
            <a:off x="5795092" y="814099"/>
            <a:ext cx="452530" cy="452530"/>
          </a:xfrm>
          <a:prstGeom prst="rect">
            <a:avLst/>
          </a:prstGeom>
          <a:noFill/>
          <a:ln>
            <a:noFill/>
          </a:ln>
        </p:spPr>
      </p:pic>
      <p:sp>
        <p:nvSpPr>
          <p:cNvPr id="4119" name="Google Shape;4119;p308"/>
          <p:cNvSpPr/>
          <p:nvPr/>
        </p:nvSpPr>
        <p:spPr>
          <a:xfrm>
            <a:off x="7212580" y="382555"/>
            <a:ext cx="4979422"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20" name="Google Shape;4120;p308"/>
          <p:cNvSpPr txBox="1"/>
          <p:nvPr/>
        </p:nvSpPr>
        <p:spPr>
          <a:xfrm>
            <a:off x="8145626" y="1684433"/>
            <a:ext cx="3414997" cy="3323987"/>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2</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repetir(</a:t>
            </a:r>
            <a:r>
              <a:rPr lang="es-ES" sz="2400" b="0" i="0" u="none" strike="noStrike" cap="none">
                <a:solidFill>
                  <a:srgbClr val="79D2EA"/>
                </a:solidFill>
                <a:latin typeface="Tahoma"/>
                <a:ea typeface="Tahoma"/>
                <a:cs typeface="Tahoma"/>
                <a:sym typeface="Tahoma"/>
              </a:rPr>
              <a:t>2</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p:txBody>
      </p:sp>
      <p:sp>
        <p:nvSpPr>
          <p:cNvPr id="4121" name="Google Shape;4121;p308"/>
          <p:cNvSpPr/>
          <p:nvPr/>
        </p:nvSpPr>
        <p:spPr>
          <a:xfrm>
            <a:off x="-1085227"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22" name="Google Shape;4122;p308"/>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Shape 4127"/>
        <p:cNvGrpSpPr/>
        <p:nvPr/>
      </p:nvGrpSpPr>
      <p:grpSpPr>
        <a:xfrm>
          <a:off x="0" y="0"/>
          <a:ext cx="0" cy="0"/>
          <a:chOff x="0" y="0"/>
          <a:chExt cx="0" cy="0"/>
        </a:xfrm>
      </p:grpSpPr>
      <p:grpSp>
        <p:nvGrpSpPr>
          <p:cNvPr id="4128" name="Google Shape;4128;p309"/>
          <p:cNvGrpSpPr/>
          <p:nvPr/>
        </p:nvGrpSpPr>
        <p:grpSpPr>
          <a:xfrm>
            <a:off x="503854" y="611156"/>
            <a:ext cx="5946712" cy="5635688"/>
            <a:chOff x="503854" y="531846"/>
            <a:chExt cx="5946712" cy="5635688"/>
          </a:xfrm>
        </p:grpSpPr>
        <p:sp>
          <p:nvSpPr>
            <p:cNvPr id="4129" name="Google Shape;4129;p309"/>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30" name="Google Shape;4130;p309"/>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31" name="Google Shape;4131;p309"/>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32" name="Google Shape;4132;p309"/>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33" name="Google Shape;4133;p309"/>
            <p:cNvSpPr/>
            <p:nvPr/>
          </p:nvSpPr>
          <p:spPr>
            <a:xfrm>
              <a:off x="5592150"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34" name="Google Shape;4134;p309"/>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35" name="Google Shape;4135;p309"/>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36" name="Google Shape;4136;p309"/>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37" name="Google Shape;4137;p309"/>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38" name="Google Shape;4138;p309"/>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39" name="Google Shape;4139;p309"/>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40" name="Google Shape;4140;p309"/>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41" name="Google Shape;4141;p309"/>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42" name="Google Shape;4142;p309"/>
            <p:cNvSpPr/>
            <p:nvPr/>
          </p:nvSpPr>
          <p:spPr>
            <a:xfrm>
              <a:off x="4320076"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43" name="Google Shape;4143;p309"/>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44" name="Google Shape;4144;p309"/>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45" name="Google Shape;4145;p309"/>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46" name="Google Shape;4146;p309"/>
            <p:cNvSpPr/>
            <p:nvPr/>
          </p:nvSpPr>
          <p:spPr>
            <a:xfrm>
              <a:off x="3048002" y="4114800"/>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47" name="Google Shape;4147;p309"/>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48" name="Google Shape;4148;p309"/>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49" name="Google Shape;4149;p309"/>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50" name="Google Shape;4150;p309"/>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51" name="Google Shape;4151;p309"/>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52" name="Google Shape;4152;p309"/>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53" name="Google Shape;4153;p309"/>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154" name="Google Shape;4154;p309" descr="Alien Monster on Microsoft Windows 10 May 2019 Update"/>
          <p:cNvPicPr preferRelativeResize="0"/>
          <p:nvPr/>
        </p:nvPicPr>
        <p:blipFill rotWithShape="1">
          <a:blip r:embed="rId3">
            <a:alphaModFix/>
          </a:blip>
          <a:srcRect/>
          <a:stretch/>
        </p:blipFill>
        <p:spPr>
          <a:xfrm>
            <a:off x="706797" y="814099"/>
            <a:ext cx="452530" cy="452530"/>
          </a:xfrm>
          <a:prstGeom prst="rect">
            <a:avLst/>
          </a:prstGeom>
          <a:noFill/>
          <a:ln>
            <a:noFill/>
          </a:ln>
        </p:spPr>
      </p:pic>
      <p:pic>
        <p:nvPicPr>
          <p:cNvPr id="4155" name="Google Shape;4155;p309" descr="Chequered Flag on Microsoft Windows 10"/>
          <p:cNvPicPr preferRelativeResize="0"/>
          <p:nvPr/>
        </p:nvPicPr>
        <p:blipFill rotWithShape="1">
          <a:blip r:embed="rId4">
            <a:alphaModFix/>
          </a:blip>
          <a:srcRect/>
          <a:stretch/>
        </p:blipFill>
        <p:spPr>
          <a:xfrm>
            <a:off x="3271936" y="4416878"/>
            <a:ext cx="412880" cy="412880"/>
          </a:xfrm>
          <a:prstGeom prst="rect">
            <a:avLst/>
          </a:prstGeom>
          <a:noFill/>
          <a:ln>
            <a:noFill/>
          </a:ln>
        </p:spPr>
      </p:pic>
      <p:cxnSp>
        <p:nvCxnSpPr>
          <p:cNvPr id="4156" name="Google Shape;4156;p309"/>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4157" name="Google Shape;4157;p309" descr="Alien Monster on Microsoft Windows 10 May 2019 Update"/>
          <p:cNvPicPr preferRelativeResize="0"/>
          <p:nvPr/>
        </p:nvPicPr>
        <p:blipFill rotWithShape="1">
          <a:blip r:embed="rId3">
            <a:alphaModFix/>
          </a:blip>
          <a:srcRect/>
          <a:stretch/>
        </p:blipFill>
        <p:spPr>
          <a:xfrm>
            <a:off x="12503803" y="814099"/>
            <a:ext cx="452530" cy="452530"/>
          </a:xfrm>
          <a:prstGeom prst="rect">
            <a:avLst/>
          </a:prstGeom>
          <a:noFill/>
          <a:ln>
            <a:noFill/>
          </a:ln>
        </p:spPr>
      </p:pic>
      <p:sp>
        <p:nvSpPr>
          <p:cNvPr id="4158" name="Google Shape;4158;p309"/>
          <p:cNvSpPr/>
          <p:nvPr/>
        </p:nvSpPr>
        <p:spPr>
          <a:xfrm>
            <a:off x="7212580" y="382555"/>
            <a:ext cx="4979422"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59" name="Google Shape;4159;p309"/>
          <p:cNvSpPr txBox="1"/>
          <p:nvPr/>
        </p:nvSpPr>
        <p:spPr>
          <a:xfrm>
            <a:off x="8145626" y="1684433"/>
            <a:ext cx="3414997" cy="3323987"/>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1</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4A7B8B"/>
                </a:solidFill>
                <a:highlight>
                  <a:srgbClr val="B3FF00"/>
                </a:highlight>
                <a:latin typeface="Tahoma"/>
                <a:ea typeface="Tahoma"/>
                <a:cs typeface="Tahoma"/>
                <a:sym typeface="Tahoma"/>
              </a:rPr>
              <a:t>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repetir(</a:t>
            </a:r>
            <a:r>
              <a:rPr lang="es-ES" sz="2400" b="0" i="0" u="none" strike="noStrike" cap="none">
                <a:solidFill>
                  <a:srgbClr val="79D2EA"/>
                </a:solidFill>
                <a:latin typeface="Tahoma"/>
                <a:ea typeface="Tahoma"/>
                <a:cs typeface="Tahoma"/>
                <a:sym typeface="Tahoma"/>
              </a:rPr>
              <a:t>2</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p:txBody>
      </p:sp>
      <p:sp>
        <p:nvSpPr>
          <p:cNvPr id="4160" name="Google Shape;4160;p309"/>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61" name="Google Shape;4161;p309"/>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Shape 4166"/>
        <p:cNvGrpSpPr/>
        <p:nvPr/>
      </p:nvGrpSpPr>
      <p:grpSpPr>
        <a:xfrm>
          <a:off x="0" y="0"/>
          <a:ext cx="0" cy="0"/>
          <a:chOff x="0" y="0"/>
          <a:chExt cx="0" cy="0"/>
        </a:xfrm>
      </p:grpSpPr>
      <p:grpSp>
        <p:nvGrpSpPr>
          <p:cNvPr id="4167" name="Google Shape;4167;p310"/>
          <p:cNvGrpSpPr/>
          <p:nvPr/>
        </p:nvGrpSpPr>
        <p:grpSpPr>
          <a:xfrm>
            <a:off x="503854" y="611156"/>
            <a:ext cx="5946712" cy="5635688"/>
            <a:chOff x="503854" y="531846"/>
            <a:chExt cx="5946712" cy="5635688"/>
          </a:xfrm>
        </p:grpSpPr>
        <p:sp>
          <p:nvSpPr>
            <p:cNvPr id="4168" name="Google Shape;4168;p310"/>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69" name="Google Shape;4169;p310"/>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70" name="Google Shape;4170;p310"/>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71" name="Google Shape;4171;p310"/>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72" name="Google Shape;4172;p310"/>
            <p:cNvSpPr/>
            <p:nvPr/>
          </p:nvSpPr>
          <p:spPr>
            <a:xfrm>
              <a:off x="5592150"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73" name="Google Shape;4173;p310"/>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74" name="Google Shape;4174;p310"/>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75" name="Google Shape;4175;p310"/>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76" name="Google Shape;4176;p310"/>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77" name="Google Shape;4177;p310"/>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78" name="Google Shape;4178;p310"/>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79" name="Google Shape;4179;p310"/>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80" name="Google Shape;4180;p310"/>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81" name="Google Shape;4181;p310"/>
            <p:cNvSpPr/>
            <p:nvPr/>
          </p:nvSpPr>
          <p:spPr>
            <a:xfrm>
              <a:off x="4320076"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82" name="Google Shape;4182;p310"/>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83" name="Google Shape;4183;p310"/>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84" name="Google Shape;4184;p310"/>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85" name="Google Shape;4185;p310"/>
            <p:cNvSpPr/>
            <p:nvPr/>
          </p:nvSpPr>
          <p:spPr>
            <a:xfrm>
              <a:off x="3048002" y="4114800"/>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86" name="Google Shape;4186;p310"/>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87" name="Google Shape;4187;p310"/>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88" name="Google Shape;4188;p310"/>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89" name="Google Shape;4189;p310"/>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90" name="Google Shape;4190;p310"/>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91" name="Google Shape;4191;p310"/>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92" name="Google Shape;4192;p310"/>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193" name="Google Shape;4193;p310" descr="Alien Monster on Microsoft Windows 10 May 2019 Update"/>
          <p:cNvPicPr preferRelativeResize="0"/>
          <p:nvPr/>
        </p:nvPicPr>
        <p:blipFill rotWithShape="1">
          <a:blip r:embed="rId3">
            <a:alphaModFix/>
          </a:blip>
          <a:srcRect/>
          <a:stretch/>
        </p:blipFill>
        <p:spPr>
          <a:xfrm>
            <a:off x="706797" y="2008417"/>
            <a:ext cx="452530" cy="452530"/>
          </a:xfrm>
          <a:prstGeom prst="rect">
            <a:avLst/>
          </a:prstGeom>
          <a:noFill/>
          <a:ln>
            <a:noFill/>
          </a:ln>
        </p:spPr>
      </p:pic>
      <p:pic>
        <p:nvPicPr>
          <p:cNvPr id="4194" name="Google Shape;4194;p310" descr="Chequered Flag on Microsoft Windows 10"/>
          <p:cNvPicPr preferRelativeResize="0"/>
          <p:nvPr/>
        </p:nvPicPr>
        <p:blipFill rotWithShape="1">
          <a:blip r:embed="rId4">
            <a:alphaModFix/>
          </a:blip>
          <a:srcRect/>
          <a:stretch/>
        </p:blipFill>
        <p:spPr>
          <a:xfrm>
            <a:off x="3271936" y="4416878"/>
            <a:ext cx="412880" cy="412880"/>
          </a:xfrm>
          <a:prstGeom prst="rect">
            <a:avLst/>
          </a:prstGeom>
          <a:noFill/>
          <a:ln>
            <a:noFill/>
          </a:ln>
        </p:spPr>
      </p:pic>
      <p:cxnSp>
        <p:nvCxnSpPr>
          <p:cNvPr id="4195" name="Google Shape;4195;p310"/>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4196" name="Google Shape;4196;p310" descr="Alien Monster on Microsoft Windows 10 May 2019 Update"/>
          <p:cNvPicPr preferRelativeResize="0"/>
          <p:nvPr/>
        </p:nvPicPr>
        <p:blipFill rotWithShape="1">
          <a:blip r:embed="rId3">
            <a:alphaModFix/>
          </a:blip>
          <a:srcRect/>
          <a:stretch/>
        </p:blipFill>
        <p:spPr>
          <a:xfrm>
            <a:off x="12503803" y="2008417"/>
            <a:ext cx="452530" cy="452530"/>
          </a:xfrm>
          <a:prstGeom prst="rect">
            <a:avLst/>
          </a:prstGeom>
          <a:noFill/>
          <a:ln>
            <a:noFill/>
          </a:ln>
        </p:spPr>
      </p:pic>
      <p:sp>
        <p:nvSpPr>
          <p:cNvPr id="4197" name="Google Shape;4197;p310"/>
          <p:cNvSpPr/>
          <p:nvPr/>
        </p:nvSpPr>
        <p:spPr>
          <a:xfrm>
            <a:off x="7212580" y="382555"/>
            <a:ext cx="4979422"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98" name="Google Shape;4198;p310"/>
          <p:cNvSpPr txBox="1"/>
          <p:nvPr/>
        </p:nvSpPr>
        <p:spPr>
          <a:xfrm>
            <a:off x="8145626" y="1684433"/>
            <a:ext cx="3414997" cy="3323987"/>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1</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4A7B8B"/>
                </a:solidFill>
                <a:highlight>
                  <a:srgbClr val="B3FF00"/>
                </a:highlight>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repetir(</a:t>
            </a:r>
            <a:r>
              <a:rPr lang="es-ES" sz="2400" b="0" i="0" u="none" strike="noStrike" cap="none">
                <a:solidFill>
                  <a:srgbClr val="79D2EA"/>
                </a:solidFill>
                <a:latin typeface="Tahoma"/>
                <a:ea typeface="Tahoma"/>
                <a:cs typeface="Tahoma"/>
                <a:sym typeface="Tahoma"/>
              </a:rPr>
              <a:t>2</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p:txBody>
      </p:sp>
      <p:sp>
        <p:nvSpPr>
          <p:cNvPr id="4199" name="Google Shape;4199;p310"/>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00" name="Google Shape;4200;p310"/>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Shape 4205"/>
        <p:cNvGrpSpPr/>
        <p:nvPr/>
      </p:nvGrpSpPr>
      <p:grpSpPr>
        <a:xfrm>
          <a:off x="0" y="0"/>
          <a:ext cx="0" cy="0"/>
          <a:chOff x="0" y="0"/>
          <a:chExt cx="0" cy="0"/>
        </a:xfrm>
      </p:grpSpPr>
      <p:grpSp>
        <p:nvGrpSpPr>
          <p:cNvPr id="4206" name="Google Shape;4206;p311"/>
          <p:cNvGrpSpPr/>
          <p:nvPr/>
        </p:nvGrpSpPr>
        <p:grpSpPr>
          <a:xfrm>
            <a:off x="503854" y="611156"/>
            <a:ext cx="5946712" cy="5635688"/>
            <a:chOff x="503854" y="531846"/>
            <a:chExt cx="5946712" cy="5635688"/>
          </a:xfrm>
        </p:grpSpPr>
        <p:sp>
          <p:nvSpPr>
            <p:cNvPr id="4207" name="Google Shape;4207;p311"/>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08" name="Google Shape;4208;p311"/>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09" name="Google Shape;4209;p311"/>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10" name="Google Shape;4210;p311"/>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11" name="Google Shape;4211;p311"/>
            <p:cNvSpPr/>
            <p:nvPr/>
          </p:nvSpPr>
          <p:spPr>
            <a:xfrm>
              <a:off x="5592150"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12" name="Google Shape;4212;p311"/>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13" name="Google Shape;4213;p311"/>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14" name="Google Shape;4214;p311"/>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15" name="Google Shape;4215;p311"/>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16" name="Google Shape;4216;p311"/>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17" name="Google Shape;4217;p311"/>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18" name="Google Shape;4218;p311"/>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19" name="Google Shape;4219;p311"/>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20" name="Google Shape;4220;p311"/>
            <p:cNvSpPr/>
            <p:nvPr/>
          </p:nvSpPr>
          <p:spPr>
            <a:xfrm>
              <a:off x="4320076"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21" name="Google Shape;4221;p311"/>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22" name="Google Shape;4222;p311"/>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23" name="Google Shape;4223;p311"/>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24" name="Google Shape;4224;p311"/>
            <p:cNvSpPr/>
            <p:nvPr/>
          </p:nvSpPr>
          <p:spPr>
            <a:xfrm>
              <a:off x="3048002" y="4114800"/>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25" name="Google Shape;4225;p311"/>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26" name="Google Shape;4226;p311"/>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27" name="Google Shape;4227;p311"/>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28" name="Google Shape;4228;p311"/>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29" name="Google Shape;4229;p311"/>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30" name="Google Shape;4230;p311"/>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31" name="Google Shape;4231;p311"/>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232" name="Google Shape;4232;p311" descr="Alien Monster on Microsoft Windows 10 May 2019 Update"/>
          <p:cNvPicPr preferRelativeResize="0"/>
          <p:nvPr/>
        </p:nvPicPr>
        <p:blipFill rotWithShape="1">
          <a:blip r:embed="rId3">
            <a:alphaModFix/>
          </a:blip>
          <a:srcRect/>
          <a:stretch/>
        </p:blipFill>
        <p:spPr>
          <a:xfrm>
            <a:off x="-908172" y="2008417"/>
            <a:ext cx="452530" cy="452530"/>
          </a:xfrm>
          <a:prstGeom prst="rect">
            <a:avLst/>
          </a:prstGeom>
          <a:noFill/>
          <a:ln>
            <a:noFill/>
          </a:ln>
        </p:spPr>
      </p:pic>
      <p:pic>
        <p:nvPicPr>
          <p:cNvPr id="4233" name="Google Shape;4233;p311" descr="Chequered Flag on Microsoft Windows 10"/>
          <p:cNvPicPr preferRelativeResize="0"/>
          <p:nvPr/>
        </p:nvPicPr>
        <p:blipFill rotWithShape="1">
          <a:blip r:embed="rId4">
            <a:alphaModFix/>
          </a:blip>
          <a:srcRect/>
          <a:stretch/>
        </p:blipFill>
        <p:spPr>
          <a:xfrm>
            <a:off x="3271936" y="4416878"/>
            <a:ext cx="412880" cy="412880"/>
          </a:xfrm>
          <a:prstGeom prst="rect">
            <a:avLst/>
          </a:prstGeom>
          <a:noFill/>
          <a:ln>
            <a:noFill/>
          </a:ln>
        </p:spPr>
      </p:pic>
      <p:cxnSp>
        <p:nvCxnSpPr>
          <p:cNvPr id="4234" name="Google Shape;4234;p311"/>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4235" name="Google Shape;4235;p311" descr="Alien Monster on Microsoft Windows 10 May 2019 Update"/>
          <p:cNvPicPr preferRelativeResize="0"/>
          <p:nvPr/>
        </p:nvPicPr>
        <p:blipFill rotWithShape="1">
          <a:blip r:embed="rId3">
            <a:alphaModFix/>
          </a:blip>
          <a:srcRect/>
          <a:stretch/>
        </p:blipFill>
        <p:spPr>
          <a:xfrm>
            <a:off x="5795093" y="2008417"/>
            <a:ext cx="452530" cy="452530"/>
          </a:xfrm>
          <a:prstGeom prst="rect">
            <a:avLst/>
          </a:prstGeom>
          <a:noFill/>
          <a:ln>
            <a:noFill/>
          </a:ln>
        </p:spPr>
      </p:pic>
      <p:sp>
        <p:nvSpPr>
          <p:cNvPr id="4236" name="Google Shape;4236;p311"/>
          <p:cNvSpPr/>
          <p:nvPr/>
        </p:nvSpPr>
        <p:spPr>
          <a:xfrm>
            <a:off x="7212580" y="382555"/>
            <a:ext cx="4979422"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37" name="Google Shape;4237;p311"/>
          <p:cNvSpPr txBox="1"/>
          <p:nvPr/>
        </p:nvSpPr>
        <p:spPr>
          <a:xfrm>
            <a:off x="8145626" y="1684433"/>
            <a:ext cx="3414997" cy="3323987"/>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1</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repetir(</a:t>
            </a:r>
            <a:r>
              <a:rPr lang="es-ES" sz="2400" b="0" i="0" u="none" strike="noStrike" cap="none">
                <a:solidFill>
                  <a:srgbClr val="79D2EA"/>
                </a:solidFill>
                <a:latin typeface="Tahoma"/>
                <a:ea typeface="Tahoma"/>
                <a:cs typeface="Tahoma"/>
                <a:sym typeface="Tahoma"/>
              </a:rPr>
              <a:t>1</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4A7B8B"/>
                </a:solidFill>
                <a:highlight>
                  <a:srgbClr val="B3FF00"/>
                </a:highlight>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p:txBody>
      </p:sp>
      <p:sp>
        <p:nvSpPr>
          <p:cNvPr id="4238" name="Google Shape;4238;p311"/>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39" name="Google Shape;4239;p311"/>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Shape 4244"/>
        <p:cNvGrpSpPr/>
        <p:nvPr/>
      </p:nvGrpSpPr>
      <p:grpSpPr>
        <a:xfrm>
          <a:off x="0" y="0"/>
          <a:ext cx="0" cy="0"/>
          <a:chOff x="0" y="0"/>
          <a:chExt cx="0" cy="0"/>
        </a:xfrm>
      </p:grpSpPr>
      <p:grpSp>
        <p:nvGrpSpPr>
          <p:cNvPr id="4245" name="Google Shape;4245;p312"/>
          <p:cNvGrpSpPr/>
          <p:nvPr/>
        </p:nvGrpSpPr>
        <p:grpSpPr>
          <a:xfrm>
            <a:off x="503854" y="611156"/>
            <a:ext cx="5946712" cy="5635688"/>
            <a:chOff x="503854" y="531846"/>
            <a:chExt cx="5946712" cy="5635688"/>
          </a:xfrm>
        </p:grpSpPr>
        <p:sp>
          <p:nvSpPr>
            <p:cNvPr id="4246" name="Google Shape;4246;p312"/>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47" name="Google Shape;4247;p312"/>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48" name="Google Shape;4248;p312"/>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49" name="Google Shape;4249;p312"/>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50" name="Google Shape;4250;p312"/>
            <p:cNvSpPr/>
            <p:nvPr/>
          </p:nvSpPr>
          <p:spPr>
            <a:xfrm>
              <a:off x="5592150"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51" name="Google Shape;4251;p312"/>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52" name="Google Shape;4252;p312"/>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53" name="Google Shape;4253;p312"/>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54" name="Google Shape;4254;p312"/>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55" name="Google Shape;4255;p312"/>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56" name="Google Shape;4256;p312"/>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57" name="Google Shape;4257;p312"/>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58" name="Google Shape;4258;p312"/>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59" name="Google Shape;4259;p312"/>
            <p:cNvSpPr/>
            <p:nvPr/>
          </p:nvSpPr>
          <p:spPr>
            <a:xfrm>
              <a:off x="4320076"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60" name="Google Shape;4260;p312"/>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61" name="Google Shape;4261;p312"/>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62" name="Google Shape;4262;p312"/>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63" name="Google Shape;4263;p312"/>
            <p:cNvSpPr/>
            <p:nvPr/>
          </p:nvSpPr>
          <p:spPr>
            <a:xfrm>
              <a:off x="3048002" y="4114800"/>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64" name="Google Shape;4264;p312"/>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65" name="Google Shape;4265;p312"/>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66" name="Google Shape;4266;p312"/>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67" name="Google Shape;4267;p312"/>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68" name="Google Shape;4268;p312"/>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69" name="Google Shape;4269;p312"/>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70" name="Google Shape;4270;p312"/>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271" name="Google Shape;4271;p312" descr="Alien Monster on Microsoft Windows 10 May 2019 Update"/>
          <p:cNvPicPr preferRelativeResize="0"/>
          <p:nvPr/>
        </p:nvPicPr>
        <p:blipFill rotWithShape="1">
          <a:blip r:embed="rId3">
            <a:alphaModFix/>
          </a:blip>
          <a:srcRect/>
          <a:stretch/>
        </p:blipFill>
        <p:spPr>
          <a:xfrm>
            <a:off x="-908172" y="2008417"/>
            <a:ext cx="452530" cy="452530"/>
          </a:xfrm>
          <a:prstGeom prst="rect">
            <a:avLst/>
          </a:prstGeom>
          <a:noFill/>
          <a:ln>
            <a:noFill/>
          </a:ln>
        </p:spPr>
      </p:pic>
      <p:pic>
        <p:nvPicPr>
          <p:cNvPr id="4272" name="Google Shape;4272;p312" descr="Chequered Flag on Microsoft Windows 10"/>
          <p:cNvPicPr preferRelativeResize="0"/>
          <p:nvPr/>
        </p:nvPicPr>
        <p:blipFill rotWithShape="1">
          <a:blip r:embed="rId4">
            <a:alphaModFix/>
          </a:blip>
          <a:srcRect/>
          <a:stretch/>
        </p:blipFill>
        <p:spPr>
          <a:xfrm>
            <a:off x="3271936" y="4416878"/>
            <a:ext cx="412880" cy="412880"/>
          </a:xfrm>
          <a:prstGeom prst="rect">
            <a:avLst/>
          </a:prstGeom>
          <a:noFill/>
          <a:ln>
            <a:noFill/>
          </a:ln>
        </p:spPr>
      </p:pic>
      <p:cxnSp>
        <p:nvCxnSpPr>
          <p:cNvPr id="4273" name="Google Shape;4273;p312"/>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4274" name="Google Shape;4274;p312" descr="Alien Monster on Microsoft Windows 10 May 2019 Update"/>
          <p:cNvPicPr preferRelativeResize="0"/>
          <p:nvPr/>
        </p:nvPicPr>
        <p:blipFill rotWithShape="1">
          <a:blip r:embed="rId3">
            <a:alphaModFix/>
          </a:blip>
          <a:srcRect/>
          <a:stretch/>
        </p:blipFill>
        <p:spPr>
          <a:xfrm>
            <a:off x="4523019" y="2008417"/>
            <a:ext cx="452530" cy="452530"/>
          </a:xfrm>
          <a:prstGeom prst="rect">
            <a:avLst/>
          </a:prstGeom>
          <a:noFill/>
          <a:ln>
            <a:noFill/>
          </a:ln>
        </p:spPr>
      </p:pic>
      <p:sp>
        <p:nvSpPr>
          <p:cNvPr id="4275" name="Google Shape;4275;p312"/>
          <p:cNvSpPr/>
          <p:nvPr/>
        </p:nvSpPr>
        <p:spPr>
          <a:xfrm>
            <a:off x="7212580" y="382555"/>
            <a:ext cx="4979422"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76" name="Google Shape;4276;p312"/>
          <p:cNvSpPr txBox="1"/>
          <p:nvPr/>
        </p:nvSpPr>
        <p:spPr>
          <a:xfrm>
            <a:off x="8145626" y="1684433"/>
            <a:ext cx="3414997" cy="3323987"/>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1</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repetir(</a:t>
            </a:r>
            <a:r>
              <a:rPr lang="es-ES" sz="2400" b="0" i="0" u="none" strike="noStrike" cap="none">
                <a:solidFill>
                  <a:srgbClr val="79D2EA"/>
                </a:solidFill>
                <a:latin typeface="Tahoma"/>
                <a:ea typeface="Tahoma"/>
                <a:cs typeface="Tahoma"/>
                <a:sym typeface="Tahoma"/>
              </a:rPr>
              <a:t>0</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4A7B8B"/>
                </a:solidFill>
                <a:highlight>
                  <a:srgbClr val="B3FF00"/>
                </a:highlight>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p:txBody>
      </p:sp>
      <p:sp>
        <p:nvSpPr>
          <p:cNvPr id="4277" name="Google Shape;4277;p312"/>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78" name="Google Shape;4278;p312"/>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Shape 4283"/>
        <p:cNvGrpSpPr/>
        <p:nvPr/>
      </p:nvGrpSpPr>
      <p:grpSpPr>
        <a:xfrm>
          <a:off x="0" y="0"/>
          <a:ext cx="0" cy="0"/>
          <a:chOff x="0" y="0"/>
          <a:chExt cx="0" cy="0"/>
        </a:xfrm>
      </p:grpSpPr>
      <p:grpSp>
        <p:nvGrpSpPr>
          <p:cNvPr id="4284" name="Google Shape;4284;p313"/>
          <p:cNvGrpSpPr/>
          <p:nvPr/>
        </p:nvGrpSpPr>
        <p:grpSpPr>
          <a:xfrm>
            <a:off x="503854" y="611156"/>
            <a:ext cx="5946712" cy="5635688"/>
            <a:chOff x="503854" y="531846"/>
            <a:chExt cx="5946712" cy="5635688"/>
          </a:xfrm>
        </p:grpSpPr>
        <p:sp>
          <p:nvSpPr>
            <p:cNvPr id="4285" name="Google Shape;4285;p313"/>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86" name="Google Shape;4286;p313"/>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87" name="Google Shape;4287;p313"/>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88" name="Google Shape;4288;p313"/>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89" name="Google Shape;4289;p313"/>
            <p:cNvSpPr/>
            <p:nvPr/>
          </p:nvSpPr>
          <p:spPr>
            <a:xfrm>
              <a:off x="5592150"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90" name="Google Shape;4290;p313"/>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91" name="Google Shape;4291;p313"/>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92" name="Google Shape;4292;p313"/>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93" name="Google Shape;4293;p313"/>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94" name="Google Shape;4294;p313"/>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95" name="Google Shape;4295;p313"/>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96" name="Google Shape;4296;p313"/>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97" name="Google Shape;4297;p313"/>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98" name="Google Shape;4298;p313"/>
            <p:cNvSpPr/>
            <p:nvPr/>
          </p:nvSpPr>
          <p:spPr>
            <a:xfrm>
              <a:off x="4320076"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99" name="Google Shape;4299;p313"/>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00" name="Google Shape;4300;p313"/>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01" name="Google Shape;4301;p313"/>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02" name="Google Shape;4302;p313"/>
            <p:cNvSpPr/>
            <p:nvPr/>
          </p:nvSpPr>
          <p:spPr>
            <a:xfrm>
              <a:off x="3048002" y="4114800"/>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03" name="Google Shape;4303;p313"/>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04" name="Google Shape;4304;p313"/>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05" name="Google Shape;4305;p313"/>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06" name="Google Shape;4306;p313"/>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07" name="Google Shape;4307;p313"/>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08" name="Google Shape;4308;p313"/>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09" name="Google Shape;4309;p313"/>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310" name="Google Shape;4310;p313" descr="Alien Monster on Microsoft Windows 10 May 2019 Update"/>
          <p:cNvPicPr preferRelativeResize="0"/>
          <p:nvPr/>
        </p:nvPicPr>
        <p:blipFill rotWithShape="1">
          <a:blip r:embed="rId3">
            <a:alphaModFix/>
          </a:blip>
          <a:srcRect/>
          <a:stretch/>
        </p:blipFill>
        <p:spPr>
          <a:xfrm>
            <a:off x="-908172" y="2008417"/>
            <a:ext cx="452530" cy="452530"/>
          </a:xfrm>
          <a:prstGeom prst="rect">
            <a:avLst/>
          </a:prstGeom>
          <a:noFill/>
          <a:ln>
            <a:noFill/>
          </a:ln>
        </p:spPr>
      </p:pic>
      <p:pic>
        <p:nvPicPr>
          <p:cNvPr id="4311" name="Google Shape;4311;p313" descr="Chequered Flag on Microsoft Windows 10"/>
          <p:cNvPicPr preferRelativeResize="0"/>
          <p:nvPr/>
        </p:nvPicPr>
        <p:blipFill rotWithShape="1">
          <a:blip r:embed="rId4">
            <a:alphaModFix/>
          </a:blip>
          <a:srcRect/>
          <a:stretch/>
        </p:blipFill>
        <p:spPr>
          <a:xfrm>
            <a:off x="3271936" y="4416878"/>
            <a:ext cx="412880" cy="412880"/>
          </a:xfrm>
          <a:prstGeom prst="rect">
            <a:avLst/>
          </a:prstGeom>
          <a:noFill/>
          <a:ln>
            <a:noFill/>
          </a:ln>
        </p:spPr>
      </p:pic>
      <p:cxnSp>
        <p:nvCxnSpPr>
          <p:cNvPr id="4312" name="Google Shape;4312;p313"/>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4313" name="Google Shape;4313;p313" descr="Alien Monster on Microsoft Windows 10 May 2019 Update"/>
          <p:cNvPicPr preferRelativeResize="0"/>
          <p:nvPr/>
        </p:nvPicPr>
        <p:blipFill rotWithShape="1">
          <a:blip r:embed="rId3">
            <a:alphaModFix/>
          </a:blip>
          <a:srcRect/>
          <a:stretch/>
        </p:blipFill>
        <p:spPr>
          <a:xfrm>
            <a:off x="5795093" y="2008417"/>
            <a:ext cx="452530" cy="452530"/>
          </a:xfrm>
          <a:prstGeom prst="rect">
            <a:avLst/>
          </a:prstGeom>
          <a:noFill/>
          <a:ln>
            <a:noFill/>
          </a:ln>
        </p:spPr>
      </p:pic>
      <p:sp>
        <p:nvSpPr>
          <p:cNvPr id="4314" name="Google Shape;4314;p313"/>
          <p:cNvSpPr/>
          <p:nvPr/>
        </p:nvSpPr>
        <p:spPr>
          <a:xfrm>
            <a:off x="7212580" y="382555"/>
            <a:ext cx="4979422"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15" name="Google Shape;4315;p313"/>
          <p:cNvSpPr txBox="1"/>
          <p:nvPr/>
        </p:nvSpPr>
        <p:spPr>
          <a:xfrm>
            <a:off x="8145626" y="1684433"/>
            <a:ext cx="3414997" cy="3323987"/>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0</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4A7B8B"/>
                </a:solidFill>
                <a:highlight>
                  <a:srgbClr val="B3FF00"/>
                </a:highlight>
                <a:latin typeface="Tahoma"/>
                <a:ea typeface="Tahoma"/>
                <a:cs typeface="Tahoma"/>
                <a:sym typeface="Tahoma"/>
              </a:rPr>
              <a:t>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repetir(</a:t>
            </a:r>
            <a:r>
              <a:rPr lang="es-ES" sz="2400" b="0" i="0" u="none" strike="noStrike" cap="none">
                <a:solidFill>
                  <a:srgbClr val="79D2EA"/>
                </a:solidFill>
                <a:latin typeface="Tahoma"/>
                <a:ea typeface="Tahoma"/>
                <a:cs typeface="Tahoma"/>
                <a:sym typeface="Tahoma"/>
              </a:rPr>
              <a:t>2</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p:txBody>
      </p:sp>
      <p:sp>
        <p:nvSpPr>
          <p:cNvPr id="4316" name="Google Shape;4316;p313"/>
          <p:cNvSpPr/>
          <p:nvPr/>
        </p:nvSpPr>
        <p:spPr>
          <a:xfrm>
            <a:off x="-1160438" y="1499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17" name="Google Shape;4317;p313"/>
          <p:cNvSpPr/>
          <p:nvPr/>
        </p:nvSpPr>
        <p:spPr>
          <a:xfrm>
            <a:off x="12403729" y="1499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Shape 4322"/>
        <p:cNvGrpSpPr/>
        <p:nvPr/>
      </p:nvGrpSpPr>
      <p:grpSpPr>
        <a:xfrm>
          <a:off x="0" y="0"/>
          <a:ext cx="0" cy="0"/>
          <a:chOff x="0" y="0"/>
          <a:chExt cx="0" cy="0"/>
        </a:xfrm>
      </p:grpSpPr>
      <p:grpSp>
        <p:nvGrpSpPr>
          <p:cNvPr id="4323" name="Google Shape;4323;p314"/>
          <p:cNvGrpSpPr/>
          <p:nvPr/>
        </p:nvGrpSpPr>
        <p:grpSpPr>
          <a:xfrm>
            <a:off x="503854" y="611156"/>
            <a:ext cx="5946712" cy="5635688"/>
            <a:chOff x="503854" y="531846"/>
            <a:chExt cx="5946712" cy="5635688"/>
          </a:xfrm>
        </p:grpSpPr>
        <p:sp>
          <p:nvSpPr>
            <p:cNvPr id="4324" name="Google Shape;4324;p314"/>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25" name="Google Shape;4325;p314"/>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26" name="Google Shape;4326;p314"/>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27" name="Google Shape;4327;p314"/>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28" name="Google Shape;4328;p314"/>
            <p:cNvSpPr/>
            <p:nvPr/>
          </p:nvSpPr>
          <p:spPr>
            <a:xfrm>
              <a:off x="5592150"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29" name="Google Shape;4329;p314"/>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30" name="Google Shape;4330;p314"/>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31" name="Google Shape;4331;p314"/>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32" name="Google Shape;4332;p314"/>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33" name="Google Shape;4333;p314"/>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34" name="Google Shape;4334;p314"/>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35" name="Google Shape;4335;p314"/>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36" name="Google Shape;4336;p314"/>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37" name="Google Shape;4337;p314"/>
            <p:cNvSpPr/>
            <p:nvPr/>
          </p:nvSpPr>
          <p:spPr>
            <a:xfrm>
              <a:off x="4320076"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38" name="Google Shape;4338;p314"/>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39" name="Google Shape;4339;p314"/>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40" name="Google Shape;4340;p314"/>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41" name="Google Shape;4341;p314"/>
            <p:cNvSpPr/>
            <p:nvPr/>
          </p:nvSpPr>
          <p:spPr>
            <a:xfrm>
              <a:off x="3048002" y="4114800"/>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42" name="Google Shape;4342;p314"/>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43" name="Google Shape;4343;p314"/>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44" name="Google Shape;4344;p314"/>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45" name="Google Shape;4345;p314"/>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46" name="Google Shape;4346;p314"/>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47" name="Google Shape;4347;p314"/>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48" name="Google Shape;4348;p314"/>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349" name="Google Shape;4349;p314" descr="Alien Monster on Microsoft Windows 10 May 2019 Update"/>
          <p:cNvPicPr preferRelativeResize="0"/>
          <p:nvPr/>
        </p:nvPicPr>
        <p:blipFill rotWithShape="1">
          <a:blip r:embed="rId3">
            <a:alphaModFix/>
          </a:blip>
          <a:srcRect/>
          <a:stretch/>
        </p:blipFill>
        <p:spPr>
          <a:xfrm>
            <a:off x="-908172" y="2008417"/>
            <a:ext cx="452530" cy="452530"/>
          </a:xfrm>
          <a:prstGeom prst="rect">
            <a:avLst/>
          </a:prstGeom>
          <a:noFill/>
          <a:ln>
            <a:noFill/>
          </a:ln>
        </p:spPr>
      </p:pic>
      <p:pic>
        <p:nvPicPr>
          <p:cNvPr id="4350" name="Google Shape;4350;p314" descr="Chequered Flag on Microsoft Windows 10"/>
          <p:cNvPicPr preferRelativeResize="0"/>
          <p:nvPr/>
        </p:nvPicPr>
        <p:blipFill rotWithShape="1">
          <a:blip r:embed="rId4">
            <a:alphaModFix/>
          </a:blip>
          <a:srcRect/>
          <a:stretch/>
        </p:blipFill>
        <p:spPr>
          <a:xfrm>
            <a:off x="3271936" y="4416878"/>
            <a:ext cx="412880" cy="412880"/>
          </a:xfrm>
          <a:prstGeom prst="rect">
            <a:avLst/>
          </a:prstGeom>
          <a:noFill/>
          <a:ln>
            <a:noFill/>
          </a:ln>
        </p:spPr>
      </p:pic>
      <p:cxnSp>
        <p:nvCxnSpPr>
          <p:cNvPr id="4351" name="Google Shape;4351;p314"/>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4352" name="Google Shape;4352;p314" descr="Alien Monster on Microsoft Windows 10 May 2019 Update"/>
          <p:cNvPicPr preferRelativeResize="0"/>
          <p:nvPr/>
        </p:nvPicPr>
        <p:blipFill rotWithShape="1">
          <a:blip r:embed="rId3">
            <a:alphaModFix/>
          </a:blip>
          <a:srcRect/>
          <a:stretch/>
        </p:blipFill>
        <p:spPr>
          <a:xfrm>
            <a:off x="5795093" y="3202735"/>
            <a:ext cx="452530" cy="452530"/>
          </a:xfrm>
          <a:prstGeom prst="rect">
            <a:avLst/>
          </a:prstGeom>
          <a:noFill/>
          <a:ln>
            <a:noFill/>
          </a:ln>
        </p:spPr>
      </p:pic>
      <p:sp>
        <p:nvSpPr>
          <p:cNvPr id="4353" name="Google Shape;4353;p314"/>
          <p:cNvSpPr/>
          <p:nvPr/>
        </p:nvSpPr>
        <p:spPr>
          <a:xfrm>
            <a:off x="7212580" y="382555"/>
            <a:ext cx="4979422"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54" name="Google Shape;4354;p314"/>
          <p:cNvSpPr txBox="1"/>
          <p:nvPr/>
        </p:nvSpPr>
        <p:spPr>
          <a:xfrm>
            <a:off x="8145626" y="1684433"/>
            <a:ext cx="3414997" cy="3323987"/>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0</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4A7B8B"/>
                </a:solidFill>
                <a:highlight>
                  <a:srgbClr val="B3FF00"/>
                </a:highlight>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repetir(</a:t>
            </a:r>
            <a:r>
              <a:rPr lang="es-ES" sz="2400" b="0" i="0" u="none" strike="noStrike" cap="none">
                <a:solidFill>
                  <a:srgbClr val="79D2EA"/>
                </a:solidFill>
                <a:latin typeface="Tahoma"/>
                <a:ea typeface="Tahoma"/>
                <a:cs typeface="Tahoma"/>
                <a:sym typeface="Tahoma"/>
              </a:rPr>
              <a:t>2</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p:txBody>
      </p:sp>
      <p:sp>
        <p:nvSpPr>
          <p:cNvPr id="4355" name="Google Shape;4355;p314"/>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56" name="Google Shape;4356;p314"/>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Shape 4361"/>
        <p:cNvGrpSpPr/>
        <p:nvPr/>
      </p:nvGrpSpPr>
      <p:grpSpPr>
        <a:xfrm>
          <a:off x="0" y="0"/>
          <a:ext cx="0" cy="0"/>
          <a:chOff x="0" y="0"/>
          <a:chExt cx="0" cy="0"/>
        </a:xfrm>
      </p:grpSpPr>
      <p:grpSp>
        <p:nvGrpSpPr>
          <p:cNvPr id="4362" name="Google Shape;4362;p315"/>
          <p:cNvGrpSpPr/>
          <p:nvPr/>
        </p:nvGrpSpPr>
        <p:grpSpPr>
          <a:xfrm>
            <a:off x="503854" y="611156"/>
            <a:ext cx="5946712" cy="5635688"/>
            <a:chOff x="503854" y="531846"/>
            <a:chExt cx="5946712" cy="5635688"/>
          </a:xfrm>
        </p:grpSpPr>
        <p:sp>
          <p:nvSpPr>
            <p:cNvPr id="4363" name="Google Shape;4363;p315"/>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64" name="Google Shape;4364;p315"/>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65" name="Google Shape;4365;p315"/>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66" name="Google Shape;4366;p315"/>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67" name="Google Shape;4367;p315"/>
            <p:cNvSpPr/>
            <p:nvPr/>
          </p:nvSpPr>
          <p:spPr>
            <a:xfrm>
              <a:off x="5592150"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68" name="Google Shape;4368;p315"/>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69" name="Google Shape;4369;p315"/>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70" name="Google Shape;4370;p315"/>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71" name="Google Shape;4371;p315"/>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72" name="Google Shape;4372;p315"/>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73" name="Google Shape;4373;p315"/>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74" name="Google Shape;4374;p315"/>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75" name="Google Shape;4375;p315"/>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76" name="Google Shape;4376;p315"/>
            <p:cNvSpPr/>
            <p:nvPr/>
          </p:nvSpPr>
          <p:spPr>
            <a:xfrm>
              <a:off x="4320076"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77" name="Google Shape;4377;p315"/>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78" name="Google Shape;4378;p315"/>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79" name="Google Shape;4379;p315"/>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80" name="Google Shape;4380;p315"/>
            <p:cNvSpPr/>
            <p:nvPr/>
          </p:nvSpPr>
          <p:spPr>
            <a:xfrm>
              <a:off x="3048002" y="4114800"/>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81" name="Google Shape;4381;p315"/>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82" name="Google Shape;4382;p315"/>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83" name="Google Shape;4383;p315"/>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84" name="Google Shape;4384;p315"/>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85" name="Google Shape;4385;p315"/>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86" name="Google Shape;4386;p315"/>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87" name="Google Shape;4387;p315"/>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388" name="Google Shape;4388;p315" descr="Alien Monster on Microsoft Windows 10 May 2019 Update"/>
          <p:cNvPicPr preferRelativeResize="0"/>
          <p:nvPr/>
        </p:nvPicPr>
        <p:blipFill rotWithShape="1">
          <a:blip r:embed="rId3">
            <a:alphaModFix/>
          </a:blip>
          <a:srcRect/>
          <a:stretch/>
        </p:blipFill>
        <p:spPr>
          <a:xfrm>
            <a:off x="-908172" y="2008417"/>
            <a:ext cx="452530" cy="452530"/>
          </a:xfrm>
          <a:prstGeom prst="rect">
            <a:avLst/>
          </a:prstGeom>
          <a:noFill/>
          <a:ln>
            <a:noFill/>
          </a:ln>
        </p:spPr>
      </p:pic>
      <p:pic>
        <p:nvPicPr>
          <p:cNvPr id="4389" name="Google Shape;4389;p315" descr="Chequered Flag on Microsoft Windows 10"/>
          <p:cNvPicPr preferRelativeResize="0"/>
          <p:nvPr/>
        </p:nvPicPr>
        <p:blipFill rotWithShape="1">
          <a:blip r:embed="rId4">
            <a:alphaModFix/>
          </a:blip>
          <a:srcRect/>
          <a:stretch/>
        </p:blipFill>
        <p:spPr>
          <a:xfrm>
            <a:off x="3271936" y="4416878"/>
            <a:ext cx="412880" cy="412880"/>
          </a:xfrm>
          <a:prstGeom prst="rect">
            <a:avLst/>
          </a:prstGeom>
          <a:noFill/>
          <a:ln>
            <a:noFill/>
          </a:ln>
        </p:spPr>
      </p:pic>
      <p:cxnSp>
        <p:nvCxnSpPr>
          <p:cNvPr id="4390" name="Google Shape;4390;p315"/>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4391" name="Google Shape;4391;p315" descr="Alien Monster on Microsoft Windows 10 May 2019 Update"/>
          <p:cNvPicPr preferRelativeResize="0"/>
          <p:nvPr/>
        </p:nvPicPr>
        <p:blipFill rotWithShape="1">
          <a:blip r:embed="rId3">
            <a:alphaModFix/>
          </a:blip>
          <a:srcRect/>
          <a:stretch/>
        </p:blipFill>
        <p:spPr>
          <a:xfrm>
            <a:off x="4523019" y="3202735"/>
            <a:ext cx="452530" cy="452530"/>
          </a:xfrm>
          <a:prstGeom prst="rect">
            <a:avLst/>
          </a:prstGeom>
          <a:noFill/>
          <a:ln>
            <a:noFill/>
          </a:ln>
        </p:spPr>
      </p:pic>
      <p:sp>
        <p:nvSpPr>
          <p:cNvPr id="4392" name="Google Shape;4392;p315"/>
          <p:cNvSpPr/>
          <p:nvPr/>
        </p:nvSpPr>
        <p:spPr>
          <a:xfrm>
            <a:off x="7212580" y="382555"/>
            <a:ext cx="4979422"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93" name="Google Shape;4393;p315"/>
          <p:cNvSpPr txBox="1"/>
          <p:nvPr/>
        </p:nvSpPr>
        <p:spPr>
          <a:xfrm>
            <a:off x="8145626" y="1684433"/>
            <a:ext cx="3414997" cy="3323987"/>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0</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repetir(</a:t>
            </a:r>
            <a:r>
              <a:rPr lang="es-ES" sz="2400" b="0" i="0" u="none" strike="noStrike" cap="none">
                <a:solidFill>
                  <a:srgbClr val="79D2EA"/>
                </a:solidFill>
                <a:latin typeface="Tahoma"/>
                <a:ea typeface="Tahoma"/>
                <a:cs typeface="Tahoma"/>
                <a:sym typeface="Tahoma"/>
              </a:rPr>
              <a:t>1</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4A7B8B"/>
                </a:solidFill>
                <a:highlight>
                  <a:srgbClr val="B3FF00"/>
                </a:highlight>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p:txBody>
      </p:sp>
      <p:sp>
        <p:nvSpPr>
          <p:cNvPr id="4394" name="Google Shape;4394;p315"/>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95" name="Google Shape;4395;p315"/>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Shape 4400"/>
        <p:cNvGrpSpPr/>
        <p:nvPr/>
      </p:nvGrpSpPr>
      <p:grpSpPr>
        <a:xfrm>
          <a:off x="0" y="0"/>
          <a:ext cx="0" cy="0"/>
          <a:chOff x="0" y="0"/>
          <a:chExt cx="0" cy="0"/>
        </a:xfrm>
      </p:grpSpPr>
      <p:grpSp>
        <p:nvGrpSpPr>
          <p:cNvPr id="4401" name="Google Shape;4401;p316"/>
          <p:cNvGrpSpPr/>
          <p:nvPr/>
        </p:nvGrpSpPr>
        <p:grpSpPr>
          <a:xfrm>
            <a:off x="503854" y="611156"/>
            <a:ext cx="5946712" cy="5635688"/>
            <a:chOff x="503854" y="531846"/>
            <a:chExt cx="5946712" cy="5635688"/>
          </a:xfrm>
        </p:grpSpPr>
        <p:sp>
          <p:nvSpPr>
            <p:cNvPr id="4402" name="Google Shape;4402;p316"/>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03" name="Google Shape;4403;p316"/>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04" name="Google Shape;4404;p316"/>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05" name="Google Shape;4405;p316"/>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06" name="Google Shape;4406;p316"/>
            <p:cNvSpPr/>
            <p:nvPr/>
          </p:nvSpPr>
          <p:spPr>
            <a:xfrm>
              <a:off x="5592150"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07" name="Google Shape;4407;p316"/>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08" name="Google Shape;4408;p316"/>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09" name="Google Shape;4409;p316"/>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10" name="Google Shape;4410;p316"/>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11" name="Google Shape;4411;p316"/>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12" name="Google Shape;4412;p316"/>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13" name="Google Shape;4413;p316"/>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14" name="Google Shape;4414;p316"/>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15" name="Google Shape;4415;p316"/>
            <p:cNvSpPr/>
            <p:nvPr/>
          </p:nvSpPr>
          <p:spPr>
            <a:xfrm>
              <a:off x="4320076"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16" name="Google Shape;4416;p316"/>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17" name="Google Shape;4417;p316"/>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18" name="Google Shape;4418;p316"/>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19" name="Google Shape;4419;p316"/>
            <p:cNvSpPr/>
            <p:nvPr/>
          </p:nvSpPr>
          <p:spPr>
            <a:xfrm>
              <a:off x="3048002" y="4114800"/>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20" name="Google Shape;4420;p316"/>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21" name="Google Shape;4421;p316"/>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22" name="Google Shape;4422;p316"/>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23" name="Google Shape;4423;p316"/>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24" name="Google Shape;4424;p316"/>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25" name="Google Shape;4425;p316"/>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26" name="Google Shape;4426;p316"/>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427" name="Google Shape;4427;p316" descr="Alien Monster on Microsoft Windows 10 May 2019 Update"/>
          <p:cNvPicPr preferRelativeResize="0"/>
          <p:nvPr/>
        </p:nvPicPr>
        <p:blipFill rotWithShape="1">
          <a:blip r:embed="rId3">
            <a:alphaModFix/>
          </a:blip>
          <a:srcRect/>
          <a:stretch/>
        </p:blipFill>
        <p:spPr>
          <a:xfrm>
            <a:off x="-908172" y="2008417"/>
            <a:ext cx="452530" cy="452530"/>
          </a:xfrm>
          <a:prstGeom prst="rect">
            <a:avLst/>
          </a:prstGeom>
          <a:noFill/>
          <a:ln>
            <a:noFill/>
          </a:ln>
        </p:spPr>
      </p:pic>
      <p:pic>
        <p:nvPicPr>
          <p:cNvPr id="4428" name="Google Shape;4428;p316" descr="Chequered Flag on Microsoft Windows 10"/>
          <p:cNvPicPr preferRelativeResize="0"/>
          <p:nvPr/>
        </p:nvPicPr>
        <p:blipFill rotWithShape="1">
          <a:blip r:embed="rId4">
            <a:alphaModFix/>
          </a:blip>
          <a:srcRect/>
          <a:stretch/>
        </p:blipFill>
        <p:spPr>
          <a:xfrm>
            <a:off x="3271936" y="4416878"/>
            <a:ext cx="412880" cy="412880"/>
          </a:xfrm>
          <a:prstGeom prst="rect">
            <a:avLst/>
          </a:prstGeom>
          <a:noFill/>
          <a:ln>
            <a:noFill/>
          </a:ln>
        </p:spPr>
      </p:pic>
      <p:cxnSp>
        <p:nvCxnSpPr>
          <p:cNvPr id="4429" name="Google Shape;4429;p316"/>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4430" name="Google Shape;4430;p316" descr="Alien Monster on Microsoft Windows 10 May 2019 Update"/>
          <p:cNvPicPr preferRelativeResize="0"/>
          <p:nvPr/>
        </p:nvPicPr>
        <p:blipFill rotWithShape="1">
          <a:blip r:embed="rId3">
            <a:alphaModFix/>
          </a:blip>
          <a:srcRect/>
          <a:stretch/>
        </p:blipFill>
        <p:spPr>
          <a:xfrm>
            <a:off x="3250945" y="3202735"/>
            <a:ext cx="452530" cy="452530"/>
          </a:xfrm>
          <a:prstGeom prst="rect">
            <a:avLst/>
          </a:prstGeom>
          <a:noFill/>
          <a:ln>
            <a:noFill/>
          </a:ln>
        </p:spPr>
      </p:pic>
      <p:sp>
        <p:nvSpPr>
          <p:cNvPr id="4431" name="Google Shape;4431;p316"/>
          <p:cNvSpPr/>
          <p:nvPr/>
        </p:nvSpPr>
        <p:spPr>
          <a:xfrm>
            <a:off x="7212580" y="382555"/>
            <a:ext cx="4979422"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32" name="Google Shape;4432;p316"/>
          <p:cNvSpPr txBox="1"/>
          <p:nvPr/>
        </p:nvSpPr>
        <p:spPr>
          <a:xfrm>
            <a:off x="8145626" y="1684433"/>
            <a:ext cx="3414997" cy="3323987"/>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0</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repetir(</a:t>
            </a:r>
            <a:r>
              <a:rPr lang="es-ES" sz="2400" b="0" i="0" u="none" strike="noStrike" cap="none">
                <a:solidFill>
                  <a:srgbClr val="79D2EA"/>
                </a:solidFill>
                <a:latin typeface="Tahoma"/>
                <a:ea typeface="Tahoma"/>
                <a:cs typeface="Tahoma"/>
                <a:sym typeface="Tahoma"/>
              </a:rPr>
              <a:t>0</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4A7B8B"/>
                </a:solidFill>
                <a:highlight>
                  <a:srgbClr val="B3FF00"/>
                </a:highlight>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p:txBody>
      </p:sp>
      <p:sp>
        <p:nvSpPr>
          <p:cNvPr id="4433" name="Google Shape;4433;p316"/>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34" name="Google Shape;4434;p316"/>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Shape 4439"/>
        <p:cNvGrpSpPr/>
        <p:nvPr/>
      </p:nvGrpSpPr>
      <p:grpSpPr>
        <a:xfrm>
          <a:off x="0" y="0"/>
          <a:ext cx="0" cy="0"/>
          <a:chOff x="0" y="0"/>
          <a:chExt cx="0" cy="0"/>
        </a:xfrm>
      </p:grpSpPr>
      <p:grpSp>
        <p:nvGrpSpPr>
          <p:cNvPr id="4440" name="Google Shape;4440;p317"/>
          <p:cNvGrpSpPr/>
          <p:nvPr/>
        </p:nvGrpSpPr>
        <p:grpSpPr>
          <a:xfrm>
            <a:off x="503854" y="611156"/>
            <a:ext cx="5946712" cy="5635688"/>
            <a:chOff x="503854" y="531846"/>
            <a:chExt cx="5946712" cy="5635688"/>
          </a:xfrm>
        </p:grpSpPr>
        <p:sp>
          <p:nvSpPr>
            <p:cNvPr id="4441" name="Google Shape;4441;p317"/>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42" name="Google Shape;4442;p317"/>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43" name="Google Shape;4443;p317"/>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44" name="Google Shape;4444;p317"/>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45" name="Google Shape;4445;p317"/>
            <p:cNvSpPr/>
            <p:nvPr/>
          </p:nvSpPr>
          <p:spPr>
            <a:xfrm>
              <a:off x="5592150"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46" name="Google Shape;4446;p317"/>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47" name="Google Shape;4447;p317"/>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48" name="Google Shape;4448;p317"/>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49" name="Google Shape;4449;p317"/>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50" name="Google Shape;4450;p317"/>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51" name="Google Shape;4451;p317"/>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52" name="Google Shape;4452;p317"/>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53" name="Google Shape;4453;p317"/>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54" name="Google Shape;4454;p317"/>
            <p:cNvSpPr/>
            <p:nvPr/>
          </p:nvSpPr>
          <p:spPr>
            <a:xfrm>
              <a:off x="4320076"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55" name="Google Shape;4455;p317"/>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56" name="Google Shape;4456;p317"/>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57" name="Google Shape;4457;p317"/>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58" name="Google Shape;4458;p317"/>
            <p:cNvSpPr/>
            <p:nvPr/>
          </p:nvSpPr>
          <p:spPr>
            <a:xfrm>
              <a:off x="3048002" y="4114800"/>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59" name="Google Shape;4459;p317"/>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60" name="Google Shape;4460;p317"/>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61" name="Google Shape;4461;p317"/>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62" name="Google Shape;4462;p317"/>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63" name="Google Shape;4463;p317"/>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64" name="Google Shape;4464;p317"/>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65" name="Google Shape;4465;p317"/>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466" name="Google Shape;4466;p317" descr="Alien Monster on Microsoft Windows 10 May 2019 Update"/>
          <p:cNvPicPr preferRelativeResize="0"/>
          <p:nvPr/>
        </p:nvPicPr>
        <p:blipFill rotWithShape="1">
          <a:blip r:embed="rId3">
            <a:alphaModFix/>
          </a:blip>
          <a:srcRect/>
          <a:stretch/>
        </p:blipFill>
        <p:spPr>
          <a:xfrm>
            <a:off x="-908172" y="2008417"/>
            <a:ext cx="452530" cy="452530"/>
          </a:xfrm>
          <a:prstGeom prst="rect">
            <a:avLst/>
          </a:prstGeom>
          <a:noFill/>
          <a:ln>
            <a:noFill/>
          </a:ln>
        </p:spPr>
      </p:pic>
      <p:pic>
        <p:nvPicPr>
          <p:cNvPr id="4467" name="Google Shape;4467;p317" descr="Chequered Flag on Microsoft Windows 10"/>
          <p:cNvPicPr preferRelativeResize="0"/>
          <p:nvPr/>
        </p:nvPicPr>
        <p:blipFill rotWithShape="1">
          <a:blip r:embed="rId4">
            <a:alphaModFix/>
          </a:blip>
          <a:srcRect/>
          <a:stretch/>
        </p:blipFill>
        <p:spPr>
          <a:xfrm>
            <a:off x="3271936" y="4416878"/>
            <a:ext cx="412880" cy="412880"/>
          </a:xfrm>
          <a:prstGeom prst="rect">
            <a:avLst/>
          </a:prstGeom>
          <a:noFill/>
          <a:ln>
            <a:noFill/>
          </a:ln>
        </p:spPr>
      </p:pic>
      <p:cxnSp>
        <p:nvCxnSpPr>
          <p:cNvPr id="4468" name="Google Shape;4468;p317"/>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4469" name="Google Shape;4469;p317" descr="Alien Monster on Microsoft Windows 10 May 2019 Update"/>
          <p:cNvPicPr preferRelativeResize="0"/>
          <p:nvPr/>
        </p:nvPicPr>
        <p:blipFill rotWithShape="1">
          <a:blip r:embed="rId3">
            <a:alphaModFix/>
          </a:blip>
          <a:srcRect/>
          <a:stretch/>
        </p:blipFill>
        <p:spPr>
          <a:xfrm>
            <a:off x="3250945" y="4397053"/>
            <a:ext cx="452530" cy="452530"/>
          </a:xfrm>
          <a:prstGeom prst="rect">
            <a:avLst/>
          </a:prstGeom>
          <a:noFill/>
          <a:ln>
            <a:noFill/>
          </a:ln>
        </p:spPr>
      </p:pic>
      <p:sp>
        <p:nvSpPr>
          <p:cNvPr id="4470" name="Google Shape;4470;p317"/>
          <p:cNvSpPr/>
          <p:nvPr/>
        </p:nvSpPr>
        <p:spPr>
          <a:xfrm>
            <a:off x="7212580" y="382555"/>
            <a:ext cx="4979422"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71" name="Google Shape;4471;p317"/>
          <p:cNvSpPr txBox="1"/>
          <p:nvPr/>
        </p:nvSpPr>
        <p:spPr>
          <a:xfrm>
            <a:off x="8145626" y="1684433"/>
            <a:ext cx="3414997" cy="3323987"/>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0</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repetir(</a:t>
            </a:r>
            <a:r>
              <a:rPr lang="es-ES" sz="2400" b="0" i="0" u="none" strike="noStrike" cap="none">
                <a:solidFill>
                  <a:srgbClr val="79D2EA"/>
                </a:solidFill>
                <a:latin typeface="Tahoma"/>
                <a:ea typeface="Tahoma"/>
                <a:cs typeface="Tahoma"/>
                <a:sym typeface="Tahoma"/>
              </a:rPr>
              <a:t>0</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highlight>
                  <a:srgbClr val="B3FF00"/>
                </a:highlight>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p:txBody>
      </p:sp>
      <p:pic>
        <p:nvPicPr>
          <p:cNvPr id="4472" name="Google Shape;4472;p317" descr="Check Mark Button on Microsoft Windows 10 May 2019 Update"/>
          <p:cNvPicPr preferRelativeResize="0"/>
          <p:nvPr/>
        </p:nvPicPr>
        <p:blipFill rotWithShape="1">
          <a:blip r:embed="rId5">
            <a:alphaModFix/>
          </a:blip>
          <a:srcRect/>
          <a:stretch/>
        </p:blipFill>
        <p:spPr>
          <a:xfrm>
            <a:off x="10907485" y="5738327"/>
            <a:ext cx="737117" cy="737117"/>
          </a:xfrm>
          <a:prstGeom prst="rect">
            <a:avLst/>
          </a:prstGeom>
          <a:noFill/>
          <a:ln>
            <a:noFill/>
          </a:ln>
        </p:spPr>
      </p:pic>
      <p:pic>
        <p:nvPicPr>
          <p:cNvPr id="4473" name="Google Shape;4473;p317" descr="Smiling Face with Sunglasses on Microsoft Windows 10 May 2019 Update"/>
          <p:cNvPicPr preferRelativeResize="0"/>
          <p:nvPr/>
        </p:nvPicPr>
        <p:blipFill rotWithShape="1">
          <a:blip r:embed="rId6">
            <a:alphaModFix/>
          </a:blip>
          <a:srcRect/>
          <a:stretch/>
        </p:blipFill>
        <p:spPr>
          <a:xfrm>
            <a:off x="10065183" y="5883516"/>
            <a:ext cx="446738" cy="446738"/>
          </a:xfrm>
          <a:prstGeom prst="rect">
            <a:avLst/>
          </a:prstGeom>
          <a:noFill/>
          <a:ln>
            <a:noFill/>
          </a:ln>
        </p:spPr>
      </p:pic>
      <p:sp>
        <p:nvSpPr>
          <p:cNvPr id="4474" name="Google Shape;4474;p317"/>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75" name="Google Shape;4475;p317"/>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Shape 4480"/>
        <p:cNvGrpSpPr/>
        <p:nvPr/>
      </p:nvGrpSpPr>
      <p:grpSpPr>
        <a:xfrm>
          <a:off x="0" y="0"/>
          <a:ext cx="0" cy="0"/>
          <a:chOff x="0" y="0"/>
          <a:chExt cx="0" cy="0"/>
        </a:xfrm>
      </p:grpSpPr>
      <p:grpSp>
        <p:nvGrpSpPr>
          <p:cNvPr id="7" name="Google Shape;1916;p14"/>
          <p:cNvGrpSpPr/>
          <p:nvPr/>
        </p:nvGrpSpPr>
        <p:grpSpPr>
          <a:xfrm>
            <a:off x="-182879" y="0"/>
            <a:ext cx="12374880" cy="6858000"/>
            <a:chOff x="0" y="0"/>
            <a:chExt cx="17348200" cy="9751550"/>
          </a:xfrm>
        </p:grpSpPr>
        <p:pic>
          <p:nvPicPr>
            <p:cNvPr id="8" name="Google Shape;1917;p14"/>
            <p:cNvPicPr preferRelativeResize="0"/>
            <p:nvPr/>
          </p:nvPicPr>
          <p:blipFill rotWithShape="1">
            <a:blip r:embed="rId3">
              <a:alphaModFix/>
            </a:blip>
            <a:srcRect/>
            <a:stretch/>
          </p:blipFill>
          <p:spPr>
            <a:xfrm>
              <a:off x="0" y="0"/>
              <a:ext cx="17348200" cy="9751550"/>
            </a:xfrm>
            <a:prstGeom prst="rect">
              <a:avLst/>
            </a:prstGeom>
            <a:noFill/>
            <a:ln>
              <a:noFill/>
            </a:ln>
          </p:spPr>
        </p:pic>
        <p:pic>
          <p:nvPicPr>
            <p:cNvPr id="9" name="Google Shape;1918;p14"/>
            <p:cNvPicPr preferRelativeResize="0"/>
            <p:nvPr/>
          </p:nvPicPr>
          <p:blipFill rotWithShape="1">
            <a:blip r:embed="rId4">
              <a:alphaModFix/>
            </a:blip>
            <a:srcRect/>
            <a:stretch/>
          </p:blipFill>
          <p:spPr>
            <a:xfrm>
              <a:off x="14496174" y="621652"/>
              <a:ext cx="382086" cy="226860"/>
            </a:xfrm>
            <a:prstGeom prst="rect">
              <a:avLst/>
            </a:prstGeom>
            <a:noFill/>
            <a:ln>
              <a:noFill/>
            </a:ln>
          </p:spPr>
        </p:pic>
        <p:sp>
          <p:nvSpPr>
            <p:cNvPr id="10" name="Google Shape;1919;p14"/>
            <p:cNvSpPr/>
            <p:nvPr/>
          </p:nvSpPr>
          <p:spPr>
            <a:xfrm>
              <a:off x="14410028" y="884923"/>
              <a:ext cx="289560" cy="247650"/>
            </a:xfrm>
            <a:custGeom>
              <a:avLst/>
              <a:gdLst/>
              <a:ahLst/>
              <a:cxnLst/>
              <a:rect l="l" t="t" r="r" b="b"/>
              <a:pathLst>
                <a:path w="289559" h="247650" extrusionOk="0">
                  <a:moveTo>
                    <a:pt x="255955" y="0"/>
                  </a:moveTo>
                  <a:lnTo>
                    <a:pt x="240779" y="0"/>
                  </a:lnTo>
                  <a:lnTo>
                    <a:pt x="236550" y="2806"/>
                  </a:lnTo>
                  <a:lnTo>
                    <a:pt x="144741" y="191325"/>
                  </a:lnTo>
                  <a:lnTo>
                    <a:pt x="52616" y="2806"/>
                  </a:lnTo>
                  <a:lnTo>
                    <a:pt x="48386" y="0"/>
                  </a:lnTo>
                  <a:lnTo>
                    <a:pt x="33197" y="0"/>
                  </a:lnTo>
                  <a:lnTo>
                    <a:pt x="28270" y="5981"/>
                  </a:lnTo>
                  <a:lnTo>
                    <a:pt x="0" y="240410"/>
                  </a:lnTo>
                  <a:lnTo>
                    <a:pt x="4229" y="246062"/>
                  </a:lnTo>
                  <a:lnTo>
                    <a:pt x="17310" y="247472"/>
                  </a:lnTo>
                  <a:lnTo>
                    <a:pt x="22593" y="242887"/>
                  </a:lnTo>
                  <a:lnTo>
                    <a:pt x="46964" y="43421"/>
                  </a:lnTo>
                  <a:lnTo>
                    <a:pt x="129222" y="210045"/>
                  </a:lnTo>
                  <a:lnTo>
                    <a:pt x="131686" y="215353"/>
                  </a:lnTo>
                  <a:lnTo>
                    <a:pt x="136296" y="222402"/>
                  </a:lnTo>
                  <a:lnTo>
                    <a:pt x="153225" y="222402"/>
                  </a:lnTo>
                  <a:lnTo>
                    <a:pt x="157822" y="215353"/>
                  </a:lnTo>
                  <a:lnTo>
                    <a:pt x="242188" y="43421"/>
                  </a:lnTo>
                  <a:lnTo>
                    <a:pt x="266534" y="242887"/>
                  </a:lnTo>
                  <a:lnTo>
                    <a:pt x="271856" y="247472"/>
                  </a:lnTo>
                  <a:lnTo>
                    <a:pt x="284911" y="246062"/>
                  </a:lnTo>
                  <a:lnTo>
                    <a:pt x="289140" y="240410"/>
                  </a:lnTo>
                  <a:lnTo>
                    <a:pt x="288442" y="233692"/>
                  </a:lnTo>
                  <a:lnTo>
                    <a:pt x="260908" y="5981"/>
                  </a:lnTo>
                  <a:lnTo>
                    <a:pt x="255955"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1" name="Google Shape;1920;p14"/>
            <p:cNvPicPr preferRelativeResize="0"/>
            <p:nvPr/>
          </p:nvPicPr>
          <p:blipFill rotWithShape="1">
            <a:blip r:embed="rId5">
              <a:alphaModFix/>
            </a:blip>
            <a:srcRect/>
            <a:stretch/>
          </p:blipFill>
          <p:spPr>
            <a:xfrm>
              <a:off x="14755812" y="884923"/>
              <a:ext cx="172275" cy="248526"/>
            </a:xfrm>
            <a:prstGeom prst="rect">
              <a:avLst/>
            </a:prstGeom>
            <a:noFill/>
            <a:ln>
              <a:noFill/>
            </a:ln>
          </p:spPr>
        </p:pic>
        <p:pic>
          <p:nvPicPr>
            <p:cNvPr id="12" name="Google Shape;1921;p14"/>
            <p:cNvPicPr preferRelativeResize="0"/>
            <p:nvPr/>
          </p:nvPicPr>
          <p:blipFill rotWithShape="1">
            <a:blip r:embed="rId6">
              <a:alphaModFix/>
            </a:blip>
            <a:srcRect/>
            <a:stretch/>
          </p:blipFill>
          <p:spPr>
            <a:xfrm>
              <a:off x="14995346" y="884910"/>
              <a:ext cx="296633" cy="246773"/>
            </a:xfrm>
            <a:prstGeom prst="rect">
              <a:avLst/>
            </a:prstGeom>
            <a:noFill/>
            <a:ln>
              <a:noFill/>
            </a:ln>
          </p:spPr>
        </p:pic>
        <p:sp>
          <p:nvSpPr>
            <p:cNvPr id="13" name="Google Shape;1922;p14"/>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4" name="Google Shape;1923;p14"/>
            <p:cNvPicPr preferRelativeResize="0"/>
            <p:nvPr/>
          </p:nvPicPr>
          <p:blipFill rotWithShape="1">
            <a:blip r:embed="rId7">
              <a:alphaModFix/>
            </a:blip>
            <a:srcRect/>
            <a:stretch/>
          </p:blipFill>
          <p:spPr>
            <a:xfrm>
              <a:off x="15426004" y="886663"/>
              <a:ext cx="163791" cy="245021"/>
            </a:xfrm>
            <a:prstGeom prst="rect">
              <a:avLst/>
            </a:prstGeom>
            <a:noFill/>
            <a:ln>
              <a:noFill/>
            </a:ln>
          </p:spPr>
        </p:pic>
        <p:pic>
          <p:nvPicPr>
            <p:cNvPr id="15" name="Google Shape;1924;p14"/>
            <p:cNvPicPr preferRelativeResize="0"/>
            <p:nvPr/>
          </p:nvPicPr>
          <p:blipFill rotWithShape="1">
            <a:blip r:embed="rId8">
              <a:alphaModFix/>
            </a:blip>
            <a:srcRect/>
            <a:stretch/>
          </p:blipFill>
          <p:spPr>
            <a:xfrm>
              <a:off x="15638220" y="884910"/>
              <a:ext cx="128142" cy="244995"/>
            </a:xfrm>
            <a:prstGeom prst="rect">
              <a:avLst/>
            </a:prstGeom>
            <a:noFill/>
            <a:ln>
              <a:noFill/>
            </a:ln>
          </p:spPr>
        </p:pic>
        <p:sp>
          <p:nvSpPr>
            <p:cNvPr id="16" name="Google Shape;1925;p14"/>
            <p:cNvSpPr/>
            <p:nvPr/>
          </p:nvSpPr>
          <p:spPr>
            <a:xfrm>
              <a:off x="15807525" y="884923"/>
              <a:ext cx="23495" cy="247015"/>
            </a:xfrm>
            <a:custGeom>
              <a:avLst/>
              <a:gdLst/>
              <a:ahLst/>
              <a:cxnLst/>
              <a:rect l="l" t="t" r="r" b="b"/>
              <a:pathLst>
                <a:path w="23494" h="247015" extrusionOk="0">
                  <a:moveTo>
                    <a:pt x="18338" y="0"/>
                  </a:moveTo>
                  <a:lnTo>
                    <a:pt x="4914" y="0"/>
                  </a:lnTo>
                  <a:lnTo>
                    <a:pt x="0" y="5283"/>
                  </a:lnTo>
                  <a:lnTo>
                    <a:pt x="0" y="241452"/>
                  </a:lnTo>
                  <a:lnTo>
                    <a:pt x="4914" y="246761"/>
                  </a:lnTo>
                  <a:lnTo>
                    <a:pt x="18338" y="246761"/>
                  </a:lnTo>
                  <a:lnTo>
                    <a:pt x="23279" y="241452"/>
                  </a:lnTo>
                  <a:lnTo>
                    <a:pt x="23279" y="234759"/>
                  </a:lnTo>
                  <a:lnTo>
                    <a:pt x="23279"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7" name="Google Shape;1926;p14"/>
            <p:cNvPicPr preferRelativeResize="0"/>
            <p:nvPr/>
          </p:nvPicPr>
          <p:blipFill rotWithShape="1">
            <a:blip r:embed="rId9">
              <a:alphaModFix/>
            </a:blip>
            <a:srcRect/>
            <a:stretch/>
          </p:blipFill>
          <p:spPr>
            <a:xfrm>
              <a:off x="15884855" y="883856"/>
              <a:ext cx="424103" cy="249593"/>
            </a:xfrm>
            <a:prstGeom prst="rect">
              <a:avLst/>
            </a:prstGeom>
            <a:noFill/>
            <a:ln>
              <a:noFill/>
            </a:ln>
          </p:spPr>
        </p:pic>
        <p:sp>
          <p:nvSpPr>
            <p:cNvPr id="18" name="Google Shape;1927;p14"/>
            <p:cNvSpPr/>
            <p:nvPr/>
          </p:nvSpPr>
          <p:spPr>
            <a:xfrm>
              <a:off x="15068753" y="1280883"/>
              <a:ext cx="41910" cy="160655"/>
            </a:xfrm>
            <a:custGeom>
              <a:avLst/>
              <a:gdLst/>
              <a:ahLst/>
              <a:cxnLst/>
              <a:rect l="l" t="t" r="r" b="b"/>
              <a:pathLst>
                <a:path w="41909" h="160655" extrusionOk="0">
                  <a:moveTo>
                    <a:pt x="37338" y="0"/>
                  </a:moveTo>
                  <a:lnTo>
                    <a:pt x="27533" y="0"/>
                  </a:lnTo>
                  <a:lnTo>
                    <a:pt x="23482" y="3492"/>
                  </a:lnTo>
                  <a:lnTo>
                    <a:pt x="23482"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54" y="40652"/>
                  </a:lnTo>
                  <a:lnTo>
                    <a:pt x="26454" y="125488"/>
                  </a:lnTo>
                  <a:lnTo>
                    <a:pt x="26104" y="133764"/>
                  </a:lnTo>
                  <a:lnTo>
                    <a:pt x="23977" y="141384"/>
                  </a:lnTo>
                  <a:lnTo>
                    <a:pt x="18888" y="146968"/>
                  </a:lnTo>
                  <a:lnTo>
                    <a:pt x="9652" y="149136"/>
                  </a:lnTo>
                  <a:lnTo>
                    <a:pt x="2628" y="149136"/>
                  </a:lnTo>
                  <a:lnTo>
                    <a:pt x="0" y="151599"/>
                  </a:lnTo>
                  <a:lnTo>
                    <a:pt x="0" y="157899"/>
                  </a:lnTo>
                  <a:lnTo>
                    <a:pt x="2628" y="160350"/>
                  </a:lnTo>
                  <a:lnTo>
                    <a:pt x="9652" y="160350"/>
                  </a:lnTo>
                  <a:lnTo>
                    <a:pt x="23181" y="157662"/>
                  </a:lnTo>
                  <a:lnTo>
                    <a:pt x="31932"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9" name="Google Shape;1928;p14"/>
            <p:cNvPicPr preferRelativeResize="0"/>
            <p:nvPr/>
          </p:nvPicPr>
          <p:blipFill rotWithShape="1">
            <a:blip r:embed="rId10">
              <a:alphaModFix/>
            </a:blip>
            <a:srcRect/>
            <a:stretch/>
          </p:blipFill>
          <p:spPr>
            <a:xfrm>
              <a:off x="15129408" y="1280883"/>
              <a:ext cx="267182" cy="122504"/>
            </a:xfrm>
            <a:prstGeom prst="rect">
              <a:avLst/>
            </a:prstGeom>
            <a:noFill/>
            <a:ln>
              <a:noFill/>
            </a:ln>
          </p:spPr>
        </p:pic>
        <p:pic>
          <p:nvPicPr>
            <p:cNvPr id="20" name="Google Shape;1929;p14"/>
            <p:cNvPicPr preferRelativeResize="0"/>
            <p:nvPr/>
          </p:nvPicPr>
          <p:blipFill rotWithShape="1">
            <a:blip r:embed="rId11">
              <a:alphaModFix/>
            </a:blip>
            <a:srcRect/>
            <a:stretch/>
          </p:blipFill>
          <p:spPr>
            <a:xfrm>
              <a:off x="15417533" y="1318018"/>
              <a:ext cx="70281" cy="84480"/>
            </a:xfrm>
            <a:prstGeom prst="rect">
              <a:avLst/>
            </a:prstGeom>
            <a:noFill/>
            <a:ln>
              <a:noFill/>
            </a:ln>
          </p:spPr>
        </p:pic>
        <p:pic>
          <p:nvPicPr>
            <p:cNvPr id="21" name="Google Shape;1930;p14"/>
            <p:cNvPicPr preferRelativeResize="0"/>
            <p:nvPr/>
          </p:nvPicPr>
          <p:blipFill rotWithShape="1">
            <a:blip r:embed="rId12">
              <a:alphaModFix/>
            </a:blip>
            <a:srcRect/>
            <a:stretch/>
          </p:blipFill>
          <p:spPr>
            <a:xfrm>
              <a:off x="15509786" y="1318031"/>
              <a:ext cx="154444" cy="85356"/>
            </a:xfrm>
            <a:prstGeom prst="rect">
              <a:avLst/>
            </a:prstGeom>
            <a:noFill/>
            <a:ln>
              <a:noFill/>
            </a:ln>
          </p:spPr>
        </p:pic>
        <p:sp>
          <p:nvSpPr>
            <p:cNvPr id="22" name="Google Shape;1931;p14"/>
            <p:cNvSpPr/>
            <p:nvPr/>
          </p:nvSpPr>
          <p:spPr>
            <a:xfrm>
              <a:off x="15915462" y="1280883"/>
              <a:ext cx="41910" cy="160655"/>
            </a:xfrm>
            <a:custGeom>
              <a:avLst/>
              <a:gdLst/>
              <a:ahLst/>
              <a:cxnLst/>
              <a:rect l="l" t="t" r="r" b="b"/>
              <a:pathLst>
                <a:path w="41909" h="160655" extrusionOk="0">
                  <a:moveTo>
                    <a:pt x="37338" y="0"/>
                  </a:moveTo>
                  <a:lnTo>
                    <a:pt x="27533" y="0"/>
                  </a:lnTo>
                  <a:lnTo>
                    <a:pt x="23482" y="3492"/>
                  </a:lnTo>
                  <a:lnTo>
                    <a:pt x="23482"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79" y="40652"/>
                  </a:lnTo>
                  <a:lnTo>
                    <a:pt x="26479" y="125488"/>
                  </a:lnTo>
                  <a:lnTo>
                    <a:pt x="26114" y="133764"/>
                  </a:lnTo>
                  <a:lnTo>
                    <a:pt x="23979" y="141384"/>
                  </a:lnTo>
                  <a:lnTo>
                    <a:pt x="18883" y="146968"/>
                  </a:lnTo>
                  <a:lnTo>
                    <a:pt x="9639" y="149136"/>
                  </a:lnTo>
                  <a:lnTo>
                    <a:pt x="2628" y="149136"/>
                  </a:lnTo>
                  <a:lnTo>
                    <a:pt x="0" y="151599"/>
                  </a:lnTo>
                  <a:lnTo>
                    <a:pt x="0" y="157899"/>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3" name="Google Shape;1932;p14"/>
            <p:cNvPicPr preferRelativeResize="0"/>
            <p:nvPr/>
          </p:nvPicPr>
          <p:blipFill rotWithShape="1">
            <a:blip r:embed="rId13">
              <a:alphaModFix/>
            </a:blip>
            <a:srcRect/>
            <a:stretch/>
          </p:blipFill>
          <p:spPr>
            <a:xfrm>
              <a:off x="15976003" y="1280883"/>
              <a:ext cx="267169" cy="122504"/>
            </a:xfrm>
            <a:prstGeom prst="rect">
              <a:avLst/>
            </a:prstGeom>
            <a:noFill/>
            <a:ln>
              <a:noFill/>
            </a:ln>
          </p:spPr>
        </p:pic>
        <p:pic>
          <p:nvPicPr>
            <p:cNvPr id="24" name="Google Shape;1933;p14"/>
            <p:cNvPicPr preferRelativeResize="0"/>
            <p:nvPr/>
          </p:nvPicPr>
          <p:blipFill rotWithShape="1">
            <a:blip r:embed="rId14">
              <a:alphaModFix/>
            </a:blip>
            <a:srcRect/>
            <a:stretch/>
          </p:blipFill>
          <p:spPr>
            <a:xfrm>
              <a:off x="16264228" y="1318018"/>
              <a:ext cx="70294" cy="84480"/>
            </a:xfrm>
            <a:prstGeom prst="rect">
              <a:avLst/>
            </a:prstGeom>
            <a:noFill/>
            <a:ln>
              <a:noFill/>
            </a:ln>
          </p:spPr>
        </p:pic>
        <p:pic>
          <p:nvPicPr>
            <p:cNvPr id="25" name="Google Shape;1934;p14"/>
            <p:cNvPicPr preferRelativeResize="0"/>
            <p:nvPr/>
          </p:nvPicPr>
          <p:blipFill rotWithShape="1">
            <a:blip r:embed="rId15">
              <a:alphaModFix/>
            </a:blip>
            <a:srcRect/>
            <a:stretch/>
          </p:blipFill>
          <p:spPr>
            <a:xfrm>
              <a:off x="16356494" y="1318031"/>
              <a:ext cx="154444" cy="85356"/>
            </a:xfrm>
            <a:prstGeom prst="rect">
              <a:avLst/>
            </a:prstGeom>
            <a:noFill/>
            <a:ln>
              <a:noFill/>
            </a:ln>
          </p:spPr>
        </p:pic>
        <p:pic>
          <p:nvPicPr>
            <p:cNvPr id="26" name="Google Shape;1935;p14"/>
            <p:cNvPicPr preferRelativeResize="0"/>
            <p:nvPr/>
          </p:nvPicPr>
          <p:blipFill rotWithShape="1">
            <a:blip r:embed="rId16">
              <a:alphaModFix/>
            </a:blip>
            <a:srcRect/>
            <a:stretch/>
          </p:blipFill>
          <p:spPr>
            <a:xfrm>
              <a:off x="14201902" y="762152"/>
              <a:ext cx="2318892" cy="491769"/>
            </a:xfrm>
            <a:prstGeom prst="rect">
              <a:avLst/>
            </a:prstGeom>
            <a:noFill/>
            <a:ln>
              <a:noFill/>
            </a:ln>
          </p:spPr>
        </p:pic>
        <p:pic>
          <p:nvPicPr>
            <p:cNvPr id="27" name="Google Shape;1936;p14"/>
            <p:cNvPicPr preferRelativeResize="0"/>
            <p:nvPr/>
          </p:nvPicPr>
          <p:blipFill rotWithShape="1">
            <a:blip r:embed="rId17">
              <a:alphaModFix/>
            </a:blip>
            <a:srcRect/>
            <a:stretch/>
          </p:blipFill>
          <p:spPr>
            <a:xfrm>
              <a:off x="15628112" y="1170902"/>
              <a:ext cx="343154" cy="402703"/>
            </a:xfrm>
            <a:prstGeom prst="rect">
              <a:avLst/>
            </a:prstGeom>
            <a:noFill/>
            <a:ln>
              <a:noFill/>
            </a:ln>
          </p:spPr>
        </p:pic>
        <p:pic>
          <p:nvPicPr>
            <p:cNvPr id="28" name="Google Shape;1937;p14"/>
            <p:cNvPicPr preferRelativeResize="0"/>
            <p:nvPr/>
          </p:nvPicPr>
          <p:blipFill rotWithShape="1">
            <a:blip r:embed="rId18">
              <a:alphaModFix/>
            </a:blip>
            <a:srcRect/>
            <a:stretch/>
          </p:blipFill>
          <p:spPr>
            <a:xfrm>
              <a:off x="15609679" y="1517459"/>
              <a:ext cx="11447" cy="15589"/>
            </a:xfrm>
            <a:prstGeom prst="rect">
              <a:avLst/>
            </a:prstGeom>
            <a:noFill/>
            <a:ln>
              <a:noFill/>
            </a:ln>
          </p:spPr>
        </p:pic>
        <p:pic>
          <p:nvPicPr>
            <p:cNvPr id="29" name="Google Shape;1938;p14"/>
            <p:cNvPicPr preferRelativeResize="0"/>
            <p:nvPr/>
          </p:nvPicPr>
          <p:blipFill rotWithShape="1">
            <a:blip r:embed="rId19">
              <a:alphaModFix/>
            </a:blip>
            <a:srcRect/>
            <a:stretch/>
          </p:blipFill>
          <p:spPr>
            <a:xfrm>
              <a:off x="15628238" y="1428826"/>
              <a:ext cx="79630" cy="86550"/>
            </a:xfrm>
            <a:prstGeom prst="rect">
              <a:avLst/>
            </a:prstGeom>
            <a:noFill/>
            <a:ln>
              <a:noFill/>
            </a:ln>
          </p:spPr>
        </p:pic>
        <p:pic>
          <p:nvPicPr>
            <p:cNvPr id="30" name="Google Shape;1939;p14"/>
            <p:cNvPicPr preferRelativeResize="0"/>
            <p:nvPr/>
          </p:nvPicPr>
          <p:blipFill rotWithShape="1">
            <a:blip r:embed="rId20">
              <a:alphaModFix/>
            </a:blip>
            <a:srcRect/>
            <a:stretch/>
          </p:blipFill>
          <p:spPr>
            <a:xfrm>
              <a:off x="15665831" y="1458128"/>
              <a:ext cx="11683" cy="14600"/>
            </a:xfrm>
            <a:prstGeom prst="rect">
              <a:avLst/>
            </a:prstGeom>
            <a:noFill/>
            <a:ln>
              <a:noFill/>
            </a:ln>
          </p:spPr>
        </p:pic>
        <p:pic>
          <p:nvPicPr>
            <p:cNvPr id="31" name="Google Shape;1940;p14"/>
            <p:cNvPicPr preferRelativeResize="0"/>
            <p:nvPr/>
          </p:nvPicPr>
          <p:blipFill rotWithShape="1">
            <a:blip r:embed="rId21">
              <a:alphaModFix/>
            </a:blip>
            <a:srcRect/>
            <a:stretch/>
          </p:blipFill>
          <p:spPr>
            <a:xfrm>
              <a:off x="15624047" y="1433779"/>
              <a:ext cx="77215" cy="82550"/>
            </a:xfrm>
            <a:prstGeom prst="rect">
              <a:avLst/>
            </a:prstGeom>
            <a:noFill/>
            <a:ln>
              <a:noFill/>
            </a:ln>
          </p:spPr>
        </p:pic>
        <p:pic>
          <p:nvPicPr>
            <p:cNvPr id="32" name="Google Shape;1941;p14"/>
            <p:cNvPicPr preferRelativeResize="0"/>
            <p:nvPr/>
          </p:nvPicPr>
          <p:blipFill rotWithShape="1">
            <a:blip r:embed="rId22">
              <a:alphaModFix/>
            </a:blip>
            <a:srcRect/>
            <a:stretch/>
          </p:blipFill>
          <p:spPr>
            <a:xfrm>
              <a:off x="15901288" y="1256068"/>
              <a:ext cx="16763" cy="12903"/>
            </a:xfrm>
            <a:prstGeom prst="rect">
              <a:avLst/>
            </a:prstGeom>
            <a:noFill/>
            <a:ln>
              <a:noFill/>
            </a:ln>
          </p:spPr>
        </p:pic>
        <p:pic>
          <p:nvPicPr>
            <p:cNvPr id="33" name="Google Shape;1942;p14"/>
            <p:cNvPicPr preferRelativeResize="0"/>
            <p:nvPr/>
          </p:nvPicPr>
          <p:blipFill rotWithShape="1">
            <a:blip r:embed="rId23">
              <a:alphaModFix/>
            </a:blip>
            <a:srcRect/>
            <a:stretch/>
          </p:blipFill>
          <p:spPr>
            <a:xfrm>
              <a:off x="15680309" y="1450898"/>
              <a:ext cx="6731" cy="7950"/>
            </a:xfrm>
            <a:prstGeom prst="rect">
              <a:avLst/>
            </a:prstGeom>
            <a:noFill/>
            <a:ln>
              <a:noFill/>
            </a:ln>
          </p:spPr>
        </p:pic>
        <p:pic>
          <p:nvPicPr>
            <p:cNvPr id="34" name="Google Shape;1943;p14"/>
            <p:cNvPicPr preferRelativeResize="0"/>
            <p:nvPr/>
          </p:nvPicPr>
          <p:blipFill rotWithShape="1">
            <a:blip r:embed="rId23">
              <a:alphaModFix/>
            </a:blip>
            <a:srcRect/>
            <a:stretch/>
          </p:blipFill>
          <p:spPr>
            <a:xfrm>
              <a:off x="15931515" y="1237411"/>
              <a:ext cx="9779" cy="7454"/>
            </a:xfrm>
            <a:prstGeom prst="rect">
              <a:avLst/>
            </a:prstGeom>
            <a:noFill/>
            <a:ln>
              <a:noFill/>
            </a:ln>
          </p:spPr>
        </p:pic>
        <p:pic>
          <p:nvPicPr>
            <p:cNvPr id="35" name="Google Shape;1944;p14"/>
            <p:cNvPicPr preferRelativeResize="0"/>
            <p:nvPr/>
          </p:nvPicPr>
          <p:blipFill rotWithShape="1">
            <a:blip r:embed="rId24">
              <a:alphaModFix/>
            </a:blip>
            <a:srcRect/>
            <a:stretch/>
          </p:blipFill>
          <p:spPr>
            <a:xfrm>
              <a:off x="15934562" y="1189837"/>
              <a:ext cx="38353" cy="32537"/>
            </a:xfrm>
            <a:prstGeom prst="rect">
              <a:avLst/>
            </a:prstGeom>
            <a:noFill/>
            <a:ln>
              <a:noFill/>
            </a:ln>
          </p:spPr>
        </p:pic>
        <p:pic>
          <p:nvPicPr>
            <p:cNvPr id="36" name="Google Shape;1945;p14"/>
            <p:cNvPicPr preferRelativeResize="0"/>
            <p:nvPr/>
          </p:nvPicPr>
          <p:blipFill rotWithShape="1">
            <a:blip r:embed="rId25">
              <a:alphaModFix/>
            </a:blip>
            <a:srcRect/>
            <a:stretch/>
          </p:blipFill>
          <p:spPr>
            <a:xfrm>
              <a:off x="15900400" y="1202498"/>
              <a:ext cx="17907" cy="15100"/>
            </a:xfrm>
            <a:prstGeom prst="rect">
              <a:avLst/>
            </a:prstGeom>
            <a:noFill/>
            <a:ln>
              <a:noFill/>
            </a:ln>
          </p:spPr>
        </p:pic>
        <p:pic>
          <p:nvPicPr>
            <p:cNvPr id="37" name="Google Shape;1946;p14"/>
            <p:cNvPicPr preferRelativeResize="0"/>
            <p:nvPr/>
          </p:nvPicPr>
          <p:blipFill rotWithShape="1">
            <a:blip r:embed="rId26">
              <a:alphaModFix/>
            </a:blip>
            <a:srcRect/>
            <a:stretch/>
          </p:blipFill>
          <p:spPr>
            <a:xfrm>
              <a:off x="15645637" y="1424228"/>
              <a:ext cx="71880" cy="58038"/>
            </a:xfrm>
            <a:prstGeom prst="rect">
              <a:avLst/>
            </a:prstGeom>
            <a:noFill/>
            <a:ln>
              <a:noFill/>
            </a:ln>
          </p:spPr>
        </p:pic>
        <p:pic>
          <p:nvPicPr>
            <p:cNvPr id="38" name="Google Shape;1947;p14"/>
            <p:cNvPicPr preferRelativeResize="0"/>
            <p:nvPr/>
          </p:nvPicPr>
          <p:blipFill rotWithShape="1">
            <a:blip r:embed="rId24">
              <a:alphaModFix/>
            </a:blip>
            <a:srcRect/>
            <a:stretch/>
          </p:blipFill>
          <p:spPr>
            <a:xfrm>
              <a:off x="15696945" y="1384351"/>
              <a:ext cx="36195" cy="32919"/>
            </a:xfrm>
            <a:prstGeom prst="rect">
              <a:avLst/>
            </a:prstGeom>
            <a:noFill/>
            <a:ln>
              <a:noFill/>
            </a:ln>
          </p:spPr>
        </p:pic>
        <p:pic>
          <p:nvPicPr>
            <p:cNvPr id="39" name="Google Shape;1948;p14"/>
            <p:cNvPicPr preferRelativeResize="0"/>
            <p:nvPr/>
          </p:nvPicPr>
          <p:blipFill rotWithShape="1">
            <a:blip r:embed="rId27">
              <a:alphaModFix/>
            </a:blip>
            <a:srcRect/>
            <a:stretch/>
          </p:blipFill>
          <p:spPr>
            <a:xfrm>
              <a:off x="15621381" y="1488414"/>
              <a:ext cx="43306" cy="44843"/>
            </a:xfrm>
            <a:prstGeom prst="rect">
              <a:avLst/>
            </a:prstGeom>
            <a:noFill/>
            <a:ln>
              <a:noFill/>
            </a:ln>
          </p:spPr>
        </p:pic>
        <p:pic>
          <p:nvPicPr>
            <p:cNvPr id="40" name="Google Shape;1949;p14"/>
            <p:cNvPicPr preferRelativeResize="0"/>
            <p:nvPr/>
          </p:nvPicPr>
          <p:blipFill rotWithShape="1">
            <a:blip r:embed="rId27">
              <a:alphaModFix/>
            </a:blip>
            <a:srcRect/>
            <a:stretch/>
          </p:blipFill>
          <p:spPr>
            <a:xfrm>
              <a:off x="15735425" y="1384478"/>
              <a:ext cx="41404" cy="44323"/>
            </a:xfrm>
            <a:prstGeom prst="rect">
              <a:avLst/>
            </a:prstGeom>
            <a:noFill/>
            <a:ln>
              <a:noFill/>
            </a:ln>
          </p:spPr>
        </p:pic>
        <p:pic>
          <p:nvPicPr>
            <p:cNvPr id="41" name="Google Shape;1950;p14"/>
            <p:cNvPicPr preferRelativeResize="0"/>
            <p:nvPr/>
          </p:nvPicPr>
          <p:blipFill rotWithShape="1">
            <a:blip r:embed="rId28">
              <a:alphaModFix/>
            </a:blip>
            <a:srcRect/>
            <a:stretch/>
          </p:blipFill>
          <p:spPr>
            <a:xfrm>
              <a:off x="15792070" y="1308544"/>
              <a:ext cx="3683" cy="3086"/>
            </a:xfrm>
            <a:prstGeom prst="rect">
              <a:avLst/>
            </a:prstGeom>
            <a:noFill/>
            <a:ln>
              <a:noFill/>
            </a:ln>
          </p:spPr>
        </p:pic>
        <p:pic>
          <p:nvPicPr>
            <p:cNvPr id="42" name="Google Shape;1951;p14"/>
            <p:cNvPicPr preferRelativeResize="0"/>
            <p:nvPr/>
          </p:nvPicPr>
          <p:blipFill rotWithShape="1">
            <a:blip r:embed="rId29">
              <a:alphaModFix/>
            </a:blip>
            <a:srcRect/>
            <a:stretch/>
          </p:blipFill>
          <p:spPr>
            <a:xfrm>
              <a:off x="15865349" y="1228953"/>
              <a:ext cx="16126" cy="15316"/>
            </a:xfrm>
            <a:prstGeom prst="rect">
              <a:avLst/>
            </a:prstGeom>
            <a:noFill/>
            <a:ln>
              <a:noFill/>
            </a:ln>
          </p:spPr>
        </p:pic>
        <p:pic>
          <p:nvPicPr>
            <p:cNvPr id="43" name="Google Shape;1952;p14"/>
            <p:cNvPicPr preferRelativeResize="0"/>
            <p:nvPr/>
          </p:nvPicPr>
          <p:blipFill rotWithShape="1">
            <a:blip r:embed="rId30">
              <a:alphaModFix/>
            </a:blip>
            <a:srcRect/>
            <a:stretch/>
          </p:blipFill>
          <p:spPr>
            <a:xfrm>
              <a:off x="15669386" y="1471827"/>
              <a:ext cx="6223" cy="16434"/>
            </a:xfrm>
            <a:prstGeom prst="rect">
              <a:avLst/>
            </a:prstGeom>
            <a:noFill/>
            <a:ln>
              <a:noFill/>
            </a:ln>
          </p:spPr>
        </p:pic>
        <p:pic>
          <p:nvPicPr>
            <p:cNvPr id="44" name="Google Shape;1953;p14"/>
            <p:cNvPicPr preferRelativeResize="0"/>
            <p:nvPr/>
          </p:nvPicPr>
          <p:blipFill rotWithShape="1">
            <a:blip r:embed="rId23">
              <a:alphaModFix/>
            </a:blip>
            <a:srcRect/>
            <a:stretch/>
          </p:blipFill>
          <p:spPr>
            <a:xfrm>
              <a:off x="15855950" y="1307782"/>
              <a:ext cx="7747" cy="7238"/>
            </a:xfrm>
            <a:prstGeom prst="rect">
              <a:avLst/>
            </a:prstGeom>
            <a:noFill/>
            <a:ln>
              <a:noFill/>
            </a:ln>
          </p:spPr>
        </p:pic>
        <p:pic>
          <p:nvPicPr>
            <p:cNvPr id="45" name="Google Shape;1954;p14"/>
            <p:cNvPicPr preferRelativeResize="0"/>
            <p:nvPr/>
          </p:nvPicPr>
          <p:blipFill rotWithShape="1">
            <a:blip r:embed="rId20">
              <a:alphaModFix/>
            </a:blip>
            <a:srcRect/>
            <a:stretch/>
          </p:blipFill>
          <p:spPr>
            <a:xfrm>
              <a:off x="15874747" y="1282166"/>
              <a:ext cx="14095" cy="12610"/>
            </a:xfrm>
            <a:prstGeom prst="rect">
              <a:avLst/>
            </a:prstGeom>
            <a:noFill/>
            <a:ln>
              <a:noFill/>
            </a:ln>
          </p:spPr>
        </p:pic>
        <p:pic>
          <p:nvPicPr>
            <p:cNvPr id="46" name="Google Shape;1955;p14"/>
            <p:cNvPicPr preferRelativeResize="0"/>
            <p:nvPr/>
          </p:nvPicPr>
          <p:blipFill rotWithShape="1">
            <a:blip r:embed="rId20">
              <a:alphaModFix/>
            </a:blip>
            <a:srcRect/>
            <a:stretch/>
          </p:blipFill>
          <p:spPr>
            <a:xfrm>
              <a:off x="15814929" y="1337019"/>
              <a:ext cx="14478" cy="13536"/>
            </a:xfrm>
            <a:prstGeom prst="rect">
              <a:avLst/>
            </a:prstGeom>
            <a:noFill/>
            <a:ln>
              <a:noFill/>
            </a:ln>
          </p:spPr>
        </p:pic>
        <p:pic>
          <p:nvPicPr>
            <p:cNvPr id="47" name="Google Shape;1956;p14"/>
            <p:cNvPicPr preferRelativeResize="0"/>
            <p:nvPr/>
          </p:nvPicPr>
          <p:blipFill rotWithShape="1">
            <a:blip r:embed="rId31">
              <a:alphaModFix/>
            </a:blip>
            <a:srcRect/>
            <a:stretch/>
          </p:blipFill>
          <p:spPr>
            <a:xfrm>
              <a:off x="15642463" y="1463712"/>
              <a:ext cx="54101" cy="18427"/>
            </a:xfrm>
            <a:prstGeom prst="rect">
              <a:avLst/>
            </a:prstGeom>
            <a:noFill/>
            <a:ln>
              <a:noFill/>
            </a:ln>
          </p:spPr>
        </p:pic>
        <p:pic>
          <p:nvPicPr>
            <p:cNvPr id="48" name="Google Shape;1957;p14"/>
            <p:cNvPicPr preferRelativeResize="0"/>
            <p:nvPr/>
          </p:nvPicPr>
          <p:blipFill rotWithShape="1">
            <a:blip r:embed="rId32">
              <a:alphaModFix/>
            </a:blip>
            <a:srcRect/>
            <a:stretch/>
          </p:blipFill>
          <p:spPr>
            <a:xfrm>
              <a:off x="15736444" y="1349412"/>
              <a:ext cx="19811" cy="21044"/>
            </a:xfrm>
            <a:prstGeom prst="rect">
              <a:avLst/>
            </a:prstGeom>
            <a:noFill/>
            <a:ln>
              <a:noFill/>
            </a:ln>
          </p:spPr>
        </p:pic>
        <p:pic>
          <p:nvPicPr>
            <p:cNvPr id="49" name="Google Shape;1958;p14"/>
            <p:cNvPicPr preferRelativeResize="0"/>
            <p:nvPr/>
          </p:nvPicPr>
          <p:blipFill rotWithShape="1">
            <a:blip r:embed="rId33">
              <a:alphaModFix/>
            </a:blip>
            <a:srcRect/>
            <a:stretch/>
          </p:blipFill>
          <p:spPr>
            <a:xfrm>
              <a:off x="15651227" y="1473288"/>
              <a:ext cx="22858" cy="37376"/>
            </a:xfrm>
            <a:prstGeom prst="rect">
              <a:avLst/>
            </a:prstGeom>
            <a:noFill/>
            <a:ln>
              <a:noFill/>
            </a:ln>
          </p:spPr>
        </p:pic>
        <p:pic>
          <p:nvPicPr>
            <p:cNvPr id="50" name="Google Shape;1959;p14"/>
            <p:cNvPicPr preferRelativeResize="0"/>
            <p:nvPr/>
          </p:nvPicPr>
          <p:blipFill rotWithShape="1">
            <a:blip r:embed="rId34">
              <a:alphaModFix/>
            </a:blip>
            <a:srcRect/>
            <a:stretch/>
          </p:blipFill>
          <p:spPr>
            <a:xfrm>
              <a:off x="15843631" y="1255712"/>
              <a:ext cx="7618" cy="9042"/>
            </a:xfrm>
            <a:prstGeom prst="rect">
              <a:avLst/>
            </a:prstGeom>
            <a:noFill/>
            <a:ln>
              <a:noFill/>
            </a:ln>
          </p:spPr>
        </p:pic>
        <p:pic>
          <p:nvPicPr>
            <p:cNvPr id="51" name="Google Shape;1960;p14"/>
            <p:cNvPicPr preferRelativeResize="0"/>
            <p:nvPr/>
          </p:nvPicPr>
          <p:blipFill rotWithShape="1">
            <a:blip r:embed="rId34">
              <a:alphaModFix/>
            </a:blip>
            <a:srcRect/>
            <a:stretch/>
          </p:blipFill>
          <p:spPr>
            <a:xfrm>
              <a:off x="15677894" y="1470126"/>
              <a:ext cx="5716" cy="9309"/>
            </a:xfrm>
            <a:prstGeom prst="rect">
              <a:avLst/>
            </a:prstGeom>
            <a:noFill/>
            <a:ln>
              <a:noFill/>
            </a:ln>
          </p:spPr>
        </p:pic>
        <p:pic>
          <p:nvPicPr>
            <p:cNvPr id="52" name="Google Shape;1961;p14"/>
            <p:cNvPicPr preferRelativeResize="0"/>
            <p:nvPr/>
          </p:nvPicPr>
          <p:blipFill rotWithShape="1">
            <a:blip r:embed="rId28">
              <a:alphaModFix/>
            </a:blip>
            <a:srcRect/>
            <a:stretch/>
          </p:blipFill>
          <p:spPr>
            <a:xfrm>
              <a:off x="15670911" y="1472793"/>
              <a:ext cx="2031" cy="2222"/>
            </a:xfrm>
            <a:prstGeom prst="rect">
              <a:avLst/>
            </a:prstGeom>
            <a:noFill/>
            <a:ln>
              <a:noFill/>
            </a:ln>
          </p:spPr>
        </p:pic>
        <p:pic>
          <p:nvPicPr>
            <p:cNvPr id="53" name="Google Shape;1962;p14"/>
            <p:cNvPicPr preferRelativeResize="0"/>
            <p:nvPr/>
          </p:nvPicPr>
          <p:blipFill rotWithShape="1">
            <a:blip r:embed="rId34">
              <a:alphaModFix/>
            </a:blip>
            <a:srcRect/>
            <a:stretch/>
          </p:blipFill>
          <p:spPr>
            <a:xfrm>
              <a:off x="15824835" y="1273848"/>
              <a:ext cx="7366" cy="7633"/>
            </a:xfrm>
            <a:prstGeom prst="rect">
              <a:avLst/>
            </a:prstGeom>
            <a:noFill/>
            <a:ln>
              <a:noFill/>
            </a:ln>
          </p:spPr>
        </p:pic>
        <p:pic>
          <p:nvPicPr>
            <p:cNvPr id="54" name="Google Shape;1963;p14"/>
            <p:cNvPicPr preferRelativeResize="0"/>
            <p:nvPr/>
          </p:nvPicPr>
          <p:blipFill rotWithShape="1">
            <a:blip r:embed="rId35">
              <a:alphaModFix/>
            </a:blip>
            <a:srcRect/>
            <a:stretch/>
          </p:blipFill>
          <p:spPr>
            <a:xfrm>
              <a:off x="15935325" y="1214271"/>
              <a:ext cx="18032" cy="26936"/>
            </a:xfrm>
            <a:prstGeom prst="rect">
              <a:avLst/>
            </a:prstGeom>
            <a:noFill/>
            <a:ln>
              <a:noFill/>
            </a:ln>
          </p:spPr>
        </p:pic>
        <p:pic>
          <p:nvPicPr>
            <p:cNvPr id="55" name="Google Shape;1964;p14"/>
            <p:cNvPicPr preferRelativeResize="0"/>
            <p:nvPr/>
          </p:nvPicPr>
          <p:blipFill rotWithShape="1">
            <a:blip r:embed="rId36">
              <a:alphaModFix/>
            </a:blip>
            <a:srcRect/>
            <a:stretch/>
          </p:blipFill>
          <p:spPr>
            <a:xfrm>
              <a:off x="15635478" y="1434121"/>
              <a:ext cx="66292" cy="61213"/>
            </a:xfrm>
            <a:prstGeom prst="rect">
              <a:avLst/>
            </a:prstGeom>
            <a:noFill/>
            <a:ln>
              <a:noFill/>
            </a:ln>
          </p:spPr>
        </p:pic>
        <p:pic>
          <p:nvPicPr>
            <p:cNvPr id="56" name="Google Shape;1965;p14"/>
            <p:cNvPicPr preferRelativeResize="0"/>
            <p:nvPr/>
          </p:nvPicPr>
          <p:blipFill rotWithShape="1">
            <a:blip r:embed="rId34">
              <a:alphaModFix/>
            </a:blip>
            <a:srcRect/>
            <a:stretch/>
          </p:blipFill>
          <p:spPr>
            <a:xfrm>
              <a:off x="15682467" y="1428520"/>
              <a:ext cx="1523" cy="1790"/>
            </a:xfrm>
            <a:prstGeom prst="rect">
              <a:avLst/>
            </a:prstGeom>
            <a:noFill/>
            <a:ln>
              <a:noFill/>
            </a:ln>
          </p:spPr>
        </p:pic>
        <p:pic>
          <p:nvPicPr>
            <p:cNvPr id="57" name="Google Shape;1966;p14"/>
            <p:cNvPicPr preferRelativeResize="0"/>
            <p:nvPr/>
          </p:nvPicPr>
          <p:blipFill rotWithShape="1">
            <a:blip r:embed="rId37">
              <a:alphaModFix/>
            </a:blip>
            <a:srcRect/>
            <a:stretch/>
          </p:blipFill>
          <p:spPr>
            <a:xfrm>
              <a:off x="15639414" y="1470417"/>
              <a:ext cx="26036" cy="30924"/>
            </a:xfrm>
            <a:prstGeom prst="rect">
              <a:avLst/>
            </a:prstGeom>
            <a:noFill/>
            <a:ln>
              <a:noFill/>
            </a:ln>
          </p:spPr>
        </p:pic>
        <p:pic>
          <p:nvPicPr>
            <p:cNvPr id="58" name="Google Shape;1967;p14"/>
            <p:cNvPicPr preferRelativeResize="0"/>
            <p:nvPr/>
          </p:nvPicPr>
          <p:blipFill rotWithShape="1">
            <a:blip r:embed="rId38">
              <a:alphaModFix/>
            </a:blip>
            <a:srcRect/>
            <a:stretch/>
          </p:blipFill>
          <p:spPr>
            <a:xfrm>
              <a:off x="15666975" y="1440484"/>
              <a:ext cx="15351" cy="20421"/>
            </a:xfrm>
            <a:prstGeom prst="rect">
              <a:avLst/>
            </a:prstGeom>
            <a:noFill/>
            <a:ln>
              <a:noFill/>
            </a:ln>
          </p:spPr>
        </p:pic>
        <p:pic>
          <p:nvPicPr>
            <p:cNvPr id="59" name="Google Shape;1968;p14"/>
            <p:cNvPicPr preferRelativeResize="0"/>
            <p:nvPr/>
          </p:nvPicPr>
          <p:blipFill rotWithShape="1">
            <a:blip r:embed="rId28">
              <a:alphaModFix/>
            </a:blip>
            <a:srcRect/>
            <a:stretch/>
          </p:blipFill>
          <p:spPr>
            <a:xfrm>
              <a:off x="15953359" y="1215466"/>
              <a:ext cx="2285" cy="1803"/>
            </a:xfrm>
            <a:prstGeom prst="rect">
              <a:avLst/>
            </a:prstGeom>
            <a:noFill/>
            <a:ln>
              <a:noFill/>
            </a:ln>
          </p:spPr>
        </p:pic>
        <p:pic>
          <p:nvPicPr>
            <p:cNvPr id="60" name="Google Shape;1969;p14"/>
            <p:cNvPicPr preferRelativeResize="0"/>
            <p:nvPr/>
          </p:nvPicPr>
          <p:blipFill rotWithShape="1">
            <a:blip r:embed="rId39">
              <a:alphaModFix/>
            </a:blip>
            <a:srcRect/>
            <a:stretch/>
          </p:blipFill>
          <p:spPr>
            <a:xfrm>
              <a:off x="15685896" y="1402969"/>
              <a:ext cx="39878" cy="43662"/>
            </a:xfrm>
            <a:prstGeom prst="rect">
              <a:avLst/>
            </a:prstGeom>
            <a:noFill/>
            <a:ln>
              <a:noFill/>
            </a:ln>
          </p:spPr>
        </p:pic>
        <p:pic>
          <p:nvPicPr>
            <p:cNvPr id="61" name="Google Shape;1970;p14"/>
            <p:cNvPicPr preferRelativeResize="0"/>
            <p:nvPr/>
          </p:nvPicPr>
          <p:blipFill rotWithShape="1">
            <a:blip r:embed="rId29">
              <a:alphaModFix/>
            </a:blip>
            <a:srcRect/>
            <a:stretch/>
          </p:blipFill>
          <p:spPr>
            <a:xfrm>
              <a:off x="15880588" y="1270139"/>
              <a:ext cx="20192" cy="18008"/>
            </a:xfrm>
            <a:prstGeom prst="rect">
              <a:avLst/>
            </a:prstGeom>
            <a:noFill/>
            <a:ln>
              <a:noFill/>
            </a:ln>
          </p:spPr>
        </p:pic>
        <p:pic>
          <p:nvPicPr>
            <p:cNvPr id="62" name="Google Shape;1971;p14"/>
            <p:cNvPicPr preferRelativeResize="0"/>
            <p:nvPr/>
          </p:nvPicPr>
          <p:blipFill rotWithShape="1">
            <a:blip r:embed="rId40">
              <a:alphaModFix/>
            </a:blip>
            <a:srcRect/>
            <a:stretch/>
          </p:blipFill>
          <p:spPr>
            <a:xfrm>
              <a:off x="15668497" y="1475930"/>
              <a:ext cx="10794" cy="11023"/>
            </a:xfrm>
            <a:prstGeom prst="rect">
              <a:avLst/>
            </a:prstGeom>
            <a:noFill/>
            <a:ln>
              <a:noFill/>
            </a:ln>
          </p:spPr>
        </p:pic>
        <p:pic>
          <p:nvPicPr>
            <p:cNvPr id="63" name="Google Shape;1972;p14"/>
            <p:cNvPicPr preferRelativeResize="0"/>
            <p:nvPr/>
          </p:nvPicPr>
          <p:blipFill rotWithShape="1">
            <a:blip r:embed="rId41">
              <a:alphaModFix/>
            </a:blip>
            <a:srcRect/>
            <a:stretch/>
          </p:blipFill>
          <p:spPr>
            <a:xfrm>
              <a:off x="15852522" y="1235785"/>
              <a:ext cx="21969" cy="18745"/>
            </a:xfrm>
            <a:prstGeom prst="rect">
              <a:avLst/>
            </a:prstGeom>
            <a:noFill/>
            <a:ln>
              <a:noFill/>
            </a:ln>
          </p:spPr>
        </p:pic>
        <p:pic>
          <p:nvPicPr>
            <p:cNvPr id="64" name="Google Shape;1973;p14"/>
            <p:cNvPicPr preferRelativeResize="0"/>
            <p:nvPr/>
          </p:nvPicPr>
          <p:blipFill rotWithShape="1">
            <a:blip r:embed="rId28">
              <a:alphaModFix/>
            </a:blip>
            <a:srcRect/>
            <a:stretch/>
          </p:blipFill>
          <p:spPr>
            <a:xfrm>
              <a:off x="15965169" y="1207654"/>
              <a:ext cx="2031" cy="1524"/>
            </a:xfrm>
            <a:prstGeom prst="rect">
              <a:avLst/>
            </a:prstGeom>
            <a:noFill/>
            <a:ln>
              <a:noFill/>
            </a:ln>
          </p:spPr>
        </p:pic>
        <p:pic>
          <p:nvPicPr>
            <p:cNvPr id="65" name="Google Shape;1974;p14"/>
            <p:cNvPicPr preferRelativeResize="0"/>
            <p:nvPr/>
          </p:nvPicPr>
          <p:blipFill rotWithShape="1">
            <a:blip r:embed="rId28">
              <a:alphaModFix/>
            </a:blip>
            <a:srcRect/>
            <a:stretch/>
          </p:blipFill>
          <p:spPr>
            <a:xfrm>
              <a:off x="15889351" y="1220528"/>
              <a:ext cx="1687" cy="1351"/>
            </a:xfrm>
            <a:prstGeom prst="rect">
              <a:avLst/>
            </a:prstGeom>
            <a:noFill/>
            <a:ln>
              <a:noFill/>
            </a:ln>
          </p:spPr>
        </p:pic>
        <p:pic>
          <p:nvPicPr>
            <p:cNvPr id="66" name="Google Shape;1975;p14"/>
            <p:cNvPicPr preferRelativeResize="0"/>
            <p:nvPr/>
          </p:nvPicPr>
          <p:blipFill rotWithShape="1">
            <a:blip r:embed="rId42">
              <a:alphaModFix/>
            </a:blip>
            <a:srcRect/>
            <a:stretch/>
          </p:blipFill>
          <p:spPr>
            <a:xfrm>
              <a:off x="15948025" y="1190968"/>
              <a:ext cx="2666" cy="11289"/>
            </a:xfrm>
            <a:prstGeom prst="rect">
              <a:avLst/>
            </a:prstGeom>
            <a:noFill/>
            <a:ln>
              <a:noFill/>
            </a:ln>
          </p:spPr>
        </p:pic>
        <p:pic>
          <p:nvPicPr>
            <p:cNvPr id="67" name="Google Shape;1976;p14"/>
            <p:cNvPicPr preferRelativeResize="0"/>
            <p:nvPr/>
          </p:nvPicPr>
          <p:blipFill rotWithShape="1">
            <a:blip r:embed="rId43">
              <a:alphaModFix/>
            </a:blip>
            <a:srcRect/>
            <a:stretch/>
          </p:blipFill>
          <p:spPr>
            <a:xfrm>
              <a:off x="15671927" y="1466291"/>
              <a:ext cx="21082" cy="4953"/>
            </a:xfrm>
            <a:prstGeom prst="rect">
              <a:avLst/>
            </a:prstGeom>
            <a:noFill/>
            <a:ln>
              <a:noFill/>
            </a:ln>
          </p:spPr>
        </p:pic>
        <p:pic>
          <p:nvPicPr>
            <p:cNvPr id="68" name="Google Shape;1977;p14"/>
            <p:cNvPicPr preferRelativeResize="0"/>
            <p:nvPr/>
          </p:nvPicPr>
          <p:blipFill rotWithShape="1">
            <a:blip r:embed="rId40">
              <a:alphaModFix/>
            </a:blip>
            <a:srcRect/>
            <a:stretch/>
          </p:blipFill>
          <p:spPr>
            <a:xfrm>
              <a:off x="15635985" y="1508607"/>
              <a:ext cx="11174" cy="10478"/>
            </a:xfrm>
            <a:prstGeom prst="rect">
              <a:avLst/>
            </a:prstGeom>
            <a:noFill/>
            <a:ln>
              <a:noFill/>
            </a:ln>
          </p:spPr>
        </p:pic>
        <p:pic>
          <p:nvPicPr>
            <p:cNvPr id="69" name="Google Shape;1978;p14"/>
            <p:cNvPicPr preferRelativeResize="0"/>
            <p:nvPr/>
          </p:nvPicPr>
          <p:blipFill rotWithShape="1">
            <a:blip r:embed="rId44">
              <a:alphaModFix/>
            </a:blip>
            <a:srcRect/>
            <a:stretch/>
          </p:blipFill>
          <p:spPr>
            <a:xfrm>
              <a:off x="15891127" y="1207211"/>
              <a:ext cx="68581" cy="70739"/>
            </a:xfrm>
            <a:prstGeom prst="rect">
              <a:avLst/>
            </a:prstGeom>
            <a:noFill/>
            <a:ln>
              <a:noFill/>
            </a:ln>
          </p:spPr>
        </p:pic>
        <p:pic>
          <p:nvPicPr>
            <p:cNvPr id="70" name="Google Shape;1979;p14"/>
            <p:cNvPicPr preferRelativeResize="0"/>
            <p:nvPr/>
          </p:nvPicPr>
          <p:blipFill rotWithShape="1">
            <a:blip r:embed="rId28">
              <a:alphaModFix/>
            </a:blip>
            <a:srcRect/>
            <a:stretch/>
          </p:blipFill>
          <p:spPr>
            <a:xfrm>
              <a:off x="15658337" y="1504264"/>
              <a:ext cx="1142" cy="1396"/>
            </a:xfrm>
            <a:prstGeom prst="rect">
              <a:avLst/>
            </a:prstGeom>
            <a:noFill/>
            <a:ln>
              <a:noFill/>
            </a:ln>
          </p:spPr>
        </p:pic>
        <p:pic>
          <p:nvPicPr>
            <p:cNvPr id="71" name="Google Shape;1980;p14"/>
            <p:cNvPicPr preferRelativeResize="0"/>
            <p:nvPr/>
          </p:nvPicPr>
          <p:blipFill rotWithShape="1">
            <a:blip r:embed="rId25">
              <a:alphaModFix/>
            </a:blip>
            <a:srcRect/>
            <a:stretch/>
          </p:blipFill>
          <p:spPr>
            <a:xfrm>
              <a:off x="15658718" y="1475473"/>
              <a:ext cx="14986" cy="22059"/>
            </a:xfrm>
            <a:prstGeom prst="rect">
              <a:avLst/>
            </a:prstGeom>
            <a:noFill/>
            <a:ln>
              <a:noFill/>
            </a:ln>
          </p:spPr>
        </p:pic>
        <p:pic>
          <p:nvPicPr>
            <p:cNvPr id="72" name="Google Shape;1981;p14"/>
            <p:cNvPicPr preferRelativeResize="0"/>
            <p:nvPr/>
          </p:nvPicPr>
          <p:blipFill rotWithShape="1">
            <a:blip r:embed="rId28">
              <a:alphaModFix/>
            </a:blip>
            <a:srcRect/>
            <a:stretch/>
          </p:blipFill>
          <p:spPr>
            <a:xfrm>
              <a:off x="15635859" y="1500797"/>
              <a:ext cx="1143" cy="1409"/>
            </a:xfrm>
            <a:prstGeom prst="rect">
              <a:avLst/>
            </a:prstGeom>
            <a:noFill/>
            <a:ln>
              <a:noFill/>
            </a:ln>
          </p:spPr>
        </p:pic>
        <p:pic>
          <p:nvPicPr>
            <p:cNvPr id="73" name="Google Shape;1982;p14"/>
            <p:cNvPicPr preferRelativeResize="0"/>
            <p:nvPr/>
          </p:nvPicPr>
          <p:blipFill rotWithShape="1">
            <a:blip r:embed="rId34">
              <a:alphaModFix/>
            </a:blip>
            <a:srcRect/>
            <a:stretch/>
          </p:blipFill>
          <p:spPr>
            <a:xfrm>
              <a:off x="15916402" y="1201229"/>
              <a:ext cx="2412" cy="5448"/>
            </a:xfrm>
            <a:prstGeom prst="rect">
              <a:avLst/>
            </a:prstGeom>
            <a:noFill/>
            <a:ln>
              <a:noFill/>
            </a:ln>
          </p:spPr>
        </p:pic>
        <p:pic>
          <p:nvPicPr>
            <p:cNvPr id="74" name="Google Shape;1983;p14"/>
            <p:cNvPicPr preferRelativeResize="0"/>
            <p:nvPr/>
          </p:nvPicPr>
          <p:blipFill rotWithShape="1">
            <a:blip r:embed="rId28">
              <a:alphaModFix/>
            </a:blip>
            <a:srcRect/>
            <a:stretch/>
          </p:blipFill>
          <p:spPr>
            <a:xfrm>
              <a:off x="15947769" y="1197292"/>
              <a:ext cx="1650" cy="1346"/>
            </a:xfrm>
            <a:prstGeom prst="rect">
              <a:avLst/>
            </a:prstGeom>
            <a:noFill/>
            <a:ln>
              <a:noFill/>
            </a:ln>
          </p:spPr>
        </p:pic>
        <p:pic>
          <p:nvPicPr>
            <p:cNvPr id="75" name="Google Shape;1984;p14"/>
            <p:cNvPicPr preferRelativeResize="0"/>
            <p:nvPr/>
          </p:nvPicPr>
          <p:blipFill rotWithShape="1">
            <a:blip r:embed="rId28">
              <a:alphaModFix/>
            </a:blip>
            <a:srcRect/>
            <a:stretch/>
          </p:blipFill>
          <p:spPr>
            <a:xfrm>
              <a:off x="15933039" y="1198499"/>
              <a:ext cx="1016" cy="889"/>
            </a:xfrm>
            <a:prstGeom prst="rect">
              <a:avLst/>
            </a:prstGeom>
            <a:noFill/>
            <a:ln>
              <a:noFill/>
            </a:ln>
          </p:spPr>
        </p:pic>
        <p:pic>
          <p:nvPicPr>
            <p:cNvPr id="76" name="Google Shape;1985;p14"/>
            <p:cNvPicPr preferRelativeResize="0"/>
            <p:nvPr/>
          </p:nvPicPr>
          <p:blipFill rotWithShape="1">
            <a:blip r:embed="rId40">
              <a:alphaModFix/>
            </a:blip>
            <a:srcRect/>
            <a:stretch/>
          </p:blipFill>
          <p:spPr>
            <a:xfrm>
              <a:off x="15708376" y="1446872"/>
              <a:ext cx="8418" cy="9474"/>
            </a:xfrm>
            <a:prstGeom prst="rect">
              <a:avLst/>
            </a:prstGeom>
            <a:noFill/>
            <a:ln>
              <a:noFill/>
            </a:ln>
          </p:spPr>
        </p:pic>
        <p:pic>
          <p:nvPicPr>
            <p:cNvPr id="77" name="Google Shape;1986;p14"/>
            <p:cNvPicPr preferRelativeResize="0"/>
            <p:nvPr/>
          </p:nvPicPr>
          <p:blipFill rotWithShape="1">
            <a:blip r:embed="rId34">
              <a:alphaModFix/>
            </a:blip>
            <a:srcRect/>
            <a:stretch/>
          </p:blipFill>
          <p:spPr>
            <a:xfrm>
              <a:off x="15918687" y="1247634"/>
              <a:ext cx="9400" cy="9678"/>
            </a:xfrm>
            <a:prstGeom prst="rect">
              <a:avLst/>
            </a:prstGeom>
            <a:noFill/>
            <a:ln>
              <a:noFill/>
            </a:ln>
          </p:spPr>
        </p:pic>
        <p:pic>
          <p:nvPicPr>
            <p:cNvPr id="78" name="Google Shape;1987;p14"/>
            <p:cNvPicPr preferRelativeResize="0"/>
            <p:nvPr/>
          </p:nvPicPr>
          <p:blipFill rotWithShape="1">
            <a:blip r:embed="rId45">
              <a:alphaModFix/>
            </a:blip>
            <a:srcRect/>
            <a:stretch/>
          </p:blipFill>
          <p:spPr>
            <a:xfrm>
              <a:off x="15635732" y="1459560"/>
              <a:ext cx="44576" cy="50038"/>
            </a:xfrm>
            <a:prstGeom prst="rect">
              <a:avLst/>
            </a:prstGeom>
            <a:noFill/>
            <a:ln>
              <a:noFill/>
            </a:ln>
          </p:spPr>
        </p:pic>
        <p:pic>
          <p:nvPicPr>
            <p:cNvPr id="79" name="Google Shape;1988;p14"/>
            <p:cNvPicPr preferRelativeResize="0"/>
            <p:nvPr/>
          </p:nvPicPr>
          <p:blipFill rotWithShape="1">
            <a:blip r:embed="rId20">
              <a:alphaModFix/>
            </a:blip>
            <a:srcRect/>
            <a:stretch/>
          </p:blipFill>
          <p:spPr>
            <a:xfrm>
              <a:off x="15874620" y="1283156"/>
              <a:ext cx="14985" cy="14605"/>
            </a:xfrm>
            <a:prstGeom prst="rect">
              <a:avLst/>
            </a:prstGeom>
            <a:noFill/>
            <a:ln>
              <a:noFill/>
            </a:ln>
          </p:spPr>
        </p:pic>
        <p:pic>
          <p:nvPicPr>
            <p:cNvPr id="80" name="Google Shape;1989;p14"/>
            <p:cNvPicPr preferRelativeResize="0"/>
            <p:nvPr/>
          </p:nvPicPr>
          <p:blipFill rotWithShape="1">
            <a:blip r:embed="rId28">
              <a:alphaModFix/>
            </a:blip>
            <a:srcRect/>
            <a:stretch/>
          </p:blipFill>
          <p:spPr>
            <a:xfrm>
              <a:off x="15679419" y="1471002"/>
              <a:ext cx="761" cy="774"/>
            </a:xfrm>
            <a:prstGeom prst="rect">
              <a:avLst/>
            </a:prstGeom>
            <a:noFill/>
            <a:ln>
              <a:noFill/>
            </a:ln>
          </p:spPr>
        </p:pic>
        <p:pic>
          <p:nvPicPr>
            <p:cNvPr id="81" name="Google Shape;1990;p14"/>
            <p:cNvPicPr preferRelativeResize="0"/>
            <p:nvPr/>
          </p:nvPicPr>
          <p:blipFill rotWithShape="1">
            <a:blip r:embed="rId28">
              <a:alphaModFix/>
            </a:blip>
            <a:srcRect/>
            <a:stretch/>
          </p:blipFill>
          <p:spPr>
            <a:xfrm>
              <a:off x="15943198" y="1229553"/>
              <a:ext cx="1771" cy="1470"/>
            </a:xfrm>
            <a:prstGeom prst="rect">
              <a:avLst/>
            </a:prstGeom>
            <a:noFill/>
            <a:ln>
              <a:noFill/>
            </a:ln>
          </p:spPr>
        </p:pic>
        <p:pic>
          <p:nvPicPr>
            <p:cNvPr id="82" name="Google Shape;1991;p14"/>
            <p:cNvPicPr preferRelativeResize="0"/>
            <p:nvPr/>
          </p:nvPicPr>
          <p:blipFill rotWithShape="1">
            <a:blip r:embed="rId23">
              <a:alphaModFix/>
            </a:blip>
            <a:srcRect/>
            <a:stretch/>
          </p:blipFill>
          <p:spPr>
            <a:xfrm>
              <a:off x="15685389" y="1446009"/>
              <a:ext cx="9270" cy="4169"/>
            </a:xfrm>
            <a:prstGeom prst="rect">
              <a:avLst/>
            </a:prstGeom>
            <a:noFill/>
            <a:ln>
              <a:noFill/>
            </a:ln>
          </p:spPr>
        </p:pic>
        <p:pic>
          <p:nvPicPr>
            <p:cNvPr id="83" name="Google Shape;1992;p14"/>
            <p:cNvPicPr preferRelativeResize="0"/>
            <p:nvPr/>
          </p:nvPicPr>
          <p:blipFill rotWithShape="1">
            <a:blip r:embed="rId46">
              <a:alphaModFix/>
            </a:blip>
            <a:srcRect/>
            <a:stretch/>
          </p:blipFill>
          <p:spPr>
            <a:xfrm>
              <a:off x="15655797" y="1465834"/>
              <a:ext cx="29209" cy="40144"/>
            </a:xfrm>
            <a:prstGeom prst="rect">
              <a:avLst/>
            </a:prstGeom>
            <a:noFill/>
            <a:ln>
              <a:noFill/>
            </a:ln>
          </p:spPr>
        </p:pic>
        <p:pic>
          <p:nvPicPr>
            <p:cNvPr id="84" name="Google Shape;1993;p14"/>
            <p:cNvPicPr preferRelativeResize="0"/>
            <p:nvPr/>
          </p:nvPicPr>
          <p:blipFill rotWithShape="1">
            <a:blip r:embed="rId34">
              <a:alphaModFix/>
            </a:blip>
            <a:srcRect/>
            <a:stretch/>
          </p:blipFill>
          <p:spPr>
            <a:xfrm>
              <a:off x="15648432" y="1495513"/>
              <a:ext cx="635" cy="888"/>
            </a:xfrm>
            <a:prstGeom prst="rect">
              <a:avLst/>
            </a:prstGeom>
            <a:noFill/>
            <a:ln>
              <a:noFill/>
            </a:ln>
          </p:spPr>
        </p:pic>
        <p:pic>
          <p:nvPicPr>
            <p:cNvPr id="85" name="Google Shape;1994;p14"/>
            <p:cNvPicPr preferRelativeResize="0"/>
            <p:nvPr/>
          </p:nvPicPr>
          <p:blipFill rotWithShape="1">
            <a:blip r:embed="rId28">
              <a:alphaModFix/>
            </a:blip>
            <a:srcRect/>
            <a:stretch/>
          </p:blipFill>
          <p:spPr>
            <a:xfrm>
              <a:off x="15700883" y="1433957"/>
              <a:ext cx="889" cy="965"/>
            </a:xfrm>
            <a:prstGeom prst="rect">
              <a:avLst/>
            </a:prstGeom>
            <a:noFill/>
            <a:ln>
              <a:noFill/>
            </a:ln>
          </p:spPr>
        </p:pic>
        <p:pic>
          <p:nvPicPr>
            <p:cNvPr id="86" name="Google Shape;1995;p14"/>
            <p:cNvPicPr preferRelativeResize="0"/>
            <p:nvPr/>
          </p:nvPicPr>
          <p:blipFill rotWithShape="1">
            <a:blip r:embed="rId23">
              <a:alphaModFix/>
            </a:blip>
            <a:srcRect/>
            <a:stretch/>
          </p:blipFill>
          <p:spPr>
            <a:xfrm>
              <a:off x="15914242" y="1202766"/>
              <a:ext cx="4939" cy="2387"/>
            </a:xfrm>
            <a:prstGeom prst="rect">
              <a:avLst/>
            </a:prstGeom>
            <a:noFill/>
            <a:ln>
              <a:noFill/>
            </a:ln>
          </p:spPr>
        </p:pic>
        <p:pic>
          <p:nvPicPr>
            <p:cNvPr id="87" name="Google Shape;1996;p14"/>
            <p:cNvPicPr preferRelativeResize="0"/>
            <p:nvPr/>
          </p:nvPicPr>
          <p:blipFill rotWithShape="1">
            <a:blip r:embed="rId47">
              <a:alphaModFix/>
            </a:blip>
            <a:srcRect/>
            <a:stretch/>
          </p:blipFill>
          <p:spPr>
            <a:xfrm>
              <a:off x="15634335" y="1432801"/>
              <a:ext cx="68198" cy="66675"/>
            </a:xfrm>
            <a:prstGeom prst="rect">
              <a:avLst/>
            </a:prstGeom>
            <a:noFill/>
            <a:ln>
              <a:noFill/>
            </a:ln>
          </p:spPr>
        </p:pic>
        <p:pic>
          <p:nvPicPr>
            <p:cNvPr id="88" name="Google Shape;1997;p14"/>
            <p:cNvPicPr preferRelativeResize="0"/>
            <p:nvPr/>
          </p:nvPicPr>
          <p:blipFill rotWithShape="1">
            <a:blip r:embed="rId48">
              <a:alphaModFix/>
            </a:blip>
            <a:srcRect/>
            <a:stretch/>
          </p:blipFill>
          <p:spPr>
            <a:xfrm>
              <a:off x="15829153" y="1205179"/>
              <a:ext cx="88518" cy="72174"/>
            </a:xfrm>
            <a:prstGeom prst="rect">
              <a:avLst/>
            </a:prstGeom>
            <a:noFill/>
            <a:ln>
              <a:noFill/>
            </a:ln>
          </p:spPr>
        </p:pic>
        <p:pic>
          <p:nvPicPr>
            <p:cNvPr id="89" name="Google Shape;1998;p14"/>
            <p:cNvPicPr preferRelativeResize="0"/>
            <p:nvPr/>
          </p:nvPicPr>
          <p:blipFill rotWithShape="1">
            <a:blip r:embed="rId28">
              <a:alphaModFix/>
            </a:blip>
            <a:srcRect/>
            <a:stretch/>
          </p:blipFill>
          <p:spPr>
            <a:xfrm>
              <a:off x="15909036" y="1261630"/>
              <a:ext cx="1143" cy="1028"/>
            </a:xfrm>
            <a:prstGeom prst="rect">
              <a:avLst/>
            </a:prstGeom>
            <a:noFill/>
            <a:ln>
              <a:noFill/>
            </a:ln>
          </p:spPr>
        </p:pic>
        <p:pic>
          <p:nvPicPr>
            <p:cNvPr id="90" name="Google Shape;1999;p14"/>
            <p:cNvPicPr preferRelativeResize="0"/>
            <p:nvPr/>
          </p:nvPicPr>
          <p:blipFill rotWithShape="1">
            <a:blip r:embed="rId49">
              <a:alphaModFix/>
            </a:blip>
            <a:srcRect/>
            <a:stretch/>
          </p:blipFill>
          <p:spPr>
            <a:xfrm>
              <a:off x="15619220" y="1424419"/>
              <a:ext cx="68835" cy="86803"/>
            </a:xfrm>
            <a:prstGeom prst="rect">
              <a:avLst/>
            </a:prstGeom>
            <a:noFill/>
            <a:ln>
              <a:noFill/>
            </a:ln>
          </p:spPr>
        </p:pic>
        <p:pic>
          <p:nvPicPr>
            <p:cNvPr id="91" name="Google Shape;2000;p14"/>
            <p:cNvPicPr preferRelativeResize="0"/>
            <p:nvPr/>
          </p:nvPicPr>
          <p:blipFill rotWithShape="1">
            <a:blip r:embed="rId28">
              <a:alphaModFix/>
            </a:blip>
            <a:srcRect/>
            <a:stretch/>
          </p:blipFill>
          <p:spPr>
            <a:xfrm>
              <a:off x="15663290" y="1472488"/>
              <a:ext cx="634" cy="673"/>
            </a:xfrm>
            <a:prstGeom prst="rect">
              <a:avLst/>
            </a:prstGeom>
            <a:noFill/>
            <a:ln>
              <a:noFill/>
            </a:ln>
          </p:spPr>
        </p:pic>
        <p:pic>
          <p:nvPicPr>
            <p:cNvPr id="92" name="Google Shape;2001;p14"/>
            <p:cNvPicPr preferRelativeResize="0"/>
            <p:nvPr/>
          </p:nvPicPr>
          <p:blipFill rotWithShape="1">
            <a:blip r:embed="rId23">
              <a:alphaModFix/>
            </a:blip>
            <a:srcRect/>
            <a:stretch/>
          </p:blipFill>
          <p:spPr>
            <a:xfrm>
              <a:off x="15915893" y="1250950"/>
              <a:ext cx="9015" cy="7836"/>
            </a:xfrm>
            <a:prstGeom prst="rect">
              <a:avLst/>
            </a:prstGeom>
            <a:noFill/>
            <a:ln>
              <a:noFill/>
            </a:ln>
          </p:spPr>
        </p:pic>
        <p:pic>
          <p:nvPicPr>
            <p:cNvPr id="93" name="Google Shape;2002;p14"/>
            <p:cNvPicPr preferRelativeResize="0"/>
            <p:nvPr/>
          </p:nvPicPr>
          <p:blipFill rotWithShape="1">
            <a:blip r:embed="rId23">
              <a:alphaModFix/>
            </a:blip>
            <a:srcRect/>
            <a:stretch/>
          </p:blipFill>
          <p:spPr>
            <a:xfrm>
              <a:off x="15925696" y="1200340"/>
              <a:ext cx="739" cy="571"/>
            </a:xfrm>
            <a:prstGeom prst="rect">
              <a:avLst/>
            </a:prstGeom>
            <a:noFill/>
            <a:ln>
              <a:noFill/>
            </a:ln>
          </p:spPr>
        </p:pic>
        <p:pic>
          <p:nvPicPr>
            <p:cNvPr id="94" name="Google Shape;2003;p14"/>
            <p:cNvPicPr preferRelativeResize="0"/>
            <p:nvPr/>
          </p:nvPicPr>
          <p:blipFill rotWithShape="1">
            <a:blip r:embed="rId28">
              <a:alphaModFix/>
            </a:blip>
            <a:srcRect/>
            <a:stretch/>
          </p:blipFill>
          <p:spPr>
            <a:xfrm>
              <a:off x="15707867" y="1418869"/>
              <a:ext cx="2158" cy="1473"/>
            </a:xfrm>
            <a:prstGeom prst="rect">
              <a:avLst/>
            </a:prstGeom>
            <a:noFill/>
            <a:ln>
              <a:noFill/>
            </a:ln>
          </p:spPr>
        </p:pic>
        <p:pic>
          <p:nvPicPr>
            <p:cNvPr id="95" name="Google Shape;2004;p14"/>
            <p:cNvPicPr preferRelativeResize="0"/>
            <p:nvPr/>
          </p:nvPicPr>
          <p:blipFill rotWithShape="1">
            <a:blip r:embed="rId28">
              <a:alphaModFix/>
            </a:blip>
            <a:srcRect/>
            <a:stretch/>
          </p:blipFill>
          <p:spPr>
            <a:xfrm>
              <a:off x="15725646" y="1400149"/>
              <a:ext cx="1143" cy="1257"/>
            </a:xfrm>
            <a:prstGeom prst="rect">
              <a:avLst/>
            </a:prstGeom>
            <a:noFill/>
            <a:ln>
              <a:noFill/>
            </a:ln>
          </p:spPr>
        </p:pic>
        <p:pic>
          <p:nvPicPr>
            <p:cNvPr id="96" name="Google Shape;2005;p14"/>
            <p:cNvPicPr preferRelativeResize="0"/>
            <p:nvPr/>
          </p:nvPicPr>
          <p:blipFill rotWithShape="1">
            <a:blip r:embed="rId50">
              <a:alphaModFix/>
            </a:blip>
            <a:srcRect/>
            <a:stretch/>
          </p:blipFill>
          <p:spPr>
            <a:xfrm>
              <a:off x="15939135" y="1190776"/>
              <a:ext cx="30605" cy="35116"/>
            </a:xfrm>
            <a:prstGeom prst="rect">
              <a:avLst/>
            </a:prstGeom>
            <a:noFill/>
            <a:ln>
              <a:noFill/>
            </a:ln>
          </p:spPr>
        </p:pic>
        <p:pic>
          <p:nvPicPr>
            <p:cNvPr id="97" name="Google Shape;2006;p14"/>
            <p:cNvPicPr preferRelativeResize="0"/>
            <p:nvPr/>
          </p:nvPicPr>
          <p:blipFill rotWithShape="1">
            <a:blip r:embed="rId28">
              <a:alphaModFix/>
            </a:blip>
            <a:srcRect/>
            <a:stretch/>
          </p:blipFill>
          <p:spPr>
            <a:xfrm>
              <a:off x="15655416" y="1498752"/>
              <a:ext cx="4953" cy="8292"/>
            </a:xfrm>
            <a:prstGeom prst="rect">
              <a:avLst/>
            </a:prstGeom>
            <a:noFill/>
            <a:ln>
              <a:noFill/>
            </a:ln>
          </p:spPr>
        </p:pic>
        <p:pic>
          <p:nvPicPr>
            <p:cNvPr id="98" name="Google Shape;2007;p14"/>
            <p:cNvPicPr preferRelativeResize="0"/>
            <p:nvPr/>
          </p:nvPicPr>
          <p:blipFill rotWithShape="1">
            <a:blip r:embed="rId51">
              <a:alphaModFix/>
            </a:blip>
            <a:srcRect/>
            <a:stretch/>
          </p:blipFill>
          <p:spPr>
            <a:xfrm>
              <a:off x="15656433" y="1444103"/>
              <a:ext cx="39496" cy="47854"/>
            </a:xfrm>
            <a:prstGeom prst="rect">
              <a:avLst/>
            </a:prstGeom>
            <a:noFill/>
            <a:ln>
              <a:noFill/>
            </a:ln>
          </p:spPr>
        </p:pic>
        <p:pic>
          <p:nvPicPr>
            <p:cNvPr id="99" name="Google Shape;2008;p14"/>
            <p:cNvPicPr preferRelativeResize="0"/>
            <p:nvPr/>
          </p:nvPicPr>
          <p:blipFill rotWithShape="1">
            <a:blip r:embed="rId52">
              <a:alphaModFix/>
            </a:blip>
            <a:srcRect/>
            <a:stretch/>
          </p:blipFill>
          <p:spPr>
            <a:xfrm>
              <a:off x="15668877" y="1477467"/>
              <a:ext cx="17778" cy="6604"/>
            </a:xfrm>
            <a:prstGeom prst="rect">
              <a:avLst/>
            </a:prstGeom>
            <a:noFill/>
            <a:ln>
              <a:noFill/>
            </a:ln>
          </p:spPr>
        </p:pic>
        <p:pic>
          <p:nvPicPr>
            <p:cNvPr id="100" name="Google Shape;2009;p14"/>
            <p:cNvPicPr preferRelativeResize="0"/>
            <p:nvPr/>
          </p:nvPicPr>
          <p:blipFill rotWithShape="1">
            <a:blip r:embed="rId23">
              <a:alphaModFix/>
            </a:blip>
            <a:srcRect/>
            <a:stretch/>
          </p:blipFill>
          <p:spPr>
            <a:xfrm>
              <a:off x="15680053" y="1459573"/>
              <a:ext cx="8765" cy="4280"/>
            </a:xfrm>
            <a:prstGeom prst="rect">
              <a:avLst/>
            </a:prstGeom>
            <a:noFill/>
            <a:ln>
              <a:noFill/>
            </a:ln>
          </p:spPr>
        </p:pic>
        <p:pic>
          <p:nvPicPr>
            <p:cNvPr id="101" name="Google Shape;2010;p14"/>
            <p:cNvPicPr preferRelativeResize="0"/>
            <p:nvPr/>
          </p:nvPicPr>
          <p:blipFill rotWithShape="1">
            <a:blip r:embed="rId34">
              <a:alphaModFix/>
            </a:blip>
            <a:srcRect/>
            <a:stretch/>
          </p:blipFill>
          <p:spPr>
            <a:xfrm>
              <a:off x="15669387" y="1490953"/>
              <a:ext cx="381" cy="520"/>
            </a:xfrm>
            <a:prstGeom prst="rect">
              <a:avLst/>
            </a:prstGeom>
            <a:noFill/>
            <a:ln>
              <a:noFill/>
            </a:ln>
          </p:spPr>
        </p:pic>
        <p:pic>
          <p:nvPicPr>
            <p:cNvPr id="102" name="Google Shape;2011;p14"/>
            <p:cNvPicPr preferRelativeResize="0"/>
            <p:nvPr/>
          </p:nvPicPr>
          <p:blipFill rotWithShape="1">
            <a:blip r:embed="rId23">
              <a:alphaModFix/>
            </a:blip>
            <a:srcRect/>
            <a:stretch/>
          </p:blipFill>
          <p:spPr>
            <a:xfrm>
              <a:off x="15684374" y="1425714"/>
              <a:ext cx="6349" cy="3099"/>
            </a:xfrm>
            <a:prstGeom prst="rect">
              <a:avLst/>
            </a:prstGeom>
            <a:noFill/>
            <a:ln>
              <a:noFill/>
            </a:ln>
          </p:spPr>
        </p:pic>
        <p:pic>
          <p:nvPicPr>
            <p:cNvPr id="103" name="Google Shape;2012;p14"/>
            <p:cNvPicPr preferRelativeResize="0"/>
            <p:nvPr/>
          </p:nvPicPr>
          <p:blipFill rotWithShape="1">
            <a:blip r:embed="rId23">
              <a:alphaModFix/>
            </a:blip>
            <a:srcRect/>
            <a:stretch/>
          </p:blipFill>
          <p:spPr>
            <a:xfrm>
              <a:off x="15651605" y="1493126"/>
              <a:ext cx="5842" cy="4977"/>
            </a:xfrm>
            <a:prstGeom prst="rect">
              <a:avLst/>
            </a:prstGeom>
            <a:noFill/>
            <a:ln>
              <a:noFill/>
            </a:ln>
          </p:spPr>
        </p:pic>
        <p:pic>
          <p:nvPicPr>
            <p:cNvPr id="104" name="Google Shape;2013;p14"/>
            <p:cNvPicPr preferRelativeResize="0"/>
            <p:nvPr/>
          </p:nvPicPr>
          <p:blipFill rotWithShape="1">
            <a:blip r:embed="rId23">
              <a:alphaModFix/>
            </a:blip>
            <a:srcRect/>
            <a:stretch/>
          </p:blipFill>
          <p:spPr>
            <a:xfrm>
              <a:off x="15631794" y="1498485"/>
              <a:ext cx="6730" cy="3251"/>
            </a:xfrm>
            <a:prstGeom prst="rect">
              <a:avLst/>
            </a:prstGeom>
            <a:noFill/>
            <a:ln>
              <a:noFill/>
            </a:ln>
          </p:spPr>
        </p:pic>
        <p:pic>
          <p:nvPicPr>
            <p:cNvPr id="105" name="Google Shape;2014;p14"/>
            <p:cNvPicPr preferRelativeResize="0"/>
            <p:nvPr/>
          </p:nvPicPr>
          <p:blipFill rotWithShape="1">
            <a:blip r:embed="rId28">
              <a:alphaModFix/>
            </a:blip>
            <a:srcRect/>
            <a:stretch/>
          </p:blipFill>
          <p:spPr>
            <a:xfrm>
              <a:off x="15664186" y="1472108"/>
              <a:ext cx="1771" cy="2095"/>
            </a:xfrm>
            <a:prstGeom prst="rect">
              <a:avLst/>
            </a:prstGeom>
            <a:noFill/>
            <a:ln>
              <a:noFill/>
            </a:ln>
          </p:spPr>
        </p:pic>
        <p:pic>
          <p:nvPicPr>
            <p:cNvPr id="106" name="Google Shape;2015;p14"/>
            <p:cNvPicPr preferRelativeResize="0"/>
            <p:nvPr/>
          </p:nvPicPr>
          <p:blipFill rotWithShape="1">
            <a:blip r:embed="rId42">
              <a:alphaModFix/>
            </a:blip>
            <a:srcRect/>
            <a:stretch/>
          </p:blipFill>
          <p:spPr>
            <a:xfrm>
              <a:off x="15706090" y="1456893"/>
              <a:ext cx="506" cy="1969"/>
            </a:xfrm>
            <a:prstGeom prst="rect">
              <a:avLst/>
            </a:prstGeom>
            <a:noFill/>
            <a:ln>
              <a:noFill/>
            </a:ln>
          </p:spPr>
        </p:pic>
        <p:pic>
          <p:nvPicPr>
            <p:cNvPr id="107" name="Google Shape;2016;p14"/>
            <p:cNvPicPr preferRelativeResize="0"/>
            <p:nvPr/>
          </p:nvPicPr>
          <p:blipFill rotWithShape="1">
            <a:blip r:embed="rId25">
              <a:alphaModFix/>
            </a:blip>
            <a:srcRect/>
            <a:stretch/>
          </p:blipFill>
          <p:spPr>
            <a:xfrm>
              <a:off x="15656941" y="1470773"/>
              <a:ext cx="17016" cy="21108"/>
            </a:xfrm>
            <a:prstGeom prst="rect">
              <a:avLst/>
            </a:prstGeom>
            <a:noFill/>
            <a:ln>
              <a:noFill/>
            </a:ln>
          </p:spPr>
        </p:pic>
        <p:pic>
          <p:nvPicPr>
            <p:cNvPr id="108" name="Google Shape;2017;p14"/>
            <p:cNvPicPr preferRelativeResize="0"/>
            <p:nvPr/>
          </p:nvPicPr>
          <p:blipFill rotWithShape="1">
            <a:blip r:embed="rId28">
              <a:alphaModFix/>
            </a:blip>
            <a:srcRect/>
            <a:stretch/>
          </p:blipFill>
          <p:spPr>
            <a:xfrm>
              <a:off x="15734157" y="1392275"/>
              <a:ext cx="381" cy="381"/>
            </a:xfrm>
            <a:prstGeom prst="rect">
              <a:avLst/>
            </a:prstGeom>
            <a:noFill/>
            <a:ln>
              <a:noFill/>
            </a:ln>
          </p:spPr>
        </p:pic>
        <p:pic>
          <p:nvPicPr>
            <p:cNvPr id="109" name="Google Shape;2018;p14"/>
            <p:cNvPicPr preferRelativeResize="0"/>
            <p:nvPr/>
          </p:nvPicPr>
          <p:blipFill rotWithShape="1">
            <a:blip r:embed="rId28">
              <a:alphaModFix/>
            </a:blip>
            <a:srcRect/>
            <a:stretch/>
          </p:blipFill>
          <p:spPr>
            <a:xfrm>
              <a:off x="15715488" y="1411998"/>
              <a:ext cx="381" cy="431"/>
            </a:xfrm>
            <a:prstGeom prst="rect">
              <a:avLst/>
            </a:prstGeom>
            <a:noFill/>
            <a:ln>
              <a:noFill/>
            </a:ln>
          </p:spPr>
        </p:pic>
        <p:pic>
          <p:nvPicPr>
            <p:cNvPr id="110" name="Google Shape;2019;p14"/>
            <p:cNvPicPr preferRelativeResize="0"/>
            <p:nvPr/>
          </p:nvPicPr>
          <p:blipFill rotWithShape="1">
            <a:blip r:embed="rId28">
              <a:alphaModFix/>
            </a:blip>
            <a:srcRect/>
            <a:stretch/>
          </p:blipFill>
          <p:spPr>
            <a:xfrm>
              <a:off x="15712058" y="1431925"/>
              <a:ext cx="2412" cy="2933"/>
            </a:xfrm>
            <a:prstGeom prst="rect">
              <a:avLst/>
            </a:prstGeom>
            <a:noFill/>
            <a:ln>
              <a:noFill/>
            </a:ln>
          </p:spPr>
        </p:pic>
        <p:pic>
          <p:nvPicPr>
            <p:cNvPr id="111" name="Google Shape;2020;p14"/>
            <p:cNvPicPr preferRelativeResize="0"/>
            <p:nvPr/>
          </p:nvPicPr>
          <p:blipFill rotWithShape="1">
            <a:blip r:embed="rId28">
              <a:alphaModFix/>
            </a:blip>
            <a:srcRect/>
            <a:stretch/>
          </p:blipFill>
          <p:spPr>
            <a:xfrm>
              <a:off x="15675229" y="1439290"/>
              <a:ext cx="4826" cy="4927"/>
            </a:xfrm>
            <a:prstGeom prst="rect">
              <a:avLst/>
            </a:prstGeom>
            <a:noFill/>
            <a:ln>
              <a:noFill/>
            </a:ln>
          </p:spPr>
        </p:pic>
        <p:pic>
          <p:nvPicPr>
            <p:cNvPr id="112" name="Google Shape;2021;p14"/>
            <p:cNvPicPr preferRelativeResize="0"/>
            <p:nvPr/>
          </p:nvPicPr>
          <p:blipFill rotWithShape="1">
            <a:blip r:embed="rId23">
              <a:alphaModFix/>
            </a:blip>
            <a:srcRect/>
            <a:stretch/>
          </p:blipFill>
          <p:spPr>
            <a:xfrm>
              <a:off x="15727807" y="1371777"/>
              <a:ext cx="6349" cy="6616"/>
            </a:xfrm>
            <a:prstGeom prst="rect">
              <a:avLst/>
            </a:prstGeom>
            <a:noFill/>
            <a:ln>
              <a:noFill/>
            </a:ln>
          </p:spPr>
        </p:pic>
        <p:pic>
          <p:nvPicPr>
            <p:cNvPr id="113" name="Google Shape;2022;p14"/>
            <p:cNvPicPr preferRelativeResize="0"/>
            <p:nvPr/>
          </p:nvPicPr>
          <p:blipFill rotWithShape="1">
            <a:blip r:embed="rId34">
              <a:alphaModFix/>
            </a:blip>
            <a:srcRect/>
            <a:stretch/>
          </p:blipFill>
          <p:spPr>
            <a:xfrm>
              <a:off x="15649829" y="1507413"/>
              <a:ext cx="380" cy="431"/>
            </a:xfrm>
            <a:prstGeom prst="rect">
              <a:avLst/>
            </a:prstGeom>
            <a:noFill/>
            <a:ln>
              <a:noFill/>
            </a:ln>
          </p:spPr>
        </p:pic>
        <p:pic>
          <p:nvPicPr>
            <p:cNvPr id="114" name="Google Shape;2023;p14"/>
            <p:cNvPicPr preferRelativeResize="0"/>
            <p:nvPr/>
          </p:nvPicPr>
          <p:blipFill rotWithShape="1">
            <a:blip r:embed="rId53">
              <a:alphaModFix/>
            </a:blip>
            <a:srcRect/>
            <a:stretch/>
          </p:blipFill>
          <p:spPr>
            <a:xfrm>
              <a:off x="15643097" y="1430008"/>
              <a:ext cx="72643" cy="68173"/>
            </a:xfrm>
            <a:prstGeom prst="rect">
              <a:avLst/>
            </a:prstGeom>
            <a:noFill/>
            <a:ln>
              <a:noFill/>
            </a:ln>
          </p:spPr>
        </p:pic>
        <p:pic>
          <p:nvPicPr>
            <p:cNvPr id="115" name="Google Shape;2024;p14"/>
            <p:cNvPicPr preferRelativeResize="0"/>
            <p:nvPr/>
          </p:nvPicPr>
          <p:blipFill rotWithShape="1">
            <a:blip r:embed="rId54">
              <a:alphaModFix/>
            </a:blip>
            <a:srcRect/>
            <a:stretch/>
          </p:blipFill>
          <p:spPr>
            <a:xfrm>
              <a:off x="15646147" y="1421586"/>
              <a:ext cx="64895" cy="73330"/>
            </a:xfrm>
            <a:prstGeom prst="rect">
              <a:avLst/>
            </a:prstGeom>
            <a:noFill/>
            <a:ln>
              <a:noFill/>
            </a:ln>
          </p:spPr>
        </p:pic>
        <p:pic>
          <p:nvPicPr>
            <p:cNvPr id="116" name="Google Shape;2025;p14"/>
            <p:cNvPicPr preferRelativeResize="0"/>
            <p:nvPr/>
          </p:nvPicPr>
          <p:blipFill rotWithShape="1">
            <a:blip r:embed="rId28">
              <a:alphaModFix/>
            </a:blip>
            <a:srcRect/>
            <a:stretch/>
          </p:blipFill>
          <p:spPr>
            <a:xfrm>
              <a:off x="15847440" y="1259967"/>
              <a:ext cx="507" cy="419"/>
            </a:xfrm>
            <a:prstGeom prst="rect">
              <a:avLst/>
            </a:prstGeom>
            <a:noFill/>
            <a:ln>
              <a:noFill/>
            </a:ln>
          </p:spPr>
        </p:pic>
        <p:pic>
          <p:nvPicPr>
            <p:cNvPr id="117" name="Google Shape;2026;p14"/>
            <p:cNvPicPr preferRelativeResize="0"/>
            <p:nvPr/>
          </p:nvPicPr>
          <p:blipFill rotWithShape="1">
            <a:blip r:embed="rId41">
              <a:alphaModFix/>
            </a:blip>
            <a:srcRect/>
            <a:stretch/>
          </p:blipFill>
          <p:spPr>
            <a:xfrm>
              <a:off x="15867507" y="1222285"/>
              <a:ext cx="21590" cy="22937"/>
            </a:xfrm>
            <a:prstGeom prst="rect">
              <a:avLst/>
            </a:prstGeom>
            <a:noFill/>
            <a:ln>
              <a:noFill/>
            </a:ln>
          </p:spPr>
        </p:pic>
        <p:pic>
          <p:nvPicPr>
            <p:cNvPr id="118" name="Google Shape;2027;p14"/>
            <p:cNvPicPr preferRelativeResize="0"/>
            <p:nvPr/>
          </p:nvPicPr>
          <p:blipFill rotWithShape="1">
            <a:blip r:embed="rId40">
              <a:alphaModFix/>
            </a:blip>
            <a:srcRect/>
            <a:stretch/>
          </p:blipFill>
          <p:spPr>
            <a:xfrm>
              <a:off x="15671037" y="1452879"/>
              <a:ext cx="13716" cy="10413"/>
            </a:xfrm>
            <a:prstGeom prst="rect">
              <a:avLst/>
            </a:prstGeom>
            <a:noFill/>
            <a:ln>
              <a:noFill/>
            </a:ln>
          </p:spPr>
        </p:pic>
        <p:pic>
          <p:nvPicPr>
            <p:cNvPr id="119" name="Google Shape;2028;p14"/>
            <p:cNvPicPr preferRelativeResize="0"/>
            <p:nvPr/>
          </p:nvPicPr>
          <p:blipFill rotWithShape="1">
            <a:blip r:embed="rId28">
              <a:alphaModFix/>
            </a:blip>
            <a:srcRect/>
            <a:stretch/>
          </p:blipFill>
          <p:spPr>
            <a:xfrm>
              <a:off x="15720694" y="1412227"/>
              <a:ext cx="380" cy="406"/>
            </a:xfrm>
            <a:prstGeom prst="rect">
              <a:avLst/>
            </a:prstGeom>
            <a:noFill/>
            <a:ln>
              <a:noFill/>
            </a:ln>
          </p:spPr>
        </p:pic>
        <p:pic>
          <p:nvPicPr>
            <p:cNvPr id="120" name="Google Shape;2029;p14"/>
            <p:cNvPicPr preferRelativeResize="0"/>
            <p:nvPr/>
          </p:nvPicPr>
          <p:blipFill rotWithShape="1">
            <a:blip r:embed="rId40">
              <a:alphaModFix/>
            </a:blip>
            <a:srcRect/>
            <a:stretch/>
          </p:blipFill>
          <p:spPr>
            <a:xfrm>
              <a:off x="15703041" y="1453451"/>
              <a:ext cx="6825" cy="8267"/>
            </a:xfrm>
            <a:prstGeom prst="rect">
              <a:avLst/>
            </a:prstGeom>
            <a:noFill/>
            <a:ln>
              <a:noFill/>
            </a:ln>
          </p:spPr>
        </p:pic>
        <p:pic>
          <p:nvPicPr>
            <p:cNvPr id="121" name="Google Shape;2030;p14"/>
            <p:cNvPicPr preferRelativeResize="0"/>
            <p:nvPr/>
          </p:nvPicPr>
          <p:blipFill rotWithShape="1">
            <a:blip r:embed="rId28">
              <a:alphaModFix/>
            </a:blip>
            <a:srcRect/>
            <a:stretch/>
          </p:blipFill>
          <p:spPr>
            <a:xfrm>
              <a:off x="15743428" y="1388706"/>
              <a:ext cx="1779" cy="1498"/>
            </a:xfrm>
            <a:prstGeom prst="rect">
              <a:avLst/>
            </a:prstGeom>
            <a:noFill/>
            <a:ln>
              <a:noFill/>
            </a:ln>
          </p:spPr>
        </p:pic>
        <p:pic>
          <p:nvPicPr>
            <p:cNvPr id="122" name="Google Shape;2031;p14"/>
            <p:cNvPicPr preferRelativeResize="0"/>
            <p:nvPr/>
          </p:nvPicPr>
          <p:blipFill rotWithShape="1">
            <a:blip r:embed="rId28">
              <a:alphaModFix/>
            </a:blip>
            <a:srcRect/>
            <a:stretch/>
          </p:blipFill>
          <p:spPr>
            <a:xfrm>
              <a:off x="15921353" y="1232217"/>
              <a:ext cx="253" cy="254"/>
            </a:xfrm>
            <a:prstGeom prst="rect">
              <a:avLst/>
            </a:prstGeom>
            <a:noFill/>
            <a:ln>
              <a:noFill/>
            </a:ln>
          </p:spPr>
        </p:pic>
      </p:grpSp>
      <p:sp>
        <p:nvSpPr>
          <p:cNvPr id="4482" name="Google Shape;4482;p318"/>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Medium" panose="02000000000000000000" pitchFamily="50" charset="0"/>
                <a:sym typeface="Arial"/>
              </a:rPr>
              <a:t>Desafío de algoritmos y llamado de funciones</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Gotham Rounded Medium" panose="02000000000000000000" pitchFamily="50" charset="0"/>
                <a:sym typeface="Arial"/>
              </a:rPr>
              <a:t>Desafío 5</a:t>
            </a: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5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Medium" panose="02000000000000000000" pitchFamily="50" charset="0"/>
                <a:sym typeface="Arial"/>
              </a:rPr>
              <a:t>El objetivo es observar la consigna y tratar de calcular si nuestra</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5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Medium" panose="02000000000000000000" pitchFamily="50" charset="0"/>
                <a:sym typeface="Arial"/>
              </a:rPr>
              <a:t>mascota virtual           llegará a su destino        .</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p:txBody>
      </p:sp>
      <p:pic>
        <p:nvPicPr>
          <p:cNvPr id="4483" name="Google Shape;4483;p318" descr="Alien Monster on Microsoft Windows 10 May 2019 Update"/>
          <p:cNvPicPr preferRelativeResize="0"/>
          <p:nvPr/>
        </p:nvPicPr>
        <p:blipFill rotWithShape="1">
          <a:blip r:embed="rId55">
            <a:alphaModFix/>
          </a:blip>
          <a:srcRect/>
          <a:stretch/>
        </p:blipFill>
        <p:spPr>
          <a:xfrm>
            <a:off x="5328557" y="4425042"/>
            <a:ext cx="452530" cy="452530"/>
          </a:xfrm>
          <a:prstGeom prst="rect">
            <a:avLst/>
          </a:prstGeom>
          <a:noFill/>
          <a:ln>
            <a:noFill/>
          </a:ln>
        </p:spPr>
      </p:pic>
      <p:pic>
        <p:nvPicPr>
          <p:cNvPr id="4484" name="Google Shape;4484;p318" descr="Chequered Flag on Microsoft Windows 10"/>
          <p:cNvPicPr preferRelativeResize="0"/>
          <p:nvPr/>
        </p:nvPicPr>
        <p:blipFill rotWithShape="1">
          <a:blip r:embed="rId56">
            <a:alphaModFix/>
          </a:blip>
          <a:srcRect/>
          <a:stretch/>
        </p:blipFill>
        <p:spPr>
          <a:xfrm>
            <a:off x="8554074" y="4464692"/>
            <a:ext cx="412880" cy="412880"/>
          </a:xfrm>
          <a:prstGeom prst="rect">
            <a:avLst/>
          </a:prstGeom>
          <a:noFill/>
          <a:ln>
            <a:noFill/>
          </a:ln>
        </p:spPr>
      </p:pic>
    </p:spTree>
  </p:cSld>
  <p:clrMapOvr>
    <a:masterClrMapping/>
  </p:clrMapOvr>
  <p:transition spd="med">
    <p:push/>
  </p:transition>
  <p:timing>
    <p:tnLst>
      <p:par>
        <p:cTn id="1" dur="indefinite" restart="never" nodeType="tmRoot"/>
      </p:par>
    </p:tnLst>
  </p:timing>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Shape 4490"/>
        <p:cNvGrpSpPr/>
        <p:nvPr/>
      </p:nvGrpSpPr>
      <p:grpSpPr>
        <a:xfrm>
          <a:off x="0" y="0"/>
          <a:ext cx="0" cy="0"/>
          <a:chOff x="0" y="0"/>
          <a:chExt cx="0" cy="0"/>
        </a:xfrm>
      </p:grpSpPr>
      <p:grpSp>
        <p:nvGrpSpPr>
          <p:cNvPr id="4491" name="Google Shape;4491;p319"/>
          <p:cNvGrpSpPr/>
          <p:nvPr/>
        </p:nvGrpSpPr>
        <p:grpSpPr>
          <a:xfrm>
            <a:off x="503854" y="611156"/>
            <a:ext cx="5946712" cy="5635688"/>
            <a:chOff x="503854" y="531846"/>
            <a:chExt cx="5946712" cy="5635688"/>
          </a:xfrm>
        </p:grpSpPr>
        <p:sp>
          <p:nvSpPr>
            <p:cNvPr id="4492" name="Google Shape;4492;p319"/>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93" name="Google Shape;4493;p319"/>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94" name="Google Shape;4494;p319"/>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95" name="Google Shape;4495;p319"/>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96" name="Google Shape;4496;p319"/>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97" name="Google Shape;4497;p319"/>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98" name="Google Shape;4498;p319"/>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99" name="Google Shape;4499;p319"/>
            <p:cNvSpPr/>
            <p:nvPr/>
          </p:nvSpPr>
          <p:spPr>
            <a:xfrm>
              <a:off x="3048002" y="1726164"/>
              <a:ext cx="858416" cy="85841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00" name="Google Shape;4500;p319"/>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01" name="Google Shape;4501;p319"/>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02" name="Google Shape;4502;p319"/>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03" name="Google Shape;4503;p319"/>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04" name="Google Shape;4504;p319"/>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05" name="Google Shape;4505;p319"/>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06" name="Google Shape;4506;p319"/>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07" name="Google Shape;4507;p319"/>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08" name="Google Shape;4508;p319"/>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09" name="Google Shape;4509;p319"/>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10" name="Google Shape;4510;p319"/>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11" name="Google Shape;4511;p319"/>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12" name="Google Shape;4512;p319"/>
            <p:cNvSpPr/>
            <p:nvPr/>
          </p:nvSpPr>
          <p:spPr>
            <a:xfrm>
              <a:off x="503854" y="5309118"/>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13" name="Google Shape;4513;p319"/>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14" name="Google Shape;4514;p319"/>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15" name="Google Shape;4515;p319"/>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16" name="Google Shape;4516;p319"/>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517" name="Google Shape;4517;p319" descr="Chequered Flag on Microsoft Windows 10"/>
          <p:cNvPicPr preferRelativeResize="0"/>
          <p:nvPr/>
        </p:nvPicPr>
        <p:blipFill rotWithShape="1">
          <a:blip r:embed="rId3">
            <a:alphaModFix/>
          </a:blip>
          <a:srcRect/>
          <a:stretch/>
        </p:blipFill>
        <p:spPr>
          <a:xfrm>
            <a:off x="726622" y="5611196"/>
            <a:ext cx="412880" cy="412880"/>
          </a:xfrm>
          <a:prstGeom prst="rect">
            <a:avLst/>
          </a:prstGeom>
          <a:noFill/>
          <a:ln>
            <a:noFill/>
          </a:ln>
        </p:spPr>
      </p:pic>
      <p:cxnSp>
        <p:nvCxnSpPr>
          <p:cNvPr id="4518" name="Google Shape;4518;p319"/>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4519" name="Google Shape;4519;p319" descr="Alien Monster on Microsoft Windows 10 May 2019 Update"/>
          <p:cNvPicPr preferRelativeResize="0"/>
          <p:nvPr/>
        </p:nvPicPr>
        <p:blipFill rotWithShape="1">
          <a:blip r:embed="rId4">
            <a:alphaModFix/>
          </a:blip>
          <a:srcRect/>
          <a:stretch/>
        </p:blipFill>
        <p:spPr>
          <a:xfrm>
            <a:off x="4523019" y="3202735"/>
            <a:ext cx="452530" cy="452530"/>
          </a:xfrm>
          <a:prstGeom prst="rect">
            <a:avLst/>
          </a:prstGeom>
          <a:noFill/>
          <a:ln>
            <a:noFill/>
          </a:ln>
        </p:spPr>
      </p:pic>
      <p:sp>
        <p:nvSpPr>
          <p:cNvPr id="4520" name="Google Shape;4520;p319"/>
          <p:cNvSpPr/>
          <p:nvPr/>
        </p:nvSpPr>
        <p:spPr>
          <a:xfrm>
            <a:off x="7212580" y="382555"/>
            <a:ext cx="4979422"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21" name="Google Shape;4521;p319"/>
          <p:cNvSpPr txBox="1"/>
          <p:nvPr/>
        </p:nvSpPr>
        <p:spPr>
          <a:xfrm>
            <a:off x="7555853" y="474345"/>
            <a:ext cx="4132283" cy="5909310"/>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 (</a:t>
            </a:r>
            <a:r>
              <a:rPr lang="es-ES" sz="2400" b="0" i="0" u="none" strike="noStrike" cap="none">
                <a:solidFill>
                  <a:srgbClr val="79D2EA"/>
                </a:solidFill>
                <a:latin typeface="Tahoma"/>
                <a:ea typeface="Tahoma"/>
                <a:cs typeface="Tahoma"/>
                <a:sym typeface="Tahoma"/>
              </a:rPr>
              <a:t>color_casillero es     </a:t>
            </a: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sino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4</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repetir(</a:t>
            </a:r>
            <a:r>
              <a:rPr lang="es-ES" sz="2400" b="0" i="0" u="none" strike="noStrike" cap="none">
                <a:solidFill>
                  <a:srgbClr val="79D2EA"/>
                </a:solidFill>
                <a:latin typeface="Tahoma"/>
                <a:ea typeface="Tahoma"/>
                <a:cs typeface="Tahoma"/>
                <a:sym typeface="Tahoma"/>
              </a:rPr>
              <a:t>2</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2400" b="0" i="0" u="none" strike="noStrike" cap="none">
              <a:solidFill>
                <a:srgbClr val="4A7B8B"/>
              </a:solidFill>
              <a:latin typeface="Tahoma"/>
              <a:ea typeface="Tahoma"/>
              <a:cs typeface="Tahoma"/>
              <a:sym typeface="Tahoma"/>
            </a:endParaRPr>
          </a:p>
        </p:txBody>
      </p:sp>
      <p:sp>
        <p:nvSpPr>
          <p:cNvPr id="4522" name="Google Shape;4522;p319"/>
          <p:cNvSpPr/>
          <p:nvPr/>
        </p:nvSpPr>
        <p:spPr>
          <a:xfrm>
            <a:off x="10848390" y="1639856"/>
            <a:ext cx="331236" cy="33123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23" name="Google Shape;4523;p319"/>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24" name="Google Shape;4524;p319"/>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Shape 4529"/>
        <p:cNvGrpSpPr/>
        <p:nvPr/>
      </p:nvGrpSpPr>
      <p:grpSpPr>
        <a:xfrm>
          <a:off x="0" y="0"/>
          <a:ext cx="0" cy="0"/>
          <a:chOff x="0" y="0"/>
          <a:chExt cx="0" cy="0"/>
        </a:xfrm>
      </p:grpSpPr>
      <p:grpSp>
        <p:nvGrpSpPr>
          <p:cNvPr id="4530" name="Google Shape;4530;p320"/>
          <p:cNvGrpSpPr/>
          <p:nvPr/>
        </p:nvGrpSpPr>
        <p:grpSpPr>
          <a:xfrm>
            <a:off x="503854" y="611156"/>
            <a:ext cx="5946712" cy="5635688"/>
            <a:chOff x="503854" y="531846"/>
            <a:chExt cx="5946712" cy="5635688"/>
          </a:xfrm>
        </p:grpSpPr>
        <p:sp>
          <p:nvSpPr>
            <p:cNvPr id="4531" name="Google Shape;4531;p320"/>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32" name="Google Shape;4532;p320"/>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33" name="Google Shape;4533;p320"/>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34" name="Google Shape;4534;p320"/>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35" name="Google Shape;4535;p320"/>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36" name="Google Shape;4536;p320"/>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37" name="Google Shape;4537;p320"/>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38" name="Google Shape;4538;p320"/>
            <p:cNvSpPr/>
            <p:nvPr/>
          </p:nvSpPr>
          <p:spPr>
            <a:xfrm>
              <a:off x="3048002" y="1726164"/>
              <a:ext cx="858416" cy="85841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39" name="Google Shape;4539;p320"/>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40" name="Google Shape;4540;p320"/>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41" name="Google Shape;4541;p320"/>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42" name="Google Shape;4542;p320"/>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43" name="Google Shape;4543;p320"/>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44" name="Google Shape;4544;p320"/>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45" name="Google Shape;4545;p320"/>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46" name="Google Shape;4546;p320"/>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47" name="Google Shape;4547;p320"/>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48" name="Google Shape;4548;p320"/>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49" name="Google Shape;4549;p320"/>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50" name="Google Shape;4550;p320"/>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51" name="Google Shape;4551;p320"/>
            <p:cNvSpPr/>
            <p:nvPr/>
          </p:nvSpPr>
          <p:spPr>
            <a:xfrm>
              <a:off x="503854" y="5309118"/>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52" name="Google Shape;4552;p320"/>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53" name="Google Shape;4553;p320"/>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54" name="Google Shape;4554;p320"/>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55" name="Google Shape;4555;p320"/>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556" name="Google Shape;4556;p320" descr="Chequered Flag on Microsoft Windows 10"/>
          <p:cNvPicPr preferRelativeResize="0"/>
          <p:nvPr/>
        </p:nvPicPr>
        <p:blipFill rotWithShape="1">
          <a:blip r:embed="rId3">
            <a:alphaModFix/>
          </a:blip>
          <a:srcRect/>
          <a:stretch/>
        </p:blipFill>
        <p:spPr>
          <a:xfrm>
            <a:off x="726622" y="5611196"/>
            <a:ext cx="412880" cy="412880"/>
          </a:xfrm>
          <a:prstGeom prst="rect">
            <a:avLst/>
          </a:prstGeom>
          <a:noFill/>
          <a:ln>
            <a:noFill/>
          </a:ln>
        </p:spPr>
      </p:pic>
      <p:cxnSp>
        <p:nvCxnSpPr>
          <p:cNvPr id="4557" name="Google Shape;4557;p320"/>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4558" name="Google Shape;4558;p320" descr="Alien Monster on Microsoft Windows 10 May 2019 Update"/>
          <p:cNvPicPr preferRelativeResize="0"/>
          <p:nvPr/>
        </p:nvPicPr>
        <p:blipFill rotWithShape="1">
          <a:blip r:embed="rId4">
            <a:alphaModFix/>
          </a:blip>
          <a:srcRect/>
          <a:stretch/>
        </p:blipFill>
        <p:spPr>
          <a:xfrm>
            <a:off x="4523019" y="2008417"/>
            <a:ext cx="452530" cy="452530"/>
          </a:xfrm>
          <a:prstGeom prst="rect">
            <a:avLst/>
          </a:prstGeom>
          <a:noFill/>
          <a:ln>
            <a:noFill/>
          </a:ln>
        </p:spPr>
      </p:pic>
      <p:sp>
        <p:nvSpPr>
          <p:cNvPr id="4559" name="Google Shape;4559;p320"/>
          <p:cNvSpPr/>
          <p:nvPr/>
        </p:nvSpPr>
        <p:spPr>
          <a:xfrm>
            <a:off x="7212580" y="382555"/>
            <a:ext cx="4979422"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60" name="Google Shape;4560;p320"/>
          <p:cNvSpPr txBox="1"/>
          <p:nvPr/>
        </p:nvSpPr>
        <p:spPr>
          <a:xfrm>
            <a:off x="7555853" y="474345"/>
            <a:ext cx="4132283" cy="5909310"/>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highlight>
                  <a:srgbClr val="B3FF00"/>
                </a:highlight>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 (</a:t>
            </a:r>
            <a:r>
              <a:rPr lang="es-ES" sz="2400" b="0" i="0" u="none" strike="noStrike" cap="none">
                <a:solidFill>
                  <a:srgbClr val="79D2EA"/>
                </a:solidFill>
                <a:latin typeface="Tahoma"/>
                <a:ea typeface="Tahoma"/>
                <a:cs typeface="Tahoma"/>
                <a:sym typeface="Tahoma"/>
              </a:rPr>
              <a:t>color_casillero es     </a:t>
            </a: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sino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4</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repetir(</a:t>
            </a:r>
            <a:r>
              <a:rPr lang="es-ES" sz="2400" b="0" i="0" u="none" strike="noStrike" cap="none">
                <a:solidFill>
                  <a:srgbClr val="79D2EA"/>
                </a:solidFill>
                <a:latin typeface="Tahoma"/>
                <a:ea typeface="Tahoma"/>
                <a:cs typeface="Tahoma"/>
                <a:sym typeface="Tahoma"/>
              </a:rPr>
              <a:t>2</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2400" b="0" i="0" u="none" strike="noStrike" cap="none">
              <a:solidFill>
                <a:srgbClr val="4A7B8B"/>
              </a:solidFill>
              <a:latin typeface="Tahoma"/>
              <a:ea typeface="Tahoma"/>
              <a:cs typeface="Tahoma"/>
              <a:sym typeface="Tahoma"/>
            </a:endParaRPr>
          </a:p>
        </p:txBody>
      </p:sp>
      <p:sp>
        <p:nvSpPr>
          <p:cNvPr id="4561" name="Google Shape;4561;p320"/>
          <p:cNvSpPr/>
          <p:nvPr/>
        </p:nvSpPr>
        <p:spPr>
          <a:xfrm>
            <a:off x="10848390" y="1639856"/>
            <a:ext cx="331236" cy="33123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62" name="Google Shape;4562;p320"/>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63" name="Google Shape;4563;p320"/>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Shape 4568"/>
        <p:cNvGrpSpPr/>
        <p:nvPr/>
      </p:nvGrpSpPr>
      <p:grpSpPr>
        <a:xfrm>
          <a:off x="0" y="0"/>
          <a:ext cx="0" cy="0"/>
          <a:chOff x="0" y="0"/>
          <a:chExt cx="0" cy="0"/>
        </a:xfrm>
      </p:grpSpPr>
      <p:grpSp>
        <p:nvGrpSpPr>
          <p:cNvPr id="4569" name="Google Shape;4569;p321"/>
          <p:cNvGrpSpPr/>
          <p:nvPr/>
        </p:nvGrpSpPr>
        <p:grpSpPr>
          <a:xfrm>
            <a:off x="503854" y="611156"/>
            <a:ext cx="5946712" cy="5635688"/>
            <a:chOff x="503854" y="531846"/>
            <a:chExt cx="5946712" cy="5635688"/>
          </a:xfrm>
        </p:grpSpPr>
        <p:sp>
          <p:nvSpPr>
            <p:cNvPr id="4570" name="Google Shape;4570;p321"/>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71" name="Google Shape;4571;p321"/>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72" name="Google Shape;4572;p321"/>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73" name="Google Shape;4573;p321"/>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74" name="Google Shape;4574;p321"/>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75" name="Google Shape;4575;p321"/>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76" name="Google Shape;4576;p321"/>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77" name="Google Shape;4577;p321"/>
            <p:cNvSpPr/>
            <p:nvPr/>
          </p:nvSpPr>
          <p:spPr>
            <a:xfrm>
              <a:off x="3048002" y="1726164"/>
              <a:ext cx="858416" cy="85841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78" name="Google Shape;4578;p321"/>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79" name="Google Shape;4579;p321"/>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80" name="Google Shape;4580;p321"/>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81" name="Google Shape;4581;p321"/>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82" name="Google Shape;4582;p321"/>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83" name="Google Shape;4583;p321"/>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84" name="Google Shape;4584;p321"/>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85" name="Google Shape;4585;p321"/>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86" name="Google Shape;4586;p321"/>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87" name="Google Shape;4587;p321"/>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88" name="Google Shape;4588;p321"/>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89" name="Google Shape;4589;p321"/>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90" name="Google Shape;4590;p321"/>
            <p:cNvSpPr/>
            <p:nvPr/>
          </p:nvSpPr>
          <p:spPr>
            <a:xfrm>
              <a:off x="503854" y="5309118"/>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91" name="Google Shape;4591;p321"/>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92" name="Google Shape;4592;p321"/>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93" name="Google Shape;4593;p321"/>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94" name="Google Shape;4594;p321"/>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595" name="Google Shape;4595;p321" descr="Chequered Flag on Microsoft Windows 10"/>
          <p:cNvPicPr preferRelativeResize="0"/>
          <p:nvPr/>
        </p:nvPicPr>
        <p:blipFill rotWithShape="1">
          <a:blip r:embed="rId3">
            <a:alphaModFix/>
          </a:blip>
          <a:srcRect/>
          <a:stretch/>
        </p:blipFill>
        <p:spPr>
          <a:xfrm>
            <a:off x="726622" y="5611196"/>
            <a:ext cx="412880" cy="412880"/>
          </a:xfrm>
          <a:prstGeom prst="rect">
            <a:avLst/>
          </a:prstGeom>
          <a:noFill/>
          <a:ln>
            <a:noFill/>
          </a:ln>
        </p:spPr>
      </p:pic>
      <p:cxnSp>
        <p:nvCxnSpPr>
          <p:cNvPr id="4596" name="Google Shape;4596;p321"/>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4597" name="Google Shape;4597;p321" descr="Alien Monster on Microsoft Windows 10 May 2019 Update"/>
          <p:cNvPicPr preferRelativeResize="0"/>
          <p:nvPr/>
        </p:nvPicPr>
        <p:blipFill rotWithShape="1">
          <a:blip r:embed="rId4">
            <a:alphaModFix/>
          </a:blip>
          <a:srcRect/>
          <a:stretch/>
        </p:blipFill>
        <p:spPr>
          <a:xfrm>
            <a:off x="3250945" y="2008417"/>
            <a:ext cx="452530" cy="452530"/>
          </a:xfrm>
          <a:prstGeom prst="rect">
            <a:avLst/>
          </a:prstGeom>
          <a:noFill/>
          <a:ln>
            <a:noFill/>
          </a:ln>
        </p:spPr>
      </p:pic>
      <p:sp>
        <p:nvSpPr>
          <p:cNvPr id="4598" name="Google Shape;4598;p321"/>
          <p:cNvSpPr/>
          <p:nvPr/>
        </p:nvSpPr>
        <p:spPr>
          <a:xfrm>
            <a:off x="7212580" y="382555"/>
            <a:ext cx="4979422"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99" name="Google Shape;4599;p321"/>
          <p:cNvSpPr txBox="1"/>
          <p:nvPr/>
        </p:nvSpPr>
        <p:spPr>
          <a:xfrm>
            <a:off x="7555853" y="474345"/>
            <a:ext cx="4132283" cy="5909310"/>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highlight>
                  <a:srgbClr val="B3FF00"/>
                </a:highlight>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 (</a:t>
            </a:r>
            <a:r>
              <a:rPr lang="es-ES" sz="2400" b="0" i="0" u="none" strike="noStrike" cap="none">
                <a:solidFill>
                  <a:srgbClr val="79D2EA"/>
                </a:solidFill>
                <a:latin typeface="Tahoma"/>
                <a:ea typeface="Tahoma"/>
                <a:cs typeface="Tahoma"/>
                <a:sym typeface="Tahoma"/>
              </a:rPr>
              <a:t>color_casillero es     </a:t>
            </a: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sino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4</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repetir(</a:t>
            </a:r>
            <a:r>
              <a:rPr lang="es-ES" sz="2400" b="0" i="0" u="none" strike="noStrike" cap="none">
                <a:solidFill>
                  <a:srgbClr val="79D2EA"/>
                </a:solidFill>
                <a:latin typeface="Tahoma"/>
                <a:ea typeface="Tahoma"/>
                <a:cs typeface="Tahoma"/>
                <a:sym typeface="Tahoma"/>
              </a:rPr>
              <a:t>2</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2400" b="0" i="0" u="none" strike="noStrike" cap="none">
              <a:solidFill>
                <a:srgbClr val="4A7B8B"/>
              </a:solidFill>
              <a:latin typeface="Tahoma"/>
              <a:ea typeface="Tahoma"/>
              <a:cs typeface="Tahoma"/>
              <a:sym typeface="Tahoma"/>
            </a:endParaRPr>
          </a:p>
        </p:txBody>
      </p:sp>
      <p:sp>
        <p:nvSpPr>
          <p:cNvPr id="4600" name="Google Shape;4600;p321"/>
          <p:cNvSpPr/>
          <p:nvPr/>
        </p:nvSpPr>
        <p:spPr>
          <a:xfrm>
            <a:off x="10848390" y="1639856"/>
            <a:ext cx="331236" cy="33123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01" name="Google Shape;4601;p321"/>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02" name="Google Shape;4602;p321"/>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Shape 4607"/>
        <p:cNvGrpSpPr/>
        <p:nvPr/>
      </p:nvGrpSpPr>
      <p:grpSpPr>
        <a:xfrm>
          <a:off x="0" y="0"/>
          <a:ext cx="0" cy="0"/>
          <a:chOff x="0" y="0"/>
          <a:chExt cx="0" cy="0"/>
        </a:xfrm>
      </p:grpSpPr>
      <p:grpSp>
        <p:nvGrpSpPr>
          <p:cNvPr id="4608" name="Google Shape;4608;p322"/>
          <p:cNvGrpSpPr/>
          <p:nvPr/>
        </p:nvGrpSpPr>
        <p:grpSpPr>
          <a:xfrm>
            <a:off x="503854" y="611156"/>
            <a:ext cx="5946712" cy="5635688"/>
            <a:chOff x="503854" y="531846"/>
            <a:chExt cx="5946712" cy="5635688"/>
          </a:xfrm>
        </p:grpSpPr>
        <p:sp>
          <p:nvSpPr>
            <p:cNvPr id="4609" name="Google Shape;4609;p322"/>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10" name="Google Shape;4610;p322"/>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11" name="Google Shape;4611;p322"/>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12" name="Google Shape;4612;p322"/>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13" name="Google Shape;4613;p322"/>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14" name="Google Shape;4614;p322"/>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15" name="Google Shape;4615;p322"/>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16" name="Google Shape;4616;p322"/>
            <p:cNvSpPr/>
            <p:nvPr/>
          </p:nvSpPr>
          <p:spPr>
            <a:xfrm>
              <a:off x="3048002" y="1726164"/>
              <a:ext cx="858416" cy="85841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17" name="Google Shape;4617;p322"/>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18" name="Google Shape;4618;p322"/>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19" name="Google Shape;4619;p322"/>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20" name="Google Shape;4620;p322"/>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21" name="Google Shape;4621;p322"/>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22" name="Google Shape;4622;p322"/>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23" name="Google Shape;4623;p322"/>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24" name="Google Shape;4624;p322"/>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25" name="Google Shape;4625;p322"/>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26" name="Google Shape;4626;p322"/>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27" name="Google Shape;4627;p322"/>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28" name="Google Shape;4628;p322"/>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29" name="Google Shape;4629;p322"/>
            <p:cNvSpPr/>
            <p:nvPr/>
          </p:nvSpPr>
          <p:spPr>
            <a:xfrm>
              <a:off x="503854" y="5309118"/>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30" name="Google Shape;4630;p322"/>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31" name="Google Shape;4631;p322"/>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32" name="Google Shape;4632;p322"/>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33" name="Google Shape;4633;p322"/>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634" name="Google Shape;4634;p322" descr="Chequered Flag on Microsoft Windows 10"/>
          <p:cNvPicPr preferRelativeResize="0"/>
          <p:nvPr/>
        </p:nvPicPr>
        <p:blipFill rotWithShape="1">
          <a:blip r:embed="rId3">
            <a:alphaModFix/>
          </a:blip>
          <a:srcRect/>
          <a:stretch/>
        </p:blipFill>
        <p:spPr>
          <a:xfrm>
            <a:off x="726622" y="5611196"/>
            <a:ext cx="412880" cy="412880"/>
          </a:xfrm>
          <a:prstGeom prst="rect">
            <a:avLst/>
          </a:prstGeom>
          <a:noFill/>
          <a:ln>
            <a:noFill/>
          </a:ln>
        </p:spPr>
      </p:pic>
      <p:cxnSp>
        <p:nvCxnSpPr>
          <p:cNvPr id="4635" name="Google Shape;4635;p322"/>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4636" name="Google Shape;4636;p322" descr="Alien Monster on Microsoft Windows 10 May 2019 Update"/>
          <p:cNvPicPr preferRelativeResize="0"/>
          <p:nvPr/>
        </p:nvPicPr>
        <p:blipFill rotWithShape="1">
          <a:blip r:embed="rId4">
            <a:alphaModFix/>
          </a:blip>
          <a:srcRect/>
          <a:stretch/>
        </p:blipFill>
        <p:spPr>
          <a:xfrm>
            <a:off x="1978871" y="2008417"/>
            <a:ext cx="452530" cy="452530"/>
          </a:xfrm>
          <a:prstGeom prst="rect">
            <a:avLst/>
          </a:prstGeom>
          <a:noFill/>
          <a:ln>
            <a:noFill/>
          </a:ln>
        </p:spPr>
      </p:pic>
      <p:sp>
        <p:nvSpPr>
          <p:cNvPr id="4637" name="Google Shape;4637;p322"/>
          <p:cNvSpPr/>
          <p:nvPr/>
        </p:nvSpPr>
        <p:spPr>
          <a:xfrm>
            <a:off x="7212580" y="382555"/>
            <a:ext cx="4979422"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38" name="Google Shape;4638;p322"/>
          <p:cNvSpPr txBox="1"/>
          <p:nvPr/>
        </p:nvSpPr>
        <p:spPr>
          <a:xfrm>
            <a:off x="7555853" y="474345"/>
            <a:ext cx="4132283" cy="5909310"/>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 (</a:t>
            </a:r>
            <a:r>
              <a:rPr lang="es-ES" sz="2400" b="0" i="0" u="none" strike="noStrike" cap="none">
                <a:solidFill>
                  <a:srgbClr val="79D2EA"/>
                </a:solidFill>
                <a:latin typeface="Tahoma"/>
                <a:ea typeface="Tahoma"/>
                <a:cs typeface="Tahoma"/>
                <a:sym typeface="Tahoma"/>
              </a:rPr>
              <a:t>color_casillero es     </a:t>
            </a: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r>
              <a:rPr lang="es-ES" sz="2400" b="0" i="0" u="none" strike="noStrike" cap="none">
                <a:solidFill>
                  <a:srgbClr val="4A7B8B"/>
                </a:solidFill>
                <a:highlight>
                  <a:srgbClr val="B3FF00"/>
                </a:highlight>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sino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4</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repetir(</a:t>
            </a:r>
            <a:r>
              <a:rPr lang="es-ES" sz="2400" b="0" i="0" u="none" strike="noStrike" cap="none">
                <a:solidFill>
                  <a:srgbClr val="79D2EA"/>
                </a:solidFill>
                <a:latin typeface="Tahoma"/>
                <a:ea typeface="Tahoma"/>
                <a:cs typeface="Tahoma"/>
                <a:sym typeface="Tahoma"/>
              </a:rPr>
              <a:t>2</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2400" b="0" i="0" u="none" strike="noStrike" cap="none">
              <a:solidFill>
                <a:srgbClr val="4A7B8B"/>
              </a:solidFill>
              <a:latin typeface="Tahoma"/>
              <a:ea typeface="Tahoma"/>
              <a:cs typeface="Tahoma"/>
              <a:sym typeface="Tahoma"/>
            </a:endParaRPr>
          </a:p>
        </p:txBody>
      </p:sp>
      <p:sp>
        <p:nvSpPr>
          <p:cNvPr id="4639" name="Google Shape;4639;p322"/>
          <p:cNvSpPr/>
          <p:nvPr/>
        </p:nvSpPr>
        <p:spPr>
          <a:xfrm>
            <a:off x="10848390" y="1632864"/>
            <a:ext cx="331236" cy="33123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40" name="Google Shape;4640;p322"/>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41" name="Google Shape;4641;p322"/>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Shape 4646"/>
        <p:cNvGrpSpPr/>
        <p:nvPr/>
      </p:nvGrpSpPr>
      <p:grpSpPr>
        <a:xfrm>
          <a:off x="0" y="0"/>
          <a:ext cx="0" cy="0"/>
          <a:chOff x="0" y="0"/>
          <a:chExt cx="0" cy="0"/>
        </a:xfrm>
      </p:grpSpPr>
      <p:grpSp>
        <p:nvGrpSpPr>
          <p:cNvPr id="4647" name="Google Shape;4647;p323"/>
          <p:cNvGrpSpPr/>
          <p:nvPr/>
        </p:nvGrpSpPr>
        <p:grpSpPr>
          <a:xfrm>
            <a:off x="503854" y="611156"/>
            <a:ext cx="5946712" cy="5635688"/>
            <a:chOff x="503854" y="531846"/>
            <a:chExt cx="5946712" cy="5635688"/>
          </a:xfrm>
        </p:grpSpPr>
        <p:sp>
          <p:nvSpPr>
            <p:cNvPr id="4648" name="Google Shape;4648;p323"/>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49" name="Google Shape;4649;p323"/>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50" name="Google Shape;4650;p323"/>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51" name="Google Shape;4651;p323"/>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52" name="Google Shape;4652;p323"/>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53" name="Google Shape;4653;p323"/>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54" name="Google Shape;4654;p323"/>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55" name="Google Shape;4655;p323"/>
            <p:cNvSpPr/>
            <p:nvPr/>
          </p:nvSpPr>
          <p:spPr>
            <a:xfrm>
              <a:off x="3048002" y="1726164"/>
              <a:ext cx="858416" cy="85841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56" name="Google Shape;4656;p323"/>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57" name="Google Shape;4657;p323"/>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58" name="Google Shape;4658;p323"/>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59" name="Google Shape;4659;p323"/>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60" name="Google Shape;4660;p323"/>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61" name="Google Shape;4661;p323"/>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62" name="Google Shape;4662;p323"/>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63" name="Google Shape;4663;p323"/>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64" name="Google Shape;4664;p323"/>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65" name="Google Shape;4665;p323"/>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66" name="Google Shape;4666;p323"/>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67" name="Google Shape;4667;p323"/>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68" name="Google Shape;4668;p323"/>
            <p:cNvSpPr/>
            <p:nvPr/>
          </p:nvSpPr>
          <p:spPr>
            <a:xfrm>
              <a:off x="503854" y="5309118"/>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69" name="Google Shape;4669;p323"/>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70" name="Google Shape;4670;p323"/>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71" name="Google Shape;4671;p323"/>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72" name="Google Shape;4672;p323"/>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673" name="Google Shape;4673;p323" descr="Chequered Flag on Microsoft Windows 10"/>
          <p:cNvPicPr preferRelativeResize="0"/>
          <p:nvPr/>
        </p:nvPicPr>
        <p:blipFill rotWithShape="1">
          <a:blip r:embed="rId3">
            <a:alphaModFix/>
          </a:blip>
          <a:srcRect/>
          <a:stretch/>
        </p:blipFill>
        <p:spPr>
          <a:xfrm>
            <a:off x="726622" y="5611196"/>
            <a:ext cx="412880" cy="412880"/>
          </a:xfrm>
          <a:prstGeom prst="rect">
            <a:avLst/>
          </a:prstGeom>
          <a:noFill/>
          <a:ln>
            <a:noFill/>
          </a:ln>
        </p:spPr>
      </p:pic>
      <p:cxnSp>
        <p:nvCxnSpPr>
          <p:cNvPr id="4674" name="Google Shape;4674;p323"/>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4675" name="Google Shape;4675;p323" descr="Alien Monster on Microsoft Windows 10 May 2019 Update"/>
          <p:cNvPicPr preferRelativeResize="0"/>
          <p:nvPr/>
        </p:nvPicPr>
        <p:blipFill rotWithShape="1">
          <a:blip r:embed="rId4">
            <a:alphaModFix/>
          </a:blip>
          <a:srcRect/>
          <a:stretch/>
        </p:blipFill>
        <p:spPr>
          <a:xfrm>
            <a:off x="1978871" y="3202735"/>
            <a:ext cx="452530" cy="452530"/>
          </a:xfrm>
          <a:prstGeom prst="rect">
            <a:avLst/>
          </a:prstGeom>
          <a:noFill/>
          <a:ln>
            <a:noFill/>
          </a:ln>
        </p:spPr>
      </p:pic>
      <p:pic>
        <p:nvPicPr>
          <p:cNvPr id="4676" name="Google Shape;4676;p323" descr="Alien Monster on Microsoft Windows 10 May 2019 Update"/>
          <p:cNvPicPr preferRelativeResize="0"/>
          <p:nvPr/>
        </p:nvPicPr>
        <p:blipFill rotWithShape="1">
          <a:blip r:embed="rId4">
            <a:alphaModFix/>
          </a:blip>
          <a:srcRect/>
          <a:stretch/>
        </p:blipFill>
        <p:spPr>
          <a:xfrm>
            <a:off x="12356859" y="3202735"/>
            <a:ext cx="452530" cy="452530"/>
          </a:xfrm>
          <a:prstGeom prst="rect">
            <a:avLst/>
          </a:prstGeom>
          <a:noFill/>
          <a:ln>
            <a:noFill/>
          </a:ln>
        </p:spPr>
      </p:pic>
      <p:sp>
        <p:nvSpPr>
          <p:cNvPr id="4677" name="Google Shape;4677;p323"/>
          <p:cNvSpPr/>
          <p:nvPr/>
        </p:nvSpPr>
        <p:spPr>
          <a:xfrm>
            <a:off x="7212580" y="382555"/>
            <a:ext cx="4979422"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78" name="Google Shape;4678;p323"/>
          <p:cNvSpPr txBox="1"/>
          <p:nvPr/>
        </p:nvSpPr>
        <p:spPr>
          <a:xfrm>
            <a:off x="7555853" y="474345"/>
            <a:ext cx="4132283" cy="5909310"/>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 (</a:t>
            </a:r>
            <a:r>
              <a:rPr lang="es-ES" sz="2400" b="0" i="0" u="none" strike="noStrike" cap="none">
                <a:solidFill>
                  <a:srgbClr val="79D2EA"/>
                </a:solidFill>
                <a:latin typeface="Tahoma"/>
                <a:ea typeface="Tahoma"/>
                <a:cs typeface="Tahoma"/>
                <a:sym typeface="Tahoma"/>
              </a:rPr>
              <a:t>color_casillero es     </a:t>
            </a: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sino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3</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4A7B8B"/>
                </a:solidFill>
                <a:highlight>
                  <a:srgbClr val="B3FF00"/>
                </a:highlight>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repetir(</a:t>
            </a:r>
            <a:r>
              <a:rPr lang="es-ES" sz="2400" b="0" i="0" u="none" strike="noStrike" cap="none">
                <a:solidFill>
                  <a:srgbClr val="79D2EA"/>
                </a:solidFill>
                <a:latin typeface="Tahoma"/>
                <a:ea typeface="Tahoma"/>
                <a:cs typeface="Tahoma"/>
                <a:sym typeface="Tahoma"/>
              </a:rPr>
              <a:t>2</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2400" b="0" i="0" u="none" strike="noStrike" cap="none">
              <a:solidFill>
                <a:srgbClr val="4A7B8B"/>
              </a:solidFill>
              <a:latin typeface="Tahoma"/>
              <a:ea typeface="Tahoma"/>
              <a:cs typeface="Tahoma"/>
              <a:sym typeface="Tahoma"/>
            </a:endParaRPr>
          </a:p>
        </p:txBody>
      </p:sp>
      <p:sp>
        <p:nvSpPr>
          <p:cNvPr id="4679" name="Google Shape;4679;p323"/>
          <p:cNvSpPr/>
          <p:nvPr/>
        </p:nvSpPr>
        <p:spPr>
          <a:xfrm>
            <a:off x="10848390" y="1632864"/>
            <a:ext cx="331236" cy="33123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80" name="Google Shape;4680;p323"/>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81" name="Google Shape;4681;p323"/>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Shape 4686"/>
        <p:cNvGrpSpPr/>
        <p:nvPr/>
      </p:nvGrpSpPr>
      <p:grpSpPr>
        <a:xfrm>
          <a:off x="0" y="0"/>
          <a:ext cx="0" cy="0"/>
          <a:chOff x="0" y="0"/>
          <a:chExt cx="0" cy="0"/>
        </a:xfrm>
      </p:grpSpPr>
      <p:grpSp>
        <p:nvGrpSpPr>
          <p:cNvPr id="4687" name="Google Shape;4687;p324"/>
          <p:cNvGrpSpPr/>
          <p:nvPr/>
        </p:nvGrpSpPr>
        <p:grpSpPr>
          <a:xfrm>
            <a:off x="503854" y="611156"/>
            <a:ext cx="5946712" cy="5635688"/>
            <a:chOff x="503854" y="531846"/>
            <a:chExt cx="5946712" cy="5635688"/>
          </a:xfrm>
        </p:grpSpPr>
        <p:sp>
          <p:nvSpPr>
            <p:cNvPr id="4688" name="Google Shape;4688;p324"/>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89" name="Google Shape;4689;p324"/>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90" name="Google Shape;4690;p324"/>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91" name="Google Shape;4691;p324"/>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92" name="Google Shape;4692;p324"/>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93" name="Google Shape;4693;p324"/>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94" name="Google Shape;4694;p324"/>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95" name="Google Shape;4695;p324"/>
            <p:cNvSpPr/>
            <p:nvPr/>
          </p:nvSpPr>
          <p:spPr>
            <a:xfrm>
              <a:off x="3048002" y="1726164"/>
              <a:ext cx="858416" cy="85841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96" name="Google Shape;4696;p324"/>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97" name="Google Shape;4697;p324"/>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98" name="Google Shape;4698;p324"/>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99" name="Google Shape;4699;p324"/>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00" name="Google Shape;4700;p324"/>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01" name="Google Shape;4701;p324"/>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02" name="Google Shape;4702;p324"/>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03" name="Google Shape;4703;p324"/>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04" name="Google Shape;4704;p324"/>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05" name="Google Shape;4705;p324"/>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06" name="Google Shape;4706;p324"/>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07" name="Google Shape;4707;p324"/>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08" name="Google Shape;4708;p324"/>
            <p:cNvSpPr/>
            <p:nvPr/>
          </p:nvSpPr>
          <p:spPr>
            <a:xfrm>
              <a:off x="503854" y="5309118"/>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09" name="Google Shape;4709;p324"/>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10" name="Google Shape;4710;p324"/>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11" name="Google Shape;4711;p324"/>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12" name="Google Shape;4712;p324"/>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713" name="Google Shape;4713;p324" descr="Chequered Flag on Microsoft Windows 10"/>
          <p:cNvPicPr preferRelativeResize="0"/>
          <p:nvPr/>
        </p:nvPicPr>
        <p:blipFill rotWithShape="1">
          <a:blip r:embed="rId3">
            <a:alphaModFix/>
          </a:blip>
          <a:srcRect/>
          <a:stretch/>
        </p:blipFill>
        <p:spPr>
          <a:xfrm>
            <a:off x="726622" y="5611196"/>
            <a:ext cx="412880" cy="412880"/>
          </a:xfrm>
          <a:prstGeom prst="rect">
            <a:avLst/>
          </a:prstGeom>
          <a:noFill/>
          <a:ln>
            <a:noFill/>
          </a:ln>
        </p:spPr>
      </p:pic>
      <p:cxnSp>
        <p:nvCxnSpPr>
          <p:cNvPr id="4714" name="Google Shape;4714;p324"/>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4715" name="Google Shape;4715;p324" descr="Alien Monster on Microsoft Windows 10 May 2019 Update"/>
          <p:cNvPicPr preferRelativeResize="0"/>
          <p:nvPr/>
        </p:nvPicPr>
        <p:blipFill rotWithShape="1">
          <a:blip r:embed="rId4">
            <a:alphaModFix/>
          </a:blip>
          <a:srcRect/>
          <a:stretch/>
        </p:blipFill>
        <p:spPr>
          <a:xfrm>
            <a:off x="706797" y="3202735"/>
            <a:ext cx="452530" cy="452530"/>
          </a:xfrm>
          <a:prstGeom prst="rect">
            <a:avLst/>
          </a:prstGeom>
          <a:noFill/>
          <a:ln>
            <a:noFill/>
          </a:ln>
        </p:spPr>
      </p:pic>
      <p:pic>
        <p:nvPicPr>
          <p:cNvPr id="4716" name="Google Shape;4716;p324" descr="Alien Monster on Microsoft Windows 10 May 2019 Update"/>
          <p:cNvPicPr preferRelativeResize="0"/>
          <p:nvPr/>
        </p:nvPicPr>
        <p:blipFill rotWithShape="1">
          <a:blip r:embed="rId4">
            <a:alphaModFix/>
          </a:blip>
          <a:srcRect/>
          <a:stretch/>
        </p:blipFill>
        <p:spPr>
          <a:xfrm>
            <a:off x="12518844" y="3202735"/>
            <a:ext cx="452530" cy="452530"/>
          </a:xfrm>
          <a:prstGeom prst="rect">
            <a:avLst/>
          </a:prstGeom>
          <a:noFill/>
          <a:ln>
            <a:noFill/>
          </a:ln>
        </p:spPr>
      </p:pic>
      <p:sp>
        <p:nvSpPr>
          <p:cNvPr id="4717" name="Google Shape;4717;p324"/>
          <p:cNvSpPr/>
          <p:nvPr/>
        </p:nvSpPr>
        <p:spPr>
          <a:xfrm>
            <a:off x="7212580" y="382555"/>
            <a:ext cx="4979422"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18" name="Google Shape;4718;p324"/>
          <p:cNvSpPr txBox="1"/>
          <p:nvPr/>
        </p:nvSpPr>
        <p:spPr>
          <a:xfrm>
            <a:off x="7555853" y="474345"/>
            <a:ext cx="4132283" cy="5909310"/>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 (</a:t>
            </a:r>
            <a:r>
              <a:rPr lang="es-ES" sz="2400" b="0" i="0" u="none" strike="noStrike" cap="none">
                <a:solidFill>
                  <a:srgbClr val="79D2EA"/>
                </a:solidFill>
                <a:latin typeface="Tahoma"/>
                <a:ea typeface="Tahoma"/>
                <a:cs typeface="Tahoma"/>
                <a:sym typeface="Tahoma"/>
              </a:rPr>
              <a:t>color_casillero es     </a:t>
            </a: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sino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3</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repetir(</a:t>
            </a:r>
            <a:r>
              <a:rPr lang="es-ES" sz="2400" b="0" i="0" u="none" strike="noStrike" cap="none">
                <a:solidFill>
                  <a:srgbClr val="79D2EA"/>
                </a:solidFill>
                <a:latin typeface="Tahoma"/>
                <a:ea typeface="Tahoma"/>
                <a:cs typeface="Tahoma"/>
                <a:sym typeface="Tahoma"/>
              </a:rPr>
              <a:t>1</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4A7B8B"/>
                </a:solidFill>
                <a:highlight>
                  <a:srgbClr val="B3FF00"/>
                </a:highlight>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2400" b="0" i="0" u="none" strike="noStrike" cap="none">
              <a:solidFill>
                <a:srgbClr val="4A7B8B"/>
              </a:solidFill>
              <a:latin typeface="Tahoma"/>
              <a:ea typeface="Tahoma"/>
              <a:cs typeface="Tahoma"/>
              <a:sym typeface="Tahoma"/>
            </a:endParaRPr>
          </a:p>
        </p:txBody>
      </p:sp>
      <p:sp>
        <p:nvSpPr>
          <p:cNvPr id="4719" name="Google Shape;4719;p324"/>
          <p:cNvSpPr/>
          <p:nvPr/>
        </p:nvSpPr>
        <p:spPr>
          <a:xfrm>
            <a:off x="10848390" y="1632864"/>
            <a:ext cx="331236" cy="33123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20" name="Google Shape;4720;p324"/>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21" name="Google Shape;4721;p324"/>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Shape 4726"/>
        <p:cNvGrpSpPr/>
        <p:nvPr/>
      </p:nvGrpSpPr>
      <p:grpSpPr>
        <a:xfrm>
          <a:off x="0" y="0"/>
          <a:ext cx="0" cy="0"/>
          <a:chOff x="0" y="0"/>
          <a:chExt cx="0" cy="0"/>
        </a:xfrm>
      </p:grpSpPr>
      <p:grpSp>
        <p:nvGrpSpPr>
          <p:cNvPr id="4727" name="Google Shape;4727;p325"/>
          <p:cNvGrpSpPr/>
          <p:nvPr/>
        </p:nvGrpSpPr>
        <p:grpSpPr>
          <a:xfrm>
            <a:off x="503854" y="611156"/>
            <a:ext cx="5946712" cy="5635688"/>
            <a:chOff x="503854" y="531846"/>
            <a:chExt cx="5946712" cy="5635688"/>
          </a:xfrm>
        </p:grpSpPr>
        <p:sp>
          <p:nvSpPr>
            <p:cNvPr id="4728" name="Google Shape;4728;p325"/>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29" name="Google Shape;4729;p325"/>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30" name="Google Shape;4730;p325"/>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31" name="Google Shape;4731;p325"/>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32" name="Google Shape;4732;p325"/>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33" name="Google Shape;4733;p325"/>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34" name="Google Shape;4734;p325"/>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35" name="Google Shape;4735;p325"/>
            <p:cNvSpPr/>
            <p:nvPr/>
          </p:nvSpPr>
          <p:spPr>
            <a:xfrm>
              <a:off x="3048002" y="1726164"/>
              <a:ext cx="858416" cy="85841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36" name="Google Shape;4736;p325"/>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37" name="Google Shape;4737;p325"/>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38" name="Google Shape;4738;p325"/>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39" name="Google Shape;4739;p325"/>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40" name="Google Shape;4740;p325"/>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41" name="Google Shape;4741;p325"/>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42" name="Google Shape;4742;p325"/>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43" name="Google Shape;4743;p325"/>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44" name="Google Shape;4744;p325"/>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45" name="Google Shape;4745;p325"/>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46" name="Google Shape;4746;p325"/>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47" name="Google Shape;4747;p325"/>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48" name="Google Shape;4748;p325"/>
            <p:cNvSpPr/>
            <p:nvPr/>
          </p:nvSpPr>
          <p:spPr>
            <a:xfrm>
              <a:off x="503854" y="5309118"/>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49" name="Google Shape;4749;p325"/>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50" name="Google Shape;4750;p325"/>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51" name="Google Shape;4751;p325"/>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52" name="Google Shape;4752;p325"/>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753" name="Google Shape;4753;p325" descr="Alien Monster on Microsoft Windows 10 May 2019 Update"/>
          <p:cNvPicPr preferRelativeResize="0"/>
          <p:nvPr/>
        </p:nvPicPr>
        <p:blipFill rotWithShape="1">
          <a:blip r:embed="rId3">
            <a:alphaModFix/>
          </a:blip>
          <a:srcRect/>
          <a:stretch/>
        </p:blipFill>
        <p:spPr>
          <a:xfrm>
            <a:off x="5795093" y="3202735"/>
            <a:ext cx="452530" cy="452530"/>
          </a:xfrm>
          <a:prstGeom prst="rect">
            <a:avLst/>
          </a:prstGeom>
          <a:noFill/>
          <a:ln>
            <a:noFill/>
          </a:ln>
        </p:spPr>
      </p:pic>
      <p:pic>
        <p:nvPicPr>
          <p:cNvPr id="4754" name="Google Shape;4754;p325" descr="Chequered Flag on Microsoft Windows 10"/>
          <p:cNvPicPr preferRelativeResize="0"/>
          <p:nvPr/>
        </p:nvPicPr>
        <p:blipFill rotWithShape="1">
          <a:blip r:embed="rId4">
            <a:alphaModFix/>
          </a:blip>
          <a:srcRect/>
          <a:stretch/>
        </p:blipFill>
        <p:spPr>
          <a:xfrm>
            <a:off x="726622" y="5611196"/>
            <a:ext cx="412880" cy="412880"/>
          </a:xfrm>
          <a:prstGeom prst="rect">
            <a:avLst/>
          </a:prstGeom>
          <a:noFill/>
          <a:ln>
            <a:noFill/>
          </a:ln>
        </p:spPr>
      </p:pic>
      <p:cxnSp>
        <p:nvCxnSpPr>
          <p:cNvPr id="4755" name="Google Shape;4755;p325"/>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4756" name="Google Shape;4756;p325" descr="Alien Monster on Microsoft Windows 10 May 2019 Update"/>
          <p:cNvPicPr preferRelativeResize="0"/>
          <p:nvPr/>
        </p:nvPicPr>
        <p:blipFill rotWithShape="1">
          <a:blip r:embed="rId3">
            <a:alphaModFix/>
          </a:blip>
          <a:srcRect/>
          <a:stretch/>
        </p:blipFill>
        <p:spPr>
          <a:xfrm>
            <a:off x="-908172" y="3202735"/>
            <a:ext cx="452530" cy="452530"/>
          </a:xfrm>
          <a:prstGeom prst="rect">
            <a:avLst/>
          </a:prstGeom>
          <a:noFill/>
          <a:ln>
            <a:noFill/>
          </a:ln>
        </p:spPr>
      </p:pic>
      <p:sp>
        <p:nvSpPr>
          <p:cNvPr id="4757" name="Google Shape;4757;p325"/>
          <p:cNvSpPr/>
          <p:nvPr/>
        </p:nvSpPr>
        <p:spPr>
          <a:xfrm>
            <a:off x="7212580" y="382555"/>
            <a:ext cx="4979422"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58" name="Google Shape;4758;p325"/>
          <p:cNvSpPr txBox="1"/>
          <p:nvPr/>
        </p:nvSpPr>
        <p:spPr>
          <a:xfrm>
            <a:off x="7555853" y="474345"/>
            <a:ext cx="4132283" cy="5909310"/>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 (</a:t>
            </a:r>
            <a:r>
              <a:rPr lang="es-ES" sz="2400" b="0" i="0" u="none" strike="noStrike" cap="none">
                <a:solidFill>
                  <a:srgbClr val="79D2EA"/>
                </a:solidFill>
                <a:latin typeface="Tahoma"/>
                <a:ea typeface="Tahoma"/>
                <a:cs typeface="Tahoma"/>
                <a:sym typeface="Tahoma"/>
              </a:rPr>
              <a:t>color_casillero es     </a:t>
            </a: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sino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3</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repetir(</a:t>
            </a:r>
            <a:r>
              <a:rPr lang="es-ES" sz="2400" b="0" i="0" u="none" strike="noStrike" cap="none">
                <a:solidFill>
                  <a:srgbClr val="79D2EA"/>
                </a:solidFill>
                <a:latin typeface="Tahoma"/>
                <a:ea typeface="Tahoma"/>
                <a:cs typeface="Tahoma"/>
                <a:sym typeface="Tahoma"/>
              </a:rPr>
              <a:t>0</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4A7B8B"/>
                </a:solidFill>
                <a:highlight>
                  <a:srgbClr val="B3FF00"/>
                </a:highlight>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2400" b="0" i="0" u="none" strike="noStrike" cap="none">
              <a:solidFill>
                <a:srgbClr val="4A7B8B"/>
              </a:solidFill>
              <a:latin typeface="Tahoma"/>
              <a:ea typeface="Tahoma"/>
              <a:cs typeface="Tahoma"/>
              <a:sym typeface="Tahoma"/>
            </a:endParaRPr>
          </a:p>
        </p:txBody>
      </p:sp>
      <p:sp>
        <p:nvSpPr>
          <p:cNvPr id="4759" name="Google Shape;4759;p325"/>
          <p:cNvSpPr/>
          <p:nvPr/>
        </p:nvSpPr>
        <p:spPr>
          <a:xfrm>
            <a:off x="10848390" y="1632864"/>
            <a:ext cx="331236" cy="33123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60" name="Google Shape;4760;p325"/>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61" name="Google Shape;4761;p325"/>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Shape 4766"/>
        <p:cNvGrpSpPr/>
        <p:nvPr/>
      </p:nvGrpSpPr>
      <p:grpSpPr>
        <a:xfrm>
          <a:off x="0" y="0"/>
          <a:ext cx="0" cy="0"/>
          <a:chOff x="0" y="0"/>
          <a:chExt cx="0" cy="0"/>
        </a:xfrm>
      </p:grpSpPr>
      <p:grpSp>
        <p:nvGrpSpPr>
          <p:cNvPr id="4767" name="Google Shape;4767;p326"/>
          <p:cNvGrpSpPr/>
          <p:nvPr/>
        </p:nvGrpSpPr>
        <p:grpSpPr>
          <a:xfrm>
            <a:off x="503854" y="611156"/>
            <a:ext cx="5946712" cy="5635688"/>
            <a:chOff x="503854" y="531846"/>
            <a:chExt cx="5946712" cy="5635688"/>
          </a:xfrm>
        </p:grpSpPr>
        <p:sp>
          <p:nvSpPr>
            <p:cNvPr id="4768" name="Google Shape;4768;p326"/>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69" name="Google Shape;4769;p326"/>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70" name="Google Shape;4770;p326"/>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71" name="Google Shape;4771;p326"/>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72" name="Google Shape;4772;p326"/>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73" name="Google Shape;4773;p326"/>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74" name="Google Shape;4774;p326"/>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75" name="Google Shape;4775;p326"/>
            <p:cNvSpPr/>
            <p:nvPr/>
          </p:nvSpPr>
          <p:spPr>
            <a:xfrm>
              <a:off x="3048002" y="1726164"/>
              <a:ext cx="858416" cy="85841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76" name="Google Shape;4776;p326"/>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77" name="Google Shape;4777;p326"/>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78" name="Google Shape;4778;p326"/>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79" name="Google Shape;4779;p326"/>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80" name="Google Shape;4780;p326"/>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81" name="Google Shape;4781;p326"/>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82" name="Google Shape;4782;p326"/>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83" name="Google Shape;4783;p326"/>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84" name="Google Shape;4784;p326"/>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85" name="Google Shape;4785;p326"/>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86" name="Google Shape;4786;p326"/>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87" name="Google Shape;4787;p326"/>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88" name="Google Shape;4788;p326"/>
            <p:cNvSpPr/>
            <p:nvPr/>
          </p:nvSpPr>
          <p:spPr>
            <a:xfrm>
              <a:off x="503854" y="5309118"/>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89" name="Google Shape;4789;p326"/>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90" name="Google Shape;4790;p326"/>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91" name="Google Shape;4791;p326"/>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92" name="Google Shape;4792;p326"/>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793" name="Google Shape;4793;p326" descr="Alien Monster on Microsoft Windows 10 May 2019 Update"/>
          <p:cNvPicPr preferRelativeResize="0"/>
          <p:nvPr/>
        </p:nvPicPr>
        <p:blipFill rotWithShape="1">
          <a:blip r:embed="rId3">
            <a:alphaModFix/>
          </a:blip>
          <a:srcRect/>
          <a:stretch/>
        </p:blipFill>
        <p:spPr>
          <a:xfrm>
            <a:off x="5795093" y="4397053"/>
            <a:ext cx="452530" cy="452530"/>
          </a:xfrm>
          <a:prstGeom prst="rect">
            <a:avLst/>
          </a:prstGeom>
          <a:noFill/>
          <a:ln>
            <a:noFill/>
          </a:ln>
        </p:spPr>
      </p:pic>
      <p:pic>
        <p:nvPicPr>
          <p:cNvPr id="4794" name="Google Shape;4794;p326" descr="Chequered Flag on Microsoft Windows 10"/>
          <p:cNvPicPr preferRelativeResize="0"/>
          <p:nvPr/>
        </p:nvPicPr>
        <p:blipFill rotWithShape="1">
          <a:blip r:embed="rId4">
            <a:alphaModFix/>
          </a:blip>
          <a:srcRect/>
          <a:stretch/>
        </p:blipFill>
        <p:spPr>
          <a:xfrm>
            <a:off x="726622" y="5611196"/>
            <a:ext cx="412880" cy="412880"/>
          </a:xfrm>
          <a:prstGeom prst="rect">
            <a:avLst/>
          </a:prstGeom>
          <a:noFill/>
          <a:ln>
            <a:noFill/>
          </a:ln>
        </p:spPr>
      </p:pic>
      <p:cxnSp>
        <p:nvCxnSpPr>
          <p:cNvPr id="4795" name="Google Shape;4795;p326"/>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4796" name="Google Shape;4796;p326"/>
          <p:cNvSpPr/>
          <p:nvPr/>
        </p:nvSpPr>
        <p:spPr>
          <a:xfrm>
            <a:off x="7212580" y="382555"/>
            <a:ext cx="4979422"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97" name="Google Shape;4797;p326"/>
          <p:cNvSpPr txBox="1"/>
          <p:nvPr/>
        </p:nvSpPr>
        <p:spPr>
          <a:xfrm>
            <a:off x="7555853" y="474345"/>
            <a:ext cx="4132283" cy="5909310"/>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 (</a:t>
            </a:r>
            <a:r>
              <a:rPr lang="es-ES" sz="2400" b="0" i="0" u="none" strike="noStrike" cap="none">
                <a:solidFill>
                  <a:srgbClr val="79D2EA"/>
                </a:solidFill>
                <a:latin typeface="Tahoma"/>
                <a:ea typeface="Tahoma"/>
                <a:cs typeface="Tahoma"/>
                <a:sym typeface="Tahoma"/>
              </a:rPr>
              <a:t>color_casillero es     </a:t>
            </a: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sino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2</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4A7B8B"/>
                </a:solidFill>
                <a:highlight>
                  <a:srgbClr val="B3FF00"/>
                </a:highlight>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repetir(</a:t>
            </a:r>
            <a:r>
              <a:rPr lang="es-ES" sz="2400" b="0" i="0" u="none" strike="noStrike" cap="none">
                <a:solidFill>
                  <a:srgbClr val="79D2EA"/>
                </a:solidFill>
                <a:latin typeface="Tahoma"/>
                <a:ea typeface="Tahoma"/>
                <a:cs typeface="Tahoma"/>
                <a:sym typeface="Tahoma"/>
              </a:rPr>
              <a:t>2</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2400" b="0" i="0" u="none" strike="noStrike" cap="none">
              <a:solidFill>
                <a:srgbClr val="4A7B8B"/>
              </a:solidFill>
              <a:latin typeface="Tahoma"/>
              <a:ea typeface="Tahoma"/>
              <a:cs typeface="Tahoma"/>
              <a:sym typeface="Tahoma"/>
            </a:endParaRPr>
          </a:p>
        </p:txBody>
      </p:sp>
      <p:sp>
        <p:nvSpPr>
          <p:cNvPr id="4798" name="Google Shape;4798;p326"/>
          <p:cNvSpPr/>
          <p:nvPr/>
        </p:nvSpPr>
        <p:spPr>
          <a:xfrm>
            <a:off x="10848390" y="1632864"/>
            <a:ext cx="331236" cy="33123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799" name="Google Shape;4799;p326"/>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00" name="Google Shape;4800;p326"/>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Shape 4805"/>
        <p:cNvGrpSpPr/>
        <p:nvPr/>
      </p:nvGrpSpPr>
      <p:grpSpPr>
        <a:xfrm>
          <a:off x="0" y="0"/>
          <a:ext cx="0" cy="0"/>
          <a:chOff x="0" y="0"/>
          <a:chExt cx="0" cy="0"/>
        </a:xfrm>
      </p:grpSpPr>
      <p:grpSp>
        <p:nvGrpSpPr>
          <p:cNvPr id="4806" name="Google Shape;4806;p327"/>
          <p:cNvGrpSpPr/>
          <p:nvPr/>
        </p:nvGrpSpPr>
        <p:grpSpPr>
          <a:xfrm>
            <a:off x="503854" y="611156"/>
            <a:ext cx="5946712" cy="5635688"/>
            <a:chOff x="503854" y="531846"/>
            <a:chExt cx="5946712" cy="5635688"/>
          </a:xfrm>
        </p:grpSpPr>
        <p:sp>
          <p:nvSpPr>
            <p:cNvPr id="4807" name="Google Shape;4807;p327"/>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08" name="Google Shape;4808;p327"/>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09" name="Google Shape;4809;p327"/>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10" name="Google Shape;4810;p327"/>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11" name="Google Shape;4811;p327"/>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12" name="Google Shape;4812;p327"/>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13" name="Google Shape;4813;p327"/>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14" name="Google Shape;4814;p327"/>
            <p:cNvSpPr/>
            <p:nvPr/>
          </p:nvSpPr>
          <p:spPr>
            <a:xfrm>
              <a:off x="3048002" y="1726164"/>
              <a:ext cx="858416" cy="85841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15" name="Google Shape;4815;p327"/>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16" name="Google Shape;4816;p327"/>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17" name="Google Shape;4817;p327"/>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18" name="Google Shape;4818;p327"/>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19" name="Google Shape;4819;p327"/>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20" name="Google Shape;4820;p327"/>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21" name="Google Shape;4821;p327"/>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22" name="Google Shape;4822;p327"/>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23" name="Google Shape;4823;p327"/>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24" name="Google Shape;4824;p327"/>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25" name="Google Shape;4825;p327"/>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26" name="Google Shape;4826;p327"/>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27" name="Google Shape;4827;p327"/>
            <p:cNvSpPr/>
            <p:nvPr/>
          </p:nvSpPr>
          <p:spPr>
            <a:xfrm>
              <a:off x="503854" y="5309118"/>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28" name="Google Shape;4828;p327"/>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29" name="Google Shape;4829;p327"/>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30" name="Google Shape;4830;p327"/>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31" name="Google Shape;4831;p327"/>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832" name="Google Shape;4832;p327" descr="Alien Monster on Microsoft Windows 10 May 2019 Update"/>
          <p:cNvPicPr preferRelativeResize="0"/>
          <p:nvPr/>
        </p:nvPicPr>
        <p:blipFill rotWithShape="1">
          <a:blip r:embed="rId3">
            <a:alphaModFix/>
          </a:blip>
          <a:srcRect/>
          <a:stretch/>
        </p:blipFill>
        <p:spPr>
          <a:xfrm>
            <a:off x="4523019" y="4397053"/>
            <a:ext cx="452530" cy="452530"/>
          </a:xfrm>
          <a:prstGeom prst="rect">
            <a:avLst/>
          </a:prstGeom>
          <a:noFill/>
          <a:ln>
            <a:noFill/>
          </a:ln>
        </p:spPr>
      </p:pic>
      <p:pic>
        <p:nvPicPr>
          <p:cNvPr id="4833" name="Google Shape;4833;p327" descr="Chequered Flag on Microsoft Windows 10"/>
          <p:cNvPicPr preferRelativeResize="0"/>
          <p:nvPr/>
        </p:nvPicPr>
        <p:blipFill rotWithShape="1">
          <a:blip r:embed="rId4">
            <a:alphaModFix/>
          </a:blip>
          <a:srcRect/>
          <a:stretch/>
        </p:blipFill>
        <p:spPr>
          <a:xfrm>
            <a:off x="726622" y="5611196"/>
            <a:ext cx="412880" cy="412880"/>
          </a:xfrm>
          <a:prstGeom prst="rect">
            <a:avLst/>
          </a:prstGeom>
          <a:noFill/>
          <a:ln>
            <a:noFill/>
          </a:ln>
        </p:spPr>
      </p:pic>
      <p:cxnSp>
        <p:nvCxnSpPr>
          <p:cNvPr id="4834" name="Google Shape;4834;p327"/>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4835" name="Google Shape;4835;p327"/>
          <p:cNvSpPr/>
          <p:nvPr/>
        </p:nvSpPr>
        <p:spPr>
          <a:xfrm>
            <a:off x="7212580" y="382555"/>
            <a:ext cx="4979422"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36" name="Google Shape;4836;p327"/>
          <p:cNvSpPr txBox="1"/>
          <p:nvPr/>
        </p:nvSpPr>
        <p:spPr>
          <a:xfrm>
            <a:off x="7555853" y="474345"/>
            <a:ext cx="4132283" cy="5909310"/>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 (</a:t>
            </a:r>
            <a:r>
              <a:rPr lang="es-ES" sz="2400" b="0" i="0" u="none" strike="noStrike" cap="none">
                <a:solidFill>
                  <a:srgbClr val="79D2EA"/>
                </a:solidFill>
                <a:latin typeface="Tahoma"/>
                <a:ea typeface="Tahoma"/>
                <a:cs typeface="Tahoma"/>
                <a:sym typeface="Tahoma"/>
              </a:rPr>
              <a:t>color_casillero es     </a:t>
            </a: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sino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2</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repetir(</a:t>
            </a:r>
            <a:r>
              <a:rPr lang="es-ES" sz="2400" b="0" i="0" u="none" strike="noStrike" cap="none">
                <a:solidFill>
                  <a:srgbClr val="79D2EA"/>
                </a:solidFill>
                <a:latin typeface="Tahoma"/>
                <a:ea typeface="Tahoma"/>
                <a:cs typeface="Tahoma"/>
                <a:sym typeface="Tahoma"/>
              </a:rPr>
              <a:t>1</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4A7B8B"/>
                </a:solidFill>
                <a:highlight>
                  <a:srgbClr val="B3FF00"/>
                </a:highlight>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2400" b="0" i="0" u="none" strike="noStrike" cap="none">
              <a:solidFill>
                <a:srgbClr val="4A7B8B"/>
              </a:solidFill>
              <a:latin typeface="Tahoma"/>
              <a:ea typeface="Tahoma"/>
              <a:cs typeface="Tahoma"/>
              <a:sym typeface="Tahoma"/>
            </a:endParaRPr>
          </a:p>
        </p:txBody>
      </p:sp>
      <p:sp>
        <p:nvSpPr>
          <p:cNvPr id="4837" name="Google Shape;4837;p327"/>
          <p:cNvSpPr/>
          <p:nvPr/>
        </p:nvSpPr>
        <p:spPr>
          <a:xfrm>
            <a:off x="10848390" y="1632864"/>
            <a:ext cx="331236" cy="33123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38" name="Google Shape;4838;p327"/>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39" name="Google Shape;4839;p327"/>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Shape 4844"/>
        <p:cNvGrpSpPr/>
        <p:nvPr/>
      </p:nvGrpSpPr>
      <p:grpSpPr>
        <a:xfrm>
          <a:off x="0" y="0"/>
          <a:ext cx="0" cy="0"/>
          <a:chOff x="0" y="0"/>
          <a:chExt cx="0" cy="0"/>
        </a:xfrm>
      </p:grpSpPr>
      <p:grpSp>
        <p:nvGrpSpPr>
          <p:cNvPr id="4845" name="Google Shape;4845;p328"/>
          <p:cNvGrpSpPr/>
          <p:nvPr/>
        </p:nvGrpSpPr>
        <p:grpSpPr>
          <a:xfrm>
            <a:off x="503854" y="611156"/>
            <a:ext cx="5946712" cy="5635688"/>
            <a:chOff x="503854" y="531846"/>
            <a:chExt cx="5946712" cy="5635688"/>
          </a:xfrm>
        </p:grpSpPr>
        <p:sp>
          <p:nvSpPr>
            <p:cNvPr id="4846" name="Google Shape;4846;p328"/>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47" name="Google Shape;4847;p328"/>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48" name="Google Shape;4848;p328"/>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49" name="Google Shape;4849;p328"/>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50" name="Google Shape;4850;p328"/>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51" name="Google Shape;4851;p328"/>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52" name="Google Shape;4852;p328"/>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53" name="Google Shape;4853;p328"/>
            <p:cNvSpPr/>
            <p:nvPr/>
          </p:nvSpPr>
          <p:spPr>
            <a:xfrm>
              <a:off x="3048002" y="1726164"/>
              <a:ext cx="858416" cy="85841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54" name="Google Shape;4854;p328"/>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55" name="Google Shape;4855;p328"/>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56" name="Google Shape;4856;p328"/>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57" name="Google Shape;4857;p328"/>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58" name="Google Shape;4858;p328"/>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59" name="Google Shape;4859;p328"/>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60" name="Google Shape;4860;p328"/>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61" name="Google Shape;4861;p328"/>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62" name="Google Shape;4862;p328"/>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63" name="Google Shape;4863;p328"/>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64" name="Google Shape;4864;p328"/>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65" name="Google Shape;4865;p328"/>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66" name="Google Shape;4866;p328"/>
            <p:cNvSpPr/>
            <p:nvPr/>
          </p:nvSpPr>
          <p:spPr>
            <a:xfrm>
              <a:off x="503854" y="5309118"/>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67" name="Google Shape;4867;p328"/>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68" name="Google Shape;4868;p328"/>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69" name="Google Shape;4869;p328"/>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70" name="Google Shape;4870;p328"/>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871" name="Google Shape;4871;p328" descr="Alien Monster on Microsoft Windows 10 May 2019 Update"/>
          <p:cNvPicPr preferRelativeResize="0"/>
          <p:nvPr/>
        </p:nvPicPr>
        <p:blipFill rotWithShape="1">
          <a:blip r:embed="rId3">
            <a:alphaModFix/>
          </a:blip>
          <a:srcRect/>
          <a:stretch/>
        </p:blipFill>
        <p:spPr>
          <a:xfrm>
            <a:off x="3250945" y="4397053"/>
            <a:ext cx="452530" cy="452530"/>
          </a:xfrm>
          <a:prstGeom prst="rect">
            <a:avLst/>
          </a:prstGeom>
          <a:noFill/>
          <a:ln>
            <a:noFill/>
          </a:ln>
        </p:spPr>
      </p:pic>
      <p:pic>
        <p:nvPicPr>
          <p:cNvPr id="4872" name="Google Shape;4872;p328" descr="Chequered Flag on Microsoft Windows 10"/>
          <p:cNvPicPr preferRelativeResize="0"/>
          <p:nvPr/>
        </p:nvPicPr>
        <p:blipFill rotWithShape="1">
          <a:blip r:embed="rId4">
            <a:alphaModFix/>
          </a:blip>
          <a:srcRect/>
          <a:stretch/>
        </p:blipFill>
        <p:spPr>
          <a:xfrm>
            <a:off x="726622" y="5611196"/>
            <a:ext cx="412880" cy="412880"/>
          </a:xfrm>
          <a:prstGeom prst="rect">
            <a:avLst/>
          </a:prstGeom>
          <a:noFill/>
          <a:ln>
            <a:noFill/>
          </a:ln>
        </p:spPr>
      </p:pic>
      <p:cxnSp>
        <p:nvCxnSpPr>
          <p:cNvPr id="4873" name="Google Shape;4873;p328"/>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4874" name="Google Shape;4874;p328"/>
          <p:cNvSpPr/>
          <p:nvPr/>
        </p:nvSpPr>
        <p:spPr>
          <a:xfrm>
            <a:off x="7212580" y="382555"/>
            <a:ext cx="4979422"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75" name="Google Shape;4875;p328"/>
          <p:cNvSpPr txBox="1"/>
          <p:nvPr/>
        </p:nvSpPr>
        <p:spPr>
          <a:xfrm>
            <a:off x="7555853" y="474345"/>
            <a:ext cx="4132283" cy="5909310"/>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 (</a:t>
            </a:r>
            <a:r>
              <a:rPr lang="es-ES" sz="2400" b="0" i="0" u="none" strike="noStrike" cap="none">
                <a:solidFill>
                  <a:srgbClr val="79D2EA"/>
                </a:solidFill>
                <a:latin typeface="Tahoma"/>
                <a:ea typeface="Tahoma"/>
                <a:cs typeface="Tahoma"/>
                <a:sym typeface="Tahoma"/>
              </a:rPr>
              <a:t>color_casillero es     </a:t>
            </a: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sino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2</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repetir(</a:t>
            </a:r>
            <a:r>
              <a:rPr lang="es-ES" sz="2400" b="0" i="0" u="none" strike="noStrike" cap="none">
                <a:solidFill>
                  <a:srgbClr val="79D2EA"/>
                </a:solidFill>
                <a:latin typeface="Tahoma"/>
                <a:ea typeface="Tahoma"/>
                <a:cs typeface="Tahoma"/>
                <a:sym typeface="Tahoma"/>
              </a:rPr>
              <a:t>0</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4A7B8B"/>
                </a:solidFill>
                <a:highlight>
                  <a:srgbClr val="B3FF00"/>
                </a:highlight>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2400" b="0" i="0" u="none" strike="noStrike" cap="none">
              <a:solidFill>
                <a:srgbClr val="4A7B8B"/>
              </a:solidFill>
              <a:latin typeface="Tahoma"/>
              <a:ea typeface="Tahoma"/>
              <a:cs typeface="Tahoma"/>
              <a:sym typeface="Tahoma"/>
            </a:endParaRPr>
          </a:p>
        </p:txBody>
      </p:sp>
      <p:sp>
        <p:nvSpPr>
          <p:cNvPr id="4876" name="Google Shape;4876;p328"/>
          <p:cNvSpPr/>
          <p:nvPr/>
        </p:nvSpPr>
        <p:spPr>
          <a:xfrm>
            <a:off x="10848390" y="1632864"/>
            <a:ext cx="331236" cy="33123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77" name="Google Shape;4877;p328"/>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78" name="Google Shape;4878;p328"/>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Shape 4883"/>
        <p:cNvGrpSpPr/>
        <p:nvPr/>
      </p:nvGrpSpPr>
      <p:grpSpPr>
        <a:xfrm>
          <a:off x="0" y="0"/>
          <a:ext cx="0" cy="0"/>
          <a:chOff x="0" y="0"/>
          <a:chExt cx="0" cy="0"/>
        </a:xfrm>
      </p:grpSpPr>
      <p:grpSp>
        <p:nvGrpSpPr>
          <p:cNvPr id="4884" name="Google Shape;4884;p329"/>
          <p:cNvGrpSpPr/>
          <p:nvPr/>
        </p:nvGrpSpPr>
        <p:grpSpPr>
          <a:xfrm>
            <a:off x="503854" y="611156"/>
            <a:ext cx="5946712" cy="5635688"/>
            <a:chOff x="503854" y="531846"/>
            <a:chExt cx="5946712" cy="5635688"/>
          </a:xfrm>
        </p:grpSpPr>
        <p:sp>
          <p:nvSpPr>
            <p:cNvPr id="4885" name="Google Shape;4885;p329"/>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86" name="Google Shape;4886;p329"/>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87" name="Google Shape;4887;p329"/>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88" name="Google Shape;4888;p329"/>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89" name="Google Shape;4889;p329"/>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90" name="Google Shape;4890;p329"/>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91" name="Google Shape;4891;p329"/>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92" name="Google Shape;4892;p329"/>
            <p:cNvSpPr/>
            <p:nvPr/>
          </p:nvSpPr>
          <p:spPr>
            <a:xfrm>
              <a:off x="3048002" y="1726164"/>
              <a:ext cx="858416" cy="85841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93" name="Google Shape;4893;p329"/>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94" name="Google Shape;4894;p329"/>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95" name="Google Shape;4895;p329"/>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96" name="Google Shape;4896;p329"/>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97" name="Google Shape;4897;p329"/>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98" name="Google Shape;4898;p329"/>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99" name="Google Shape;4899;p329"/>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00" name="Google Shape;4900;p329"/>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01" name="Google Shape;4901;p329"/>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02" name="Google Shape;4902;p329"/>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03" name="Google Shape;4903;p329"/>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04" name="Google Shape;4904;p329"/>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05" name="Google Shape;4905;p329"/>
            <p:cNvSpPr/>
            <p:nvPr/>
          </p:nvSpPr>
          <p:spPr>
            <a:xfrm>
              <a:off x="503854" y="5309118"/>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06" name="Google Shape;4906;p329"/>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07" name="Google Shape;4907;p329"/>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08" name="Google Shape;4908;p329"/>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09" name="Google Shape;4909;p329"/>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910" name="Google Shape;4910;p329" descr="Alien Monster on Microsoft Windows 10 May 2019 Update"/>
          <p:cNvPicPr preferRelativeResize="0"/>
          <p:nvPr/>
        </p:nvPicPr>
        <p:blipFill rotWithShape="1">
          <a:blip r:embed="rId3">
            <a:alphaModFix/>
          </a:blip>
          <a:srcRect/>
          <a:stretch/>
        </p:blipFill>
        <p:spPr>
          <a:xfrm>
            <a:off x="3250945" y="5591371"/>
            <a:ext cx="452530" cy="452530"/>
          </a:xfrm>
          <a:prstGeom prst="rect">
            <a:avLst/>
          </a:prstGeom>
          <a:noFill/>
          <a:ln>
            <a:noFill/>
          </a:ln>
        </p:spPr>
      </p:pic>
      <p:pic>
        <p:nvPicPr>
          <p:cNvPr id="4911" name="Google Shape;4911;p329" descr="Chequered Flag on Microsoft Windows 10"/>
          <p:cNvPicPr preferRelativeResize="0"/>
          <p:nvPr/>
        </p:nvPicPr>
        <p:blipFill rotWithShape="1">
          <a:blip r:embed="rId4">
            <a:alphaModFix/>
          </a:blip>
          <a:srcRect/>
          <a:stretch/>
        </p:blipFill>
        <p:spPr>
          <a:xfrm>
            <a:off x="726622" y="5611196"/>
            <a:ext cx="412880" cy="412880"/>
          </a:xfrm>
          <a:prstGeom prst="rect">
            <a:avLst/>
          </a:prstGeom>
          <a:noFill/>
          <a:ln>
            <a:noFill/>
          </a:ln>
        </p:spPr>
      </p:pic>
      <p:cxnSp>
        <p:nvCxnSpPr>
          <p:cNvPr id="4912" name="Google Shape;4912;p329"/>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4913" name="Google Shape;4913;p329"/>
          <p:cNvSpPr/>
          <p:nvPr/>
        </p:nvSpPr>
        <p:spPr>
          <a:xfrm>
            <a:off x="7212580" y="382555"/>
            <a:ext cx="4979422"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14" name="Google Shape;4914;p329"/>
          <p:cNvSpPr txBox="1"/>
          <p:nvPr/>
        </p:nvSpPr>
        <p:spPr>
          <a:xfrm>
            <a:off x="7555853" y="474345"/>
            <a:ext cx="4132283" cy="5909310"/>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 (</a:t>
            </a:r>
            <a:r>
              <a:rPr lang="es-ES" sz="2400" b="0" i="0" u="none" strike="noStrike" cap="none">
                <a:solidFill>
                  <a:srgbClr val="79D2EA"/>
                </a:solidFill>
                <a:latin typeface="Tahoma"/>
                <a:ea typeface="Tahoma"/>
                <a:cs typeface="Tahoma"/>
                <a:sym typeface="Tahoma"/>
              </a:rPr>
              <a:t>color_casillero es     </a:t>
            </a: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sino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1</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4A7B8B"/>
                </a:solidFill>
                <a:highlight>
                  <a:srgbClr val="B3FF00"/>
                </a:highlight>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repetir(</a:t>
            </a:r>
            <a:r>
              <a:rPr lang="es-ES" sz="2400" b="0" i="0" u="none" strike="noStrike" cap="none">
                <a:solidFill>
                  <a:srgbClr val="79D2EA"/>
                </a:solidFill>
                <a:latin typeface="Tahoma"/>
                <a:ea typeface="Tahoma"/>
                <a:cs typeface="Tahoma"/>
                <a:sym typeface="Tahoma"/>
              </a:rPr>
              <a:t>2</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2400" b="0" i="0" u="none" strike="noStrike" cap="none">
              <a:solidFill>
                <a:srgbClr val="4A7B8B"/>
              </a:solidFill>
              <a:latin typeface="Tahoma"/>
              <a:ea typeface="Tahoma"/>
              <a:cs typeface="Tahoma"/>
              <a:sym typeface="Tahoma"/>
            </a:endParaRPr>
          </a:p>
        </p:txBody>
      </p:sp>
      <p:sp>
        <p:nvSpPr>
          <p:cNvPr id="4915" name="Google Shape;4915;p329"/>
          <p:cNvSpPr/>
          <p:nvPr/>
        </p:nvSpPr>
        <p:spPr>
          <a:xfrm>
            <a:off x="10848390" y="1632864"/>
            <a:ext cx="331236" cy="33123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16" name="Google Shape;4916;p329"/>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17" name="Google Shape;4917;p329"/>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Shape 4922"/>
        <p:cNvGrpSpPr/>
        <p:nvPr/>
      </p:nvGrpSpPr>
      <p:grpSpPr>
        <a:xfrm>
          <a:off x="0" y="0"/>
          <a:ext cx="0" cy="0"/>
          <a:chOff x="0" y="0"/>
          <a:chExt cx="0" cy="0"/>
        </a:xfrm>
      </p:grpSpPr>
      <p:grpSp>
        <p:nvGrpSpPr>
          <p:cNvPr id="4923" name="Google Shape;4923;p330"/>
          <p:cNvGrpSpPr/>
          <p:nvPr/>
        </p:nvGrpSpPr>
        <p:grpSpPr>
          <a:xfrm>
            <a:off x="503854" y="611156"/>
            <a:ext cx="5946712" cy="5635688"/>
            <a:chOff x="503854" y="531846"/>
            <a:chExt cx="5946712" cy="5635688"/>
          </a:xfrm>
        </p:grpSpPr>
        <p:sp>
          <p:nvSpPr>
            <p:cNvPr id="4924" name="Google Shape;4924;p330"/>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25" name="Google Shape;4925;p330"/>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26" name="Google Shape;4926;p330"/>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27" name="Google Shape;4927;p330"/>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28" name="Google Shape;4928;p330"/>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29" name="Google Shape;4929;p330"/>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30" name="Google Shape;4930;p330"/>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31" name="Google Shape;4931;p330"/>
            <p:cNvSpPr/>
            <p:nvPr/>
          </p:nvSpPr>
          <p:spPr>
            <a:xfrm>
              <a:off x="3048002" y="1726164"/>
              <a:ext cx="858416" cy="85841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32" name="Google Shape;4932;p330"/>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33" name="Google Shape;4933;p330"/>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34" name="Google Shape;4934;p330"/>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35" name="Google Shape;4935;p330"/>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36" name="Google Shape;4936;p330"/>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37" name="Google Shape;4937;p330"/>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38" name="Google Shape;4938;p330"/>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39" name="Google Shape;4939;p330"/>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40" name="Google Shape;4940;p330"/>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41" name="Google Shape;4941;p330"/>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42" name="Google Shape;4942;p330"/>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43" name="Google Shape;4943;p330"/>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44" name="Google Shape;4944;p330"/>
            <p:cNvSpPr/>
            <p:nvPr/>
          </p:nvSpPr>
          <p:spPr>
            <a:xfrm>
              <a:off x="503854" y="5309118"/>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45" name="Google Shape;4945;p330"/>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46" name="Google Shape;4946;p330"/>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47" name="Google Shape;4947;p330"/>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48" name="Google Shape;4948;p330"/>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949" name="Google Shape;4949;p330" descr="Alien Monster on Microsoft Windows 10 May 2019 Update"/>
          <p:cNvPicPr preferRelativeResize="0"/>
          <p:nvPr/>
        </p:nvPicPr>
        <p:blipFill rotWithShape="1">
          <a:blip r:embed="rId3">
            <a:alphaModFix/>
          </a:blip>
          <a:srcRect/>
          <a:stretch/>
        </p:blipFill>
        <p:spPr>
          <a:xfrm>
            <a:off x="1978871" y="5591371"/>
            <a:ext cx="452530" cy="452530"/>
          </a:xfrm>
          <a:prstGeom prst="rect">
            <a:avLst/>
          </a:prstGeom>
          <a:noFill/>
          <a:ln>
            <a:noFill/>
          </a:ln>
        </p:spPr>
      </p:pic>
      <p:pic>
        <p:nvPicPr>
          <p:cNvPr id="4950" name="Google Shape;4950;p330" descr="Chequered Flag on Microsoft Windows 10"/>
          <p:cNvPicPr preferRelativeResize="0"/>
          <p:nvPr/>
        </p:nvPicPr>
        <p:blipFill rotWithShape="1">
          <a:blip r:embed="rId4">
            <a:alphaModFix/>
          </a:blip>
          <a:srcRect/>
          <a:stretch/>
        </p:blipFill>
        <p:spPr>
          <a:xfrm>
            <a:off x="726622" y="5611196"/>
            <a:ext cx="412880" cy="412880"/>
          </a:xfrm>
          <a:prstGeom prst="rect">
            <a:avLst/>
          </a:prstGeom>
          <a:noFill/>
          <a:ln>
            <a:noFill/>
          </a:ln>
        </p:spPr>
      </p:pic>
      <p:cxnSp>
        <p:nvCxnSpPr>
          <p:cNvPr id="4951" name="Google Shape;4951;p330"/>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4952" name="Google Shape;4952;p330"/>
          <p:cNvSpPr/>
          <p:nvPr/>
        </p:nvSpPr>
        <p:spPr>
          <a:xfrm>
            <a:off x="7212580" y="382555"/>
            <a:ext cx="4979422"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53" name="Google Shape;4953;p330"/>
          <p:cNvSpPr txBox="1"/>
          <p:nvPr/>
        </p:nvSpPr>
        <p:spPr>
          <a:xfrm>
            <a:off x="7555853" y="474345"/>
            <a:ext cx="4132283" cy="5909310"/>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 (</a:t>
            </a:r>
            <a:r>
              <a:rPr lang="es-ES" sz="2400" b="0" i="0" u="none" strike="noStrike" cap="none">
                <a:solidFill>
                  <a:srgbClr val="79D2EA"/>
                </a:solidFill>
                <a:latin typeface="Tahoma"/>
                <a:ea typeface="Tahoma"/>
                <a:cs typeface="Tahoma"/>
                <a:sym typeface="Tahoma"/>
              </a:rPr>
              <a:t>color_casillero es     </a:t>
            </a: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sino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1</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repetir(</a:t>
            </a:r>
            <a:r>
              <a:rPr lang="es-ES" sz="2400" b="0" i="0" u="none" strike="noStrike" cap="none">
                <a:solidFill>
                  <a:srgbClr val="79D2EA"/>
                </a:solidFill>
                <a:latin typeface="Tahoma"/>
                <a:ea typeface="Tahoma"/>
                <a:cs typeface="Tahoma"/>
                <a:sym typeface="Tahoma"/>
              </a:rPr>
              <a:t>1</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4A7B8B"/>
                </a:solidFill>
                <a:highlight>
                  <a:srgbClr val="B3FF00"/>
                </a:highlight>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2400" b="0" i="0" u="none" strike="noStrike" cap="none">
              <a:solidFill>
                <a:srgbClr val="4A7B8B"/>
              </a:solidFill>
              <a:latin typeface="Tahoma"/>
              <a:ea typeface="Tahoma"/>
              <a:cs typeface="Tahoma"/>
              <a:sym typeface="Tahoma"/>
            </a:endParaRPr>
          </a:p>
        </p:txBody>
      </p:sp>
      <p:sp>
        <p:nvSpPr>
          <p:cNvPr id="4954" name="Google Shape;4954;p330"/>
          <p:cNvSpPr/>
          <p:nvPr/>
        </p:nvSpPr>
        <p:spPr>
          <a:xfrm>
            <a:off x="10848390" y="1632864"/>
            <a:ext cx="331236" cy="33123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55" name="Google Shape;4955;p330"/>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56" name="Google Shape;4956;p330"/>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Shape 4961"/>
        <p:cNvGrpSpPr/>
        <p:nvPr/>
      </p:nvGrpSpPr>
      <p:grpSpPr>
        <a:xfrm>
          <a:off x="0" y="0"/>
          <a:ext cx="0" cy="0"/>
          <a:chOff x="0" y="0"/>
          <a:chExt cx="0" cy="0"/>
        </a:xfrm>
      </p:grpSpPr>
      <p:grpSp>
        <p:nvGrpSpPr>
          <p:cNvPr id="4962" name="Google Shape;4962;p331"/>
          <p:cNvGrpSpPr/>
          <p:nvPr/>
        </p:nvGrpSpPr>
        <p:grpSpPr>
          <a:xfrm>
            <a:off x="503854" y="611156"/>
            <a:ext cx="5946712" cy="5635688"/>
            <a:chOff x="503854" y="531846"/>
            <a:chExt cx="5946712" cy="5635688"/>
          </a:xfrm>
        </p:grpSpPr>
        <p:sp>
          <p:nvSpPr>
            <p:cNvPr id="4963" name="Google Shape;4963;p331"/>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64" name="Google Shape;4964;p331"/>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65" name="Google Shape;4965;p331"/>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66" name="Google Shape;4966;p331"/>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67" name="Google Shape;4967;p331"/>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68" name="Google Shape;4968;p331"/>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69" name="Google Shape;4969;p331"/>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70" name="Google Shape;4970;p331"/>
            <p:cNvSpPr/>
            <p:nvPr/>
          </p:nvSpPr>
          <p:spPr>
            <a:xfrm>
              <a:off x="3048002" y="1726164"/>
              <a:ext cx="858416" cy="85841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71" name="Google Shape;4971;p331"/>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72" name="Google Shape;4972;p331"/>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73" name="Google Shape;4973;p331"/>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74" name="Google Shape;4974;p331"/>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75" name="Google Shape;4975;p331"/>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76" name="Google Shape;4976;p331"/>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77" name="Google Shape;4977;p331"/>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78" name="Google Shape;4978;p331"/>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79" name="Google Shape;4979;p331"/>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80" name="Google Shape;4980;p331"/>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81" name="Google Shape;4981;p331"/>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82" name="Google Shape;4982;p331"/>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83" name="Google Shape;4983;p331"/>
            <p:cNvSpPr/>
            <p:nvPr/>
          </p:nvSpPr>
          <p:spPr>
            <a:xfrm>
              <a:off x="503854" y="5309118"/>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84" name="Google Shape;4984;p331"/>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85" name="Google Shape;4985;p331"/>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86" name="Google Shape;4986;p331"/>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87" name="Google Shape;4987;p331"/>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988" name="Google Shape;4988;p331" descr="Chequered Flag on Microsoft Windows 10"/>
          <p:cNvPicPr preferRelativeResize="0"/>
          <p:nvPr/>
        </p:nvPicPr>
        <p:blipFill rotWithShape="1">
          <a:blip r:embed="rId3">
            <a:alphaModFix/>
          </a:blip>
          <a:srcRect/>
          <a:stretch/>
        </p:blipFill>
        <p:spPr>
          <a:xfrm>
            <a:off x="726622" y="5611196"/>
            <a:ext cx="412880" cy="412880"/>
          </a:xfrm>
          <a:prstGeom prst="rect">
            <a:avLst/>
          </a:prstGeom>
          <a:noFill/>
          <a:ln>
            <a:noFill/>
          </a:ln>
        </p:spPr>
      </p:pic>
      <p:cxnSp>
        <p:nvCxnSpPr>
          <p:cNvPr id="4989" name="Google Shape;4989;p331"/>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4990" name="Google Shape;4990;p331" descr="Alien Monster on Microsoft Windows 10 May 2019 Update"/>
          <p:cNvPicPr preferRelativeResize="0"/>
          <p:nvPr/>
        </p:nvPicPr>
        <p:blipFill rotWithShape="1">
          <a:blip r:embed="rId4">
            <a:alphaModFix/>
          </a:blip>
          <a:srcRect/>
          <a:stretch/>
        </p:blipFill>
        <p:spPr>
          <a:xfrm>
            <a:off x="707960" y="-622810"/>
            <a:ext cx="452530" cy="452530"/>
          </a:xfrm>
          <a:prstGeom prst="rect">
            <a:avLst/>
          </a:prstGeom>
          <a:noFill/>
          <a:ln>
            <a:noFill/>
          </a:ln>
        </p:spPr>
      </p:pic>
      <p:sp>
        <p:nvSpPr>
          <p:cNvPr id="4991" name="Google Shape;4991;p331"/>
          <p:cNvSpPr/>
          <p:nvPr/>
        </p:nvSpPr>
        <p:spPr>
          <a:xfrm>
            <a:off x="7212580" y="382555"/>
            <a:ext cx="4979422"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92" name="Google Shape;4992;p331"/>
          <p:cNvSpPr txBox="1"/>
          <p:nvPr/>
        </p:nvSpPr>
        <p:spPr>
          <a:xfrm>
            <a:off x="7555853" y="474345"/>
            <a:ext cx="4132283" cy="5909310"/>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 (</a:t>
            </a:r>
            <a:r>
              <a:rPr lang="es-ES" sz="2400" b="0" i="0" u="none" strike="noStrike" cap="none">
                <a:solidFill>
                  <a:srgbClr val="79D2EA"/>
                </a:solidFill>
                <a:latin typeface="Tahoma"/>
                <a:ea typeface="Tahoma"/>
                <a:cs typeface="Tahoma"/>
                <a:sym typeface="Tahoma"/>
              </a:rPr>
              <a:t>color_casillero es     </a:t>
            </a: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sino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1</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repetir(</a:t>
            </a:r>
            <a:r>
              <a:rPr lang="es-ES" sz="2400" b="0" i="0" u="none" strike="noStrike" cap="none">
                <a:solidFill>
                  <a:srgbClr val="79D2EA"/>
                </a:solidFill>
                <a:latin typeface="Tahoma"/>
                <a:ea typeface="Tahoma"/>
                <a:cs typeface="Tahoma"/>
                <a:sym typeface="Tahoma"/>
              </a:rPr>
              <a:t>0</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4A7B8B"/>
                </a:solidFill>
                <a:highlight>
                  <a:srgbClr val="B3FF00"/>
                </a:highlight>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2400" b="0" i="0" u="none" strike="noStrike" cap="none">
              <a:solidFill>
                <a:srgbClr val="4A7B8B"/>
              </a:solidFill>
              <a:latin typeface="Tahoma"/>
              <a:ea typeface="Tahoma"/>
              <a:cs typeface="Tahoma"/>
              <a:sym typeface="Tahoma"/>
            </a:endParaRPr>
          </a:p>
        </p:txBody>
      </p:sp>
      <p:sp>
        <p:nvSpPr>
          <p:cNvPr id="4993" name="Google Shape;4993;p331"/>
          <p:cNvSpPr/>
          <p:nvPr/>
        </p:nvSpPr>
        <p:spPr>
          <a:xfrm>
            <a:off x="10848390" y="1632864"/>
            <a:ext cx="331236" cy="33123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4994" name="Google Shape;4994;p331" descr="Alien Monster on Microsoft Windows 10 May 2019 Update"/>
          <p:cNvPicPr preferRelativeResize="0"/>
          <p:nvPr/>
        </p:nvPicPr>
        <p:blipFill rotWithShape="1">
          <a:blip r:embed="rId4">
            <a:alphaModFix/>
          </a:blip>
          <a:srcRect/>
          <a:stretch/>
        </p:blipFill>
        <p:spPr>
          <a:xfrm>
            <a:off x="706797" y="5591371"/>
            <a:ext cx="452530" cy="452530"/>
          </a:xfrm>
          <a:prstGeom prst="rect">
            <a:avLst/>
          </a:prstGeom>
          <a:noFill/>
          <a:ln>
            <a:noFill/>
          </a:ln>
        </p:spPr>
      </p:pic>
      <p:sp>
        <p:nvSpPr>
          <p:cNvPr id="4995" name="Google Shape;4995;p331"/>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96" name="Google Shape;4996;p331"/>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Shape 5001"/>
        <p:cNvGrpSpPr/>
        <p:nvPr/>
      </p:nvGrpSpPr>
      <p:grpSpPr>
        <a:xfrm>
          <a:off x="0" y="0"/>
          <a:ext cx="0" cy="0"/>
          <a:chOff x="0" y="0"/>
          <a:chExt cx="0" cy="0"/>
        </a:xfrm>
      </p:grpSpPr>
      <p:grpSp>
        <p:nvGrpSpPr>
          <p:cNvPr id="5002" name="Google Shape;5002;p332"/>
          <p:cNvGrpSpPr/>
          <p:nvPr/>
        </p:nvGrpSpPr>
        <p:grpSpPr>
          <a:xfrm>
            <a:off x="503854" y="611156"/>
            <a:ext cx="5946712" cy="5635688"/>
            <a:chOff x="503854" y="531846"/>
            <a:chExt cx="5946712" cy="5635688"/>
          </a:xfrm>
        </p:grpSpPr>
        <p:sp>
          <p:nvSpPr>
            <p:cNvPr id="5003" name="Google Shape;5003;p332"/>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04" name="Google Shape;5004;p332"/>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05" name="Google Shape;5005;p332"/>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06" name="Google Shape;5006;p332"/>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07" name="Google Shape;5007;p332"/>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08" name="Google Shape;5008;p332"/>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09" name="Google Shape;5009;p332"/>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10" name="Google Shape;5010;p332"/>
            <p:cNvSpPr/>
            <p:nvPr/>
          </p:nvSpPr>
          <p:spPr>
            <a:xfrm>
              <a:off x="3048002" y="1726164"/>
              <a:ext cx="858416" cy="85841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11" name="Google Shape;5011;p332"/>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12" name="Google Shape;5012;p332"/>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13" name="Google Shape;5013;p332"/>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14" name="Google Shape;5014;p332"/>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15" name="Google Shape;5015;p332"/>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16" name="Google Shape;5016;p332"/>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17" name="Google Shape;5017;p332"/>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18" name="Google Shape;5018;p332"/>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19" name="Google Shape;5019;p332"/>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20" name="Google Shape;5020;p332"/>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21" name="Google Shape;5021;p332"/>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22" name="Google Shape;5022;p332"/>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23" name="Google Shape;5023;p332"/>
            <p:cNvSpPr/>
            <p:nvPr/>
          </p:nvSpPr>
          <p:spPr>
            <a:xfrm>
              <a:off x="503854" y="5309118"/>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24" name="Google Shape;5024;p332"/>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25" name="Google Shape;5025;p332"/>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26" name="Google Shape;5026;p332"/>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27" name="Google Shape;5027;p332"/>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5028" name="Google Shape;5028;p332" descr="Chequered Flag on Microsoft Windows 10"/>
          <p:cNvPicPr preferRelativeResize="0"/>
          <p:nvPr/>
        </p:nvPicPr>
        <p:blipFill rotWithShape="1">
          <a:blip r:embed="rId3">
            <a:alphaModFix/>
          </a:blip>
          <a:srcRect/>
          <a:stretch/>
        </p:blipFill>
        <p:spPr>
          <a:xfrm>
            <a:off x="726622" y="5611196"/>
            <a:ext cx="412880" cy="412880"/>
          </a:xfrm>
          <a:prstGeom prst="rect">
            <a:avLst/>
          </a:prstGeom>
          <a:noFill/>
          <a:ln>
            <a:noFill/>
          </a:ln>
        </p:spPr>
      </p:pic>
      <p:cxnSp>
        <p:nvCxnSpPr>
          <p:cNvPr id="5029" name="Google Shape;5029;p332"/>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5030" name="Google Shape;5030;p332" descr="Alien Monster on Microsoft Windows 10 May 2019 Update"/>
          <p:cNvPicPr preferRelativeResize="0"/>
          <p:nvPr/>
        </p:nvPicPr>
        <p:blipFill rotWithShape="1">
          <a:blip r:embed="rId4">
            <a:alphaModFix/>
          </a:blip>
          <a:srcRect/>
          <a:stretch/>
        </p:blipFill>
        <p:spPr>
          <a:xfrm>
            <a:off x="706797" y="7375848"/>
            <a:ext cx="452530" cy="452530"/>
          </a:xfrm>
          <a:prstGeom prst="rect">
            <a:avLst/>
          </a:prstGeom>
          <a:noFill/>
          <a:ln>
            <a:noFill/>
          </a:ln>
        </p:spPr>
      </p:pic>
      <p:pic>
        <p:nvPicPr>
          <p:cNvPr id="5031" name="Google Shape;5031;p332" descr="Alien Monster on Microsoft Windows 10 May 2019 Update"/>
          <p:cNvPicPr preferRelativeResize="0"/>
          <p:nvPr/>
        </p:nvPicPr>
        <p:blipFill rotWithShape="1">
          <a:blip r:embed="rId4">
            <a:alphaModFix/>
          </a:blip>
          <a:srcRect/>
          <a:stretch/>
        </p:blipFill>
        <p:spPr>
          <a:xfrm>
            <a:off x="707960" y="833924"/>
            <a:ext cx="452530" cy="452530"/>
          </a:xfrm>
          <a:prstGeom prst="rect">
            <a:avLst/>
          </a:prstGeom>
          <a:noFill/>
          <a:ln>
            <a:noFill/>
          </a:ln>
        </p:spPr>
      </p:pic>
      <p:pic>
        <p:nvPicPr>
          <p:cNvPr id="5032" name="Google Shape;5032;p332" descr="Alien Monster on Microsoft Windows 10 May 2019 Update"/>
          <p:cNvPicPr preferRelativeResize="0"/>
          <p:nvPr/>
        </p:nvPicPr>
        <p:blipFill rotWithShape="1">
          <a:blip r:embed="rId4">
            <a:alphaModFix/>
          </a:blip>
          <a:srcRect/>
          <a:stretch/>
        </p:blipFill>
        <p:spPr>
          <a:xfrm>
            <a:off x="12535275" y="814099"/>
            <a:ext cx="452530" cy="452530"/>
          </a:xfrm>
          <a:prstGeom prst="rect">
            <a:avLst/>
          </a:prstGeom>
          <a:noFill/>
          <a:ln>
            <a:noFill/>
          </a:ln>
        </p:spPr>
      </p:pic>
      <p:sp>
        <p:nvSpPr>
          <p:cNvPr id="5033" name="Google Shape;5033;p332"/>
          <p:cNvSpPr/>
          <p:nvPr/>
        </p:nvSpPr>
        <p:spPr>
          <a:xfrm>
            <a:off x="7212580" y="382555"/>
            <a:ext cx="4979422"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34" name="Google Shape;5034;p332"/>
          <p:cNvSpPr txBox="1"/>
          <p:nvPr/>
        </p:nvSpPr>
        <p:spPr>
          <a:xfrm>
            <a:off x="7555853" y="474345"/>
            <a:ext cx="4132283" cy="5909310"/>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 (</a:t>
            </a:r>
            <a:r>
              <a:rPr lang="es-ES" sz="2400" b="0" i="0" u="none" strike="noStrike" cap="none">
                <a:solidFill>
                  <a:srgbClr val="79D2EA"/>
                </a:solidFill>
                <a:latin typeface="Tahoma"/>
                <a:ea typeface="Tahoma"/>
                <a:cs typeface="Tahoma"/>
                <a:sym typeface="Tahoma"/>
              </a:rPr>
              <a:t>color_casillero es     </a:t>
            </a: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sino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0</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4A7B8B"/>
                </a:solidFill>
                <a:highlight>
                  <a:srgbClr val="B3FF00"/>
                </a:highlight>
                <a:latin typeface="Tahoma"/>
                <a:ea typeface="Tahoma"/>
                <a:cs typeface="Tahoma"/>
                <a:sym typeface="Tahoma"/>
              </a:rPr>
              <a:t>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repetir(</a:t>
            </a:r>
            <a:r>
              <a:rPr lang="es-ES" sz="2400" b="0" i="0" u="none" strike="noStrike" cap="none">
                <a:solidFill>
                  <a:srgbClr val="79D2EA"/>
                </a:solidFill>
                <a:latin typeface="Tahoma"/>
                <a:ea typeface="Tahoma"/>
                <a:cs typeface="Tahoma"/>
                <a:sym typeface="Tahoma"/>
              </a:rPr>
              <a:t>2</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2400" b="0" i="0" u="none" strike="noStrike" cap="none">
              <a:solidFill>
                <a:srgbClr val="4A7B8B"/>
              </a:solidFill>
              <a:latin typeface="Tahoma"/>
              <a:ea typeface="Tahoma"/>
              <a:cs typeface="Tahoma"/>
              <a:sym typeface="Tahoma"/>
            </a:endParaRPr>
          </a:p>
        </p:txBody>
      </p:sp>
      <p:sp>
        <p:nvSpPr>
          <p:cNvPr id="5035" name="Google Shape;5035;p332"/>
          <p:cNvSpPr/>
          <p:nvPr/>
        </p:nvSpPr>
        <p:spPr>
          <a:xfrm>
            <a:off x="10848390" y="1632864"/>
            <a:ext cx="331236" cy="33123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36" name="Google Shape;5036;p332"/>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37" name="Google Shape;5037;p332"/>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Shape 5042"/>
        <p:cNvGrpSpPr/>
        <p:nvPr/>
      </p:nvGrpSpPr>
      <p:grpSpPr>
        <a:xfrm>
          <a:off x="0" y="0"/>
          <a:ext cx="0" cy="0"/>
          <a:chOff x="0" y="0"/>
          <a:chExt cx="0" cy="0"/>
        </a:xfrm>
      </p:grpSpPr>
      <p:grpSp>
        <p:nvGrpSpPr>
          <p:cNvPr id="5043" name="Google Shape;5043;p333"/>
          <p:cNvGrpSpPr/>
          <p:nvPr/>
        </p:nvGrpSpPr>
        <p:grpSpPr>
          <a:xfrm>
            <a:off x="503854" y="611156"/>
            <a:ext cx="5946712" cy="5635688"/>
            <a:chOff x="503854" y="531846"/>
            <a:chExt cx="5946712" cy="5635688"/>
          </a:xfrm>
        </p:grpSpPr>
        <p:sp>
          <p:nvSpPr>
            <p:cNvPr id="5044" name="Google Shape;5044;p333"/>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45" name="Google Shape;5045;p333"/>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46" name="Google Shape;5046;p333"/>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47" name="Google Shape;5047;p333"/>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48" name="Google Shape;5048;p333"/>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49" name="Google Shape;5049;p333"/>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50" name="Google Shape;5050;p333"/>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51" name="Google Shape;5051;p333"/>
            <p:cNvSpPr/>
            <p:nvPr/>
          </p:nvSpPr>
          <p:spPr>
            <a:xfrm>
              <a:off x="3048002" y="1726164"/>
              <a:ext cx="858416" cy="85841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52" name="Google Shape;5052;p333"/>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53" name="Google Shape;5053;p333"/>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54" name="Google Shape;5054;p333"/>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55" name="Google Shape;5055;p333"/>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56" name="Google Shape;5056;p333"/>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57" name="Google Shape;5057;p333"/>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58" name="Google Shape;5058;p333"/>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59" name="Google Shape;5059;p333"/>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60" name="Google Shape;5060;p333"/>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61" name="Google Shape;5061;p333"/>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62" name="Google Shape;5062;p333"/>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63" name="Google Shape;5063;p333"/>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64" name="Google Shape;5064;p333"/>
            <p:cNvSpPr/>
            <p:nvPr/>
          </p:nvSpPr>
          <p:spPr>
            <a:xfrm>
              <a:off x="503854" y="5309118"/>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65" name="Google Shape;5065;p333"/>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66" name="Google Shape;5066;p333"/>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67" name="Google Shape;5067;p333"/>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68" name="Google Shape;5068;p333"/>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5069" name="Google Shape;5069;p333" descr="Chequered Flag on Microsoft Windows 10"/>
          <p:cNvPicPr preferRelativeResize="0"/>
          <p:nvPr/>
        </p:nvPicPr>
        <p:blipFill rotWithShape="1">
          <a:blip r:embed="rId3">
            <a:alphaModFix/>
          </a:blip>
          <a:srcRect/>
          <a:stretch/>
        </p:blipFill>
        <p:spPr>
          <a:xfrm>
            <a:off x="726622" y="5611196"/>
            <a:ext cx="412880" cy="412880"/>
          </a:xfrm>
          <a:prstGeom prst="rect">
            <a:avLst/>
          </a:prstGeom>
          <a:noFill/>
          <a:ln>
            <a:noFill/>
          </a:ln>
        </p:spPr>
      </p:pic>
      <p:cxnSp>
        <p:nvCxnSpPr>
          <p:cNvPr id="5070" name="Google Shape;5070;p333"/>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5071" name="Google Shape;5071;p333" descr="Alien Monster on Microsoft Windows 10 May 2019 Update"/>
          <p:cNvPicPr preferRelativeResize="0"/>
          <p:nvPr/>
        </p:nvPicPr>
        <p:blipFill rotWithShape="1">
          <a:blip r:embed="rId4">
            <a:alphaModFix/>
          </a:blip>
          <a:srcRect/>
          <a:stretch/>
        </p:blipFill>
        <p:spPr>
          <a:xfrm>
            <a:off x="706797" y="7375848"/>
            <a:ext cx="452530" cy="452530"/>
          </a:xfrm>
          <a:prstGeom prst="rect">
            <a:avLst/>
          </a:prstGeom>
          <a:noFill/>
          <a:ln>
            <a:noFill/>
          </a:ln>
        </p:spPr>
      </p:pic>
      <p:pic>
        <p:nvPicPr>
          <p:cNvPr id="5072" name="Google Shape;5072;p333" descr="Alien Monster on Microsoft Windows 10 May 2019 Update"/>
          <p:cNvPicPr preferRelativeResize="0"/>
          <p:nvPr/>
        </p:nvPicPr>
        <p:blipFill rotWithShape="1">
          <a:blip r:embed="rId4">
            <a:alphaModFix/>
          </a:blip>
          <a:srcRect/>
          <a:stretch/>
        </p:blipFill>
        <p:spPr>
          <a:xfrm>
            <a:off x="-908172" y="833924"/>
            <a:ext cx="452530" cy="452530"/>
          </a:xfrm>
          <a:prstGeom prst="rect">
            <a:avLst/>
          </a:prstGeom>
          <a:noFill/>
          <a:ln>
            <a:noFill/>
          </a:ln>
        </p:spPr>
      </p:pic>
      <p:pic>
        <p:nvPicPr>
          <p:cNvPr id="5073" name="Google Shape;5073;p333" descr="Alien Monster on Microsoft Windows 10 May 2019 Update"/>
          <p:cNvPicPr preferRelativeResize="0"/>
          <p:nvPr/>
        </p:nvPicPr>
        <p:blipFill rotWithShape="1">
          <a:blip r:embed="rId4">
            <a:alphaModFix/>
          </a:blip>
          <a:srcRect/>
          <a:stretch/>
        </p:blipFill>
        <p:spPr>
          <a:xfrm>
            <a:off x="5795093" y="814099"/>
            <a:ext cx="452530" cy="452530"/>
          </a:xfrm>
          <a:prstGeom prst="rect">
            <a:avLst/>
          </a:prstGeom>
          <a:noFill/>
          <a:ln>
            <a:noFill/>
          </a:ln>
        </p:spPr>
      </p:pic>
      <p:sp>
        <p:nvSpPr>
          <p:cNvPr id="5074" name="Google Shape;5074;p333"/>
          <p:cNvSpPr/>
          <p:nvPr/>
        </p:nvSpPr>
        <p:spPr>
          <a:xfrm>
            <a:off x="7212580" y="382555"/>
            <a:ext cx="4979422"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75" name="Google Shape;5075;p333"/>
          <p:cNvSpPr txBox="1"/>
          <p:nvPr/>
        </p:nvSpPr>
        <p:spPr>
          <a:xfrm>
            <a:off x="7555853" y="474345"/>
            <a:ext cx="4132283" cy="5909310"/>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 (</a:t>
            </a:r>
            <a:r>
              <a:rPr lang="es-ES" sz="2400" b="0" i="0" u="none" strike="noStrike" cap="none">
                <a:solidFill>
                  <a:srgbClr val="79D2EA"/>
                </a:solidFill>
                <a:latin typeface="Tahoma"/>
                <a:ea typeface="Tahoma"/>
                <a:cs typeface="Tahoma"/>
                <a:sym typeface="Tahoma"/>
              </a:rPr>
              <a:t>color_casillero es     </a:t>
            </a: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sino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0</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repetir(</a:t>
            </a:r>
            <a:r>
              <a:rPr lang="es-ES" sz="2400" b="0" i="0" u="none" strike="noStrike" cap="none">
                <a:solidFill>
                  <a:srgbClr val="79D2EA"/>
                </a:solidFill>
                <a:latin typeface="Tahoma"/>
                <a:ea typeface="Tahoma"/>
                <a:cs typeface="Tahoma"/>
                <a:sym typeface="Tahoma"/>
              </a:rPr>
              <a:t>1</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4A7B8B"/>
                </a:solidFill>
                <a:highlight>
                  <a:srgbClr val="B3FF00"/>
                </a:highlight>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2400" b="0" i="0" u="none" strike="noStrike" cap="none">
              <a:solidFill>
                <a:srgbClr val="4A7B8B"/>
              </a:solidFill>
              <a:latin typeface="Tahoma"/>
              <a:ea typeface="Tahoma"/>
              <a:cs typeface="Tahoma"/>
              <a:sym typeface="Tahoma"/>
            </a:endParaRPr>
          </a:p>
        </p:txBody>
      </p:sp>
      <p:sp>
        <p:nvSpPr>
          <p:cNvPr id="5076" name="Google Shape;5076;p333"/>
          <p:cNvSpPr/>
          <p:nvPr/>
        </p:nvSpPr>
        <p:spPr>
          <a:xfrm>
            <a:off x="10848390" y="1632864"/>
            <a:ext cx="331236" cy="33123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77" name="Google Shape;5077;p333"/>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78" name="Google Shape;5078;p333"/>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Shape 5083"/>
        <p:cNvGrpSpPr/>
        <p:nvPr/>
      </p:nvGrpSpPr>
      <p:grpSpPr>
        <a:xfrm>
          <a:off x="0" y="0"/>
          <a:ext cx="0" cy="0"/>
          <a:chOff x="0" y="0"/>
          <a:chExt cx="0" cy="0"/>
        </a:xfrm>
      </p:grpSpPr>
      <p:grpSp>
        <p:nvGrpSpPr>
          <p:cNvPr id="5084" name="Google Shape;5084;p334"/>
          <p:cNvGrpSpPr/>
          <p:nvPr/>
        </p:nvGrpSpPr>
        <p:grpSpPr>
          <a:xfrm>
            <a:off x="503854" y="611156"/>
            <a:ext cx="5946712" cy="5635688"/>
            <a:chOff x="503854" y="531846"/>
            <a:chExt cx="5946712" cy="5635688"/>
          </a:xfrm>
        </p:grpSpPr>
        <p:sp>
          <p:nvSpPr>
            <p:cNvPr id="5085" name="Google Shape;5085;p334"/>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86" name="Google Shape;5086;p334"/>
            <p:cNvSpPr/>
            <p:nvPr/>
          </p:nvSpPr>
          <p:spPr>
            <a:xfrm>
              <a:off x="1775928"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87" name="Google Shape;5087;p334"/>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88" name="Google Shape;5088;p334"/>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89" name="Google Shape;5089;p334"/>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90" name="Google Shape;5090;p334"/>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91" name="Google Shape;5091;p334"/>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92" name="Google Shape;5092;p334"/>
            <p:cNvSpPr/>
            <p:nvPr/>
          </p:nvSpPr>
          <p:spPr>
            <a:xfrm>
              <a:off x="3048002" y="1726164"/>
              <a:ext cx="858416" cy="85841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93" name="Google Shape;5093;p334"/>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94" name="Google Shape;5094;p334"/>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95" name="Google Shape;5095;p334"/>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96" name="Google Shape;5096;p334"/>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97" name="Google Shape;5097;p334"/>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98" name="Google Shape;5098;p334"/>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099" name="Google Shape;5099;p334"/>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00" name="Google Shape;5100;p334"/>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01" name="Google Shape;5101;p334"/>
            <p:cNvSpPr/>
            <p:nvPr/>
          </p:nvSpPr>
          <p:spPr>
            <a:xfrm>
              <a:off x="1775928"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02" name="Google Shape;5102;p334"/>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03" name="Google Shape;5103;p334"/>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04" name="Google Shape;5104;p334"/>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05" name="Google Shape;5105;p334"/>
            <p:cNvSpPr/>
            <p:nvPr/>
          </p:nvSpPr>
          <p:spPr>
            <a:xfrm>
              <a:off x="503854" y="5309118"/>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06" name="Google Shape;5106;p334"/>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07" name="Google Shape;5107;p334"/>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08" name="Google Shape;5108;p334"/>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09" name="Google Shape;5109;p334"/>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5110" name="Google Shape;5110;p334" descr="Chequered Flag on Microsoft Windows 10"/>
          <p:cNvPicPr preferRelativeResize="0"/>
          <p:nvPr/>
        </p:nvPicPr>
        <p:blipFill rotWithShape="1">
          <a:blip r:embed="rId3">
            <a:alphaModFix/>
          </a:blip>
          <a:srcRect/>
          <a:stretch/>
        </p:blipFill>
        <p:spPr>
          <a:xfrm>
            <a:off x="726622" y="5611196"/>
            <a:ext cx="412880" cy="412880"/>
          </a:xfrm>
          <a:prstGeom prst="rect">
            <a:avLst/>
          </a:prstGeom>
          <a:noFill/>
          <a:ln>
            <a:noFill/>
          </a:ln>
        </p:spPr>
      </p:pic>
      <p:cxnSp>
        <p:nvCxnSpPr>
          <p:cNvPr id="5111" name="Google Shape;5111;p334"/>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5112" name="Google Shape;5112;p334"/>
          <p:cNvSpPr/>
          <p:nvPr/>
        </p:nvSpPr>
        <p:spPr>
          <a:xfrm>
            <a:off x="7212580" y="382555"/>
            <a:ext cx="4979422" cy="609289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13" name="Google Shape;5113;p334"/>
          <p:cNvSpPr txBox="1"/>
          <p:nvPr/>
        </p:nvSpPr>
        <p:spPr>
          <a:xfrm>
            <a:off x="7555853" y="474345"/>
            <a:ext cx="4132283" cy="5909310"/>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4A7B8B"/>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 (</a:t>
            </a:r>
            <a:r>
              <a:rPr lang="es-ES" sz="2400" b="0" i="0" u="none" strike="noStrike" cap="none">
                <a:solidFill>
                  <a:srgbClr val="79D2EA"/>
                </a:solidFill>
                <a:latin typeface="Tahoma"/>
                <a:ea typeface="Tahoma"/>
                <a:cs typeface="Tahoma"/>
                <a:sym typeface="Tahoma"/>
              </a:rPr>
              <a:t>color_casillero es     </a:t>
            </a:r>
            <a:r>
              <a:rPr lang="es-ES" sz="2400" b="0" i="0" u="none" strike="noStrike" cap="none">
                <a:solidFill>
                  <a:srgbClr val="FF3399"/>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	</a:t>
            </a:r>
            <a:r>
              <a:rPr lang="es-ES" sz="2400" b="0" i="0" u="none" strike="noStrike" cap="none">
                <a:solidFill>
                  <a:srgbClr val="4A7B8B"/>
                </a:solidFill>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sino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derecha();</a:t>
            </a: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FF3399"/>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repetir (</a:t>
            </a:r>
            <a:r>
              <a:rPr lang="es-ES" sz="2400" b="0" i="0" u="none" strike="noStrike" cap="none">
                <a:solidFill>
                  <a:srgbClr val="79D2EA"/>
                </a:solidFill>
                <a:latin typeface="Tahoma"/>
                <a:ea typeface="Tahoma"/>
                <a:cs typeface="Tahoma"/>
                <a:sym typeface="Tahoma"/>
              </a:rPr>
              <a:t>0</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FF3399"/>
                </a:solidFill>
                <a:latin typeface="Tahoma"/>
                <a:ea typeface="Tahoma"/>
                <a:cs typeface="Tahoma"/>
                <a:sym typeface="Tahoma"/>
              </a:rPr>
              <a:t>repetir(</a:t>
            </a:r>
            <a:r>
              <a:rPr lang="es-ES" sz="2400" b="0" i="0" u="none" strike="noStrike" cap="none">
                <a:solidFill>
                  <a:srgbClr val="79D2EA"/>
                </a:solidFill>
                <a:latin typeface="Tahoma"/>
                <a:ea typeface="Tahoma"/>
                <a:cs typeface="Tahoma"/>
                <a:sym typeface="Tahoma"/>
              </a:rPr>
              <a:t>0</a:t>
            </a:r>
            <a:r>
              <a:rPr lang="es-ES" sz="2400" b="0" i="0" u="none" strike="noStrike" cap="none">
                <a:solidFill>
                  <a:srgbClr val="FF3399"/>
                </a:solidFill>
                <a:latin typeface="Tahoma"/>
                <a:ea typeface="Tahoma"/>
                <a:cs typeface="Tahoma"/>
                <a:sym typeface="Tahoma"/>
              </a:rPr>
              <a:t>)</a:t>
            </a: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r>
              <a:rPr lang="es-ES" sz="2400" b="0" i="0" u="none" strike="noStrike" cap="none">
                <a:solidFill>
                  <a:srgbClr val="4A7B8B"/>
                </a:solidFill>
                <a:highlight>
                  <a:srgbClr val="B3FF00"/>
                </a:highlight>
                <a:latin typeface="Tahoma"/>
                <a:ea typeface="Tahoma"/>
                <a:cs typeface="Tahoma"/>
                <a:sym typeface="Tahoma"/>
              </a:rPr>
              <a:t>izquierda();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4A7B8B"/>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F3399"/>
                </a:solidFill>
                <a:latin typeface="Tahoma"/>
                <a:ea typeface="Tahoma"/>
                <a:cs typeface="Tahoma"/>
                <a:sym typeface="Tahoma"/>
              </a:rPr>
              <a:t>}</a:t>
            </a:r>
            <a:endParaRPr sz="2400" b="0" i="0" u="none" strike="noStrike" cap="none">
              <a:solidFill>
                <a:srgbClr val="4A7B8B"/>
              </a:solidFill>
              <a:latin typeface="Tahoma"/>
              <a:ea typeface="Tahoma"/>
              <a:cs typeface="Tahoma"/>
              <a:sym typeface="Tahoma"/>
            </a:endParaRPr>
          </a:p>
        </p:txBody>
      </p:sp>
      <p:sp>
        <p:nvSpPr>
          <p:cNvPr id="5114" name="Google Shape;5114;p334"/>
          <p:cNvSpPr/>
          <p:nvPr/>
        </p:nvSpPr>
        <p:spPr>
          <a:xfrm>
            <a:off x="10848390" y="1632864"/>
            <a:ext cx="331236" cy="331236"/>
          </a:xfrm>
          <a:prstGeom prst="ellipse">
            <a:avLst/>
          </a:prstGeom>
          <a:solidFill>
            <a:srgbClr val="FF339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5115" name="Google Shape;5115;p334" descr="Alien Monster on Microsoft Windows 10 May 2019 Update"/>
          <p:cNvPicPr preferRelativeResize="0"/>
          <p:nvPr/>
        </p:nvPicPr>
        <p:blipFill rotWithShape="1">
          <a:blip r:embed="rId4">
            <a:alphaModFix/>
          </a:blip>
          <a:srcRect/>
          <a:stretch/>
        </p:blipFill>
        <p:spPr>
          <a:xfrm>
            <a:off x="706797" y="7375848"/>
            <a:ext cx="452530" cy="452530"/>
          </a:xfrm>
          <a:prstGeom prst="rect">
            <a:avLst/>
          </a:prstGeom>
          <a:noFill/>
          <a:ln>
            <a:noFill/>
          </a:ln>
        </p:spPr>
      </p:pic>
      <p:pic>
        <p:nvPicPr>
          <p:cNvPr id="5116" name="Google Shape;5116;p334" descr="Alien Monster on Microsoft Windows 10 May 2019 Update"/>
          <p:cNvPicPr preferRelativeResize="0"/>
          <p:nvPr/>
        </p:nvPicPr>
        <p:blipFill rotWithShape="1">
          <a:blip r:embed="rId4">
            <a:alphaModFix/>
          </a:blip>
          <a:srcRect/>
          <a:stretch/>
        </p:blipFill>
        <p:spPr>
          <a:xfrm>
            <a:off x="-908172" y="833924"/>
            <a:ext cx="452530" cy="452530"/>
          </a:xfrm>
          <a:prstGeom prst="rect">
            <a:avLst/>
          </a:prstGeom>
          <a:noFill/>
          <a:ln>
            <a:noFill/>
          </a:ln>
        </p:spPr>
      </p:pic>
      <p:pic>
        <p:nvPicPr>
          <p:cNvPr id="5117" name="Google Shape;5117;p334" descr="Alien Monster on Microsoft Windows 10 May 2019 Update"/>
          <p:cNvPicPr preferRelativeResize="0"/>
          <p:nvPr/>
        </p:nvPicPr>
        <p:blipFill rotWithShape="1">
          <a:blip r:embed="rId4">
            <a:alphaModFix/>
          </a:blip>
          <a:srcRect/>
          <a:stretch/>
        </p:blipFill>
        <p:spPr>
          <a:xfrm>
            <a:off x="4523019" y="814099"/>
            <a:ext cx="452530" cy="452530"/>
          </a:xfrm>
          <a:prstGeom prst="rect">
            <a:avLst/>
          </a:prstGeom>
          <a:noFill/>
          <a:ln>
            <a:noFill/>
          </a:ln>
        </p:spPr>
      </p:pic>
      <p:pic>
        <p:nvPicPr>
          <p:cNvPr id="5118" name="Google Shape;5118;p334" descr="Cross Mark on Microsoft Windows 10 May 2019 Update"/>
          <p:cNvPicPr preferRelativeResize="0"/>
          <p:nvPr/>
        </p:nvPicPr>
        <p:blipFill rotWithShape="1">
          <a:blip r:embed="rId5">
            <a:alphaModFix/>
          </a:blip>
          <a:srcRect/>
          <a:stretch/>
        </p:blipFill>
        <p:spPr>
          <a:xfrm>
            <a:off x="4193543" y="490672"/>
            <a:ext cx="1111481" cy="1111481"/>
          </a:xfrm>
          <a:prstGeom prst="rect">
            <a:avLst/>
          </a:prstGeom>
          <a:noFill/>
          <a:ln>
            <a:noFill/>
          </a:ln>
        </p:spPr>
      </p:pic>
      <p:pic>
        <p:nvPicPr>
          <p:cNvPr id="5119" name="Google Shape;5119;p334" descr="Anxious Face with Sweat on Microsoft Windows 10 May 2019 Update"/>
          <p:cNvPicPr preferRelativeResize="0"/>
          <p:nvPr/>
        </p:nvPicPr>
        <p:blipFill rotWithShape="1">
          <a:blip r:embed="rId6">
            <a:alphaModFix/>
          </a:blip>
          <a:srcRect/>
          <a:stretch/>
        </p:blipFill>
        <p:spPr>
          <a:xfrm>
            <a:off x="11106550" y="5855546"/>
            <a:ext cx="763940" cy="763940"/>
          </a:xfrm>
          <a:prstGeom prst="rect">
            <a:avLst/>
          </a:prstGeom>
          <a:noFill/>
          <a:ln>
            <a:noFill/>
          </a:ln>
        </p:spPr>
      </p:pic>
      <p:sp>
        <p:nvSpPr>
          <p:cNvPr id="5120" name="Google Shape;5120;p334"/>
          <p:cNvSpPr/>
          <p:nvPr/>
        </p:nvSpPr>
        <p:spPr>
          <a:xfrm>
            <a:off x="-1160438"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21" name="Google Shape;5121;p334"/>
          <p:cNvSpPr/>
          <p:nvPr/>
        </p:nvSpPr>
        <p:spPr>
          <a:xfrm>
            <a:off x="12403729" y="0"/>
            <a:ext cx="94216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Shape 5126"/>
        <p:cNvGrpSpPr/>
        <p:nvPr/>
      </p:nvGrpSpPr>
      <p:grpSpPr>
        <a:xfrm>
          <a:off x="0" y="0"/>
          <a:ext cx="0" cy="0"/>
          <a:chOff x="0" y="0"/>
          <a:chExt cx="0" cy="0"/>
        </a:xfrm>
      </p:grpSpPr>
      <p:grpSp>
        <p:nvGrpSpPr>
          <p:cNvPr id="6" name="Google Shape;1916;p14"/>
          <p:cNvGrpSpPr/>
          <p:nvPr/>
        </p:nvGrpSpPr>
        <p:grpSpPr>
          <a:xfrm>
            <a:off x="-182879" y="0"/>
            <a:ext cx="12374880" cy="6858000"/>
            <a:chOff x="0" y="0"/>
            <a:chExt cx="17348200" cy="9751550"/>
          </a:xfrm>
        </p:grpSpPr>
        <p:pic>
          <p:nvPicPr>
            <p:cNvPr id="7" name="Google Shape;1917;p14"/>
            <p:cNvPicPr preferRelativeResize="0"/>
            <p:nvPr/>
          </p:nvPicPr>
          <p:blipFill rotWithShape="1">
            <a:blip r:embed="rId3">
              <a:alphaModFix/>
            </a:blip>
            <a:srcRect/>
            <a:stretch/>
          </p:blipFill>
          <p:spPr>
            <a:xfrm>
              <a:off x="0" y="0"/>
              <a:ext cx="17348200" cy="9751550"/>
            </a:xfrm>
            <a:prstGeom prst="rect">
              <a:avLst/>
            </a:prstGeom>
            <a:noFill/>
            <a:ln>
              <a:noFill/>
            </a:ln>
          </p:spPr>
        </p:pic>
        <p:pic>
          <p:nvPicPr>
            <p:cNvPr id="8" name="Google Shape;1918;p14"/>
            <p:cNvPicPr preferRelativeResize="0"/>
            <p:nvPr/>
          </p:nvPicPr>
          <p:blipFill rotWithShape="1">
            <a:blip r:embed="rId4">
              <a:alphaModFix/>
            </a:blip>
            <a:srcRect/>
            <a:stretch/>
          </p:blipFill>
          <p:spPr>
            <a:xfrm>
              <a:off x="14496174" y="621652"/>
              <a:ext cx="382086" cy="226860"/>
            </a:xfrm>
            <a:prstGeom prst="rect">
              <a:avLst/>
            </a:prstGeom>
            <a:noFill/>
            <a:ln>
              <a:noFill/>
            </a:ln>
          </p:spPr>
        </p:pic>
        <p:sp>
          <p:nvSpPr>
            <p:cNvPr id="9" name="Google Shape;1919;p14"/>
            <p:cNvSpPr/>
            <p:nvPr/>
          </p:nvSpPr>
          <p:spPr>
            <a:xfrm>
              <a:off x="14410028" y="884923"/>
              <a:ext cx="289560" cy="247650"/>
            </a:xfrm>
            <a:custGeom>
              <a:avLst/>
              <a:gdLst/>
              <a:ahLst/>
              <a:cxnLst/>
              <a:rect l="l" t="t" r="r" b="b"/>
              <a:pathLst>
                <a:path w="289559" h="247650" extrusionOk="0">
                  <a:moveTo>
                    <a:pt x="255955" y="0"/>
                  </a:moveTo>
                  <a:lnTo>
                    <a:pt x="240779" y="0"/>
                  </a:lnTo>
                  <a:lnTo>
                    <a:pt x="236550" y="2806"/>
                  </a:lnTo>
                  <a:lnTo>
                    <a:pt x="144741" y="191325"/>
                  </a:lnTo>
                  <a:lnTo>
                    <a:pt x="52616" y="2806"/>
                  </a:lnTo>
                  <a:lnTo>
                    <a:pt x="48386" y="0"/>
                  </a:lnTo>
                  <a:lnTo>
                    <a:pt x="33197" y="0"/>
                  </a:lnTo>
                  <a:lnTo>
                    <a:pt x="28270" y="5981"/>
                  </a:lnTo>
                  <a:lnTo>
                    <a:pt x="0" y="240410"/>
                  </a:lnTo>
                  <a:lnTo>
                    <a:pt x="4229" y="246062"/>
                  </a:lnTo>
                  <a:lnTo>
                    <a:pt x="17310" y="247472"/>
                  </a:lnTo>
                  <a:lnTo>
                    <a:pt x="22593" y="242887"/>
                  </a:lnTo>
                  <a:lnTo>
                    <a:pt x="46964" y="43421"/>
                  </a:lnTo>
                  <a:lnTo>
                    <a:pt x="129222" y="210045"/>
                  </a:lnTo>
                  <a:lnTo>
                    <a:pt x="131686" y="215353"/>
                  </a:lnTo>
                  <a:lnTo>
                    <a:pt x="136296" y="222402"/>
                  </a:lnTo>
                  <a:lnTo>
                    <a:pt x="153225" y="222402"/>
                  </a:lnTo>
                  <a:lnTo>
                    <a:pt x="157822" y="215353"/>
                  </a:lnTo>
                  <a:lnTo>
                    <a:pt x="242188" y="43421"/>
                  </a:lnTo>
                  <a:lnTo>
                    <a:pt x="266534" y="242887"/>
                  </a:lnTo>
                  <a:lnTo>
                    <a:pt x="271856" y="247472"/>
                  </a:lnTo>
                  <a:lnTo>
                    <a:pt x="284911" y="246062"/>
                  </a:lnTo>
                  <a:lnTo>
                    <a:pt x="289140" y="240410"/>
                  </a:lnTo>
                  <a:lnTo>
                    <a:pt x="288442" y="233692"/>
                  </a:lnTo>
                  <a:lnTo>
                    <a:pt x="260908" y="5981"/>
                  </a:lnTo>
                  <a:lnTo>
                    <a:pt x="255955"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0" name="Google Shape;1920;p14"/>
            <p:cNvPicPr preferRelativeResize="0"/>
            <p:nvPr/>
          </p:nvPicPr>
          <p:blipFill rotWithShape="1">
            <a:blip r:embed="rId5">
              <a:alphaModFix/>
            </a:blip>
            <a:srcRect/>
            <a:stretch/>
          </p:blipFill>
          <p:spPr>
            <a:xfrm>
              <a:off x="14755812" y="884923"/>
              <a:ext cx="172275" cy="248526"/>
            </a:xfrm>
            <a:prstGeom prst="rect">
              <a:avLst/>
            </a:prstGeom>
            <a:noFill/>
            <a:ln>
              <a:noFill/>
            </a:ln>
          </p:spPr>
        </p:pic>
        <p:pic>
          <p:nvPicPr>
            <p:cNvPr id="11" name="Google Shape;1921;p14"/>
            <p:cNvPicPr preferRelativeResize="0"/>
            <p:nvPr/>
          </p:nvPicPr>
          <p:blipFill rotWithShape="1">
            <a:blip r:embed="rId6">
              <a:alphaModFix/>
            </a:blip>
            <a:srcRect/>
            <a:stretch/>
          </p:blipFill>
          <p:spPr>
            <a:xfrm>
              <a:off x="14995346" y="884910"/>
              <a:ext cx="296633" cy="246773"/>
            </a:xfrm>
            <a:prstGeom prst="rect">
              <a:avLst/>
            </a:prstGeom>
            <a:noFill/>
            <a:ln>
              <a:noFill/>
            </a:ln>
          </p:spPr>
        </p:pic>
        <p:sp>
          <p:nvSpPr>
            <p:cNvPr id="12" name="Google Shape;1922;p14"/>
            <p:cNvSpPr/>
            <p:nvPr/>
          </p:nvSpPr>
          <p:spPr>
            <a:xfrm>
              <a:off x="15333420" y="884923"/>
              <a:ext cx="23495" cy="247015"/>
            </a:xfrm>
            <a:custGeom>
              <a:avLst/>
              <a:gdLst/>
              <a:ahLst/>
              <a:cxnLst/>
              <a:rect l="l" t="t" r="r" b="b"/>
              <a:pathLst>
                <a:path w="23494" h="247015" extrusionOk="0">
                  <a:moveTo>
                    <a:pt x="18338" y="0"/>
                  </a:moveTo>
                  <a:lnTo>
                    <a:pt x="4953" y="0"/>
                  </a:lnTo>
                  <a:lnTo>
                    <a:pt x="0" y="5283"/>
                  </a:lnTo>
                  <a:lnTo>
                    <a:pt x="0" y="241452"/>
                  </a:lnTo>
                  <a:lnTo>
                    <a:pt x="4953" y="246761"/>
                  </a:lnTo>
                  <a:lnTo>
                    <a:pt x="18338" y="246761"/>
                  </a:lnTo>
                  <a:lnTo>
                    <a:pt x="23291" y="241452"/>
                  </a:lnTo>
                  <a:lnTo>
                    <a:pt x="23291" y="234759"/>
                  </a:lnTo>
                  <a:lnTo>
                    <a:pt x="23291"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3" name="Google Shape;1923;p14"/>
            <p:cNvPicPr preferRelativeResize="0"/>
            <p:nvPr/>
          </p:nvPicPr>
          <p:blipFill rotWithShape="1">
            <a:blip r:embed="rId7">
              <a:alphaModFix/>
            </a:blip>
            <a:srcRect/>
            <a:stretch/>
          </p:blipFill>
          <p:spPr>
            <a:xfrm>
              <a:off x="15426004" y="886663"/>
              <a:ext cx="163791" cy="245021"/>
            </a:xfrm>
            <a:prstGeom prst="rect">
              <a:avLst/>
            </a:prstGeom>
            <a:noFill/>
            <a:ln>
              <a:noFill/>
            </a:ln>
          </p:spPr>
        </p:pic>
        <p:pic>
          <p:nvPicPr>
            <p:cNvPr id="14" name="Google Shape;1924;p14"/>
            <p:cNvPicPr preferRelativeResize="0"/>
            <p:nvPr/>
          </p:nvPicPr>
          <p:blipFill rotWithShape="1">
            <a:blip r:embed="rId8">
              <a:alphaModFix/>
            </a:blip>
            <a:srcRect/>
            <a:stretch/>
          </p:blipFill>
          <p:spPr>
            <a:xfrm>
              <a:off x="15638220" y="884910"/>
              <a:ext cx="128142" cy="244995"/>
            </a:xfrm>
            <a:prstGeom prst="rect">
              <a:avLst/>
            </a:prstGeom>
            <a:noFill/>
            <a:ln>
              <a:noFill/>
            </a:ln>
          </p:spPr>
        </p:pic>
        <p:sp>
          <p:nvSpPr>
            <p:cNvPr id="15" name="Google Shape;1925;p14"/>
            <p:cNvSpPr/>
            <p:nvPr/>
          </p:nvSpPr>
          <p:spPr>
            <a:xfrm>
              <a:off x="15807525" y="884923"/>
              <a:ext cx="23495" cy="247015"/>
            </a:xfrm>
            <a:custGeom>
              <a:avLst/>
              <a:gdLst/>
              <a:ahLst/>
              <a:cxnLst/>
              <a:rect l="l" t="t" r="r" b="b"/>
              <a:pathLst>
                <a:path w="23494" h="247015" extrusionOk="0">
                  <a:moveTo>
                    <a:pt x="18338" y="0"/>
                  </a:moveTo>
                  <a:lnTo>
                    <a:pt x="4914" y="0"/>
                  </a:lnTo>
                  <a:lnTo>
                    <a:pt x="0" y="5283"/>
                  </a:lnTo>
                  <a:lnTo>
                    <a:pt x="0" y="241452"/>
                  </a:lnTo>
                  <a:lnTo>
                    <a:pt x="4914" y="246761"/>
                  </a:lnTo>
                  <a:lnTo>
                    <a:pt x="18338" y="246761"/>
                  </a:lnTo>
                  <a:lnTo>
                    <a:pt x="23279" y="241452"/>
                  </a:lnTo>
                  <a:lnTo>
                    <a:pt x="23279" y="234759"/>
                  </a:lnTo>
                  <a:lnTo>
                    <a:pt x="23279" y="5283"/>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6" name="Google Shape;1926;p14"/>
            <p:cNvPicPr preferRelativeResize="0"/>
            <p:nvPr/>
          </p:nvPicPr>
          <p:blipFill rotWithShape="1">
            <a:blip r:embed="rId9">
              <a:alphaModFix/>
            </a:blip>
            <a:srcRect/>
            <a:stretch/>
          </p:blipFill>
          <p:spPr>
            <a:xfrm>
              <a:off x="15884855" y="883856"/>
              <a:ext cx="424103" cy="249593"/>
            </a:xfrm>
            <a:prstGeom prst="rect">
              <a:avLst/>
            </a:prstGeom>
            <a:noFill/>
            <a:ln>
              <a:noFill/>
            </a:ln>
          </p:spPr>
        </p:pic>
        <p:sp>
          <p:nvSpPr>
            <p:cNvPr id="17" name="Google Shape;1927;p14"/>
            <p:cNvSpPr/>
            <p:nvPr/>
          </p:nvSpPr>
          <p:spPr>
            <a:xfrm>
              <a:off x="15068753" y="1280883"/>
              <a:ext cx="41910" cy="160655"/>
            </a:xfrm>
            <a:custGeom>
              <a:avLst/>
              <a:gdLst/>
              <a:ahLst/>
              <a:cxnLst/>
              <a:rect l="l" t="t" r="r" b="b"/>
              <a:pathLst>
                <a:path w="41909" h="160655" extrusionOk="0">
                  <a:moveTo>
                    <a:pt x="37338" y="0"/>
                  </a:moveTo>
                  <a:lnTo>
                    <a:pt x="27533" y="0"/>
                  </a:lnTo>
                  <a:lnTo>
                    <a:pt x="23482" y="3492"/>
                  </a:lnTo>
                  <a:lnTo>
                    <a:pt x="23482"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54" y="40652"/>
                  </a:lnTo>
                  <a:lnTo>
                    <a:pt x="26454" y="125488"/>
                  </a:lnTo>
                  <a:lnTo>
                    <a:pt x="26104" y="133764"/>
                  </a:lnTo>
                  <a:lnTo>
                    <a:pt x="23977" y="141384"/>
                  </a:lnTo>
                  <a:lnTo>
                    <a:pt x="18888" y="146968"/>
                  </a:lnTo>
                  <a:lnTo>
                    <a:pt x="9652" y="149136"/>
                  </a:lnTo>
                  <a:lnTo>
                    <a:pt x="2628" y="149136"/>
                  </a:lnTo>
                  <a:lnTo>
                    <a:pt x="0" y="151599"/>
                  </a:lnTo>
                  <a:lnTo>
                    <a:pt x="0" y="157899"/>
                  </a:lnTo>
                  <a:lnTo>
                    <a:pt x="2628" y="160350"/>
                  </a:lnTo>
                  <a:lnTo>
                    <a:pt x="9652" y="160350"/>
                  </a:lnTo>
                  <a:lnTo>
                    <a:pt x="23181" y="157662"/>
                  </a:lnTo>
                  <a:lnTo>
                    <a:pt x="31932"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8" name="Google Shape;1928;p14"/>
            <p:cNvPicPr preferRelativeResize="0"/>
            <p:nvPr/>
          </p:nvPicPr>
          <p:blipFill rotWithShape="1">
            <a:blip r:embed="rId10">
              <a:alphaModFix/>
            </a:blip>
            <a:srcRect/>
            <a:stretch/>
          </p:blipFill>
          <p:spPr>
            <a:xfrm>
              <a:off x="15129408" y="1280883"/>
              <a:ext cx="267182" cy="122504"/>
            </a:xfrm>
            <a:prstGeom prst="rect">
              <a:avLst/>
            </a:prstGeom>
            <a:noFill/>
            <a:ln>
              <a:noFill/>
            </a:ln>
          </p:spPr>
        </p:pic>
        <p:pic>
          <p:nvPicPr>
            <p:cNvPr id="19" name="Google Shape;1929;p14"/>
            <p:cNvPicPr preferRelativeResize="0"/>
            <p:nvPr/>
          </p:nvPicPr>
          <p:blipFill rotWithShape="1">
            <a:blip r:embed="rId11">
              <a:alphaModFix/>
            </a:blip>
            <a:srcRect/>
            <a:stretch/>
          </p:blipFill>
          <p:spPr>
            <a:xfrm>
              <a:off x="15417533" y="1318018"/>
              <a:ext cx="70281" cy="84480"/>
            </a:xfrm>
            <a:prstGeom prst="rect">
              <a:avLst/>
            </a:prstGeom>
            <a:noFill/>
            <a:ln>
              <a:noFill/>
            </a:ln>
          </p:spPr>
        </p:pic>
        <p:pic>
          <p:nvPicPr>
            <p:cNvPr id="20" name="Google Shape;1930;p14"/>
            <p:cNvPicPr preferRelativeResize="0"/>
            <p:nvPr/>
          </p:nvPicPr>
          <p:blipFill rotWithShape="1">
            <a:blip r:embed="rId12">
              <a:alphaModFix/>
            </a:blip>
            <a:srcRect/>
            <a:stretch/>
          </p:blipFill>
          <p:spPr>
            <a:xfrm>
              <a:off x="15509786" y="1318031"/>
              <a:ext cx="154444" cy="85356"/>
            </a:xfrm>
            <a:prstGeom prst="rect">
              <a:avLst/>
            </a:prstGeom>
            <a:noFill/>
            <a:ln>
              <a:noFill/>
            </a:ln>
          </p:spPr>
        </p:pic>
        <p:sp>
          <p:nvSpPr>
            <p:cNvPr id="21" name="Google Shape;1931;p14"/>
            <p:cNvSpPr/>
            <p:nvPr/>
          </p:nvSpPr>
          <p:spPr>
            <a:xfrm>
              <a:off x="15915462" y="1280883"/>
              <a:ext cx="41910" cy="160655"/>
            </a:xfrm>
            <a:custGeom>
              <a:avLst/>
              <a:gdLst/>
              <a:ahLst/>
              <a:cxnLst/>
              <a:rect l="l" t="t" r="r" b="b"/>
              <a:pathLst>
                <a:path w="41909" h="160655" extrusionOk="0">
                  <a:moveTo>
                    <a:pt x="37338" y="0"/>
                  </a:moveTo>
                  <a:lnTo>
                    <a:pt x="27533" y="0"/>
                  </a:lnTo>
                  <a:lnTo>
                    <a:pt x="23482" y="3492"/>
                  </a:lnTo>
                  <a:lnTo>
                    <a:pt x="23482" y="13322"/>
                  </a:lnTo>
                  <a:lnTo>
                    <a:pt x="27533" y="16814"/>
                  </a:lnTo>
                  <a:lnTo>
                    <a:pt x="37338" y="16814"/>
                  </a:lnTo>
                  <a:lnTo>
                    <a:pt x="41376" y="13322"/>
                  </a:lnTo>
                  <a:lnTo>
                    <a:pt x="41376" y="3492"/>
                  </a:lnTo>
                  <a:lnTo>
                    <a:pt x="37338" y="0"/>
                  </a:lnTo>
                  <a:close/>
                </a:path>
                <a:path w="41909" h="160655" extrusionOk="0">
                  <a:moveTo>
                    <a:pt x="35585" y="38023"/>
                  </a:moveTo>
                  <a:lnTo>
                    <a:pt x="28930" y="38023"/>
                  </a:lnTo>
                  <a:lnTo>
                    <a:pt x="26479" y="40652"/>
                  </a:lnTo>
                  <a:lnTo>
                    <a:pt x="26479" y="125488"/>
                  </a:lnTo>
                  <a:lnTo>
                    <a:pt x="26114" y="133764"/>
                  </a:lnTo>
                  <a:lnTo>
                    <a:pt x="23979" y="141384"/>
                  </a:lnTo>
                  <a:lnTo>
                    <a:pt x="18883" y="146968"/>
                  </a:lnTo>
                  <a:lnTo>
                    <a:pt x="9639" y="149136"/>
                  </a:lnTo>
                  <a:lnTo>
                    <a:pt x="2628" y="149136"/>
                  </a:lnTo>
                  <a:lnTo>
                    <a:pt x="0" y="151599"/>
                  </a:lnTo>
                  <a:lnTo>
                    <a:pt x="0" y="157899"/>
                  </a:lnTo>
                  <a:lnTo>
                    <a:pt x="2628" y="160350"/>
                  </a:lnTo>
                  <a:lnTo>
                    <a:pt x="9639" y="160350"/>
                  </a:lnTo>
                  <a:lnTo>
                    <a:pt x="23175" y="157662"/>
                  </a:lnTo>
                  <a:lnTo>
                    <a:pt x="31930" y="150277"/>
                  </a:lnTo>
                  <a:lnTo>
                    <a:pt x="36642" y="139213"/>
                  </a:lnTo>
                  <a:lnTo>
                    <a:pt x="38049" y="125488"/>
                  </a:lnTo>
                  <a:lnTo>
                    <a:pt x="38049"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2" name="Google Shape;1932;p14"/>
            <p:cNvPicPr preferRelativeResize="0"/>
            <p:nvPr/>
          </p:nvPicPr>
          <p:blipFill rotWithShape="1">
            <a:blip r:embed="rId13">
              <a:alphaModFix/>
            </a:blip>
            <a:srcRect/>
            <a:stretch/>
          </p:blipFill>
          <p:spPr>
            <a:xfrm>
              <a:off x="15976003" y="1280883"/>
              <a:ext cx="267169" cy="122504"/>
            </a:xfrm>
            <a:prstGeom prst="rect">
              <a:avLst/>
            </a:prstGeom>
            <a:noFill/>
            <a:ln>
              <a:noFill/>
            </a:ln>
          </p:spPr>
        </p:pic>
        <p:pic>
          <p:nvPicPr>
            <p:cNvPr id="23" name="Google Shape;1933;p14"/>
            <p:cNvPicPr preferRelativeResize="0"/>
            <p:nvPr/>
          </p:nvPicPr>
          <p:blipFill rotWithShape="1">
            <a:blip r:embed="rId14">
              <a:alphaModFix/>
            </a:blip>
            <a:srcRect/>
            <a:stretch/>
          </p:blipFill>
          <p:spPr>
            <a:xfrm>
              <a:off x="16264228" y="1318018"/>
              <a:ext cx="70294" cy="84480"/>
            </a:xfrm>
            <a:prstGeom prst="rect">
              <a:avLst/>
            </a:prstGeom>
            <a:noFill/>
            <a:ln>
              <a:noFill/>
            </a:ln>
          </p:spPr>
        </p:pic>
        <p:pic>
          <p:nvPicPr>
            <p:cNvPr id="24" name="Google Shape;1934;p14"/>
            <p:cNvPicPr preferRelativeResize="0"/>
            <p:nvPr/>
          </p:nvPicPr>
          <p:blipFill rotWithShape="1">
            <a:blip r:embed="rId15">
              <a:alphaModFix/>
            </a:blip>
            <a:srcRect/>
            <a:stretch/>
          </p:blipFill>
          <p:spPr>
            <a:xfrm>
              <a:off x="16356494" y="1318031"/>
              <a:ext cx="154444" cy="85356"/>
            </a:xfrm>
            <a:prstGeom prst="rect">
              <a:avLst/>
            </a:prstGeom>
            <a:noFill/>
            <a:ln>
              <a:noFill/>
            </a:ln>
          </p:spPr>
        </p:pic>
        <p:pic>
          <p:nvPicPr>
            <p:cNvPr id="25" name="Google Shape;1935;p14"/>
            <p:cNvPicPr preferRelativeResize="0"/>
            <p:nvPr/>
          </p:nvPicPr>
          <p:blipFill rotWithShape="1">
            <a:blip r:embed="rId16">
              <a:alphaModFix/>
            </a:blip>
            <a:srcRect/>
            <a:stretch/>
          </p:blipFill>
          <p:spPr>
            <a:xfrm>
              <a:off x="14201902" y="762152"/>
              <a:ext cx="2318892" cy="491769"/>
            </a:xfrm>
            <a:prstGeom prst="rect">
              <a:avLst/>
            </a:prstGeom>
            <a:noFill/>
            <a:ln>
              <a:noFill/>
            </a:ln>
          </p:spPr>
        </p:pic>
        <p:pic>
          <p:nvPicPr>
            <p:cNvPr id="26" name="Google Shape;1936;p14"/>
            <p:cNvPicPr preferRelativeResize="0"/>
            <p:nvPr/>
          </p:nvPicPr>
          <p:blipFill rotWithShape="1">
            <a:blip r:embed="rId17">
              <a:alphaModFix/>
            </a:blip>
            <a:srcRect/>
            <a:stretch/>
          </p:blipFill>
          <p:spPr>
            <a:xfrm>
              <a:off x="15628112" y="1170902"/>
              <a:ext cx="343154" cy="402703"/>
            </a:xfrm>
            <a:prstGeom prst="rect">
              <a:avLst/>
            </a:prstGeom>
            <a:noFill/>
            <a:ln>
              <a:noFill/>
            </a:ln>
          </p:spPr>
        </p:pic>
        <p:pic>
          <p:nvPicPr>
            <p:cNvPr id="27" name="Google Shape;1937;p14"/>
            <p:cNvPicPr preferRelativeResize="0"/>
            <p:nvPr/>
          </p:nvPicPr>
          <p:blipFill rotWithShape="1">
            <a:blip r:embed="rId18">
              <a:alphaModFix/>
            </a:blip>
            <a:srcRect/>
            <a:stretch/>
          </p:blipFill>
          <p:spPr>
            <a:xfrm>
              <a:off x="15609679" y="1517459"/>
              <a:ext cx="11447" cy="15589"/>
            </a:xfrm>
            <a:prstGeom prst="rect">
              <a:avLst/>
            </a:prstGeom>
            <a:noFill/>
            <a:ln>
              <a:noFill/>
            </a:ln>
          </p:spPr>
        </p:pic>
        <p:pic>
          <p:nvPicPr>
            <p:cNvPr id="28" name="Google Shape;1938;p14"/>
            <p:cNvPicPr preferRelativeResize="0"/>
            <p:nvPr/>
          </p:nvPicPr>
          <p:blipFill rotWithShape="1">
            <a:blip r:embed="rId19">
              <a:alphaModFix/>
            </a:blip>
            <a:srcRect/>
            <a:stretch/>
          </p:blipFill>
          <p:spPr>
            <a:xfrm>
              <a:off x="15628238" y="1428826"/>
              <a:ext cx="79630" cy="86550"/>
            </a:xfrm>
            <a:prstGeom prst="rect">
              <a:avLst/>
            </a:prstGeom>
            <a:noFill/>
            <a:ln>
              <a:noFill/>
            </a:ln>
          </p:spPr>
        </p:pic>
        <p:pic>
          <p:nvPicPr>
            <p:cNvPr id="29" name="Google Shape;1939;p14"/>
            <p:cNvPicPr preferRelativeResize="0"/>
            <p:nvPr/>
          </p:nvPicPr>
          <p:blipFill rotWithShape="1">
            <a:blip r:embed="rId20">
              <a:alphaModFix/>
            </a:blip>
            <a:srcRect/>
            <a:stretch/>
          </p:blipFill>
          <p:spPr>
            <a:xfrm>
              <a:off x="15665831" y="1458128"/>
              <a:ext cx="11683" cy="14600"/>
            </a:xfrm>
            <a:prstGeom prst="rect">
              <a:avLst/>
            </a:prstGeom>
            <a:noFill/>
            <a:ln>
              <a:noFill/>
            </a:ln>
          </p:spPr>
        </p:pic>
        <p:pic>
          <p:nvPicPr>
            <p:cNvPr id="30" name="Google Shape;1940;p14"/>
            <p:cNvPicPr preferRelativeResize="0"/>
            <p:nvPr/>
          </p:nvPicPr>
          <p:blipFill rotWithShape="1">
            <a:blip r:embed="rId21">
              <a:alphaModFix/>
            </a:blip>
            <a:srcRect/>
            <a:stretch/>
          </p:blipFill>
          <p:spPr>
            <a:xfrm>
              <a:off x="15624047" y="1433779"/>
              <a:ext cx="77215" cy="82550"/>
            </a:xfrm>
            <a:prstGeom prst="rect">
              <a:avLst/>
            </a:prstGeom>
            <a:noFill/>
            <a:ln>
              <a:noFill/>
            </a:ln>
          </p:spPr>
        </p:pic>
        <p:pic>
          <p:nvPicPr>
            <p:cNvPr id="31" name="Google Shape;1941;p14"/>
            <p:cNvPicPr preferRelativeResize="0"/>
            <p:nvPr/>
          </p:nvPicPr>
          <p:blipFill rotWithShape="1">
            <a:blip r:embed="rId22">
              <a:alphaModFix/>
            </a:blip>
            <a:srcRect/>
            <a:stretch/>
          </p:blipFill>
          <p:spPr>
            <a:xfrm>
              <a:off x="15901288" y="1256068"/>
              <a:ext cx="16763" cy="12903"/>
            </a:xfrm>
            <a:prstGeom prst="rect">
              <a:avLst/>
            </a:prstGeom>
            <a:noFill/>
            <a:ln>
              <a:noFill/>
            </a:ln>
          </p:spPr>
        </p:pic>
        <p:pic>
          <p:nvPicPr>
            <p:cNvPr id="32" name="Google Shape;1942;p14"/>
            <p:cNvPicPr preferRelativeResize="0"/>
            <p:nvPr/>
          </p:nvPicPr>
          <p:blipFill rotWithShape="1">
            <a:blip r:embed="rId23">
              <a:alphaModFix/>
            </a:blip>
            <a:srcRect/>
            <a:stretch/>
          </p:blipFill>
          <p:spPr>
            <a:xfrm>
              <a:off x="15680309" y="1450898"/>
              <a:ext cx="6731" cy="7950"/>
            </a:xfrm>
            <a:prstGeom prst="rect">
              <a:avLst/>
            </a:prstGeom>
            <a:noFill/>
            <a:ln>
              <a:noFill/>
            </a:ln>
          </p:spPr>
        </p:pic>
        <p:pic>
          <p:nvPicPr>
            <p:cNvPr id="33" name="Google Shape;1943;p14"/>
            <p:cNvPicPr preferRelativeResize="0"/>
            <p:nvPr/>
          </p:nvPicPr>
          <p:blipFill rotWithShape="1">
            <a:blip r:embed="rId23">
              <a:alphaModFix/>
            </a:blip>
            <a:srcRect/>
            <a:stretch/>
          </p:blipFill>
          <p:spPr>
            <a:xfrm>
              <a:off x="15931515" y="1237411"/>
              <a:ext cx="9779" cy="7454"/>
            </a:xfrm>
            <a:prstGeom prst="rect">
              <a:avLst/>
            </a:prstGeom>
            <a:noFill/>
            <a:ln>
              <a:noFill/>
            </a:ln>
          </p:spPr>
        </p:pic>
        <p:pic>
          <p:nvPicPr>
            <p:cNvPr id="34" name="Google Shape;1944;p14"/>
            <p:cNvPicPr preferRelativeResize="0"/>
            <p:nvPr/>
          </p:nvPicPr>
          <p:blipFill rotWithShape="1">
            <a:blip r:embed="rId24">
              <a:alphaModFix/>
            </a:blip>
            <a:srcRect/>
            <a:stretch/>
          </p:blipFill>
          <p:spPr>
            <a:xfrm>
              <a:off x="15934562" y="1189837"/>
              <a:ext cx="38353" cy="32537"/>
            </a:xfrm>
            <a:prstGeom prst="rect">
              <a:avLst/>
            </a:prstGeom>
            <a:noFill/>
            <a:ln>
              <a:noFill/>
            </a:ln>
          </p:spPr>
        </p:pic>
        <p:pic>
          <p:nvPicPr>
            <p:cNvPr id="35" name="Google Shape;1945;p14"/>
            <p:cNvPicPr preferRelativeResize="0"/>
            <p:nvPr/>
          </p:nvPicPr>
          <p:blipFill rotWithShape="1">
            <a:blip r:embed="rId25">
              <a:alphaModFix/>
            </a:blip>
            <a:srcRect/>
            <a:stretch/>
          </p:blipFill>
          <p:spPr>
            <a:xfrm>
              <a:off x="15900400" y="1202498"/>
              <a:ext cx="17907" cy="15100"/>
            </a:xfrm>
            <a:prstGeom prst="rect">
              <a:avLst/>
            </a:prstGeom>
            <a:noFill/>
            <a:ln>
              <a:noFill/>
            </a:ln>
          </p:spPr>
        </p:pic>
        <p:pic>
          <p:nvPicPr>
            <p:cNvPr id="36" name="Google Shape;1946;p14"/>
            <p:cNvPicPr preferRelativeResize="0"/>
            <p:nvPr/>
          </p:nvPicPr>
          <p:blipFill rotWithShape="1">
            <a:blip r:embed="rId26">
              <a:alphaModFix/>
            </a:blip>
            <a:srcRect/>
            <a:stretch/>
          </p:blipFill>
          <p:spPr>
            <a:xfrm>
              <a:off x="15645637" y="1424228"/>
              <a:ext cx="71880" cy="58038"/>
            </a:xfrm>
            <a:prstGeom prst="rect">
              <a:avLst/>
            </a:prstGeom>
            <a:noFill/>
            <a:ln>
              <a:noFill/>
            </a:ln>
          </p:spPr>
        </p:pic>
        <p:pic>
          <p:nvPicPr>
            <p:cNvPr id="37" name="Google Shape;1947;p14"/>
            <p:cNvPicPr preferRelativeResize="0"/>
            <p:nvPr/>
          </p:nvPicPr>
          <p:blipFill rotWithShape="1">
            <a:blip r:embed="rId24">
              <a:alphaModFix/>
            </a:blip>
            <a:srcRect/>
            <a:stretch/>
          </p:blipFill>
          <p:spPr>
            <a:xfrm>
              <a:off x="15696945" y="1384351"/>
              <a:ext cx="36195" cy="32919"/>
            </a:xfrm>
            <a:prstGeom prst="rect">
              <a:avLst/>
            </a:prstGeom>
            <a:noFill/>
            <a:ln>
              <a:noFill/>
            </a:ln>
          </p:spPr>
        </p:pic>
        <p:pic>
          <p:nvPicPr>
            <p:cNvPr id="38" name="Google Shape;1948;p14"/>
            <p:cNvPicPr preferRelativeResize="0"/>
            <p:nvPr/>
          </p:nvPicPr>
          <p:blipFill rotWithShape="1">
            <a:blip r:embed="rId27">
              <a:alphaModFix/>
            </a:blip>
            <a:srcRect/>
            <a:stretch/>
          </p:blipFill>
          <p:spPr>
            <a:xfrm>
              <a:off x="15621381" y="1488414"/>
              <a:ext cx="43306" cy="44843"/>
            </a:xfrm>
            <a:prstGeom prst="rect">
              <a:avLst/>
            </a:prstGeom>
            <a:noFill/>
            <a:ln>
              <a:noFill/>
            </a:ln>
          </p:spPr>
        </p:pic>
        <p:pic>
          <p:nvPicPr>
            <p:cNvPr id="39" name="Google Shape;1949;p14"/>
            <p:cNvPicPr preferRelativeResize="0"/>
            <p:nvPr/>
          </p:nvPicPr>
          <p:blipFill rotWithShape="1">
            <a:blip r:embed="rId27">
              <a:alphaModFix/>
            </a:blip>
            <a:srcRect/>
            <a:stretch/>
          </p:blipFill>
          <p:spPr>
            <a:xfrm>
              <a:off x="15735425" y="1384478"/>
              <a:ext cx="41404" cy="44323"/>
            </a:xfrm>
            <a:prstGeom prst="rect">
              <a:avLst/>
            </a:prstGeom>
            <a:noFill/>
            <a:ln>
              <a:noFill/>
            </a:ln>
          </p:spPr>
        </p:pic>
        <p:pic>
          <p:nvPicPr>
            <p:cNvPr id="40" name="Google Shape;1950;p14"/>
            <p:cNvPicPr preferRelativeResize="0"/>
            <p:nvPr/>
          </p:nvPicPr>
          <p:blipFill rotWithShape="1">
            <a:blip r:embed="rId28">
              <a:alphaModFix/>
            </a:blip>
            <a:srcRect/>
            <a:stretch/>
          </p:blipFill>
          <p:spPr>
            <a:xfrm>
              <a:off x="15792070" y="1308544"/>
              <a:ext cx="3683" cy="3086"/>
            </a:xfrm>
            <a:prstGeom prst="rect">
              <a:avLst/>
            </a:prstGeom>
            <a:noFill/>
            <a:ln>
              <a:noFill/>
            </a:ln>
          </p:spPr>
        </p:pic>
        <p:pic>
          <p:nvPicPr>
            <p:cNvPr id="41" name="Google Shape;1951;p14"/>
            <p:cNvPicPr preferRelativeResize="0"/>
            <p:nvPr/>
          </p:nvPicPr>
          <p:blipFill rotWithShape="1">
            <a:blip r:embed="rId29">
              <a:alphaModFix/>
            </a:blip>
            <a:srcRect/>
            <a:stretch/>
          </p:blipFill>
          <p:spPr>
            <a:xfrm>
              <a:off x="15865349" y="1228953"/>
              <a:ext cx="16126" cy="15316"/>
            </a:xfrm>
            <a:prstGeom prst="rect">
              <a:avLst/>
            </a:prstGeom>
            <a:noFill/>
            <a:ln>
              <a:noFill/>
            </a:ln>
          </p:spPr>
        </p:pic>
        <p:pic>
          <p:nvPicPr>
            <p:cNvPr id="42" name="Google Shape;1952;p14"/>
            <p:cNvPicPr preferRelativeResize="0"/>
            <p:nvPr/>
          </p:nvPicPr>
          <p:blipFill rotWithShape="1">
            <a:blip r:embed="rId30">
              <a:alphaModFix/>
            </a:blip>
            <a:srcRect/>
            <a:stretch/>
          </p:blipFill>
          <p:spPr>
            <a:xfrm>
              <a:off x="15669386" y="1471827"/>
              <a:ext cx="6223" cy="16434"/>
            </a:xfrm>
            <a:prstGeom prst="rect">
              <a:avLst/>
            </a:prstGeom>
            <a:noFill/>
            <a:ln>
              <a:noFill/>
            </a:ln>
          </p:spPr>
        </p:pic>
        <p:pic>
          <p:nvPicPr>
            <p:cNvPr id="43" name="Google Shape;1953;p14"/>
            <p:cNvPicPr preferRelativeResize="0"/>
            <p:nvPr/>
          </p:nvPicPr>
          <p:blipFill rotWithShape="1">
            <a:blip r:embed="rId23">
              <a:alphaModFix/>
            </a:blip>
            <a:srcRect/>
            <a:stretch/>
          </p:blipFill>
          <p:spPr>
            <a:xfrm>
              <a:off x="15855950" y="1307782"/>
              <a:ext cx="7747" cy="7238"/>
            </a:xfrm>
            <a:prstGeom prst="rect">
              <a:avLst/>
            </a:prstGeom>
            <a:noFill/>
            <a:ln>
              <a:noFill/>
            </a:ln>
          </p:spPr>
        </p:pic>
        <p:pic>
          <p:nvPicPr>
            <p:cNvPr id="44" name="Google Shape;1954;p14"/>
            <p:cNvPicPr preferRelativeResize="0"/>
            <p:nvPr/>
          </p:nvPicPr>
          <p:blipFill rotWithShape="1">
            <a:blip r:embed="rId20">
              <a:alphaModFix/>
            </a:blip>
            <a:srcRect/>
            <a:stretch/>
          </p:blipFill>
          <p:spPr>
            <a:xfrm>
              <a:off x="15874747" y="1282166"/>
              <a:ext cx="14095" cy="12610"/>
            </a:xfrm>
            <a:prstGeom prst="rect">
              <a:avLst/>
            </a:prstGeom>
            <a:noFill/>
            <a:ln>
              <a:noFill/>
            </a:ln>
          </p:spPr>
        </p:pic>
        <p:pic>
          <p:nvPicPr>
            <p:cNvPr id="45" name="Google Shape;1955;p14"/>
            <p:cNvPicPr preferRelativeResize="0"/>
            <p:nvPr/>
          </p:nvPicPr>
          <p:blipFill rotWithShape="1">
            <a:blip r:embed="rId20">
              <a:alphaModFix/>
            </a:blip>
            <a:srcRect/>
            <a:stretch/>
          </p:blipFill>
          <p:spPr>
            <a:xfrm>
              <a:off x="15814929" y="1337019"/>
              <a:ext cx="14478" cy="13536"/>
            </a:xfrm>
            <a:prstGeom prst="rect">
              <a:avLst/>
            </a:prstGeom>
            <a:noFill/>
            <a:ln>
              <a:noFill/>
            </a:ln>
          </p:spPr>
        </p:pic>
        <p:pic>
          <p:nvPicPr>
            <p:cNvPr id="46" name="Google Shape;1956;p14"/>
            <p:cNvPicPr preferRelativeResize="0"/>
            <p:nvPr/>
          </p:nvPicPr>
          <p:blipFill rotWithShape="1">
            <a:blip r:embed="rId31">
              <a:alphaModFix/>
            </a:blip>
            <a:srcRect/>
            <a:stretch/>
          </p:blipFill>
          <p:spPr>
            <a:xfrm>
              <a:off x="15642463" y="1463712"/>
              <a:ext cx="54101" cy="18427"/>
            </a:xfrm>
            <a:prstGeom prst="rect">
              <a:avLst/>
            </a:prstGeom>
            <a:noFill/>
            <a:ln>
              <a:noFill/>
            </a:ln>
          </p:spPr>
        </p:pic>
        <p:pic>
          <p:nvPicPr>
            <p:cNvPr id="47" name="Google Shape;1957;p14"/>
            <p:cNvPicPr preferRelativeResize="0"/>
            <p:nvPr/>
          </p:nvPicPr>
          <p:blipFill rotWithShape="1">
            <a:blip r:embed="rId32">
              <a:alphaModFix/>
            </a:blip>
            <a:srcRect/>
            <a:stretch/>
          </p:blipFill>
          <p:spPr>
            <a:xfrm>
              <a:off x="15736444" y="1349412"/>
              <a:ext cx="19811" cy="21044"/>
            </a:xfrm>
            <a:prstGeom prst="rect">
              <a:avLst/>
            </a:prstGeom>
            <a:noFill/>
            <a:ln>
              <a:noFill/>
            </a:ln>
          </p:spPr>
        </p:pic>
        <p:pic>
          <p:nvPicPr>
            <p:cNvPr id="48" name="Google Shape;1958;p14"/>
            <p:cNvPicPr preferRelativeResize="0"/>
            <p:nvPr/>
          </p:nvPicPr>
          <p:blipFill rotWithShape="1">
            <a:blip r:embed="rId33">
              <a:alphaModFix/>
            </a:blip>
            <a:srcRect/>
            <a:stretch/>
          </p:blipFill>
          <p:spPr>
            <a:xfrm>
              <a:off x="15651227" y="1473288"/>
              <a:ext cx="22858" cy="37376"/>
            </a:xfrm>
            <a:prstGeom prst="rect">
              <a:avLst/>
            </a:prstGeom>
            <a:noFill/>
            <a:ln>
              <a:noFill/>
            </a:ln>
          </p:spPr>
        </p:pic>
        <p:pic>
          <p:nvPicPr>
            <p:cNvPr id="49" name="Google Shape;1959;p14"/>
            <p:cNvPicPr preferRelativeResize="0"/>
            <p:nvPr/>
          </p:nvPicPr>
          <p:blipFill rotWithShape="1">
            <a:blip r:embed="rId34">
              <a:alphaModFix/>
            </a:blip>
            <a:srcRect/>
            <a:stretch/>
          </p:blipFill>
          <p:spPr>
            <a:xfrm>
              <a:off x="15843631" y="1255712"/>
              <a:ext cx="7618" cy="9042"/>
            </a:xfrm>
            <a:prstGeom prst="rect">
              <a:avLst/>
            </a:prstGeom>
            <a:noFill/>
            <a:ln>
              <a:noFill/>
            </a:ln>
          </p:spPr>
        </p:pic>
        <p:pic>
          <p:nvPicPr>
            <p:cNvPr id="50" name="Google Shape;1960;p14"/>
            <p:cNvPicPr preferRelativeResize="0"/>
            <p:nvPr/>
          </p:nvPicPr>
          <p:blipFill rotWithShape="1">
            <a:blip r:embed="rId34">
              <a:alphaModFix/>
            </a:blip>
            <a:srcRect/>
            <a:stretch/>
          </p:blipFill>
          <p:spPr>
            <a:xfrm>
              <a:off x="15677894" y="1470126"/>
              <a:ext cx="5716" cy="9309"/>
            </a:xfrm>
            <a:prstGeom prst="rect">
              <a:avLst/>
            </a:prstGeom>
            <a:noFill/>
            <a:ln>
              <a:noFill/>
            </a:ln>
          </p:spPr>
        </p:pic>
        <p:pic>
          <p:nvPicPr>
            <p:cNvPr id="51" name="Google Shape;1961;p14"/>
            <p:cNvPicPr preferRelativeResize="0"/>
            <p:nvPr/>
          </p:nvPicPr>
          <p:blipFill rotWithShape="1">
            <a:blip r:embed="rId28">
              <a:alphaModFix/>
            </a:blip>
            <a:srcRect/>
            <a:stretch/>
          </p:blipFill>
          <p:spPr>
            <a:xfrm>
              <a:off x="15670911" y="1472793"/>
              <a:ext cx="2031" cy="2222"/>
            </a:xfrm>
            <a:prstGeom prst="rect">
              <a:avLst/>
            </a:prstGeom>
            <a:noFill/>
            <a:ln>
              <a:noFill/>
            </a:ln>
          </p:spPr>
        </p:pic>
        <p:pic>
          <p:nvPicPr>
            <p:cNvPr id="52" name="Google Shape;1962;p14"/>
            <p:cNvPicPr preferRelativeResize="0"/>
            <p:nvPr/>
          </p:nvPicPr>
          <p:blipFill rotWithShape="1">
            <a:blip r:embed="rId34">
              <a:alphaModFix/>
            </a:blip>
            <a:srcRect/>
            <a:stretch/>
          </p:blipFill>
          <p:spPr>
            <a:xfrm>
              <a:off x="15824835" y="1273848"/>
              <a:ext cx="7366" cy="7633"/>
            </a:xfrm>
            <a:prstGeom prst="rect">
              <a:avLst/>
            </a:prstGeom>
            <a:noFill/>
            <a:ln>
              <a:noFill/>
            </a:ln>
          </p:spPr>
        </p:pic>
        <p:pic>
          <p:nvPicPr>
            <p:cNvPr id="53" name="Google Shape;1963;p14"/>
            <p:cNvPicPr preferRelativeResize="0"/>
            <p:nvPr/>
          </p:nvPicPr>
          <p:blipFill rotWithShape="1">
            <a:blip r:embed="rId35">
              <a:alphaModFix/>
            </a:blip>
            <a:srcRect/>
            <a:stretch/>
          </p:blipFill>
          <p:spPr>
            <a:xfrm>
              <a:off x="15935325" y="1214271"/>
              <a:ext cx="18032" cy="26936"/>
            </a:xfrm>
            <a:prstGeom prst="rect">
              <a:avLst/>
            </a:prstGeom>
            <a:noFill/>
            <a:ln>
              <a:noFill/>
            </a:ln>
          </p:spPr>
        </p:pic>
        <p:pic>
          <p:nvPicPr>
            <p:cNvPr id="54" name="Google Shape;1964;p14"/>
            <p:cNvPicPr preferRelativeResize="0"/>
            <p:nvPr/>
          </p:nvPicPr>
          <p:blipFill rotWithShape="1">
            <a:blip r:embed="rId36">
              <a:alphaModFix/>
            </a:blip>
            <a:srcRect/>
            <a:stretch/>
          </p:blipFill>
          <p:spPr>
            <a:xfrm>
              <a:off x="15635478" y="1434121"/>
              <a:ext cx="66292" cy="61213"/>
            </a:xfrm>
            <a:prstGeom prst="rect">
              <a:avLst/>
            </a:prstGeom>
            <a:noFill/>
            <a:ln>
              <a:noFill/>
            </a:ln>
          </p:spPr>
        </p:pic>
        <p:pic>
          <p:nvPicPr>
            <p:cNvPr id="55" name="Google Shape;1965;p14"/>
            <p:cNvPicPr preferRelativeResize="0"/>
            <p:nvPr/>
          </p:nvPicPr>
          <p:blipFill rotWithShape="1">
            <a:blip r:embed="rId34">
              <a:alphaModFix/>
            </a:blip>
            <a:srcRect/>
            <a:stretch/>
          </p:blipFill>
          <p:spPr>
            <a:xfrm>
              <a:off x="15682467" y="1428520"/>
              <a:ext cx="1523" cy="1790"/>
            </a:xfrm>
            <a:prstGeom prst="rect">
              <a:avLst/>
            </a:prstGeom>
            <a:noFill/>
            <a:ln>
              <a:noFill/>
            </a:ln>
          </p:spPr>
        </p:pic>
        <p:pic>
          <p:nvPicPr>
            <p:cNvPr id="56" name="Google Shape;1966;p14"/>
            <p:cNvPicPr preferRelativeResize="0"/>
            <p:nvPr/>
          </p:nvPicPr>
          <p:blipFill rotWithShape="1">
            <a:blip r:embed="rId37">
              <a:alphaModFix/>
            </a:blip>
            <a:srcRect/>
            <a:stretch/>
          </p:blipFill>
          <p:spPr>
            <a:xfrm>
              <a:off x="15639414" y="1470417"/>
              <a:ext cx="26036" cy="30924"/>
            </a:xfrm>
            <a:prstGeom prst="rect">
              <a:avLst/>
            </a:prstGeom>
            <a:noFill/>
            <a:ln>
              <a:noFill/>
            </a:ln>
          </p:spPr>
        </p:pic>
        <p:pic>
          <p:nvPicPr>
            <p:cNvPr id="57" name="Google Shape;1967;p14"/>
            <p:cNvPicPr preferRelativeResize="0"/>
            <p:nvPr/>
          </p:nvPicPr>
          <p:blipFill rotWithShape="1">
            <a:blip r:embed="rId38">
              <a:alphaModFix/>
            </a:blip>
            <a:srcRect/>
            <a:stretch/>
          </p:blipFill>
          <p:spPr>
            <a:xfrm>
              <a:off x="15666975" y="1440484"/>
              <a:ext cx="15351" cy="20421"/>
            </a:xfrm>
            <a:prstGeom prst="rect">
              <a:avLst/>
            </a:prstGeom>
            <a:noFill/>
            <a:ln>
              <a:noFill/>
            </a:ln>
          </p:spPr>
        </p:pic>
        <p:pic>
          <p:nvPicPr>
            <p:cNvPr id="58" name="Google Shape;1968;p14"/>
            <p:cNvPicPr preferRelativeResize="0"/>
            <p:nvPr/>
          </p:nvPicPr>
          <p:blipFill rotWithShape="1">
            <a:blip r:embed="rId28">
              <a:alphaModFix/>
            </a:blip>
            <a:srcRect/>
            <a:stretch/>
          </p:blipFill>
          <p:spPr>
            <a:xfrm>
              <a:off x="15953359" y="1215466"/>
              <a:ext cx="2285" cy="1803"/>
            </a:xfrm>
            <a:prstGeom prst="rect">
              <a:avLst/>
            </a:prstGeom>
            <a:noFill/>
            <a:ln>
              <a:noFill/>
            </a:ln>
          </p:spPr>
        </p:pic>
        <p:pic>
          <p:nvPicPr>
            <p:cNvPr id="59" name="Google Shape;1969;p14"/>
            <p:cNvPicPr preferRelativeResize="0"/>
            <p:nvPr/>
          </p:nvPicPr>
          <p:blipFill rotWithShape="1">
            <a:blip r:embed="rId39">
              <a:alphaModFix/>
            </a:blip>
            <a:srcRect/>
            <a:stretch/>
          </p:blipFill>
          <p:spPr>
            <a:xfrm>
              <a:off x="15685896" y="1402969"/>
              <a:ext cx="39878" cy="43662"/>
            </a:xfrm>
            <a:prstGeom prst="rect">
              <a:avLst/>
            </a:prstGeom>
            <a:noFill/>
            <a:ln>
              <a:noFill/>
            </a:ln>
          </p:spPr>
        </p:pic>
        <p:pic>
          <p:nvPicPr>
            <p:cNvPr id="60" name="Google Shape;1970;p14"/>
            <p:cNvPicPr preferRelativeResize="0"/>
            <p:nvPr/>
          </p:nvPicPr>
          <p:blipFill rotWithShape="1">
            <a:blip r:embed="rId29">
              <a:alphaModFix/>
            </a:blip>
            <a:srcRect/>
            <a:stretch/>
          </p:blipFill>
          <p:spPr>
            <a:xfrm>
              <a:off x="15880588" y="1270139"/>
              <a:ext cx="20192" cy="18008"/>
            </a:xfrm>
            <a:prstGeom prst="rect">
              <a:avLst/>
            </a:prstGeom>
            <a:noFill/>
            <a:ln>
              <a:noFill/>
            </a:ln>
          </p:spPr>
        </p:pic>
        <p:pic>
          <p:nvPicPr>
            <p:cNvPr id="61" name="Google Shape;1971;p14"/>
            <p:cNvPicPr preferRelativeResize="0"/>
            <p:nvPr/>
          </p:nvPicPr>
          <p:blipFill rotWithShape="1">
            <a:blip r:embed="rId40">
              <a:alphaModFix/>
            </a:blip>
            <a:srcRect/>
            <a:stretch/>
          </p:blipFill>
          <p:spPr>
            <a:xfrm>
              <a:off x="15668497" y="1475930"/>
              <a:ext cx="10794" cy="11023"/>
            </a:xfrm>
            <a:prstGeom prst="rect">
              <a:avLst/>
            </a:prstGeom>
            <a:noFill/>
            <a:ln>
              <a:noFill/>
            </a:ln>
          </p:spPr>
        </p:pic>
        <p:pic>
          <p:nvPicPr>
            <p:cNvPr id="62" name="Google Shape;1972;p14"/>
            <p:cNvPicPr preferRelativeResize="0"/>
            <p:nvPr/>
          </p:nvPicPr>
          <p:blipFill rotWithShape="1">
            <a:blip r:embed="rId41">
              <a:alphaModFix/>
            </a:blip>
            <a:srcRect/>
            <a:stretch/>
          </p:blipFill>
          <p:spPr>
            <a:xfrm>
              <a:off x="15852522" y="1235785"/>
              <a:ext cx="21969" cy="18745"/>
            </a:xfrm>
            <a:prstGeom prst="rect">
              <a:avLst/>
            </a:prstGeom>
            <a:noFill/>
            <a:ln>
              <a:noFill/>
            </a:ln>
          </p:spPr>
        </p:pic>
        <p:pic>
          <p:nvPicPr>
            <p:cNvPr id="63" name="Google Shape;1973;p14"/>
            <p:cNvPicPr preferRelativeResize="0"/>
            <p:nvPr/>
          </p:nvPicPr>
          <p:blipFill rotWithShape="1">
            <a:blip r:embed="rId28">
              <a:alphaModFix/>
            </a:blip>
            <a:srcRect/>
            <a:stretch/>
          </p:blipFill>
          <p:spPr>
            <a:xfrm>
              <a:off x="15965169" y="1207654"/>
              <a:ext cx="2031" cy="1524"/>
            </a:xfrm>
            <a:prstGeom prst="rect">
              <a:avLst/>
            </a:prstGeom>
            <a:noFill/>
            <a:ln>
              <a:noFill/>
            </a:ln>
          </p:spPr>
        </p:pic>
        <p:pic>
          <p:nvPicPr>
            <p:cNvPr id="64" name="Google Shape;1974;p14"/>
            <p:cNvPicPr preferRelativeResize="0"/>
            <p:nvPr/>
          </p:nvPicPr>
          <p:blipFill rotWithShape="1">
            <a:blip r:embed="rId28">
              <a:alphaModFix/>
            </a:blip>
            <a:srcRect/>
            <a:stretch/>
          </p:blipFill>
          <p:spPr>
            <a:xfrm>
              <a:off x="15889351" y="1220528"/>
              <a:ext cx="1687" cy="1351"/>
            </a:xfrm>
            <a:prstGeom prst="rect">
              <a:avLst/>
            </a:prstGeom>
            <a:noFill/>
            <a:ln>
              <a:noFill/>
            </a:ln>
          </p:spPr>
        </p:pic>
        <p:pic>
          <p:nvPicPr>
            <p:cNvPr id="65" name="Google Shape;1975;p14"/>
            <p:cNvPicPr preferRelativeResize="0"/>
            <p:nvPr/>
          </p:nvPicPr>
          <p:blipFill rotWithShape="1">
            <a:blip r:embed="rId42">
              <a:alphaModFix/>
            </a:blip>
            <a:srcRect/>
            <a:stretch/>
          </p:blipFill>
          <p:spPr>
            <a:xfrm>
              <a:off x="15948025" y="1190968"/>
              <a:ext cx="2666" cy="11289"/>
            </a:xfrm>
            <a:prstGeom prst="rect">
              <a:avLst/>
            </a:prstGeom>
            <a:noFill/>
            <a:ln>
              <a:noFill/>
            </a:ln>
          </p:spPr>
        </p:pic>
        <p:pic>
          <p:nvPicPr>
            <p:cNvPr id="66" name="Google Shape;1976;p14"/>
            <p:cNvPicPr preferRelativeResize="0"/>
            <p:nvPr/>
          </p:nvPicPr>
          <p:blipFill rotWithShape="1">
            <a:blip r:embed="rId43">
              <a:alphaModFix/>
            </a:blip>
            <a:srcRect/>
            <a:stretch/>
          </p:blipFill>
          <p:spPr>
            <a:xfrm>
              <a:off x="15671927" y="1466291"/>
              <a:ext cx="21082" cy="4953"/>
            </a:xfrm>
            <a:prstGeom prst="rect">
              <a:avLst/>
            </a:prstGeom>
            <a:noFill/>
            <a:ln>
              <a:noFill/>
            </a:ln>
          </p:spPr>
        </p:pic>
        <p:pic>
          <p:nvPicPr>
            <p:cNvPr id="67" name="Google Shape;1977;p14"/>
            <p:cNvPicPr preferRelativeResize="0"/>
            <p:nvPr/>
          </p:nvPicPr>
          <p:blipFill rotWithShape="1">
            <a:blip r:embed="rId40">
              <a:alphaModFix/>
            </a:blip>
            <a:srcRect/>
            <a:stretch/>
          </p:blipFill>
          <p:spPr>
            <a:xfrm>
              <a:off x="15635985" y="1508607"/>
              <a:ext cx="11174" cy="10478"/>
            </a:xfrm>
            <a:prstGeom prst="rect">
              <a:avLst/>
            </a:prstGeom>
            <a:noFill/>
            <a:ln>
              <a:noFill/>
            </a:ln>
          </p:spPr>
        </p:pic>
        <p:pic>
          <p:nvPicPr>
            <p:cNvPr id="68" name="Google Shape;1978;p14"/>
            <p:cNvPicPr preferRelativeResize="0"/>
            <p:nvPr/>
          </p:nvPicPr>
          <p:blipFill rotWithShape="1">
            <a:blip r:embed="rId44">
              <a:alphaModFix/>
            </a:blip>
            <a:srcRect/>
            <a:stretch/>
          </p:blipFill>
          <p:spPr>
            <a:xfrm>
              <a:off x="15891127" y="1207211"/>
              <a:ext cx="68581" cy="70739"/>
            </a:xfrm>
            <a:prstGeom prst="rect">
              <a:avLst/>
            </a:prstGeom>
            <a:noFill/>
            <a:ln>
              <a:noFill/>
            </a:ln>
          </p:spPr>
        </p:pic>
        <p:pic>
          <p:nvPicPr>
            <p:cNvPr id="69" name="Google Shape;1979;p14"/>
            <p:cNvPicPr preferRelativeResize="0"/>
            <p:nvPr/>
          </p:nvPicPr>
          <p:blipFill rotWithShape="1">
            <a:blip r:embed="rId28">
              <a:alphaModFix/>
            </a:blip>
            <a:srcRect/>
            <a:stretch/>
          </p:blipFill>
          <p:spPr>
            <a:xfrm>
              <a:off x="15658337" y="1504264"/>
              <a:ext cx="1142" cy="1396"/>
            </a:xfrm>
            <a:prstGeom prst="rect">
              <a:avLst/>
            </a:prstGeom>
            <a:noFill/>
            <a:ln>
              <a:noFill/>
            </a:ln>
          </p:spPr>
        </p:pic>
        <p:pic>
          <p:nvPicPr>
            <p:cNvPr id="70" name="Google Shape;1980;p14"/>
            <p:cNvPicPr preferRelativeResize="0"/>
            <p:nvPr/>
          </p:nvPicPr>
          <p:blipFill rotWithShape="1">
            <a:blip r:embed="rId25">
              <a:alphaModFix/>
            </a:blip>
            <a:srcRect/>
            <a:stretch/>
          </p:blipFill>
          <p:spPr>
            <a:xfrm>
              <a:off x="15658718" y="1475473"/>
              <a:ext cx="14986" cy="22059"/>
            </a:xfrm>
            <a:prstGeom prst="rect">
              <a:avLst/>
            </a:prstGeom>
            <a:noFill/>
            <a:ln>
              <a:noFill/>
            </a:ln>
          </p:spPr>
        </p:pic>
        <p:pic>
          <p:nvPicPr>
            <p:cNvPr id="71" name="Google Shape;1981;p14"/>
            <p:cNvPicPr preferRelativeResize="0"/>
            <p:nvPr/>
          </p:nvPicPr>
          <p:blipFill rotWithShape="1">
            <a:blip r:embed="rId28">
              <a:alphaModFix/>
            </a:blip>
            <a:srcRect/>
            <a:stretch/>
          </p:blipFill>
          <p:spPr>
            <a:xfrm>
              <a:off x="15635859" y="1500797"/>
              <a:ext cx="1143" cy="1409"/>
            </a:xfrm>
            <a:prstGeom prst="rect">
              <a:avLst/>
            </a:prstGeom>
            <a:noFill/>
            <a:ln>
              <a:noFill/>
            </a:ln>
          </p:spPr>
        </p:pic>
        <p:pic>
          <p:nvPicPr>
            <p:cNvPr id="72" name="Google Shape;1982;p14"/>
            <p:cNvPicPr preferRelativeResize="0"/>
            <p:nvPr/>
          </p:nvPicPr>
          <p:blipFill rotWithShape="1">
            <a:blip r:embed="rId34">
              <a:alphaModFix/>
            </a:blip>
            <a:srcRect/>
            <a:stretch/>
          </p:blipFill>
          <p:spPr>
            <a:xfrm>
              <a:off x="15916402" y="1201229"/>
              <a:ext cx="2412" cy="5448"/>
            </a:xfrm>
            <a:prstGeom prst="rect">
              <a:avLst/>
            </a:prstGeom>
            <a:noFill/>
            <a:ln>
              <a:noFill/>
            </a:ln>
          </p:spPr>
        </p:pic>
        <p:pic>
          <p:nvPicPr>
            <p:cNvPr id="73" name="Google Shape;1983;p14"/>
            <p:cNvPicPr preferRelativeResize="0"/>
            <p:nvPr/>
          </p:nvPicPr>
          <p:blipFill rotWithShape="1">
            <a:blip r:embed="rId28">
              <a:alphaModFix/>
            </a:blip>
            <a:srcRect/>
            <a:stretch/>
          </p:blipFill>
          <p:spPr>
            <a:xfrm>
              <a:off x="15947769" y="1197292"/>
              <a:ext cx="1650" cy="1346"/>
            </a:xfrm>
            <a:prstGeom prst="rect">
              <a:avLst/>
            </a:prstGeom>
            <a:noFill/>
            <a:ln>
              <a:noFill/>
            </a:ln>
          </p:spPr>
        </p:pic>
        <p:pic>
          <p:nvPicPr>
            <p:cNvPr id="74" name="Google Shape;1984;p14"/>
            <p:cNvPicPr preferRelativeResize="0"/>
            <p:nvPr/>
          </p:nvPicPr>
          <p:blipFill rotWithShape="1">
            <a:blip r:embed="rId28">
              <a:alphaModFix/>
            </a:blip>
            <a:srcRect/>
            <a:stretch/>
          </p:blipFill>
          <p:spPr>
            <a:xfrm>
              <a:off x="15933039" y="1198499"/>
              <a:ext cx="1016" cy="889"/>
            </a:xfrm>
            <a:prstGeom prst="rect">
              <a:avLst/>
            </a:prstGeom>
            <a:noFill/>
            <a:ln>
              <a:noFill/>
            </a:ln>
          </p:spPr>
        </p:pic>
        <p:pic>
          <p:nvPicPr>
            <p:cNvPr id="75" name="Google Shape;1985;p14"/>
            <p:cNvPicPr preferRelativeResize="0"/>
            <p:nvPr/>
          </p:nvPicPr>
          <p:blipFill rotWithShape="1">
            <a:blip r:embed="rId40">
              <a:alphaModFix/>
            </a:blip>
            <a:srcRect/>
            <a:stretch/>
          </p:blipFill>
          <p:spPr>
            <a:xfrm>
              <a:off x="15708376" y="1446872"/>
              <a:ext cx="8418" cy="9474"/>
            </a:xfrm>
            <a:prstGeom prst="rect">
              <a:avLst/>
            </a:prstGeom>
            <a:noFill/>
            <a:ln>
              <a:noFill/>
            </a:ln>
          </p:spPr>
        </p:pic>
        <p:pic>
          <p:nvPicPr>
            <p:cNvPr id="76" name="Google Shape;1986;p14"/>
            <p:cNvPicPr preferRelativeResize="0"/>
            <p:nvPr/>
          </p:nvPicPr>
          <p:blipFill rotWithShape="1">
            <a:blip r:embed="rId34">
              <a:alphaModFix/>
            </a:blip>
            <a:srcRect/>
            <a:stretch/>
          </p:blipFill>
          <p:spPr>
            <a:xfrm>
              <a:off x="15918687" y="1247634"/>
              <a:ext cx="9400" cy="9678"/>
            </a:xfrm>
            <a:prstGeom prst="rect">
              <a:avLst/>
            </a:prstGeom>
            <a:noFill/>
            <a:ln>
              <a:noFill/>
            </a:ln>
          </p:spPr>
        </p:pic>
        <p:pic>
          <p:nvPicPr>
            <p:cNvPr id="77" name="Google Shape;1987;p14"/>
            <p:cNvPicPr preferRelativeResize="0"/>
            <p:nvPr/>
          </p:nvPicPr>
          <p:blipFill rotWithShape="1">
            <a:blip r:embed="rId45">
              <a:alphaModFix/>
            </a:blip>
            <a:srcRect/>
            <a:stretch/>
          </p:blipFill>
          <p:spPr>
            <a:xfrm>
              <a:off x="15635732" y="1459560"/>
              <a:ext cx="44576" cy="50038"/>
            </a:xfrm>
            <a:prstGeom prst="rect">
              <a:avLst/>
            </a:prstGeom>
            <a:noFill/>
            <a:ln>
              <a:noFill/>
            </a:ln>
          </p:spPr>
        </p:pic>
        <p:pic>
          <p:nvPicPr>
            <p:cNvPr id="78" name="Google Shape;1988;p14"/>
            <p:cNvPicPr preferRelativeResize="0"/>
            <p:nvPr/>
          </p:nvPicPr>
          <p:blipFill rotWithShape="1">
            <a:blip r:embed="rId20">
              <a:alphaModFix/>
            </a:blip>
            <a:srcRect/>
            <a:stretch/>
          </p:blipFill>
          <p:spPr>
            <a:xfrm>
              <a:off x="15874620" y="1283156"/>
              <a:ext cx="14985" cy="14605"/>
            </a:xfrm>
            <a:prstGeom prst="rect">
              <a:avLst/>
            </a:prstGeom>
            <a:noFill/>
            <a:ln>
              <a:noFill/>
            </a:ln>
          </p:spPr>
        </p:pic>
        <p:pic>
          <p:nvPicPr>
            <p:cNvPr id="79" name="Google Shape;1989;p14"/>
            <p:cNvPicPr preferRelativeResize="0"/>
            <p:nvPr/>
          </p:nvPicPr>
          <p:blipFill rotWithShape="1">
            <a:blip r:embed="rId28">
              <a:alphaModFix/>
            </a:blip>
            <a:srcRect/>
            <a:stretch/>
          </p:blipFill>
          <p:spPr>
            <a:xfrm>
              <a:off x="15679419" y="1471002"/>
              <a:ext cx="761" cy="774"/>
            </a:xfrm>
            <a:prstGeom prst="rect">
              <a:avLst/>
            </a:prstGeom>
            <a:noFill/>
            <a:ln>
              <a:noFill/>
            </a:ln>
          </p:spPr>
        </p:pic>
        <p:pic>
          <p:nvPicPr>
            <p:cNvPr id="80" name="Google Shape;1990;p14"/>
            <p:cNvPicPr preferRelativeResize="0"/>
            <p:nvPr/>
          </p:nvPicPr>
          <p:blipFill rotWithShape="1">
            <a:blip r:embed="rId28">
              <a:alphaModFix/>
            </a:blip>
            <a:srcRect/>
            <a:stretch/>
          </p:blipFill>
          <p:spPr>
            <a:xfrm>
              <a:off x="15943198" y="1229553"/>
              <a:ext cx="1771" cy="1470"/>
            </a:xfrm>
            <a:prstGeom prst="rect">
              <a:avLst/>
            </a:prstGeom>
            <a:noFill/>
            <a:ln>
              <a:noFill/>
            </a:ln>
          </p:spPr>
        </p:pic>
        <p:pic>
          <p:nvPicPr>
            <p:cNvPr id="81" name="Google Shape;1991;p14"/>
            <p:cNvPicPr preferRelativeResize="0"/>
            <p:nvPr/>
          </p:nvPicPr>
          <p:blipFill rotWithShape="1">
            <a:blip r:embed="rId23">
              <a:alphaModFix/>
            </a:blip>
            <a:srcRect/>
            <a:stretch/>
          </p:blipFill>
          <p:spPr>
            <a:xfrm>
              <a:off x="15685389" y="1446009"/>
              <a:ext cx="9270" cy="4169"/>
            </a:xfrm>
            <a:prstGeom prst="rect">
              <a:avLst/>
            </a:prstGeom>
            <a:noFill/>
            <a:ln>
              <a:noFill/>
            </a:ln>
          </p:spPr>
        </p:pic>
        <p:pic>
          <p:nvPicPr>
            <p:cNvPr id="82" name="Google Shape;1992;p14"/>
            <p:cNvPicPr preferRelativeResize="0"/>
            <p:nvPr/>
          </p:nvPicPr>
          <p:blipFill rotWithShape="1">
            <a:blip r:embed="rId46">
              <a:alphaModFix/>
            </a:blip>
            <a:srcRect/>
            <a:stretch/>
          </p:blipFill>
          <p:spPr>
            <a:xfrm>
              <a:off x="15655797" y="1465834"/>
              <a:ext cx="29209" cy="40144"/>
            </a:xfrm>
            <a:prstGeom prst="rect">
              <a:avLst/>
            </a:prstGeom>
            <a:noFill/>
            <a:ln>
              <a:noFill/>
            </a:ln>
          </p:spPr>
        </p:pic>
        <p:pic>
          <p:nvPicPr>
            <p:cNvPr id="83" name="Google Shape;1993;p14"/>
            <p:cNvPicPr preferRelativeResize="0"/>
            <p:nvPr/>
          </p:nvPicPr>
          <p:blipFill rotWithShape="1">
            <a:blip r:embed="rId34">
              <a:alphaModFix/>
            </a:blip>
            <a:srcRect/>
            <a:stretch/>
          </p:blipFill>
          <p:spPr>
            <a:xfrm>
              <a:off x="15648432" y="1495513"/>
              <a:ext cx="635" cy="888"/>
            </a:xfrm>
            <a:prstGeom prst="rect">
              <a:avLst/>
            </a:prstGeom>
            <a:noFill/>
            <a:ln>
              <a:noFill/>
            </a:ln>
          </p:spPr>
        </p:pic>
        <p:pic>
          <p:nvPicPr>
            <p:cNvPr id="84" name="Google Shape;1994;p14"/>
            <p:cNvPicPr preferRelativeResize="0"/>
            <p:nvPr/>
          </p:nvPicPr>
          <p:blipFill rotWithShape="1">
            <a:blip r:embed="rId28">
              <a:alphaModFix/>
            </a:blip>
            <a:srcRect/>
            <a:stretch/>
          </p:blipFill>
          <p:spPr>
            <a:xfrm>
              <a:off x="15700883" y="1433957"/>
              <a:ext cx="889" cy="965"/>
            </a:xfrm>
            <a:prstGeom prst="rect">
              <a:avLst/>
            </a:prstGeom>
            <a:noFill/>
            <a:ln>
              <a:noFill/>
            </a:ln>
          </p:spPr>
        </p:pic>
        <p:pic>
          <p:nvPicPr>
            <p:cNvPr id="85" name="Google Shape;1995;p14"/>
            <p:cNvPicPr preferRelativeResize="0"/>
            <p:nvPr/>
          </p:nvPicPr>
          <p:blipFill rotWithShape="1">
            <a:blip r:embed="rId23">
              <a:alphaModFix/>
            </a:blip>
            <a:srcRect/>
            <a:stretch/>
          </p:blipFill>
          <p:spPr>
            <a:xfrm>
              <a:off x="15914242" y="1202766"/>
              <a:ext cx="4939" cy="2387"/>
            </a:xfrm>
            <a:prstGeom prst="rect">
              <a:avLst/>
            </a:prstGeom>
            <a:noFill/>
            <a:ln>
              <a:noFill/>
            </a:ln>
          </p:spPr>
        </p:pic>
        <p:pic>
          <p:nvPicPr>
            <p:cNvPr id="86" name="Google Shape;1996;p14"/>
            <p:cNvPicPr preferRelativeResize="0"/>
            <p:nvPr/>
          </p:nvPicPr>
          <p:blipFill rotWithShape="1">
            <a:blip r:embed="rId47">
              <a:alphaModFix/>
            </a:blip>
            <a:srcRect/>
            <a:stretch/>
          </p:blipFill>
          <p:spPr>
            <a:xfrm>
              <a:off x="15634335" y="1432801"/>
              <a:ext cx="68198" cy="66675"/>
            </a:xfrm>
            <a:prstGeom prst="rect">
              <a:avLst/>
            </a:prstGeom>
            <a:noFill/>
            <a:ln>
              <a:noFill/>
            </a:ln>
          </p:spPr>
        </p:pic>
        <p:pic>
          <p:nvPicPr>
            <p:cNvPr id="87" name="Google Shape;1997;p14"/>
            <p:cNvPicPr preferRelativeResize="0"/>
            <p:nvPr/>
          </p:nvPicPr>
          <p:blipFill rotWithShape="1">
            <a:blip r:embed="rId48">
              <a:alphaModFix/>
            </a:blip>
            <a:srcRect/>
            <a:stretch/>
          </p:blipFill>
          <p:spPr>
            <a:xfrm>
              <a:off x="15829153" y="1205179"/>
              <a:ext cx="88518" cy="72174"/>
            </a:xfrm>
            <a:prstGeom prst="rect">
              <a:avLst/>
            </a:prstGeom>
            <a:noFill/>
            <a:ln>
              <a:noFill/>
            </a:ln>
          </p:spPr>
        </p:pic>
        <p:pic>
          <p:nvPicPr>
            <p:cNvPr id="88" name="Google Shape;1998;p14"/>
            <p:cNvPicPr preferRelativeResize="0"/>
            <p:nvPr/>
          </p:nvPicPr>
          <p:blipFill rotWithShape="1">
            <a:blip r:embed="rId28">
              <a:alphaModFix/>
            </a:blip>
            <a:srcRect/>
            <a:stretch/>
          </p:blipFill>
          <p:spPr>
            <a:xfrm>
              <a:off x="15909036" y="1261630"/>
              <a:ext cx="1143" cy="1028"/>
            </a:xfrm>
            <a:prstGeom prst="rect">
              <a:avLst/>
            </a:prstGeom>
            <a:noFill/>
            <a:ln>
              <a:noFill/>
            </a:ln>
          </p:spPr>
        </p:pic>
        <p:pic>
          <p:nvPicPr>
            <p:cNvPr id="89" name="Google Shape;1999;p14"/>
            <p:cNvPicPr preferRelativeResize="0"/>
            <p:nvPr/>
          </p:nvPicPr>
          <p:blipFill rotWithShape="1">
            <a:blip r:embed="rId49">
              <a:alphaModFix/>
            </a:blip>
            <a:srcRect/>
            <a:stretch/>
          </p:blipFill>
          <p:spPr>
            <a:xfrm>
              <a:off x="15619220" y="1424419"/>
              <a:ext cx="68835" cy="86803"/>
            </a:xfrm>
            <a:prstGeom prst="rect">
              <a:avLst/>
            </a:prstGeom>
            <a:noFill/>
            <a:ln>
              <a:noFill/>
            </a:ln>
          </p:spPr>
        </p:pic>
        <p:pic>
          <p:nvPicPr>
            <p:cNvPr id="90" name="Google Shape;2000;p14"/>
            <p:cNvPicPr preferRelativeResize="0"/>
            <p:nvPr/>
          </p:nvPicPr>
          <p:blipFill rotWithShape="1">
            <a:blip r:embed="rId28">
              <a:alphaModFix/>
            </a:blip>
            <a:srcRect/>
            <a:stretch/>
          </p:blipFill>
          <p:spPr>
            <a:xfrm>
              <a:off x="15663290" y="1472488"/>
              <a:ext cx="634" cy="673"/>
            </a:xfrm>
            <a:prstGeom prst="rect">
              <a:avLst/>
            </a:prstGeom>
            <a:noFill/>
            <a:ln>
              <a:noFill/>
            </a:ln>
          </p:spPr>
        </p:pic>
        <p:pic>
          <p:nvPicPr>
            <p:cNvPr id="91" name="Google Shape;2001;p14"/>
            <p:cNvPicPr preferRelativeResize="0"/>
            <p:nvPr/>
          </p:nvPicPr>
          <p:blipFill rotWithShape="1">
            <a:blip r:embed="rId23">
              <a:alphaModFix/>
            </a:blip>
            <a:srcRect/>
            <a:stretch/>
          </p:blipFill>
          <p:spPr>
            <a:xfrm>
              <a:off x="15915893" y="1250950"/>
              <a:ext cx="9015" cy="7836"/>
            </a:xfrm>
            <a:prstGeom prst="rect">
              <a:avLst/>
            </a:prstGeom>
            <a:noFill/>
            <a:ln>
              <a:noFill/>
            </a:ln>
          </p:spPr>
        </p:pic>
        <p:pic>
          <p:nvPicPr>
            <p:cNvPr id="92" name="Google Shape;2002;p14"/>
            <p:cNvPicPr preferRelativeResize="0"/>
            <p:nvPr/>
          </p:nvPicPr>
          <p:blipFill rotWithShape="1">
            <a:blip r:embed="rId23">
              <a:alphaModFix/>
            </a:blip>
            <a:srcRect/>
            <a:stretch/>
          </p:blipFill>
          <p:spPr>
            <a:xfrm>
              <a:off x="15925696" y="1200340"/>
              <a:ext cx="739" cy="571"/>
            </a:xfrm>
            <a:prstGeom prst="rect">
              <a:avLst/>
            </a:prstGeom>
            <a:noFill/>
            <a:ln>
              <a:noFill/>
            </a:ln>
          </p:spPr>
        </p:pic>
        <p:pic>
          <p:nvPicPr>
            <p:cNvPr id="93" name="Google Shape;2003;p14"/>
            <p:cNvPicPr preferRelativeResize="0"/>
            <p:nvPr/>
          </p:nvPicPr>
          <p:blipFill rotWithShape="1">
            <a:blip r:embed="rId28">
              <a:alphaModFix/>
            </a:blip>
            <a:srcRect/>
            <a:stretch/>
          </p:blipFill>
          <p:spPr>
            <a:xfrm>
              <a:off x="15707867" y="1418869"/>
              <a:ext cx="2158" cy="1473"/>
            </a:xfrm>
            <a:prstGeom prst="rect">
              <a:avLst/>
            </a:prstGeom>
            <a:noFill/>
            <a:ln>
              <a:noFill/>
            </a:ln>
          </p:spPr>
        </p:pic>
        <p:pic>
          <p:nvPicPr>
            <p:cNvPr id="94" name="Google Shape;2004;p14"/>
            <p:cNvPicPr preferRelativeResize="0"/>
            <p:nvPr/>
          </p:nvPicPr>
          <p:blipFill rotWithShape="1">
            <a:blip r:embed="rId28">
              <a:alphaModFix/>
            </a:blip>
            <a:srcRect/>
            <a:stretch/>
          </p:blipFill>
          <p:spPr>
            <a:xfrm>
              <a:off x="15725646" y="1400149"/>
              <a:ext cx="1143" cy="1257"/>
            </a:xfrm>
            <a:prstGeom prst="rect">
              <a:avLst/>
            </a:prstGeom>
            <a:noFill/>
            <a:ln>
              <a:noFill/>
            </a:ln>
          </p:spPr>
        </p:pic>
        <p:pic>
          <p:nvPicPr>
            <p:cNvPr id="95" name="Google Shape;2005;p14"/>
            <p:cNvPicPr preferRelativeResize="0"/>
            <p:nvPr/>
          </p:nvPicPr>
          <p:blipFill rotWithShape="1">
            <a:blip r:embed="rId50">
              <a:alphaModFix/>
            </a:blip>
            <a:srcRect/>
            <a:stretch/>
          </p:blipFill>
          <p:spPr>
            <a:xfrm>
              <a:off x="15939135" y="1190776"/>
              <a:ext cx="30605" cy="35116"/>
            </a:xfrm>
            <a:prstGeom prst="rect">
              <a:avLst/>
            </a:prstGeom>
            <a:noFill/>
            <a:ln>
              <a:noFill/>
            </a:ln>
          </p:spPr>
        </p:pic>
        <p:pic>
          <p:nvPicPr>
            <p:cNvPr id="96" name="Google Shape;2006;p14"/>
            <p:cNvPicPr preferRelativeResize="0"/>
            <p:nvPr/>
          </p:nvPicPr>
          <p:blipFill rotWithShape="1">
            <a:blip r:embed="rId28">
              <a:alphaModFix/>
            </a:blip>
            <a:srcRect/>
            <a:stretch/>
          </p:blipFill>
          <p:spPr>
            <a:xfrm>
              <a:off x="15655416" y="1498752"/>
              <a:ext cx="4953" cy="8292"/>
            </a:xfrm>
            <a:prstGeom prst="rect">
              <a:avLst/>
            </a:prstGeom>
            <a:noFill/>
            <a:ln>
              <a:noFill/>
            </a:ln>
          </p:spPr>
        </p:pic>
        <p:pic>
          <p:nvPicPr>
            <p:cNvPr id="97" name="Google Shape;2007;p14"/>
            <p:cNvPicPr preferRelativeResize="0"/>
            <p:nvPr/>
          </p:nvPicPr>
          <p:blipFill rotWithShape="1">
            <a:blip r:embed="rId51">
              <a:alphaModFix/>
            </a:blip>
            <a:srcRect/>
            <a:stretch/>
          </p:blipFill>
          <p:spPr>
            <a:xfrm>
              <a:off x="15656433" y="1444103"/>
              <a:ext cx="39496" cy="47854"/>
            </a:xfrm>
            <a:prstGeom prst="rect">
              <a:avLst/>
            </a:prstGeom>
            <a:noFill/>
            <a:ln>
              <a:noFill/>
            </a:ln>
          </p:spPr>
        </p:pic>
        <p:pic>
          <p:nvPicPr>
            <p:cNvPr id="98" name="Google Shape;2008;p14"/>
            <p:cNvPicPr preferRelativeResize="0"/>
            <p:nvPr/>
          </p:nvPicPr>
          <p:blipFill rotWithShape="1">
            <a:blip r:embed="rId52">
              <a:alphaModFix/>
            </a:blip>
            <a:srcRect/>
            <a:stretch/>
          </p:blipFill>
          <p:spPr>
            <a:xfrm>
              <a:off x="15668877" y="1477467"/>
              <a:ext cx="17778" cy="6604"/>
            </a:xfrm>
            <a:prstGeom prst="rect">
              <a:avLst/>
            </a:prstGeom>
            <a:noFill/>
            <a:ln>
              <a:noFill/>
            </a:ln>
          </p:spPr>
        </p:pic>
        <p:pic>
          <p:nvPicPr>
            <p:cNvPr id="99" name="Google Shape;2009;p14"/>
            <p:cNvPicPr preferRelativeResize="0"/>
            <p:nvPr/>
          </p:nvPicPr>
          <p:blipFill rotWithShape="1">
            <a:blip r:embed="rId23">
              <a:alphaModFix/>
            </a:blip>
            <a:srcRect/>
            <a:stretch/>
          </p:blipFill>
          <p:spPr>
            <a:xfrm>
              <a:off x="15680053" y="1459573"/>
              <a:ext cx="8765" cy="4280"/>
            </a:xfrm>
            <a:prstGeom prst="rect">
              <a:avLst/>
            </a:prstGeom>
            <a:noFill/>
            <a:ln>
              <a:noFill/>
            </a:ln>
          </p:spPr>
        </p:pic>
        <p:pic>
          <p:nvPicPr>
            <p:cNvPr id="100" name="Google Shape;2010;p14"/>
            <p:cNvPicPr preferRelativeResize="0"/>
            <p:nvPr/>
          </p:nvPicPr>
          <p:blipFill rotWithShape="1">
            <a:blip r:embed="rId34">
              <a:alphaModFix/>
            </a:blip>
            <a:srcRect/>
            <a:stretch/>
          </p:blipFill>
          <p:spPr>
            <a:xfrm>
              <a:off x="15669387" y="1490953"/>
              <a:ext cx="381" cy="520"/>
            </a:xfrm>
            <a:prstGeom prst="rect">
              <a:avLst/>
            </a:prstGeom>
            <a:noFill/>
            <a:ln>
              <a:noFill/>
            </a:ln>
          </p:spPr>
        </p:pic>
        <p:pic>
          <p:nvPicPr>
            <p:cNvPr id="101" name="Google Shape;2011;p14"/>
            <p:cNvPicPr preferRelativeResize="0"/>
            <p:nvPr/>
          </p:nvPicPr>
          <p:blipFill rotWithShape="1">
            <a:blip r:embed="rId23">
              <a:alphaModFix/>
            </a:blip>
            <a:srcRect/>
            <a:stretch/>
          </p:blipFill>
          <p:spPr>
            <a:xfrm>
              <a:off x="15684374" y="1425714"/>
              <a:ext cx="6349" cy="3099"/>
            </a:xfrm>
            <a:prstGeom prst="rect">
              <a:avLst/>
            </a:prstGeom>
            <a:noFill/>
            <a:ln>
              <a:noFill/>
            </a:ln>
          </p:spPr>
        </p:pic>
        <p:pic>
          <p:nvPicPr>
            <p:cNvPr id="102" name="Google Shape;2012;p14"/>
            <p:cNvPicPr preferRelativeResize="0"/>
            <p:nvPr/>
          </p:nvPicPr>
          <p:blipFill rotWithShape="1">
            <a:blip r:embed="rId23">
              <a:alphaModFix/>
            </a:blip>
            <a:srcRect/>
            <a:stretch/>
          </p:blipFill>
          <p:spPr>
            <a:xfrm>
              <a:off x="15651605" y="1493126"/>
              <a:ext cx="5842" cy="4977"/>
            </a:xfrm>
            <a:prstGeom prst="rect">
              <a:avLst/>
            </a:prstGeom>
            <a:noFill/>
            <a:ln>
              <a:noFill/>
            </a:ln>
          </p:spPr>
        </p:pic>
        <p:pic>
          <p:nvPicPr>
            <p:cNvPr id="103" name="Google Shape;2013;p14"/>
            <p:cNvPicPr preferRelativeResize="0"/>
            <p:nvPr/>
          </p:nvPicPr>
          <p:blipFill rotWithShape="1">
            <a:blip r:embed="rId23">
              <a:alphaModFix/>
            </a:blip>
            <a:srcRect/>
            <a:stretch/>
          </p:blipFill>
          <p:spPr>
            <a:xfrm>
              <a:off x="15631794" y="1498485"/>
              <a:ext cx="6730" cy="3251"/>
            </a:xfrm>
            <a:prstGeom prst="rect">
              <a:avLst/>
            </a:prstGeom>
            <a:noFill/>
            <a:ln>
              <a:noFill/>
            </a:ln>
          </p:spPr>
        </p:pic>
        <p:pic>
          <p:nvPicPr>
            <p:cNvPr id="104" name="Google Shape;2014;p14"/>
            <p:cNvPicPr preferRelativeResize="0"/>
            <p:nvPr/>
          </p:nvPicPr>
          <p:blipFill rotWithShape="1">
            <a:blip r:embed="rId28">
              <a:alphaModFix/>
            </a:blip>
            <a:srcRect/>
            <a:stretch/>
          </p:blipFill>
          <p:spPr>
            <a:xfrm>
              <a:off x="15664186" y="1472108"/>
              <a:ext cx="1771" cy="2095"/>
            </a:xfrm>
            <a:prstGeom prst="rect">
              <a:avLst/>
            </a:prstGeom>
            <a:noFill/>
            <a:ln>
              <a:noFill/>
            </a:ln>
          </p:spPr>
        </p:pic>
        <p:pic>
          <p:nvPicPr>
            <p:cNvPr id="105" name="Google Shape;2015;p14"/>
            <p:cNvPicPr preferRelativeResize="0"/>
            <p:nvPr/>
          </p:nvPicPr>
          <p:blipFill rotWithShape="1">
            <a:blip r:embed="rId42">
              <a:alphaModFix/>
            </a:blip>
            <a:srcRect/>
            <a:stretch/>
          </p:blipFill>
          <p:spPr>
            <a:xfrm>
              <a:off x="15706090" y="1456893"/>
              <a:ext cx="506" cy="1969"/>
            </a:xfrm>
            <a:prstGeom prst="rect">
              <a:avLst/>
            </a:prstGeom>
            <a:noFill/>
            <a:ln>
              <a:noFill/>
            </a:ln>
          </p:spPr>
        </p:pic>
        <p:pic>
          <p:nvPicPr>
            <p:cNvPr id="106" name="Google Shape;2016;p14"/>
            <p:cNvPicPr preferRelativeResize="0"/>
            <p:nvPr/>
          </p:nvPicPr>
          <p:blipFill rotWithShape="1">
            <a:blip r:embed="rId25">
              <a:alphaModFix/>
            </a:blip>
            <a:srcRect/>
            <a:stretch/>
          </p:blipFill>
          <p:spPr>
            <a:xfrm>
              <a:off x="15656941" y="1470773"/>
              <a:ext cx="17016" cy="21108"/>
            </a:xfrm>
            <a:prstGeom prst="rect">
              <a:avLst/>
            </a:prstGeom>
            <a:noFill/>
            <a:ln>
              <a:noFill/>
            </a:ln>
          </p:spPr>
        </p:pic>
        <p:pic>
          <p:nvPicPr>
            <p:cNvPr id="107" name="Google Shape;2017;p14"/>
            <p:cNvPicPr preferRelativeResize="0"/>
            <p:nvPr/>
          </p:nvPicPr>
          <p:blipFill rotWithShape="1">
            <a:blip r:embed="rId28">
              <a:alphaModFix/>
            </a:blip>
            <a:srcRect/>
            <a:stretch/>
          </p:blipFill>
          <p:spPr>
            <a:xfrm>
              <a:off x="15734157" y="1392275"/>
              <a:ext cx="381" cy="381"/>
            </a:xfrm>
            <a:prstGeom prst="rect">
              <a:avLst/>
            </a:prstGeom>
            <a:noFill/>
            <a:ln>
              <a:noFill/>
            </a:ln>
          </p:spPr>
        </p:pic>
        <p:pic>
          <p:nvPicPr>
            <p:cNvPr id="108" name="Google Shape;2018;p14"/>
            <p:cNvPicPr preferRelativeResize="0"/>
            <p:nvPr/>
          </p:nvPicPr>
          <p:blipFill rotWithShape="1">
            <a:blip r:embed="rId28">
              <a:alphaModFix/>
            </a:blip>
            <a:srcRect/>
            <a:stretch/>
          </p:blipFill>
          <p:spPr>
            <a:xfrm>
              <a:off x="15715488" y="1411998"/>
              <a:ext cx="381" cy="431"/>
            </a:xfrm>
            <a:prstGeom prst="rect">
              <a:avLst/>
            </a:prstGeom>
            <a:noFill/>
            <a:ln>
              <a:noFill/>
            </a:ln>
          </p:spPr>
        </p:pic>
        <p:pic>
          <p:nvPicPr>
            <p:cNvPr id="109" name="Google Shape;2019;p14"/>
            <p:cNvPicPr preferRelativeResize="0"/>
            <p:nvPr/>
          </p:nvPicPr>
          <p:blipFill rotWithShape="1">
            <a:blip r:embed="rId28">
              <a:alphaModFix/>
            </a:blip>
            <a:srcRect/>
            <a:stretch/>
          </p:blipFill>
          <p:spPr>
            <a:xfrm>
              <a:off x="15712058" y="1431925"/>
              <a:ext cx="2412" cy="2933"/>
            </a:xfrm>
            <a:prstGeom prst="rect">
              <a:avLst/>
            </a:prstGeom>
            <a:noFill/>
            <a:ln>
              <a:noFill/>
            </a:ln>
          </p:spPr>
        </p:pic>
        <p:pic>
          <p:nvPicPr>
            <p:cNvPr id="110" name="Google Shape;2020;p14"/>
            <p:cNvPicPr preferRelativeResize="0"/>
            <p:nvPr/>
          </p:nvPicPr>
          <p:blipFill rotWithShape="1">
            <a:blip r:embed="rId28">
              <a:alphaModFix/>
            </a:blip>
            <a:srcRect/>
            <a:stretch/>
          </p:blipFill>
          <p:spPr>
            <a:xfrm>
              <a:off x="15675229" y="1439290"/>
              <a:ext cx="4826" cy="4927"/>
            </a:xfrm>
            <a:prstGeom prst="rect">
              <a:avLst/>
            </a:prstGeom>
            <a:noFill/>
            <a:ln>
              <a:noFill/>
            </a:ln>
          </p:spPr>
        </p:pic>
        <p:pic>
          <p:nvPicPr>
            <p:cNvPr id="111" name="Google Shape;2021;p14"/>
            <p:cNvPicPr preferRelativeResize="0"/>
            <p:nvPr/>
          </p:nvPicPr>
          <p:blipFill rotWithShape="1">
            <a:blip r:embed="rId23">
              <a:alphaModFix/>
            </a:blip>
            <a:srcRect/>
            <a:stretch/>
          </p:blipFill>
          <p:spPr>
            <a:xfrm>
              <a:off x="15727807" y="1371777"/>
              <a:ext cx="6349" cy="6616"/>
            </a:xfrm>
            <a:prstGeom prst="rect">
              <a:avLst/>
            </a:prstGeom>
            <a:noFill/>
            <a:ln>
              <a:noFill/>
            </a:ln>
          </p:spPr>
        </p:pic>
        <p:pic>
          <p:nvPicPr>
            <p:cNvPr id="112" name="Google Shape;2022;p14"/>
            <p:cNvPicPr preferRelativeResize="0"/>
            <p:nvPr/>
          </p:nvPicPr>
          <p:blipFill rotWithShape="1">
            <a:blip r:embed="rId34">
              <a:alphaModFix/>
            </a:blip>
            <a:srcRect/>
            <a:stretch/>
          </p:blipFill>
          <p:spPr>
            <a:xfrm>
              <a:off x="15649829" y="1507413"/>
              <a:ext cx="380" cy="431"/>
            </a:xfrm>
            <a:prstGeom prst="rect">
              <a:avLst/>
            </a:prstGeom>
            <a:noFill/>
            <a:ln>
              <a:noFill/>
            </a:ln>
          </p:spPr>
        </p:pic>
        <p:pic>
          <p:nvPicPr>
            <p:cNvPr id="113" name="Google Shape;2023;p14"/>
            <p:cNvPicPr preferRelativeResize="0"/>
            <p:nvPr/>
          </p:nvPicPr>
          <p:blipFill rotWithShape="1">
            <a:blip r:embed="rId53">
              <a:alphaModFix/>
            </a:blip>
            <a:srcRect/>
            <a:stretch/>
          </p:blipFill>
          <p:spPr>
            <a:xfrm>
              <a:off x="15643097" y="1430008"/>
              <a:ext cx="72643" cy="68173"/>
            </a:xfrm>
            <a:prstGeom prst="rect">
              <a:avLst/>
            </a:prstGeom>
            <a:noFill/>
            <a:ln>
              <a:noFill/>
            </a:ln>
          </p:spPr>
        </p:pic>
        <p:pic>
          <p:nvPicPr>
            <p:cNvPr id="114" name="Google Shape;2024;p14"/>
            <p:cNvPicPr preferRelativeResize="0"/>
            <p:nvPr/>
          </p:nvPicPr>
          <p:blipFill rotWithShape="1">
            <a:blip r:embed="rId54">
              <a:alphaModFix/>
            </a:blip>
            <a:srcRect/>
            <a:stretch/>
          </p:blipFill>
          <p:spPr>
            <a:xfrm>
              <a:off x="15646147" y="1421586"/>
              <a:ext cx="64895" cy="73330"/>
            </a:xfrm>
            <a:prstGeom prst="rect">
              <a:avLst/>
            </a:prstGeom>
            <a:noFill/>
            <a:ln>
              <a:noFill/>
            </a:ln>
          </p:spPr>
        </p:pic>
        <p:pic>
          <p:nvPicPr>
            <p:cNvPr id="115" name="Google Shape;2025;p14"/>
            <p:cNvPicPr preferRelativeResize="0"/>
            <p:nvPr/>
          </p:nvPicPr>
          <p:blipFill rotWithShape="1">
            <a:blip r:embed="rId28">
              <a:alphaModFix/>
            </a:blip>
            <a:srcRect/>
            <a:stretch/>
          </p:blipFill>
          <p:spPr>
            <a:xfrm>
              <a:off x="15847440" y="1259967"/>
              <a:ext cx="507" cy="419"/>
            </a:xfrm>
            <a:prstGeom prst="rect">
              <a:avLst/>
            </a:prstGeom>
            <a:noFill/>
            <a:ln>
              <a:noFill/>
            </a:ln>
          </p:spPr>
        </p:pic>
        <p:pic>
          <p:nvPicPr>
            <p:cNvPr id="116" name="Google Shape;2026;p14"/>
            <p:cNvPicPr preferRelativeResize="0"/>
            <p:nvPr/>
          </p:nvPicPr>
          <p:blipFill rotWithShape="1">
            <a:blip r:embed="rId41">
              <a:alphaModFix/>
            </a:blip>
            <a:srcRect/>
            <a:stretch/>
          </p:blipFill>
          <p:spPr>
            <a:xfrm>
              <a:off x="15867507" y="1222285"/>
              <a:ext cx="21590" cy="22937"/>
            </a:xfrm>
            <a:prstGeom prst="rect">
              <a:avLst/>
            </a:prstGeom>
            <a:noFill/>
            <a:ln>
              <a:noFill/>
            </a:ln>
          </p:spPr>
        </p:pic>
        <p:pic>
          <p:nvPicPr>
            <p:cNvPr id="117" name="Google Shape;2027;p14"/>
            <p:cNvPicPr preferRelativeResize="0"/>
            <p:nvPr/>
          </p:nvPicPr>
          <p:blipFill rotWithShape="1">
            <a:blip r:embed="rId40">
              <a:alphaModFix/>
            </a:blip>
            <a:srcRect/>
            <a:stretch/>
          </p:blipFill>
          <p:spPr>
            <a:xfrm>
              <a:off x="15671037" y="1452879"/>
              <a:ext cx="13716" cy="10413"/>
            </a:xfrm>
            <a:prstGeom prst="rect">
              <a:avLst/>
            </a:prstGeom>
            <a:noFill/>
            <a:ln>
              <a:noFill/>
            </a:ln>
          </p:spPr>
        </p:pic>
        <p:pic>
          <p:nvPicPr>
            <p:cNvPr id="118" name="Google Shape;2028;p14"/>
            <p:cNvPicPr preferRelativeResize="0"/>
            <p:nvPr/>
          </p:nvPicPr>
          <p:blipFill rotWithShape="1">
            <a:blip r:embed="rId28">
              <a:alphaModFix/>
            </a:blip>
            <a:srcRect/>
            <a:stretch/>
          </p:blipFill>
          <p:spPr>
            <a:xfrm>
              <a:off x="15720694" y="1412227"/>
              <a:ext cx="380" cy="406"/>
            </a:xfrm>
            <a:prstGeom prst="rect">
              <a:avLst/>
            </a:prstGeom>
            <a:noFill/>
            <a:ln>
              <a:noFill/>
            </a:ln>
          </p:spPr>
        </p:pic>
        <p:pic>
          <p:nvPicPr>
            <p:cNvPr id="119" name="Google Shape;2029;p14"/>
            <p:cNvPicPr preferRelativeResize="0"/>
            <p:nvPr/>
          </p:nvPicPr>
          <p:blipFill rotWithShape="1">
            <a:blip r:embed="rId40">
              <a:alphaModFix/>
            </a:blip>
            <a:srcRect/>
            <a:stretch/>
          </p:blipFill>
          <p:spPr>
            <a:xfrm>
              <a:off x="15703041" y="1453451"/>
              <a:ext cx="6825" cy="8267"/>
            </a:xfrm>
            <a:prstGeom prst="rect">
              <a:avLst/>
            </a:prstGeom>
            <a:noFill/>
            <a:ln>
              <a:noFill/>
            </a:ln>
          </p:spPr>
        </p:pic>
        <p:pic>
          <p:nvPicPr>
            <p:cNvPr id="120" name="Google Shape;2030;p14"/>
            <p:cNvPicPr preferRelativeResize="0"/>
            <p:nvPr/>
          </p:nvPicPr>
          <p:blipFill rotWithShape="1">
            <a:blip r:embed="rId28">
              <a:alphaModFix/>
            </a:blip>
            <a:srcRect/>
            <a:stretch/>
          </p:blipFill>
          <p:spPr>
            <a:xfrm>
              <a:off x="15743428" y="1388706"/>
              <a:ext cx="1779" cy="1498"/>
            </a:xfrm>
            <a:prstGeom prst="rect">
              <a:avLst/>
            </a:prstGeom>
            <a:noFill/>
            <a:ln>
              <a:noFill/>
            </a:ln>
          </p:spPr>
        </p:pic>
        <p:pic>
          <p:nvPicPr>
            <p:cNvPr id="121" name="Google Shape;2031;p14"/>
            <p:cNvPicPr preferRelativeResize="0"/>
            <p:nvPr/>
          </p:nvPicPr>
          <p:blipFill rotWithShape="1">
            <a:blip r:embed="rId28">
              <a:alphaModFix/>
            </a:blip>
            <a:srcRect/>
            <a:stretch/>
          </p:blipFill>
          <p:spPr>
            <a:xfrm>
              <a:off x="15921353" y="1232217"/>
              <a:ext cx="253" cy="254"/>
            </a:xfrm>
            <a:prstGeom prst="rect">
              <a:avLst/>
            </a:prstGeom>
            <a:noFill/>
            <a:ln>
              <a:noFill/>
            </a:ln>
          </p:spPr>
        </p:pic>
      </p:grpSp>
      <p:sp>
        <p:nvSpPr>
          <p:cNvPr id="5128" name="Google Shape;5128;p335"/>
          <p:cNvSpPr/>
          <p:nvPr/>
        </p:nvSpPr>
        <p:spPr>
          <a:xfrm>
            <a:off x="569154" y="486328"/>
            <a:ext cx="11170787" cy="587512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Medium" panose="02000000000000000000" pitchFamily="50" charset="0"/>
                <a:sym typeface="Arial"/>
              </a:rPr>
              <a:t>Desafío de algoritmos y llamado de funciones</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7200"/>
              <a:buFont typeface="Arial"/>
              <a:buNone/>
            </a:pPr>
            <a:r>
              <a:rPr lang="es-ES" sz="7200" b="0" i="0" u="none" strike="noStrike" cap="none" dirty="0">
                <a:solidFill>
                  <a:schemeClr val="tx1"/>
                </a:solidFill>
                <a:latin typeface="Gotham Rounded Medium" panose="02000000000000000000" pitchFamily="50" charset="0"/>
                <a:sym typeface="Arial"/>
              </a:rPr>
              <a:t>Desafío final</a:t>
            </a: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tx1"/>
              </a:solidFill>
              <a:latin typeface="Gotham Rounded Medium" panose="02000000000000000000" pitchFamily="50" charset="0"/>
              <a:sym typeface="Arial"/>
            </a:endParaRPr>
          </a:p>
          <a:p>
            <a:pPr marL="0" marR="0" lvl="0" indent="0" algn="ctr" rtl="0">
              <a:lnSpc>
                <a:spcPct val="15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Medium" panose="02000000000000000000" pitchFamily="50" charset="0"/>
                <a:sym typeface="Arial"/>
              </a:rPr>
              <a:t>El objetivo es observar la consigna y tratar de calcular si nuestra</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50000"/>
              </a:lnSpc>
              <a:spcBef>
                <a:spcPts val="0"/>
              </a:spcBef>
              <a:spcAft>
                <a:spcPts val="0"/>
              </a:spcAft>
              <a:buClr>
                <a:srgbClr val="000000"/>
              </a:buClr>
              <a:buSzPts val="2400"/>
              <a:buFont typeface="Arial"/>
              <a:buNone/>
            </a:pPr>
            <a:r>
              <a:rPr lang="es-ES" sz="2400" b="0" i="0" u="none" strike="noStrike" cap="none" dirty="0">
                <a:solidFill>
                  <a:schemeClr val="tx1"/>
                </a:solidFill>
                <a:latin typeface="Gotham Rounded Medium" panose="02000000000000000000" pitchFamily="50" charset="0"/>
                <a:sym typeface="Arial"/>
              </a:rPr>
              <a:t>mascota virtual           llegará a su destino        .</a:t>
            </a:r>
            <a:endParaRPr sz="1400" b="0" i="0" u="none" strike="noStrike" cap="none" dirty="0">
              <a:solidFill>
                <a:schemeClr val="tx1"/>
              </a:solidFill>
              <a:latin typeface="Gotham Rounded Medium" panose="02000000000000000000" pitchFamily="50" charset="0"/>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lt1"/>
              </a:solidFill>
              <a:latin typeface="Arial"/>
              <a:ea typeface="Arial"/>
              <a:cs typeface="Arial"/>
              <a:sym typeface="Arial"/>
            </a:endParaRPr>
          </a:p>
        </p:txBody>
      </p:sp>
      <p:pic>
        <p:nvPicPr>
          <p:cNvPr id="5129" name="Google Shape;5129;p335" descr="Chequered Flag on Microsoft Windows 10"/>
          <p:cNvPicPr preferRelativeResize="0"/>
          <p:nvPr/>
        </p:nvPicPr>
        <p:blipFill rotWithShape="1">
          <a:blip r:embed="rId55">
            <a:alphaModFix/>
          </a:blip>
          <a:srcRect/>
          <a:stretch/>
        </p:blipFill>
        <p:spPr>
          <a:xfrm>
            <a:off x="8554074" y="4464692"/>
            <a:ext cx="412880" cy="412880"/>
          </a:xfrm>
          <a:prstGeom prst="rect">
            <a:avLst/>
          </a:prstGeom>
          <a:noFill/>
          <a:ln>
            <a:noFill/>
          </a:ln>
        </p:spPr>
      </p:pic>
      <p:pic>
        <p:nvPicPr>
          <p:cNvPr id="5130" name="Google Shape;5130;p335" descr="Angry birds,Red,Clip art,Cartoon,Video game software,Graphics,Beak #80529 -  Free Icon Library"/>
          <p:cNvPicPr preferRelativeResize="0"/>
          <p:nvPr/>
        </p:nvPicPr>
        <p:blipFill rotWithShape="1">
          <a:blip r:embed="rId56">
            <a:alphaModFix/>
          </a:blip>
          <a:srcRect/>
          <a:stretch/>
        </p:blipFill>
        <p:spPr>
          <a:xfrm>
            <a:off x="5270478" y="4384874"/>
            <a:ext cx="554853" cy="511080"/>
          </a:xfrm>
          <a:prstGeom prst="rect">
            <a:avLst/>
          </a:prstGeom>
          <a:noFill/>
          <a:ln>
            <a:noFill/>
          </a:ln>
        </p:spPr>
      </p:pic>
    </p:spTree>
  </p:cSld>
  <p:clrMapOvr>
    <a:masterClrMapping/>
  </p:clrMapOvr>
  <p:transition spd="med">
    <p:push/>
  </p:transition>
  <p:timing>
    <p:tnLst>
      <p:par>
        <p:cTn id="1" dur="indefinite" restart="never" nodeType="tmRoot"/>
      </p:par>
    </p:tnLst>
  </p:timing>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Shape 5135"/>
        <p:cNvGrpSpPr/>
        <p:nvPr/>
      </p:nvGrpSpPr>
      <p:grpSpPr>
        <a:xfrm>
          <a:off x="0" y="0"/>
          <a:ext cx="0" cy="0"/>
          <a:chOff x="0" y="0"/>
          <a:chExt cx="0" cy="0"/>
        </a:xfrm>
      </p:grpSpPr>
      <p:sp>
        <p:nvSpPr>
          <p:cNvPr id="5136" name="Google Shape;5136;p336"/>
          <p:cNvSpPr/>
          <p:nvPr/>
        </p:nvSpPr>
        <p:spPr>
          <a:xfrm>
            <a:off x="7097484" y="1"/>
            <a:ext cx="5094516" cy="6858000"/>
          </a:xfrm>
          <a:prstGeom prst="rect">
            <a:avLst/>
          </a:prstGeom>
          <a:solidFill>
            <a:srgbClr val="1F23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5137" name="Google Shape;5137;p336"/>
          <p:cNvGrpSpPr/>
          <p:nvPr/>
        </p:nvGrpSpPr>
        <p:grpSpPr>
          <a:xfrm>
            <a:off x="503854" y="611156"/>
            <a:ext cx="5946712" cy="5635688"/>
            <a:chOff x="503854" y="531846"/>
            <a:chExt cx="5946712" cy="5635688"/>
          </a:xfrm>
        </p:grpSpPr>
        <p:sp>
          <p:nvSpPr>
            <p:cNvPr id="5138" name="Google Shape;5138;p336"/>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39" name="Google Shape;5139;p336"/>
            <p:cNvSpPr/>
            <p:nvPr/>
          </p:nvSpPr>
          <p:spPr>
            <a:xfrm>
              <a:off x="1775928"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40" name="Google Shape;5140;p336"/>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41" name="Google Shape;5141;p336"/>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42" name="Google Shape;5142;p336"/>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43" name="Google Shape;5143;p336"/>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44" name="Google Shape;5144;p336"/>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45" name="Google Shape;5145;p336"/>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46" name="Google Shape;5146;p336"/>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47" name="Google Shape;5147;p336"/>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48" name="Google Shape;5148;p336"/>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49" name="Google Shape;5149;p336"/>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50" name="Google Shape;5150;p336"/>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51" name="Google Shape;5151;p336"/>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52" name="Google Shape;5152;p336"/>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53" name="Google Shape;5153;p336"/>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54" name="Google Shape;5154;p336"/>
            <p:cNvSpPr/>
            <p:nvPr/>
          </p:nvSpPr>
          <p:spPr>
            <a:xfrm>
              <a:off x="1775928" y="4114800"/>
              <a:ext cx="858416" cy="858416"/>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55" name="Google Shape;5155;p336"/>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56" name="Google Shape;5156;p336"/>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57" name="Google Shape;5157;p336"/>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58" name="Google Shape;5158;p336"/>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59" name="Google Shape;5159;p336"/>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60" name="Google Shape;5160;p336"/>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61" name="Google Shape;5161;p336"/>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62" name="Google Shape;5162;p336"/>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5163" name="Google Shape;5163;p336" descr="Chequered Flag on Microsoft Windows 10"/>
          <p:cNvPicPr preferRelativeResize="0"/>
          <p:nvPr/>
        </p:nvPicPr>
        <p:blipFill rotWithShape="1">
          <a:blip r:embed="rId3">
            <a:alphaModFix/>
          </a:blip>
          <a:srcRect/>
          <a:stretch/>
        </p:blipFill>
        <p:spPr>
          <a:xfrm>
            <a:off x="4706609" y="2799472"/>
            <a:ext cx="730318" cy="730318"/>
          </a:xfrm>
          <a:prstGeom prst="rect">
            <a:avLst/>
          </a:prstGeom>
          <a:noFill/>
          <a:ln>
            <a:noFill/>
          </a:ln>
        </p:spPr>
      </p:pic>
      <p:cxnSp>
        <p:nvCxnSpPr>
          <p:cNvPr id="5164" name="Google Shape;5164;p336"/>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5165" name="Google Shape;5165;p336" descr="Angry birds,Red,Clip art,Cartoon,Video game software,Graphics,Beak #80529 -  Free Icon Library"/>
          <p:cNvPicPr preferRelativeResize="0"/>
          <p:nvPr/>
        </p:nvPicPr>
        <p:blipFill rotWithShape="1">
          <a:blip r:embed="rId4">
            <a:alphaModFix/>
          </a:blip>
          <a:srcRect/>
          <a:stretch/>
        </p:blipFill>
        <p:spPr>
          <a:xfrm>
            <a:off x="1878349" y="734504"/>
            <a:ext cx="653574" cy="602013"/>
          </a:xfrm>
          <a:prstGeom prst="rect">
            <a:avLst/>
          </a:prstGeom>
          <a:noFill/>
          <a:ln>
            <a:noFill/>
          </a:ln>
        </p:spPr>
      </p:pic>
      <p:sp>
        <p:nvSpPr>
          <p:cNvPr id="5166" name="Google Shape;5166;p336"/>
          <p:cNvSpPr/>
          <p:nvPr/>
        </p:nvSpPr>
        <p:spPr>
          <a:xfrm>
            <a:off x="7097484" y="0"/>
            <a:ext cx="5094515"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67" name="Google Shape;5167;p336"/>
          <p:cNvSpPr txBox="1"/>
          <p:nvPr/>
        </p:nvSpPr>
        <p:spPr>
          <a:xfrm>
            <a:off x="7421767" y="42482"/>
            <a:ext cx="195424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instrucciones.js</a:t>
            </a:r>
            <a:endParaRPr sz="1400" b="0" i="0" u="none" strike="noStrike" cap="none">
              <a:solidFill>
                <a:schemeClr val="lt1"/>
              </a:solidFill>
              <a:latin typeface="Arial"/>
              <a:ea typeface="Arial"/>
              <a:cs typeface="Arial"/>
              <a:sym typeface="Arial"/>
            </a:endParaRPr>
          </a:p>
        </p:txBody>
      </p:sp>
      <p:cxnSp>
        <p:nvCxnSpPr>
          <p:cNvPr id="5168" name="Google Shape;5168;p336"/>
          <p:cNvCxnSpPr/>
          <p:nvPr/>
        </p:nvCxnSpPr>
        <p:spPr>
          <a:xfrm>
            <a:off x="7421768" y="403200"/>
            <a:ext cx="1954241" cy="10457"/>
          </a:xfrm>
          <a:prstGeom prst="straightConnector1">
            <a:avLst/>
          </a:prstGeom>
          <a:noFill/>
          <a:ln w="15875" cap="flat" cmpd="sng">
            <a:solidFill>
              <a:srgbClr val="F2CD84"/>
            </a:solidFill>
            <a:prstDash val="solid"/>
            <a:miter lim="800000"/>
            <a:headEnd type="none" w="sm" len="sm"/>
            <a:tailEnd type="none" w="sm" len="sm"/>
          </a:ln>
        </p:spPr>
      </p:cxnSp>
      <p:sp>
        <p:nvSpPr>
          <p:cNvPr id="5169" name="Google Shape;5169;p336"/>
          <p:cNvSpPr txBox="1"/>
          <p:nvPr/>
        </p:nvSpPr>
        <p:spPr>
          <a:xfrm>
            <a:off x="7348158" y="677943"/>
            <a:ext cx="4716461" cy="4801314"/>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2CD84"/>
                </a:solidFill>
                <a:latin typeface="Tahoma"/>
                <a:ea typeface="Tahoma"/>
                <a:cs typeface="Tahoma"/>
                <a:sym typeface="Tahoma"/>
              </a:rPr>
              <a:t>repetir</a:t>
            </a:r>
            <a:r>
              <a:rPr lang="es-ES" sz="2400" b="0" i="0" u="none" strike="noStrike" cap="none">
                <a:solidFill>
                  <a:schemeClr val="lt1"/>
                </a:solidFill>
                <a:latin typeface="Tahoma"/>
                <a:ea typeface="Tahoma"/>
                <a:cs typeface="Tahoma"/>
                <a:sym typeface="Tahoma"/>
              </a:rPr>
              <a:t> </a:t>
            </a:r>
            <a:r>
              <a:rPr lang="es-ES" sz="2400" b="0" i="0" u="none" strike="noStrike" cap="none">
                <a:solidFill>
                  <a:srgbClr val="79D2EA"/>
                </a:solidFill>
                <a:latin typeface="Tahoma"/>
                <a:ea typeface="Tahoma"/>
                <a:cs typeface="Tahoma"/>
                <a:sym typeface="Tahoma"/>
              </a:rPr>
              <a:t>3 veces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9D2EA"/>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79D2EA"/>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2CD84"/>
                </a:solidFill>
                <a:latin typeface="Tahoma"/>
                <a:ea typeface="Tahoma"/>
                <a:cs typeface="Tahoma"/>
                <a:sym typeface="Tahoma"/>
              </a:rPr>
              <a:t>si el casillero es de color       </a:t>
            </a:r>
            <a:r>
              <a:rPr lang="es-ES" sz="2400" b="0" i="0" u="none" strike="noStrike" cap="none">
                <a:solidFill>
                  <a:srgbClr val="79D2EA"/>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9D2EA"/>
                </a:solidFill>
                <a:latin typeface="Tahoma"/>
                <a:ea typeface="Tahoma"/>
                <a:cs typeface="Tahoma"/>
                <a:sym typeface="Tahoma"/>
              </a:rPr>
              <a:t>} </a:t>
            </a:r>
            <a:r>
              <a:rPr lang="es-ES" sz="2400" b="0" i="0" u="none" strike="noStrike" cap="none">
                <a:solidFill>
                  <a:srgbClr val="F2CD84"/>
                </a:solidFill>
                <a:latin typeface="Tahoma"/>
                <a:ea typeface="Tahoma"/>
                <a:cs typeface="Tahoma"/>
                <a:sym typeface="Tahoma"/>
              </a:rPr>
              <a:t>sino</a:t>
            </a:r>
            <a:r>
              <a:rPr lang="es-ES" sz="2400" b="0" i="0" u="none" strike="noStrike" cap="none">
                <a:solidFill>
                  <a:srgbClr val="79D2EA"/>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9D2EA"/>
                </a:solidFill>
                <a:latin typeface="Tahoma"/>
                <a:ea typeface="Tahoma"/>
                <a:cs typeface="Tahoma"/>
                <a:sym typeface="Tahoma"/>
              </a:rPr>
              <a:t>	</a:t>
            </a:r>
            <a:r>
              <a:rPr lang="es-ES" sz="2400" b="0" i="0" u="none" strike="noStrike" cap="none">
                <a:solidFill>
                  <a:schemeClr val="lt1"/>
                </a:solidFill>
                <a:latin typeface="Tahoma"/>
                <a:ea typeface="Tahoma"/>
                <a:cs typeface="Tahoma"/>
                <a:sym typeface="Tahoma"/>
              </a:rPr>
              <a:t>arriba();</a:t>
            </a:r>
            <a:endParaRPr sz="2400" b="0" i="0" u="none" strike="noStrike" cap="none">
              <a:solidFill>
                <a:srgbClr val="79D2EA"/>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9D2EA"/>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ahoma"/>
              <a:ea typeface="Tahoma"/>
              <a:cs typeface="Tahoma"/>
              <a:sym typeface="Tahoma"/>
            </a:endParaRPr>
          </a:p>
        </p:txBody>
      </p:sp>
      <p:sp>
        <p:nvSpPr>
          <p:cNvPr id="5170" name="Google Shape;5170;p336"/>
          <p:cNvSpPr/>
          <p:nvPr/>
        </p:nvSpPr>
        <p:spPr>
          <a:xfrm>
            <a:off x="11203882" y="2135854"/>
            <a:ext cx="443320" cy="443320"/>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71" name="Google Shape;5171;p336"/>
          <p:cNvSpPr/>
          <p:nvPr/>
        </p:nvSpPr>
        <p:spPr>
          <a:xfrm>
            <a:off x="4843843" y="5349924"/>
            <a:ext cx="7129793" cy="1287646"/>
          </a:xfrm>
          <a:prstGeom prst="roundRect">
            <a:avLst>
              <a:gd name="adj" fmla="val 4559"/>
            </a:avLst>
          </a:prstGeom>
          <a:solidFill>
            <a:srgbClr val="872789"/>
          </a:solidFill>
          <a:ln>
            <a:noFill/>
          </a:ln>
        </p:spPr>
        <p:txBody>
          <a:bodyPr spcFirstLastPara="1" wrap="square" lIns="360000" tIns="108000" rIns="360000" bIns="108000" anchor="ctr" anchorCtr="0">
            <a:noAutofit/>
          </a:bodyPr>
          <a:lstStyle/>
          <a:p>
            <a:pPr marL="0" marR="0" lvl="0" indent="0" algn="r" rtl="0">
              <a:lnSpc>
                <a:spcPct val="150000"/>
              </a:lnSpc>
              <a:spcBef>
                <a:spcPts val="0"/>
              </a:spcBef>
              <a:spcAft>
                <a:spcPts val="0"/>
              </a:spcAft>
              <a:buClr>
                <a:srgbClr val="000000"/>
              </a:buClr>
              <a:buSzPts val="2000"/>
              <a:buFont typeface="Arial"/>
              <a:buNone/>
            </a:pPr>
            <a:r>
              <a:rPr lang="es-ES" sz="2000" b="0" i="0" u="none" strike="noStrike" cap="none" dirty="0">
                <a:solidFill>
                  <a:schemeClr val="lt1"/>
                </a:solidFill>
                <a:latin typeface="Gotham Rounded Medium" panose="02000000000000000000" pitchFamily="50" charset="0"/>
                <a:ea typeface="Tahoma"/>
                <a:cs typeface="Tahoma"/>
                <a:sym typeface="Tahoma"/>
              </a:rPr>
              <a:t>¿Podrá el ave llegar hasta la bandera a cuadros si sigue las instrucciones paso a paso? ¿Sí o No?</a:t>
            </a:r>
            <a:r>
              <a:rPr lang="es-ES" sz="2000" b="0" i="0" u="none" strike="noStrike" cap="none" dirty="0">
                <a:solidFill>
                  <a:schemeClr val="lt1"/>
                </a:solidFill>
                <a:latin typeface="Tahoma"/>
                <a:ea typeface="Tahoma"/>
                <a:cs typeface="Tahoma"/>
                <a:sym typeface="Tahoma"/>
              </a:rPr>
              <a:t> </a:t>
            </a:r>
            <a:endParaRPr sz="2000" b="0" i="0" u="none" strike="noStrike" cap="none" dirty="0">
              <a:solidFill>
                <a:schemeClr val="lt1"/>
              </a:solidFill>
              <a:latin typeface="Tahoma"/>
              <a:ea typeface="Tahoma"/>
              <a:cs typeface="Tahoma"/>
              <a:sym typeface="Tahoma"/>
            </a:endParaRPr>
          </a:p>
        </p:txBody>
      </p:sp>
      <p:sp>
        <p:nvSpPr>
          <p:cNvPr id="5172" name="Google Shape;5172;p336"/>
          <p:cNvSpPr/>
          <p:nvPr/>
        </p:nvSpPr>
        <p:spPr>
          <a:xfrm rot="5400000">
            <a:off x="7368555" y="793328"/>
            <a:ext cx="206207" cy="177765"/>
          </a:xfrm>
          <a:prstGeom prst="triangle">
            <a:avLst>
              <a:gd name="adj" fmla="val 50000"/>
            </a:avLst>
          </a:prstGeom>
          <a:solidFill>
            <a:srgbClr val="4A7B8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Shape 5177"/>
        <p:cNvGrpSpPr/>
        <p:nvPr/>
      </p:nvGrpSpPr>
      <p:grpSpPr>
        <a:xfrm>
          <a:off x="0" y="0"/>
          <a:ext cx="0" cy="0"/>
          <a:chOff x="0" y="0"/>
          <a:chExt cx="0" cy="0"/>
        </a:xfrm>
      </p:grpSpPr>
      <p:sp>
        <p:nvSpPr>
          <p:cNvPr id="5178" name="Google Shape;5178;p337"/>
          <p:cNvSpPr/>
          <p:nvPr/>
        </p:nvSpPr>
        <p:spPr>
          <a:xfrm>
            <a:off x="7097484" y="1"/>
            <a:ext cx="5094516" cy="6858000"/>
          </a:xfrm>
          <a:prstGeom prst="rect">
            <a:avLst/>
          </a:prstGeom>
          <a:solidFill>
            <a:srgbClr val="1F23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5179" name="Google Shape;5179;p337"/>
          <p:cNvGrpSpPr/>
          <p:nvPr/>
        </p:nvGrpSpPr>
        <p:grpSpPr>
          <a:xfrm>
            <a:off x="503854" y="611156"/>
            <a:ext cx="5946712" cy="5635688"/>
            <a:chOff x="503854" y="531846"/>
            <a:chExt cx="5946712" cy="5635688"/>
          </a:xfrm>
        </p:grpSpPr>
        <p:sp>
          <p:nvSpPr>
            <p:cNvPr id="5180" name="Google Shape;5180;p337"/>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81" name="Google Shape;5181;p337"/>
            <p:cNvSpPr/>
            <p:nvPr/>
          </p:nvSpPr>
          <p:spPr>
            <a:xfrm>
              <a:off x="1775928"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82" name="Google Shape;5182;p337"/>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83" name="Google Shape;5183;p337"/>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84" name="Google Shape;5184;p337"/>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85" name="Google Shape;5185;p337"/>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86" name="Google Shape;5186;p337"/>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87" name="Google Shape;5187;p337"/>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88" name="Google Shape;5188;p337"/>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89" name="Google Shape;5189;p337"/>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90" name="Google Shape;5190;p337"/>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91" name="Google Shape;5191;p337"/>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92" name="Google Shape;5192;p337"/>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93" name="Google Shape;5193;p337"/>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94" name="Google Shape;5194;p337"/>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95" name="Google Shape;5195;p337"/>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96" name="Google Shape;5196;p337"/>
            <p:cNvSpPr/>
            <p:nvPr/>
          </p:nvSpPr>
          <p:spPr>
            <a:xfrm>
              <a:off x="1775928" y="4114800"/>
              <a:ext cx="858416" cy="858416"/>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97" name="Google Shape;5197;p337"/>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98" name="Google Shape;5198;p337"/>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99" name="Google Shape;5199;p337"/>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00" name="Google Shape;5200;p337"/>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01" name="Google Shape;5201;p337"/>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02" name="Google Shape;5202;p337"/>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03" name="Google Shape;5203;p337"/>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04" name="Google Shape;5204;p337"/>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5205" name="Google Shape;5205;p337" descr="Chequered Flag on Microsoft Windows 10"/>
          <p:cNvPicPr preferRelativeResize="0"/>
          <p:nvPr/>
        </p:nvPicPr>
        <p:blipFill rotWithShape="1">
          <a:blip r:embed="rId3">
            <a:alphaModFix/>
          </a:blip>
          <a:srcRect/>
          <a:stretch/>
        </p:blipFill>
        <p:spPr>
          <a:xfrm>
            <a:off x="4706609" y="2799472"/>
            <a:ext cx="730318" cy="730318"/>
          </a:xfrm>
          <a:prstGeom prst="rect">
            <a:avLst/>
          </a:prstGeom>
          <a:noFill/>
          <a:ln>
            <a:noFill/>
          </a:ln>
        </p:spPr>
      </p:pic>
      <p:cxnSp>
        <p:nvCxnSpPr>
          <p:cNvPr id="5206" name="Google Shape;5206;p337"/>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5207" name="Google Shape;5207;p337" descr="Angry birds,Red,Clip art,Cartoon,Video game software,Graphics,Beak #80529 -  Free Icon Library"/>
          <p:cNvPicPr preferRelativeResize="0"/>
          <p:nvPr/>
        </p:nvPicPr>
        <p:blipFill rotWithShape="1">
          <a:blip r:embed="rId4">
            <a:alphaModFix/>
          </a:blip>
          <a:srcRect/>
          <a:stretch/>
        </p:blipFill>
        <p:spPr>
          <a:xfrm>
            <a:off x="1878349" y="1928822"/>
            <a:ext cx="653574" cy="602013"/>
          </a:xfrm>
          <a:prstGeom prst="rect">
            <a:avLst/>
          </a:prstGeom>
          <a:noFill/>
          <a:ln>
            <a:noFill/>
          </a:ln>
        </p:spPr>
      </p:pic>
      <p:sp>
        <p:nvSpPr>
          <p:cNvPr id="5208" name="Google Shape;5208;p337"/>
          <p:cNvSpPr/>
          <p:nvPr/>
        </p:nvSpPr>
        <p:spPr>
          <a:xfrm>
            <a:off x="7097484" y="0"/>
            <a:ext cx="5094515"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09" name="Google Shape;5209;p337"/>
          <p:cNvSpPr txBox="1"/>
          <p:nvPr/>
        </p:nvSpPr>
        <p:spPr>
          <a:xfrm>
            <a:off x="7421767" y="42482"/>
            <a:ext cx="195424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instrucciones.js</a:t>
            </a:r>
            <a:endParaRPr sz="1400" b="0" i="0" u="none" strike="noStrike" cap="none">
              <a:solidFill>
                <a:schemeClr val="lt1"/>
              </a:solidFill>
              <a:latin typeface="Arial"/>
              <a:ea typeface="Arial"/>
              <a:cs typeface="Arial"/>
              <a:sym typeface="Arial"/>
            </a:endParaRPr>
          </a:p>
        </p:txBody>
      </p:sp>
      <p:cxnSp>
        <p:nvCxnSpPr>
          <p:cNvPr id="5210" name="Google Shape;5210;p337"/>
          <p:cNvCxnSpPr/>
          <p:nvPr/>
        </p:nvCxnSpPr>
        <p:spPr>
          <a:xfrm>
            <a:off x="7421768" y="403200"/>
            <a:ext cx="1954241" cy="10457"/>
          </a:xfrm>
          <a:prstGeom prst="straightConnector1">
            <a:avLst/>
          </a:prstGeom>
          <a:noFill/>
          <a:ln w="15875" cap="flat" cmpd="sng">
            <a:solidFill>
              <a:srgbClr val="F2CD84"/>
            </a:solidFill>
            <a:prstDash val="solid"/>
            <a:miter lim="800000"/>
            <a:headEnd type="none" w="sm" len="sm"/>
            <a:tailEnd type="none" w="sm" len="sm"/>
          </a:ln>
        </p:spPr>
      </p:cxnSp>
      <p:sp>
        <p:nvSpPr>
          <p:cNvPr id="5211" name="Google Shape;5211;p337"/>
          <p:cNvSpPr txBox="1"/>
          <p:nvPr/>
        </p:nvSpPr>
        <p:spPr>
          <a:xfrm>
            <a:off x="7348158" y="677943"/>
            <a:ext cx="4716461" cy="4801314"/>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2CD84"/>
                </a:solidFill>
                <a:latin typeface="Tahoma"/>
                <a:ea typeface="Tahoma"/>
                <a:cs typeface="Tahoma"/>
                <a:sym typeface="Tahoma"/>
              </a:rPr>
              <a:t>repetir</a:t>
            </a:r>
            <a:r>
              <a:rPr lang="es-ES" sz="2400" b="0" i="0" u="none" strike="noStrike" cap="none">
                <a:solidFill>
                  <a:schemeClr val="lt1"/>
                </a:solidFill>
                <a:latin typeface="Tahoma"/>
                <a:ea typeface="Tahoma"/>
                <a:cs typeface="Tahoma"/>
                <a:sym typeface="Tahoma"/>
              </a:rPr>
              <a:t> </a:t>
            </a:r>
            <a:r>
              <a:rPr lang="es-ES" sz="2400" b="0" i="0" u="none" strike="noStrike" cap="none">
                <a:solidFill>
                  <a:srgbClr val="79D2EA"/>
                </a:solidFill>
                <a:latin typeface="Tahoma"/>
                <a:ea typeface="Tahoma"/>
                <a:cs typeface="Tahoma"/>
                <a:sym typeface="Tahoma"/>
              </a:rPr>
              <a:t>2 veces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highlight>
                  <a:srgbClr val="FF00FF"/>
                </a:highlight>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9D2EA"/>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79D2EA"/>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2CD84"/>
                </a:solidFill>
                <a:latin typeface="Tahoma"/>
                <a:ea typeface="Tahoma"/>
                <a:cs typeface="Tahoma"/>
                <a:sym typeface="Tahoma"/>
              </a:rPr>
              <a:t>si el casillero es de color       </a:t>
            </a:r>
            <a:r>
              <a:rPr lang="es-ES" sz="2400" b="0" i="0" u="none" strike="noStrike" cap="none">
                <a:solidFill>
                  <a:srgbClr val="79D2EA"/>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9D2EA"/>
                </a:solidFill>
                <a:latin typeface="Tahoma"/>
                <a:ea typeface="Tahoma"/>
                <a:cs typeface="Tahoma"/>
                <a:sym typeface="Tahoma"/>
              </a:rPr>
              <a:t>} </a:t>
            </a:r>
            <a:r>
              <a:rPr lang="es-ES" sz="2400" b="0" i="0" u="none" strike="noStrike" cap="none">
                <a:solidFill>
                  <a:srgbClr val="F2CD84"/>
                </a:solidFill>
                <a:latin typeface="Tahoma"/>
                <a:ea typeface="Tahoma"/>
                <a:cs typeface="Tahoma"/>
                <a:sym typeface="Tahoma"/>
              </a:rPr>
              <a:t>sino</a:t>
            </a:r>
            <a:r>
              <a:rPr lang="es-ES" sz="2400" b="0" i="0" u="none" strike="noStrike" cap="none">
                <a:solidFill>
                  <a:srgbClr val="79D2EA"/>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9D2EA"/>
                </a:solidFill>
                <a:latin typeface="Tahoma"/>
                <a:ea typeface="Tahoma"/>
                <a:cs typeface="Tahoma"/>
                <a:sym typeface="Tahoma"/>
              </a:rPr>
              <a:t>	</a:t>
            </a:r>
            <a:r>
              <a:rPr lang="es-ES" sz="2400" b="0" i="0" u="none" strike="noStrike" cap="none">
                <a:solidFill>
                  <a:schemeClr val="lt1"/>
                </a:solidFill>
                <a:latin typeface="Tahoma"/>
                <a:ea typeface="Tahoma"/>
                <a:cs typeface="Tahoma"/>
                <a:sym typeface="Tahoma"/>
              </a:rPr>
              <a:t>arriba();</a:t>
            </a:r>
            <a:endParaRPr sz="2400" b="0" i="0" u="none" strike="noStrike" cap="none">
              <a:solidFill>
                <a:srgbClr val="79D2EA"/>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9D2EA"/>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ahoma"/>
              <a:ea typeface="Tahoma"/>
              <a:cs typeface="Tahoma"/>
              <a:sym typeface="Tahoma"/>
            </a:endParaRPr>
          </a:p>
        </p:txBody>
      </p:sp>
      <p:sp>
        <p:nvSpPr>
          <p:cNvPr id="5212" name="Google Shape;5212;p337"/>
          <p:cNvSpPr/>
          <p:nvPr/>
        </p:nvSpPr>
        <p:spPr>
          <a:xfrm>
            <a:off x="11203882" y="2135854"/>
            <a:ext cx="443320" cy="443320"/>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13" name="Google Shape;5213;p337"/>
          <p:cNvSpPr/>
          <p:nvPr/>
        </p:nvSpPr>
        <p:spPr>
          <a:xfrm rot="5400000">
            <a:off x="7368555" y="1145813"/>
            <a:ext cx="206207" cy="177765"/>
          </a:xfrm>
          <a:prstGeom prst="triangle">
            <a:avLst>
              <a:gd name="adj" fmla="val 50000"/>
            </a:avLst>
          </a:prstGeom>
          <a:solidFill>
            <a:srgbClr val="4A7B8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Shape 5218"/>
        <p:cNvGrpSpPr/>
        <p:nvPr/>
      </p:nvGrpSpPr>
      <p:grpSpPr>
        <a:xfrm>
          <a:off x="0" y="0"/>
          <a:ext cx="0" cy="0"/>
          <a:chOff x="0" y="0"/>
          <a:chExt cx="0" cy="0"/>
        </a:xfrm>
      </p:grpSpPr>
      <p:sp>
        <p:nvSpPr>
          <p:cNvPr id="5219" name="Google Shape;5219;p338"/>
          <p:cNvSpPr/>
          <p:nvPr/>
        </p:nvSpPr>
        <p:spPr>
          <a:xfrm>
            <a:off x="7097484" y="1"/>
            <a:ext cx="5094516" cy="6858000"/>
          </a:xfrm>
          <a:prstGeom prst="rect">
            <a:avLst/>
          </a:prstGeom>
          <a:solidFill>
            <a:srgbClr val="1F23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5220" name="Google Shape;5220;p338"/>
          <p:cNvGrpSpPr/>
          <p:nvPr/>
        </p:nvGrpSpPr>
        <p:grpSpPr>
          <a:xfrm>
            <a:off x="503854" y="611156"/>
            <a:ext cx="5946712" cy="5635688"/>
            <a:chOff x="503854" y="531846"/>
            <a:chExt cx="5946712" cy="5635688"/>
          </a:xfrm>
        </p:grpSpPr>
        <p:sp>
          <p:nvSpPr>
            <p:cNvPr id="5221" name="Google Shape;5221;p338"/>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22" name="Google Shape;5222;p338"/>
            <p:cNvSpPr/>
            <p:nvPr/>
          </p:nvSpPr>
          <p:spPr>
            <a:xfrm>
              <a:off x="1775928"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23" name="Google Shape;5223;p338"/>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24" name="Google Shape;5224;p338"/>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25" name="Google Shape;5225;p338"/>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26" name="Google Shape;5226;p338"/>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27" name="Google Shape;5227;p338"/>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28" name="Google Shape;5228;p338"/>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29" name="Google Shape;5229;p338"/>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30" name="Google Shape;5230;p338"/>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31" name="Google Shape;5231;p338"/>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32" name="Google Shape;5232;p338"/>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33" name="Google Shape;5233;p338"/>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34" name="Google Shape;5234;p338"/>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35" name="Google Shape;5235;p338"/>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36" name="Google Shape;5236;p338"/>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37" name="Google Shape;5237;p338"/>
            <p:cNvSpPr/>
            <p:nvPr/>
          </p:nvSpPr>
          <p:spPr>
            <a:xfrm>
              <a:off x="1775928" y="4114800"/>
              <a:ext cx="858416" cy="858416"/>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38" name="Google Shape;5238;p338"/>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39" name="Google Shape;5239;p338"/>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40" name="Google Shape;5240;p338"/>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41" name="Google Shape;5241;p338"/>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42" name="Google Shape;5242;p338"/>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43" name="Google Shape;5243;p338"/>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44" name="Google Shape;5244;p338"/>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45" name="Google Shape;5245;p338"/>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5246" name="Google Shape;5246;p338" descr="Chequered Flag on Microsoft Windows 10"/>
          <p:cNvPicPr preferRelativeResize="0"/>
          <p:nvPr/>
        </p:nvPicPr>
        <p:blipFill rotWithShape="1">
          <a:blip r:embed="rId3">
            <a:alphaModFix/>
          </a:blip>
          <a:srcRect/>
          <a:stretch/>
        </p:blipFill>
        <p:spPr>
          <a:xfrm>
            <a:off x="4706609" y="2799472"/>
            <a:ext cx="730318" cy="730318"/>
          </a:xfrm>
          <a:prstGeom prst="rect">
            <a:avLst/>
          </a:prstGeom>
          <a:noFill/>
          <a:ln>
            <a:noFill/>
          </a:ln>
        </p:spPr>
      </p:pic>
      <p:cxnSp>
        <p:nvCxnSpPr>
          <p:cNvPr id="5247" name="Google Shape;5247;p338"/>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5248" name="Google Shape;5248;p338" descr="Angry birds,Red,Clip art,Cartoon,Video game software,Graphics,Beak #80529 -  Free Icon Library"/>
          <p:cNvPicPr preferRelativeResize="0"/>
          <p:nvPr/>
        </p:nvPicPr>
        <p:blipFill rotWithShape="1">
          <a:blip r:embed="rId4">
            <a:alphaModFix/>
          </a:blip>
          <a:srcRect/>
          <a:stretch/>
        </p:blipFill>
        <p:spPr>
          <a:xfrm>
            <a:off x="1878349" y="3127993"/>
            <a:ext cx="653574" cy="602013"/>
          </a:xfrm>
          <a:prstGeom prst="rect">
            <a:avLst/>
          </a:prstGeom>
          <a:noFill/>
          <a:ln>
            <a:noFill/>
          </a:ln>
        </p:spPr>
      </p:pic>
      <p:sp>
        <p:nvSpPr>
          <p:cNvPr id="5249" name="Google Shape;5249;p338"/>
          <p:cNvSpPr/>
          <p:nvPr/>
        </p:nvSpPr>
        <p:spPr>
          <a:xfrm>
            <a:off x="7097484" y="0"/>
            <a:ext cx="5094515"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50" name="Google Shape;5250;p338"/>
          <p:cNvSpPr txBox="1"/>
          <p:nvPr/>
        </p:nvSpPr>
        <p:spPr>
          <a:xfrm>
            <a:off x="7421767" y="42482"/>
            <a:ext cx="195424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instrucciones.js</a:t>
            </a:r>
            <a:endParaRPr sz="1400" b="0" i="0" u="none" strike="noStrike" cap="none">
              <a:solidFill>
                <a:schemeClr val="lt1"/>
              </a:solidFill>
              <a:latin typeface="Arial"/>
              <a:ea typeface="Arial"/>
              <a:cs typeface="Arial"/>
              <a:sym typeface="Arial"/>
            </a:endParaRPr>
          </a:p>
        </p:txBody>
      </p:sp>
      <p:cxnSp>
        <p:nvCxnSpPr>
          <p:cNvPr id="5251" name="Google Shape;5251;p338"/>
          <p:cNvCxnSpPr/>
          <p:nvPr/>
        </p:nvCxnSpPr>
        <p:spPr>
          <a:xfrm>
            <a:off x="7421768" y="403200"/>
            <a:ext cx="1954241" cy="10457"/>
          </a:xfrm>
          <a:prstGeom prst="straightConnector1">
            <a:avLst/>
          </a:prstGeom>
          <a:noFill/>
          <a:ln w="15875" cap="flat" cmpd="sng">
            <a:solidFill>
              <a:srgbClr val="F2CD84"/>
            </a:solidFill>
            <a:prstDash val="solid"/>
            <a:miter lim="800000"/>
            <a:headEnd type="none" w="sm" len="sm"/>
            <a:tailEnd type="none" w="sm" len="sm"/>
          </a:ln>
        </p:spPr>
      </p:cxnSp>
      <p:sp>
        <p:nvSpPr>
          <p:cNvPr id="5252" name="Google Shape;5252;p338"/>
          <p:cNvSpPr/>
          <p:nvPr/>
        </p:nvSpPr>
        <p:spPr>
          <a:xfrm>
            <a:off x="11203882" y="2135854"/>
            <a:ext cx="443320" cy="443320"/>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53" name="Google Shape;5253;p338"/>
          <p:cNvSpPr txBox="1"/>
          <p:nvPr/>
        </p:nvSpPr>
        <p:spPr>
          <a:xfrm>
            <a:off x="7348158" y="677943"/>
            <a:ext cx="4716461" cy="4801314"/>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2CD84"/>
                </a:solidFill>
                <a:latin typeface="Tahoma"/>
                <a:ea typeface="Tahoma"/>
                <a:cs typeface="Tahoma"/>
                <a:sym typeface="Tahoma"/>
              </a:rPr>
              <a:t>repetir</a:t>
            </a:r>
            <a:r>
              <a:rPr lang="es-ES" sz="2400" b="0" i="0" u="none" strike="noStrike" cap="none">
                <a:solidFill>
                  <a:schemeClr val="lt1"/>
                </a:solidFill>
                <a:latin typeface="Tahoma"/>
                <a:ea typeface="Tahoma"/>
                <a:cs typeface="Tahoma"/>
                <a:sym typeface="Tahoma"/>
              </a:rPr>
              <a:t> </a:t>
            </a:r>
            <a:r>
              <a:rPr lang="es-ES" sz="2400" b="0" i="0" u="none" strike="noStrike" cap="none">
                <a:solidFill>
                  <a:srgbClr val="79D2EA"/>
                </a:solidFill>
                <a:latin typeface="Tahoma"/>
                <a:ea typeface="Tahoma"/>
                <a:cs typeface="Tahoma"/>
                <a:sym typeface="Tahoma"/>
              </a:rPr>
              <a:t>1 vez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highlight>
                  <a:srgbClr val="FF00FF"/>
                </a:highlight>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9D2EA"/>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79D2EA"/>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2CD84"/>
                </a:solidFill>
                <a:latin typeface="Tahoma"/>
                <a:ea typeface="Tahoma"/>
                <a:cs typeface="Tahoma"/>
                <a:sym typeface="Tahoma"/>
              </a:rPr>
              <a:t>si el casillero es de color       </a:t>
            </a:r>
            <a:r>
              <a:rPr lang="es-ES" sz="2400" b="0" i="0" u="none" strike="noStrike" cap="none">
                <a:solidFill>
                  <a:srgbClr val="79D2EA"/>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9D2EA"/>
                </a:solidFill>
                <a:latin typeface="Tahoma"/>
                <a:ea typeface="Tahoma"/>
                <a:cs typeface="Tahoma"/>
                <a:sym typeface="Tahoma"/>
              </a:rPr>
              <a:t>} </a:t>
            </a:r>
            <a:r>
              <a:rPr lang="es-ES" sz="2400" b="0" i="0" u="none" strike="noStrike" cap="none">
                <a:solidFill>
                  <a:srgbClr val="F2CD84"/>
                </a:solidFill>
                <a:latin typeface="Tahoma"/>
                <a:ea typeface="Tahoma"/>
                <a:cs typeface="Tahoma"/>
                <a:sym typeface="Tahoma"/>
              </a:rPr>
              <a:t>sino</a:t>
            </a:r>
            <a:r>
              <a:rPr lang="es-ES" sz="2400" b="0" i="0" u="none" strike="noStrike" cap="none">
                <a:solidFill>
                  <a:srgbClr val="79D2EA"/>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9D2EA"/>
                </a:solidFill>
                <a:latin typeface="Tahoma"/>
                <a:ea typeface="Tahoma"/>
                <a:cs typeface="Tahoma"/>
                <a:sym typeface="Tahoma"/>
              </a:rPr>
              <a:t>	</a:t>
            </a:r>
            <a:r>
              <a:rPr lang="es-ES" sz="2400" b="0" i="0" u="none" strike="noStrike" cap="none">
                <a:solidFill>
                  <a:schemeClr val="lt1"/>
                </a:solidFill>
                <a:latin typeface="Tahoma"/>
                <a:ea typeface="Tahoma"/>
                <a:cs typeface="Tahoma"/>
                <a:sym typeface="Tahoma"/>
              </a:rPr>
              <a:t>arriba();</a:t>
            </a:r>
            <a:endParaRPr sz="2400" b="0" i="0" u="none" strike="noStrike" cap="none">
              <a:solidFill>
                <a:srgbClr val="79D2EA"/>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9D2EA"/>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ahoma"/>
              <a:ea typeface="Tahoma"/>
              <a:cs typeface="Tahoma"/>
              <a:sym typeface="Tahoma"/>
            </a:endParaRPr>
          </a:p>
        </p:txBody>
      </p:sp>
      <p:sp>
        <p:nvSpPr>
          <p:cNvPr id="5254" name="Google Shape;5254;p338"/>
          <p:cNvSpPr/>
          <p:nvPr/>
        </p:nvSpPr>
        <p:spPr>
          <a:xfrm rot="5400000">
            <a:off x="7368555" y="1145813"/>
            <a:ext cx="206207" cy="177765"/>
          </a:xfrm>
          <a:prstGeom prst="triangle">
            <a:avLst>
              <a:gd name="adj" fmla="val 50000"/>
            </a:avLst>
          </a:prstGeom>
          <a:solidFill>
            <a:srgbClr val="4A7B8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Shape 5259"/>
        <p:cNvGrpSpPr/>
        <p:nvPr/>
      </p:nvGrpSpPr>
      <p:grpSpPr>
        <a:xfrm>
          <a:off x="0" y="0"/>
          <a:ext cx="0" cy="0"/>
          <a:chOff x="0" y="0"/>
          <a:chExt cx="0" cy="0"/>
        </a:xfrm>
      </p:grpSpPr>
      <p:sp>
        <p:nvSpPr>
          <p:cNvPr id="5260" name="Google Shape;5260;p339"/>
          <p:cNvSpPr/>
          <p:nvPr/>
        </p:nvSpPr>
        <p:spPr>
          <a:xfrm>
            <a:off x="7097484" y="1"/>
            <a:ext cx="5094516" cy="6858000"/>
          </a:xfrm>
          <a:prstGeom prst="rect">
            <a:avLst/>
          </a:prstGeom>
          <a:solidFill>
            <a:srgbClr val="1F23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5261" name="Google Shape;5261;p339"/>
          <p:cNvGrpSpPr/>
          <p:nvPr/>
        </p:nvGrpSpPr>
        <p:grpSpPr>
          <a:xfrm>
            <a:off x="503854" y="611156"/>
            <a:ext cx="5946712" cy="5635688"/>
            <a:chOff x="503854" y="531846"/>
            <a:chExt cx="5946712" cy="5635688"/>
          </a:xfrm>
        </p:grpSpPr>
        <p:sp>
          <p:nvSpPr>
            <p:cNvPr id="5262" name="Google Shape;5262;p339"/>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63" name="Google Shape;5263;p339"/>
            <p:cNvSpPr/>
            <p:nvPr/>
          </p:nvSpPr>
          <p:spPr>
            <a:xfrm>
              <a:off x="1775928"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64" name="Google Shape;5264;p339"/>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65" name="Google Shape;5265;p339"/>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66" name="Google Shape;5266;p339"/>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67" name="Google Shape;5267;p339"/>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68" name="Google Shape;5268;p339"/>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69" name="Google Shape;5269;p339"/>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70" name="Google Shape;5270;p339"/>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71" name="Google Shape;5271;p339"/>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72" name="Google Shape;5272;p339"/>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73" name="Google Shape;5273;p339"/>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74" name="Google Shape;5274;p339"/>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75" name="Google Shape;5275;p339"/>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76" name="Google Shape;5276;p339"/>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77" name="Google Shape;5277;p339"/>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78" name="Google Shape;5278;p339"/>
            <p:cNvSpPr/>
            <p:nvPr/>
          </p:nvSpPr>
          <p:spPr>
            <a:xfrm>
              <a:off x="1775928" y="4114800"/>
              <a:ext cx="858416" cy="858416"/>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79" name="Google Shape;5279;p339"/>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80" name="Google Shape;5280;p339"/>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81" name="Google Shape;5281;p339"/>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82" name="Google Shape;5282;p339"/>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83" name="Google Shape;5283;p339"/>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84" name="Google Shape;5284;p339"/>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85" name="Google Shape;5285;p339"/>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86" name="Google Shape;5286;p339"/>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5287" name="Google Shape;5287;p339" descr="Chequered Flag on Microsoft Windows 10"/>
          <p:cNvPicPr preferRelativeResize="0"/>
          <p:nvPr/>
        </p:nvPicPr>
        <p:blipFill rotWithShape="1">
          <a:blip r:embed="rId3">
            <a:alphaModFix/>
          </a:blip>
          <a:srcRect/>
          <a:stretch/>
        </p:blipFill>
        <p:spPr>
          <a:xfrm>
            <a:off x="4706609" y="2799472"/>
            <a:ext cx="730318" cy="730318"/>
          </a:xfrm>
          <a:prstGeom prst="rect">
            <a:avLst/>
          </a:prstGeom>
          <a:noFill/>
          <a:ln>
            <a:noFill/>
          </a:ln>
        </p:spPr>
      </p:pic>
      <p:cxnSp>
        <p:nvCxnSpPr>
          <p:cNvPr id="5288" name="Google Shape;5288;p339"/>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5289" name="Google Shape;5289;p339" descr="Angry birds,Red,Clip art,Cartoon,Video game software,Graphics,Beak #80529 -  Free Icon Library"/>
          <p:cNvPicPr preferRelativeResize="0"/>
          <p:nvPr/>
        </p:nvPicPr>
        <p:blipFill rotWithShape="1">
          <a:blip r:embed="rId4">
            <a:alphaModFix/>
          </a:blip>
          <a:srcRect/>
          <a:stretch/>
        </p:blipFill>
        <p:spPr>
          <a:xfrm>
            <a:off x="1878349" y="4322311"/>
            <a:ext cx="653574" cy="602013"/>
          </a:xfrm>
          <a:prstGeom prst="rect">
            <a:avLst/>
          </a:prstGeom>
          <a:noFill/>
          <a:ln>
            <a:noFill/>
          </a:ln>
        </p:spPr>
      </p:pic>
      <p:sp>
        <p:nvSpPr>
          <p:cNvPr id="5290" name="Google Shape;5290;p339"/>
          <p:cNvSpPr/>
          <p:nvPr/>
        </p:nvSpPr>
        <p:spPr>
          <a:xfrm>
            <a:off x="7097484" y="0"/>
            <a:ext cx="5094515"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91" name="Google Shape;5291;p339"/>
          <p:cNvSpPr txBox="1"/>
          <p:nvPr/>
        </p:nvSpPr>
        <p:spPr>
          <a:xfrm>
            <a:off x="7421767" y="42482"/>
            <a:ext cx="195424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instrucciones.js</a:t>
            </a:r>
            <a:endParaRPr sz="1400" b="0" i="0" u="none" strike="noStrike" cap="none">
              <a:solidFill>
                <a:schemeClr val="lt1"/>
              </a:solidFill>
              <a:latin typeface="Arial"/>
              <a:ea typeface="Arial"/>
              <a:cs typeface="Arial"/>
              <a:sym typeface="Arial"/>
            </a:endParaRPr>
          </a:p>
        </p:txBody>
      </p:sp>
      <p:cxnSp>
        <p:nvCxnSpPr>
          <p:cNvPr id="5292" name="Google Shape;5292;p339"/>
          <p:cNvCxnSpPr/>
          <p:nvPr/>
        </p:nvCxnSpPr>
        <p:spPr>
          <a:xfrm>
            <a:off x="7421768" y="403200"/>
            <a:ext cx="1954241" cy="10457"/>
          </a:xfrm>
          <a:prstGeom prst="straightConnector1">
            <a:avLst/>
          </a:prstGeom>
          <a:noFill/>
          <a:ln w="15875" cap="flat" cmpd="sng">
            <a:solidFill>
              <a:srgbClr val="F2CD84"/>
            </a:solidFill>
            <a:prstDash val="solid"/>
            <a:miter lim="800000"/>
            <a:headEnd type="none" w="sm" len="sm"/>
            <a:tailEnd type="none" w="sm" len="sm"/>
          </a:ln>
        </p:spPr>
      </p:cxnSp>
      <p:sp>
        <p:nvSpPr>
          <p:cNvPr id="5293" name="Google Shape;5293;p339"/>
          <p:cNvSpPr/>
          <p:nvPr/>
        </p:nvSpPr>
        <p:spPr>
          <a:xfrm>
            <a:off x="11203882" y="2135854"/>
            <a:ext cx="443320" cy="443320"/>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94" name="Google Shape;5294;p339"/>
          <p:cNvSpPr txBox="1"/>
          <p:nvPr/>
        </p:nvSpPr>
        <p:spPr>
          <a:xfrm>
            <a:off x="7348158" y="677943"/>
            <a:ext cx="4716461" cy="4801314"/>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repetir 0 veces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79D2EA"/>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2CD84"/>
                </a:solidFill>
                <a:latin typeface="Tahoma"/>
                <a:ea typeface="Tahoma"/>
                <a:cs typeface="Tahoma"/>
                <a:sym typeface="Tahoma"/>
              </a:rPr>
              <a:t>si el casillero es de color       </a:t>
            </a:r>
            <a:r>
              <a:rPr lang="es-ES" sz="2400" b="0" i="0" u="none" strike="noStrike" cap="none">
                <a:solidFill>
                  <a:srgbClr val="79D2EA"/>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9D2EA"/>
                </a:solidFill>
                <a:latin typeface="Tahoma"/>
                <a:ea typeface="Tahoma"/>
                <a:cs typeface="Tahoma"/>
                <a:sym typeface="Tahoma"/>
              </a:rPr>
              <a:t>} </a:t>
            </a:r>
            <a:r>
              <a:rPr lang="es-ES" sz="2400" b="0" i="0" u="none" strike="noStrike" cap="none">
                <a:solidFill>
                  <a:srgbClr val="F2CD84"/>
                </a:solidFill>
                <a:latin typeface="Tahoma"/>
                <a:ea typeface="Tahoma"/>
                <a:cs typeface="Tahoma"/>
                <a:sym typeface="Tahoma"/>
              </a:rPr>
              <a:t>sino</a:t>
            </a:r>
            <a:r>
              <a:rPr lang="es-ES" sz="2400" b="0" i="0" u="none" strike="noStrike" cap="none">
                <a:solidFill>
                  <a:srgbClr val="79D2EA"/>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9D2EA"/>
                </a:solidFill>
                <a:latin typeface="Tahoma"/>
                <a:ea typeface="Tahoma"/>
                <a:cs typeface="Tahoma"/>
                <a:sym typeface="Tahoma"/>
              </a:rPr>
              <a:t>	</a:t>
            </a:r>
            <a:r>
              <a:rPr lang="es-ES" sz="2400" b="0" i="0" u="none" strike="noStrike" cap="none">
                <a:solidFill>
                  <a:schemeClr val="lt1"/>
                </a:solidFill>
                <a:latin typeface="Tahoma"/>
                <a:ea typeface="Tahoma"/>
                <a:cs typeface="Tahoma"/>
                <a:sym typeface="Tahoma"/>
              </a:rPr>
              <a:t>arriba();</a:t>
            </a:r>
            <a:endParaRPr sz="2400" b="0" i="0" u="none" strike="noStrike" cap="none">
              <a:solidFill>
                <a:srgbClr val="79D2EA"/>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9D2EA"/>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ahoma"/>
              <a:ea typeface="Tahoma"/>
              <a:cs typeface="Tahoma"/>
              <a:sym typeface="Tahoma"/>
            </a:endParaRPr>
          </a:p>
        </p:txBody>
      </p:sp>
      <p:sp>
        <p:nvSpPr>
          <p:cNvPr id="5295" name="Google Shape;5295;p339"/>
          <p:cNvSpPr/>
          <p:nvPr/>
        </p:nvSpPr>
        <p:spPr>
          <a:xfrm rot="5400000">
            <a:off x="7368555" y="2278575"/>
            <a:ext cx="206207" cy="177765"/>
          </a:xfrm>
          <a:prstGeom prst="triangle">
            <a:avLst>
              <a:gd name="adj" fmla="val 50000"/>
            </a:avLst>
          </a:prstGeom>
          <a:solidFill>
            <a:srgbClr val="4A7B8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Shape 5300"/>
        <p:cNvGrpSpPr/>
        <p:nvPr/>
      </p:nvGrpSpPr>
      <p:grpSpPr>
        <a:xfrm>
          <a:off x="0" y="0"/>
          <a:ext cx="0" cy="0"/>
          <a:chOff x="0" y="0"/>
          <a:chExt cx="0" cy="0"/>
        </a:xfrm>
      </p:grpSpPr>
      <p:sp>
        <p:nvSpPr>
          <p:cNvPr id="5301" name="Google Shape;5301;p340"/>
          <p:cNvSpPr/>
          <p:nvPr/>
        </p:nvSpPr>
        <p:spPr>
          <a:xfrm>
            <a:off x="7097484" y="1"/>
            <a:ext cx="5094516" cy="6858000"/>
          </a:xfrm>
          <a:prstGeom prst="rect">
            <a:avLst/>
          </a:prstGeom>
          <a:solidFill>
            <a:srgbClr val="1F23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5302" name="Google Shape;5302;p340"/>
          <p:cNvGrpSpPr/>
          <p:nvPr/>
        </p:nvGrpSpPr>
        <p:grpSpPr>
          <a:xfrm>
            <a:off x="503854" y="611156"/>
            <a:ext cx="5946712" cy="5635688"/>
            <a:chOff x="503854" y="531846"/>
            <a:chExt cx="5946712" cy="5635688"/>
          </a:xfrm>
        </p:grpSpPr>
        <p:sp>
          <p:nvSpPr>
            <p:cNvPr id="5303" name="Google Shape;5303;p340"/>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04" name="Google Shape;5304;p340"/>
            <p:cNvSpPr/>
            <p:nvPr/>
          </p:nvSpPr>
          <p:spPr>
            <a:xfrm>
              <a:off x="1775928"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05" name="Google Shape;5305;p340"/>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06" name="Google Shape;5306;p340"/>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07" name="Google Shape;5307;p340"/>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08" name="Google Shape;5308;p340"/>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09" name="Google Shape;5309;p340"/>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10" name="Google Shape;5310;p340"/>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11" name="Google Shape;5311;p340"/>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12" name="Google Shape;5312;p340"/>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13" name="Google Shape;5313;p340"/>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14" name="Google Shape;5314;p340"/>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15" name="Google Shape;5315;p340"/>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16" name="Google Shape;5316;p340"/>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17" name="Google Shape;5317;p340"/>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18" name="Google Shape;5318;p340"/>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19" name="Google Shape;5319;p340"/>
            <p:cNvSpPr/>
            <p:nvPr/>
          </p:nvSpPr>
          <p:spPr>
            <a:xfrm>
              <a:off x="1775928" y="4114800"/>
              <a:ext cx="858416" cy="858416"/>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20" name="Google Shape;5320;p340"/>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21" name="Google Shape;5321;p340"/>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22" name="Google Shape;5322;p340"/>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23" name="Google Shape;5323;p340"/>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24" name="Google Shape;5324;p340"/>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25" name="Google Shape;5325;p340"/>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26" name="Google Shape;5326;p340"/>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27" name="Google Shape;5327;p340"/>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5328" name="Google Shape;5328;p340" descr="Chequered Flag on Microsoft Windows 10"/>
          <p:cNvPicPr preferRelativeResize="0"/>
          <p:nvPr/>
        </p:nvPicPr>
        <p:blipFill rotWithShape="1">
          <a:blip r:embed="rId3">
            <a:alphaModFix/>
          </a:blip>
          <a:srcRect/>
          <a:stretch/>
        </p:blipFill>
        <p:spPr>
          <a:xfrm>
            <a:off x="4706609" y="2799472"/>
            <a:ext cx="730318" cy="730318"/>
          </a:xfrm>
          <a:prstGeom prst="rect">
            <a:avLst/>
          </a:prstGeom>
          <a:noFill/>
          <a:ln>
            <a:noFill/>
          </a:ln>
        </p:spPr>
      </p:pic>
      <p:cxnSp>
        <p:nvCxnSpPr>
          <p:cNvPr id="5329" name="Google Shape;5329;p340"/>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5330" name="Google Shape;5330;p340" descr="Angry birds,Red,Clip art,Cartoon,Video game software,Graphics,Beak #80529 -  Free Icon Library"/>
          <p:cNvPicPr preferRelativeResize="0"/>
          <p:nvPr/>
        </p:nvPicPr>
        <p:blipFill rotWithShape="1">
          <a:blip r:embed="rId4">
            <a:alphaModFix/>
          </a:blip>
          <a:srcRect/>
          <a:stretch/>
        </p:blipFill>
        <p:spPr>
          <a:xfrm>
            <a:off x="3150423" y="4322311"/>
            <a:ext cx="653574" cy="602013"/>
          </a:xfrm>
          <a:prstGeom prst="rect">
            <a:avLst/>
          </a:prstGeom>
          <a:noFill/>
          <a:ln>
            <a:noFill/>
          </a:ln>
        </p:spPr>
      </p:pic>
      <p:sp>
        <p:nvSpPr>
          <p:cNvPr id="5331" name="Google Shape;5331;p340"/>
          <p:cNvSpPr/>
          <p:nvPr/>
        </p:nvSpPr>
        <p:spPr>
          <a:xfrm>
            <a:off x="7097484" y="0"/>
            <a:ext cx="5094515"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32" name="Google Shape;5332;p340"/>
          <p:cNvSpPr txBox="1"/>
          <p:nvPr/>
        </p:nvSpPr>
        <p:spPr>
          <a:xfrm>
            <a:off x="7421767" y="42482"/>
            <a:ext cx="195424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instrucciones.js</a:t>
            </a:r>
            <a:endParaRPr sz="1400" b="0" i="0" u="none" strike="noStrike" cap="none">
              <a:solidFill>
                <a:schemeClr val="lt1"/>
              </a:solidFill>
              <a:latin typeface="Arial"/>
              <a:ea typeface="Arial"/>
              <a:cs typeface="Arial"/>
              <a:sym typeface="Arial"/>
            </a:endParaRPr>
          </a:p>
        </p:txBody>
      </p:sp>
      <p:cxnSp>
        <p:nvCxnSpPr>
          <p:cNvPr id="5333" name="Google Shape;5333;p340"/>
          <p:cNvCxnSpPr/>
          <p:nvPr/>
        </p:nvCxnSpPr>
        <p:spPr>
          <a:xfrm>
            <a:off x="7421768" y="403200"/>
            <a:ext cx="1954241" cy="10457"/>
          </a:xfrm>
          <a:prstGeom prst="straightConnector1">
            <a:avLst/>
          </a:prstGeom>
          <a:noFill/>
          <a:ln w="15875" cap="flat" cmpd="sng">
            <a:solidFill>
              <a:srgbClr val="F2CD84"/>
            </a:solidFill>
            <a:prstDash val="solid"/>
            <a:miter lim="800000"/>
            <a:headEnd type="none" w="sm" len="sm"/>
            <a:tailEnd type="none" w="sm" len="sm"/>
          </a:ln>
        </p:spPr>
      </p:cxnSp>
      <p:sp>
        <p:nvSpPr>
          <p:cNvPr id="5334" name="Google Shape;5334;p340"/>
          <p:cNvSpPr/>
          <p:nvPr/>
        </p:nvSpPr>
        <p:spPr>
          <a:xfrm>
            <a:off x="11203882" y="2135854"/>
            <a:ext cx="443320" cy="443320"/>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35" name="Google Shape;5335;p340"/>
          <p:cNvSpPr txBox="1"/>
          <p:nvPr/>
        </p:nvSpPr>
        <p:spPr>
          <a:xfrm>
            <a:off x="7348158" y="677943"/>
            <a:ext cx="4716461" cy="4801314"/>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repetir 0 veces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79D2EA"/>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F2CD84"/>
                </a:solidFill>
                <a:latin typeface="Tahoma"/>
                <a:ea typeface="Tahoma"/>
                <a:cs typeface="Tahoma"/>
                <a:sym typeface="Tahoma"/>
              </a:rPr>
              <a:t>si el casillero es de color       </a:t>
            </a:r>
            <a:r>
              <a:rPr lang="es-ES" sz="2400" b="0" i="0" u="none" strike="noStrike" cap="none">
                <a:solidFill>
                  <a:srgbClr val="79D2EA"/>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highlight>
                  <a:srgbClr val="FF00FF"/>
                </a:highlight>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 sino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	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ahoma"/>
              <a:ea typeface="Tahoma"/>
              <a:cs typeface="Tahoma"/>
              <a:sym typeface="Tahoma"/>
            </a:endParaRPr>
          </a:p>
        </p:txBody>
      </p:sp>
      <p:sp>
        <p:nvSpPr>
          <p:cNvPr id="5336" name="Google Shape;5336;p340"/>
          <p:cNvSpPr/>
          <p:nvPr/>
        </p:nvSpPr>
        <p:spPr>
          <a:xfrm rot="5400000">
            <a:off x="7368555" y="2619772"/>
            <a:ext cx="206207" cy="177765"/>
          </a:xfrm>
          <a:prstGeom prst="triangle">
            <a:avLst>
              <a:gd name="adj" fmla="val 50000"/>
            </a:avLst>
          </a:prstGeom>
          <a:solidFill>
            <a:srgbClr val="4A7B8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Shape 5341"/>
        <p:cNvGrpSpPr/>
        <p:nvPr/>
      </p:nvGrpSpPr>
      <p:grpSpPr>
        <a:xfrm>
          <a:off x="0" y="0"/>
          <a:ext cx="0" cy="0"/>
          <a:chOff x="0" y="0"/>
          <a:chExt cx="0" cy="0"/>
        </a:xfrm>
      </p:grpSpPr>
      <p:sp>
        <p:nvSpPr>
          <p:cNvPr id="5342" name="Google Shape;5342;p341"/>
          <p:cNvSpPr/>
          <p:nvPr/>
        </p:nvSpPr>
        <p:spPr>
          <a:xfrm>
            <a:off x="7097484" y="1"/>
            <a:ext cx="5094516" cy="6858000"/>
          </a:xfrm>
          <a:prstGeom prst="rect">
            <a:avLst/>
          </a:prstGeom>
          <a:solidFill>
            <a:srgbClr val="1F23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5343" name="Google Shape;5343;p341"/>
          <p:cNvGrpSpPr/>
          <p:nvPr/>
        </p:nvGrpSpPr>
        <p:grpSpPr>
          <a:xfrm>
            <a:off x="503854" y="611156"/>
            <a:ext cx="5946712" cy="5635688"/>
            <a:chOff x="503854" y="531846"/>
            <a:chExt cx="5946712" cy="5635688"/>
          </a:xfrm>
        </p:grpSpPr>
        <p:sp>
          <p:nvSpPr>
            <p:cNvPr id="5344" name="Google Shape;5344;p341"/>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45" name="Google Shape;5345;p341"/>
            <p:cNvSpPr/>
            <p:nvPr/>
          </p:nvSpPr>
          <p:spPr>
            <a:xfrm>
              <a:off x="1775928"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46" name="Google Shape;5346;p341"/>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47" name="Google Shape;5347;p341"/>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48" name="Google Shape;5348;p341"/>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49" name="Google Shape;5349;p341"/>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50" name="Google Shape;5350;p341"/>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51" name="Google Shape;5351;p341"/>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52" name="Google Shape;5352;p341"/>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53" name="Google Shape;5353;p341"/>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54" name="Google Shape;5354;p341"/>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55" name="Google Shape;5355;p341"/>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56" name="Google Shape;5356;p341"/>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57" name="Google Shape;5357;p341"/>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58" name="Google Shape;5358;p341"/>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59" name="Google Shape;5359;p341"/>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60" name="Google Shape;5360;p341"/>
            <p:cNvSpPr/>
            <p:nvPr/>
          </p:nvSpPr>
          <p:spPr>
            <a:xfrm>
              <a:off x="1775928" y="4114800"/>
              <a:ext cx="858416" cy="858416"/>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61" name="Google Shape;5361;p341"/>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62" name="Google Shape;5362;p341"/>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63" name="Google Shape;5363;p341"/>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64" name="Google Shape;5364;p341"/>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65" name="Google Shape;5365;p341"/>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66" name="Google Shape;5366;p341"/>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67" name="Google Shape;5367;p341"/>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68" name="Google Shape;5368;p341"/>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5369" name="Google Shape;5369;p341" descr="Chequered Flag on Microsoft Windows 10"/>
          <p:cNvPicPr preferRelativeResize="0"/>
          <p:nvPr/>
        </p:nvPicPr>
        <p:blipFill rotWithShape="1">
          <a:blip r:embed="rId3">
            <a:alphaModFix/>
          </a:blip>
          <a:srcRect/>
          <a:stretch/>
        </p:blipFill>
        <p:spPr>
          <a:xfrm>
            <a:off x="4706609" y="2799472"/>
            <a:ext cx="730318" cy="730318"/>
          </a:xfrm>
          <a:prstGeom prst="rect">
            <a:avLst/>
          </a:prstGeom>
          <a:noFill/>
          <a:ln>
            <a:noFill/>
          </a:ln>
        </p:spPr>
      </p:pic>
      <p:cxnSp>
        <p:nvCxnSpPr>
          <p:cNvPr id="5370" name="Google Shape;5370;p341"/>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pic>
        <p:nvPicPr>
          <p:cNvPr id="5371" name="Google Shape;5371;p341" descr="Angry birds,Red,Clip art,Cartoon,Video game software,Graphics,Beak #80529 -  Free Icon Library"/>
          <p:cNvPicPr preferRelativeResize="0"/>
          <p:nvPr/>
        </p:nvPicPr>
        <p:blipFill rotWithShape="1">
          <a:blip r:embed="rId4">
            <a:alphaModFix/>
          </a:blip>
          <a:srcRect/>
          <a:stretch/>
        </p:blipFill>
        <p:spPr>
          <a:xfrm>
            <a:off x="4422497" y="4322311"/>
            <a:ext cx="653574" cy="602013"/>
          </a:xfrm>
          <a:prstGeom prst="rect">
            <a:avLst/>
          </a:prstGeom>
          <a:noFill/>
          <a:ln>
            <a:noFill/>
          </a:ln>
        </p:spPr>
      </p:pic>
      <p:sp>
        <p:nvSpPr>
          <p:cNvPr id="5372" name="Google Shape;5372;p341"/>
          <p:cNvSpPr/>
          <p:nvPr/>
        </p:nvSpPr>
        <p:spPr>
          <a:xfrm>
            <a:off x="7097484" y="0"/>
            <a:ext cx="5094515"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73" name="Google Shape;5373;p341"/>
          <p:cNvSpPr txBox="1"/>
          <p:nvPr/>
        </p:nvSpPr>
        <p:spPr>
          <a:xfrm>
            <a:off x="7421767" y="42482"/>
            <a:ext cx="195424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instrucciones.js</a:t>
            </a:r>
            <a:endParaRPr sz="1400" b="0" i="0" u="none" strike="noStrike" cap="none">
              <a:solidFill>
                <a:schemeClr val="lt1"/>
              </a:solidFill>
              <a:latin typeface="Arial"/>
              <a:ea typeface="Arial"/>
              <a:cs typeface="Arial"/>
              <a:sym typeface="Arial"/>
            </a:endParaRPr>
          </a:p>
        </p:txBody>
      </p:sp>
      <p:cxnSp>
        <p:nvCxnSpPr>
          <p:cNvPr id="5374" name="Google Shape;5374;p341"/>
          <p:cNvCxnSpPr/>
          <p:nvPr/>
        </p:nvCxnSpPr>
        <p:spPr>
          <a:xfrm>
            <a:off x="7421768" y="403200"/>
            <a:ext cx="1954241" cy="10457"/>
          </a:xfrm>
          <a:prstGeom prst="straightConnector1">
            <a:avLst/>
          </a:prstGeom>
          <a:noFill/>
          <a:ln w="15875" cap="flat" cmpd="sng">
            <a:solidFill>
              <a:srgbClr val="F2CD84"/>
            </a:solidFill>
            <a:prstDash val="solid"/>
            <a:miter lim="800000"/>
            <a:headEnd type="none" w="sm" len="sm"/>
            <a:tailEnd type="none" w="sm" len="sm"/>
          </a:ln>
        </p:spPr>
      </p:cxnSp>
      <p:sp>
        <p:nvSpPr>
          <p:cNvPr id="5375" name="Google Shape;5375;p341"/>
          <p:cNvSpPr/>
          <p:nvPr/>
        </p:nvSpPr>
        <p:spPr>
          <a:xfrm>
            <a:off x="11203882" y="2135854"/>
            <a:ext cx="443320" cy="443320"/>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76" name="Google Shape;5376;p341"/>
          <p:cNvSpPr txBox="1"/>
          <p:nvPr/>
        </p:nvSpPr>
        <p:spPr>
          <a:xfrm>
            <a:off x="7348158" y="677943"/>
            <a:ext cx="4716461" cy="4801314"/>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repetir 0 veces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79D2EA"/>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si el casillero es de color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 sino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	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highlight>
                  <a:srgbClr val="FF00FF"/>
                </a:highlight>
                <a:latin typeface="Tahoma"/>
                <a:ea typeface="Tahoma"/>
                <a:cs typeface="Tahoma"/>
                <a:sym typeface="Tahoma"/>
              </a:rPr>
              <a:t>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ahoma"/>
              <a:ea typeface="Tahoma"/>
              <a:cs typeface="Tahoma"/>
              <a:sym typeface="Tahoma"/>
            </a:endParaRPr>
          </a:p>
        </p:txBody>
      </p:sp>
      <p:sp>
        <p:nvSpPr>
          <p:cNvPr id="5377" name="Google Shape;5377;p341"/>
          <p:cNvSpPr/>
          <p:nvPr/>
        </p:nvSpPr>
        <p:spPr>
          <a:xfrm rot="5400000">
            <a:off x="7368555" y="4462219"/>
            <a:ext cx="206207" cy="177765"/>
          </a:xfrm>
          <a:prstGeom prst="triangle">
            <a:avLst>
              <a:gd name="adj" fmla="val 50000"/>
            </a:avLst>
          </a:prstGeom>
          <a:solidFill>
            <a:srgbClr val="4A7B8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Shape 5382"/>
        <p:cNvGrpSpPr/>
        <p:nvPr/>
      </p:nvGrpSpPr>
      <p:grpSpPr>
        <a:xfrm>
          <a:off x="0" y="0"/>
          <a:ext cx="0" cy="0"/>
          <a:chOff x="0" y="0"/>
          <a:chExt cx="0" cy="0"/>
        </a:xfrm>
      </p:grpSpPr>
      <p:sp>
        <p:nvSpPr>
          <p:cNvPr id="5383" name="Google Shape;5383;p342"/>
          <p:cNvSpPr/>
          <p:nvPr/>
        </p:nvSpPr>
        <p:spPr>
          <a:xfrm>
            <a:off x="7097484" y="1"/>
            <a:ext cx="5094516" cy="6858000"/>
          </a:xfrm>
          <a:prstGeom prst="rect">
            <a:avLst/>
          </a:prstGeom>
          <a:solidFill>
            <a:srgbClr val="1F232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5384" name="Google Shape;5384;p342"/>
          <p:cNvGrpSpPr/>
          <p:nvPr/>
        </p:nvGrpSpPr>
        <p:grpSpPr>
          <a:xfrm>
            <a:off x="503854" y="611156"/>
            <a:ext cx="5946712" cy="5635688"/>
            <a:chOff x="503854" y="531846"/>
            <a:chExt cx="5946712" cy="5635688"/>
          </a:xfrm>
        </p:grpSpPr>
        <p:sp>
          <p:nvSpPr>
            <p:cNvPr id="5385" name="Google Shape;5385;p342"/>
            <p:cNvSpPr/>
            <p:nvPr/>
          </p:nvSpPr>
          <p:spPr>
            <a:xfrm>
              <a:off x="503854"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86" name="Google Shape;5386;p342"/>
            <p:cNvSpPr/>
            <p:nvPr/>
          </p:nvSpPr>
          <p:spPr>
            <a:xfrm>
              <a:off x="1775928" y="531846"/>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87" name="Google Shape;5387;p342"/>
            <p:cNvSpPr/>
            <p:nvPr/>
          </p:nvSpPr>
          <p:spPr>
            <a:xfrm>
              <a:off x="3048002"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88" name="Google Shape;5388;p342"/>
            <p:cNvSpPr/>
            <p:nvPr/>
          </p:nvSpPr>
          <p:spPr>
            <a:xfrm>
              <a:off x="4320076"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89" name="Google Shape;5389;p342"/>
            <p:cNvSpPr/>
            <p:nvPr/>
          </p:nvSpPr>
          <p:spPr>
            <a:xfrm>
              <a:off x="5592150" y="531846"/>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90" name="Google Shape;5390;p342"/>
            <p:cNvSpPr/>
            <p:nvPr/>
          </p:nvSpPr>
          <p:spPr>
            <a:xfrm>
              <a:off x="503854"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91" name="Google Shape;5391;p342"/>
            <p:cNvSpPr/>
            <p:nvPr/>
          </p:nvSpPr>
          <p:spPr>
            <a:xfrm>
              <a:off x="1775928"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92" name="Google Shape;5392;p342"/>
            <p:cNvSpPr/>
            <p:nvPr/>
          </p:nvSpPr>
          <p:spPr>
            <a:xfrm>
              <a:off x="3048002"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93" name="Google Shape;5393;p342"/>
            <p:cNvSpPr/>
            <p:nvPr/>
          </p:nvSpPr>
          <p:spPr>
            <a:xfrm>
              <a:off x="4320076"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94" name="Google Shape;5394;p342"/>
            <p:cNvSpPr/>
            <p:nvPr/>
          </p:nvSpPr>
          <p:spPr>
            <a:xfrm>
              <a:off x="5592150" y="1726164"/>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95" name="Google Shape;5395;p342"/>
            <p:cNvSpPr/>
            <p:nvPr/>
          </p:nvSpPr>
          <p:spPr>
            <a:xfrm>
              <a:off x="503854"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96" name="Google Shape;5396;p342"/>
            <p:cNvSpPr/>
            <p:nvPr/>
          </p:nvSpPr>
          <p:spPr>
            <a:xfrm>
              <a:off x="1775928"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97" name="Google Shape;5397;p342"/>
            <p:cNvSpPr/>
            <p:nvPr/>
          </p:nvSpPr>
          <p:spPr>
            <a:xfrm>
              <a:off x="3048002"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98" name="Google Shape;5398;p342"/>
            <p:cNvSpPr/>
            <p:nvPr/>
          </p:nvSpPr>
          <p:spPr>
            <a:xfrm>
              <a:off x="4320076" y="2920482"/>
              <a:ext cx="858416" cy="858416"/>
            </a:xfrm>
            <a:prstGeom prst="ellipse">
              <a:avLst/>
            </a:prstGeom>
            <a:solidFill>
              <a:srgbClr val="E8A4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399" name="Google Shape;5399;p342"/>
            <p:cNvSpPr/>
            <p:nvPr/>
          </p:nvSpPr>
          <p:spPr>
            <a:xfrm>
              <a:off x="5592150" y="2920482"/>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400" name="Google Shape;5400;p342"/>
            <p:cNvSpPr/>
            <p:nvPr/>
          </p:nvSpPr>
          <p:spPr>
            <a:xfrm>
              <a:off x="503854"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401" name="Google Shape;5401;p342"/>
            <p:cNvSpPr/>
            <p:nvPr/>
          </p:nvSpPr>
          <p:spPr>
            <a:xfrm>
              <a:off x="1775928" y="4114800"/>
              <a:ext cx="858416" cy="858416"/>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402" name="Google Shape;5402;p342"/>
            <p:cNvSpPr/>
            <p:nvPr/>
          </p:nvSpPr>
          <p:spPr>
            <a:xfrm>
              <a:off x="3048002"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403" name="Google Shape;5403;p342"/>
            <p:cNvSpPr/>
            <p:nvPr/>
          </p:nvSpPr>
          <p:spPr>
            <a:xfrm>
              <a:off x="4320076"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404" name="Google Shape;5404;p342"/>
            <p:cNvSpPr/>
            <p:nvPr/>
          </p:nvSpPr>
          <p:spPr>
            <a:xfrm>
              <a:off x="5592150" y="4114800"/>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405" name="Google Shape;5405;p342"/>
            <p:cNvSpPr/>
            <p:nvPr/>
          </p:nvSpPr>
          <p:spPr>
            <a:xfrm>
              <a:off x="503854"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406" name="Google Shape;5406;p342"/>
            <p:cNvSpPr/>
            <p:nvPr/>
          </p:nvSpPr>
          <p:spPr>
            <a:xfrm>
              <a:off x="1775928"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407" name="Google Shape;5407;p342"/>
            <p:cNvSpPr/>
            <p:nvPr/>
          </p:nvSpPr>
          <p:spPr>
            <a:xfrm>
              <a:off x="3048002"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408" name="Google Shape;5408;p342"/>
            <p:cNvSpPr/>
            <p:nvPr/>
          </p:nvSpPr>
          <p:spPr>
            <a:xfrm>
              <a:off x="4320076"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409" name="Google Shape;5409;p342"/>
            <p:cNvSpPr/>
            <p:nvPr/>
          </p:nvSpPr>
          <p:spPr>
            <a:xfrm>
              <a:off x="5592150" y="5309118"/>
              <a:ext cx="858416" cy="858416"/>
            </a:xfrm>
            <a:prstGeom prst="ellipse">
              <a:avLst/>
            </a:prstGeom>
            <a:solidFill>
              <a:srgbClr val="79D2E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cxnSp>
        <p:nvCxnSpPr>
          <p:cNvPr id="5410" name="Google Shape;5410;p342"/>
          <p:cNvCxnSpPr/>
          <p:nvPr/>
        </p:nvCxnSpPr>
        <p:spPr>
          <a:xfrm>
            <a:off x="7097485" y="382555"/>
            <a:ext cx="0" cy="6092890"/>
          </a:xfrm>
          <a:prstGeom prst="straightConnector1">
            <a:avLst/>
          </a:prstGeom>
          <a:noFill/>
          <a:ln w="9525" cap="flat" cmpd="sng">
            <a:solidFill>
              <a:srgbClr val="BFBFBF"/>
            </a:solidFill>
            <a:prstDash val="solid"/>
            <a:miter lim="800000"/>
            <a:headEnd type="none" w="sm" len="sm"/>
            <a:tailEnd type="none" w="sm" len="sm"/>
          </a:ln>
        </p:spPr>
      </p:cxnSp>
      <p:sp>
        <p:nvSpPr>
          <p:cNvPr id="5411" name="Google Shape;5411;p342"/>
          <p:cNvSpPr/>
          <p:nvPr/>
        </p:nvSpPr>
        <p:spPr>
          <a:xfrm>
            <a:off x="7097484" y="0"/>
            <a:ext cx="5094515" cy="413657"/>
          </a:xfrm>
          <a:prstGeom prst="rect">
            <a:avLst/>
          </a:prstGeom>
          <a:solidFill>
            <a:srgbClr val="1F232F"/>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412" name="Google Shape;5412;p342"/>
          <p:cNvSpPr txBox="1"/>
          <p:nvPr/>
        </p:nvSpPr>
        <p:spPr>
          <a:xfrm>
            <a:off x="7421767" y="42482"/>
            <a:ext cx="195424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instrucciones.js</a:t>
            </a:r>
            <a:endParaRPr sz="1400" b="0" i="0" u="none" strike="noStrike" cap="none">
              <a:solidFill>
                <a:schemeClr val="lt1"/>
              </a:solidFill>
              <a:latin typeface="Arial"/>
              <a:ea typeface="Arial"/>
              <a:cs typeface="Arial"/>
              <a:sym typeface="Arial"/>
            </a:endParaRPr>
          </a:p>
        </p:txBody>
      </p:sp>
      <p:cxnSp>
        <p:nvCxnSpPr>
          <p:cNvPr id="5413" name="Google Shape;5413;p342"/>
          <p:cNvCxnSpPr/>
          <p:nvPr/>
        </p:nvCxnSpPr>
        <p:spPr>
          <a:xfrm>
            <a:off x="7421768" y="403200"/>
            <a:ext cx="1954241" cy="10457"/>
          </a:xfrm>
          <a:prstGeom prst="straightConnector1">
            <a:avLst/>
          </a:prstGeom>
          <a:noFill/>
          <a:ln w="15875" cap="flat" cmpd="sng">
            <a:solidFill>
              <a:srgbClr val="F2CD84"/>
            </a:solidFill>
            <a:prstDash val="solid"/>
            <a:miter lim="800000"/>
            <a:headEnd type="none" w="sm" len="sm"/>
            <a:tailEnd type="none" w="sm" len="sm"/>
          </a:ln>
        </p:spPr>
      </p:cxnSp>
      <p:sp>
        <p:nvSpPr>
          <p:cNvPr id="5414" name="Google Shape;5414;p342"/>
          <p:cNvSpPr/>
          <p:nvPr/>
        </p:nvSpPr>
        <p:spPr>
          <a:xfrm>
            <a:off x="11203882" y="2135854"/>
            <a:ext cx="443320" cy="443320"/>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5415" name="Google Shape;5415;p342" descr="Sport Race Sticker by Jake Martella for iOS &amp; Android | GIPHY"/>
          <p:cNvPicPr preferRelativeResize="0"/>
          <p:nvPr/>
        </p:nvPicPr>
        <p:blipFill rotWithShape="1">
          <a:blip r:embed="rId3">
            <a:alphaModFix/>
          </a:blip>
          <a:srcRect/>
          <a:stretch/>
        </p:blipFill>
        <p:spPr>
          <a:xfrm>
            <a:off x="3788093" y="2074462"/>
            <a:ext cx="2400986" cy="1800740"/>
          </a:xfrm>
          <a:prstGeom prst="rect">
            <a:avLst/>
          </a:prstGeom>
          <a:noFill/>
          <a:ln>
            <a:noFill/>
          </a:ln>
        </p:spPr>
      </p:pic>
      <p:pic>
        <p:nvPicPr>
          <p:cNvPr id="5416" name="Google Shape;5416;p342" descr="Angry birds,Red,Clip art,Cartoon,Video game software,Graphics,Beak #80529 -  Free Icon Library"/>
          <p:cNvPicPr preferRelativeResize="0"/>
          <p:nvPr/>
        </p:nvPicPr>
        <p:blipFill rotWithShape="1">
          <a:blip r:embed="rId4">
            <a:alphaModFix/>
          </a:blip>
          <a:srcRect/>
          <a:stretch/>
        </p:blipFill>
        <p:spPr>
          <a:xfrm rot="-715335">
            <a:off x="4422497" y="3078600"/>
            <a:ext cx="653574" cy="602013"/>
          </a:xfrm>
          <a:prstGeom prst="rect">
            <a:avLst/>
          </a:prstGeom>
          <a:noFill/>
          <a:ln>
            <a:noFill/>
          </a:ln>
        </p:spPr>
      </p:pic>
      <p:sp>
        <p:nvSpPr>
          <p:cNvPr id="5417" name="Google Shape;5417;p342"/>
          <p:cNvSpPr txBox="1"/>
          <p:nvPr/>
        </p:nvSpPr>
        <p:spPr>
          <a:xfrm>
            <a:off x="7348158" y="677943"/>
            <a:ext cx="4716461" cy="4801314"/>
          </a:xfrm>
          <a:prstGeom prst="rect">
            <a:avLst/>
          </a:prstGeom>
          <a:noFill/>
          <a:ln>
            <a:noFill/>
          </a:ln>
        </p:spPr>
        <p:txBody>
          <a:bodyPr spcFirstLastPara="1" wrap="square" lIns="0" tIns="0" rIns="0" bIns="0" anchor="t" anchorCtr="0">
            <a:spAutoFit/>
          </a:bodyPr>
          <a:lstStyle/>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repetir 0 veces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	abajo();</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rgbClr val="79D2EA"/>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si el casillero es de color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	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 sino {</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	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ahoma"/>
              <a:ea typeface="Tahoma"/>
              <a:cs typeface="Tahoma"/>
              <a:sym typeface="Tahoma"/>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rgbClr val="7F7F7F"/>
                </a:solidFill>
                <a:latin typeface="Tahoma"/>
                <a:ea typeface="Tahoma"/>
                <a:cs typeface="Tahoma"/>
                <a:sym typeface="Tahoma"/>
              </a:rPr>
              <a:t>derecha();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r>
              <a:rPr lang="es-ES" sz="2400" b="0" i="0" u="none" strike="noStrike" cap="none">
                <a:solidFill>
                  <a:schemeClr val="lt1"/>
                </a:solidFill>
                <a:highlight>
                  <a:srgbClr val="FF00FF"/>
                </a:highlight>
                <a:latin typeface="Tahoma"/>
                <a:ea typeface="Tahoma"/>
                <a:cs typeface="Tahoma"/>
                <a:sym typeface="Tahoma"/>
              </a:rPr>
              <a:t>arriba();</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ahoma"/>
              <a:ea typeface="Tahoma"/>
              <a:cs typeface="Tahoma"/>
              <a:sym typeface="Tahoma"/>
            </a:endParaRPr>
          </a:p>
        </p:txBody>
      </p:sp>
      <p:pic>
        <p:nvPicPr>
          <p:cNvPr id="5418" name="Google Shape;5418;p342" descr="Celebration GIFs - Get the best GIF on GIPHY"/>
          <p:cNvPicPr preferRelativeResize="0"/>
          <p:nvPr/>
        </p:nvPicPr>
        <p:blipFill rotWithShape="1">
          <a:blip r:embed="rId5">
            <a:alphaModFix/>
          </a:blip>
          <a:srcRect/>
          <a:stretch/>
        </p:blipFill>
        <p:spPr>
          <a:xfrm>
            <a:off x="-66481" y="-152982"/>
            <a:ext cx="7163963" cy="7163963"/>
          </a:xfrm>
          <a:prstGeom prst="rect">
            <a:avLst/>
          </a:prstGeom>
          <a:noFill/>
          <a:ln>
            <a:noFill/>
          </a:ln>
        </p:spPr>
      </p:pic>
      <p:sp>
        <p:nvSpPr>
          <p:cNvPr id="5419" name="Google Shape;5419;p342"/>
          <p:cNvSpPr/>
          <p:nvPr/>
        </p:nvSpPr>
        <p:spPr>
          <a:xfrm rot="5400000">
            <a:off x="7368555" y="4830714"/>
            <a:ext cx="206207" cy="177765"/>
          </a:xfrm>
          <a:prstGeom prst="triangle">
            <a:avLst>
              <a:gd name="adj" fmla="val 50000"/>
            </a:avLst>
          </a:prstGeom>
          <a:solidFill>
            <a:srgbClr val="4A7B8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5420" name="Google Shape;5420;p342" descr="La clase de los Marcianitos: EGIPTO FIN"/>
          <p:cNvPicPr preferRelativeResize="0"/>
          <p:nvPr/>
        </p:nvPicPr>
        <p:blipFill rotWithShape="1">
          <a:blip r:embed="rId6">
            <a:alphaModFix/>
          </a:blip>
          <a:srcRect/>
          <a:stretch/>
        </p:blipFill>
        <p:spPr>
          <a:xfrm>
            <a:off x="9088474" y="4318376"/>
            <a:ext cx="2976145" cy="2413091"/>
          </a:xfrm>
          <a:prstGeom prst="rect">
            <a:avLst/>
          </a:prstGeom>
          <a:noFill/>
          <a:ln>
            <a:noFill/>
          </a:ln>
        </p:spPr>
      </p:pic>
    </p:spTree>
  </p:cSld>
  <p:clrMapOvr>
    <a:masterClrMapping/>
  </p:clrMapOvr>
  <p:timing>
    <p:tnLst>
      <p:par>
        <p:cTn id="1" dur="indefinite" restart="never" nodeType="tmRoot"/>
      </p:par>
    </p:tnLst>
  </p:timing>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Shape 5425"/>
        <p:cNvGrpSpPr/>
        <p:nvPr/>
      </p:nvGrpSpPr>
      <p:grpSpPr>
        <a:xfrm>
          <a:off x="0" y="0"/>
          <a:ext cx="0" cy="0"/>
          <a:chOff x="0" y="0"/>
          <a:chExt cx="0" cy="0"/>
        </a:xfrm>
      </p:grpSpPr>
      <p:grpSp>
        <p:nvGrpSpPr>
          <p:cNvPr id="6" name="Google Shape;1105;p6"/>
          <p:cNvGrpSpPr/>
          <p:nvPr/>
        </p:nvGrpSpPr>
        <p:grpSpPr>
          <a:xfrm>
            <a:off x="253218" y="168812"/>
            <a:ext cx="11802794" cy="6689188"/>
            <a:chOff x="1596999" y="621652"/>
            <a:chExt cx="15086635" cy="9132427"/>
          </a:xfrm>
        </p:grpSpPr>
        <p:sp>
          <p:nvSpPr>
            <p:cNvPr id="7" name="Google Shape;1106;p6"/>
            <p:cNvSpPr/>
            <p:nvPr/>
          </p:nvSpPr>
          <p:spPr>
            <a:xfrm>
              <a:off x="2176564" y="4591456"/>
              <a:ext cx="267335" cy="2152650"/>
            </a:xfrm>
            <a:custGeom>
              <a:avLst/>
              <a:gdLst/>
              <a:ahLst/>
              <a:cxnLst/>
              <a:rect l="l" t="t" r="r" b="b"/>
              <a:pathLst>
                <a:path w="267335" h="2152650" extrusionOk="0">
                  <a:moveTo>
                    <a:pt x="267068" y="1974723"/>
                  </a:moveTo>
                  <a:lnTo>
                    <a:pt x="0" y="1797342"/>
                  </a:lnTo>
                  <a:lnTo>
                    <a:pt x="0" y="2152091"/>
                  </a:lnTo>
                  <a:lnTo>
                    <a:pt x="267068" y="1974723"/>
                  </a:lnTo>
                  <a:close/>
                </a:path>
                <a:path w="267335" h="2152650" extrusionOk="0">
                  <a:moveTo>
                    <a:pt x="267068" y="177368"/>
                  </a:moveTo>
                  <a:lnTo>
                    <a:pt x="0" y="0"/>
                  </a:lnTo>
                  <a:lnTo>
                    <a:pt x="0" y="354736"/>
                  </a:lnTo>
                  <a:lnTo>
                    <a:pt x="267068" y="177368"/>
                  </a:lnTo>
                  <a:close/>
                </a:path>
              </a:pathLst>
            </a:custGeom>
            <a:solidFill>
              <a:srgbClr val="7C3480">
                <a:alpha val="7960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8" name="Google Shape;1107;p6"/>
            <p:cNvPicPr preferRelativeResize="0"/>
            <p:nvPr/>
          </p:nvPicPr>
          <p:blipFill rotWithShape="1">
            <a:blip r:embed="rId3">
              <a:alphaModFix/>
            </a:blip>
            <a:srcRect/>
            <a:stretch/>
          </p:blipFill>
          <p:spPr>
            <a:xfrm>
              <a:off x="14496300" y="621652"/>
              <a:ext cx="381837" cy="226865"/>
            </a:xfrm>
            <a:prstGeom prst="rect">
              <a:avLst/>
            </a:prstGeom>
            <a:noFill/>
            <a:ln>
              <a:noFill/>
            </a:ln>
          </p:spPr>
        </p:pic>
        <p:sp>
          <p:nvSpPr>
            <p:cNvPr id="9" name="Google Shape;1108;p6"/>
            <p:cNvSpPr/>
            <p:nvPr/>
          </p:nvSpPr>
          <p:spPr>
            <a:xfrm>
              <a:off x="14410029" y="884910"/>
              <a:ext cx="289560" cy="247650"/>
            </a:xfrm>
            <a:custGeom>
              <a:avLst/>
              <a:gdLst/>
              <a:ahLst/>
              <a:cxnLst/>
              <a:rect l="l" t="t" r="r" b="b"/>
              <a:pathLst>
                <a:path w="289559" h="247650" extrusionOk="0">
                  <a:moveTo>
                    <a:pt x="255955" y="0"/>
                  </a:moveTo>
                  <a:lnTo>
                    <a:pt x="240779" y="0"/>
                  </a:lnTo>
                  <a:lnTo>
                    <a:pt x="236550" y="2819"/>
                  </a:lnTo>
                  <a:lnTo>
                    <a:pt x="144741" y="191338"/>
                  </a:lnTo>
                  <a:lnTo>
                    <a:pt x="52603" y="2819"/>
                  </a:lnTo>
                  <a:lnTo>
                    <a:pt x="48386" y="0"/>
                  </a:lnTo>
                  <a:lnTo>
                    <a:pt x="33197" y="0"/>
                  </a:lnTo>
                  <a:lnTo>
                    <a:pt x="28257" y="5994"/>
                  </a:lnTo>
                  <a:lnTo>
                    <a:pt x="0" y="240423"/>
                  </a:lnTo>
                  <a:lnTo>
                    <a:pt x="4229" y="246075"/>
                  </a:lnTo>
                  <a:lnTo>
                    <a:pt x="17297" y="247472"/>
                  </a:lnTo>
                  <a:lnTo>
                    <a:pt x="22593" y="242887"/>
                  </a:lnTo>
                  <a:lnTo>
                    <a:pt x="46964" y="43421"/>
                  </a:lnTo>
                  <a:lnTo>
                    <a:pt x="131686" y="215353"/>
                  </a:lnTo>
                  <a:lnTo>
                    <a:pt x="136296" y="222415"/>
                  </a:lnTo>
                  <a:lnTo>
                    <a:pt x="153225" y="222415"/>
                  </a:lnTo>
                  <a:lnTo>
                    <a:pt x="157822" y="215353"/>
                  </a:lnTo>
                  <a:lnTo>
                    <a:pt x="242176" y="43421"/>
                  </a:lnTo>
                  <a:lnTo>
                    <a:pt x="266534" y="242887"/>
                  </a:lnTo>
                  <a:lnTo>
                    <a:pt x="271843" y="247472"/>
                  </a:lnTo>
                  <a:lnTo>
                    <a:pt x="284911" y="246075"/>
                  </a:lnTo>
                  <a:lnTo>
                    <a:pt x="289128" y="240423"/>
                  </a:lnTo>
                  <a:lnTo>
                    <a:pt x="288442" y="233705"/>
                  </a:lnTo>
                  <a:lnTo>
                    <a:pt x="260896" y="5994"/>
                  </a:lnTo>
                  <a:lnTo>
                    <a:pt x="255955"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0" name="Google Shape;1109;p6"/>
            <p:cNvPicPr preferRelativeResize="0"/>
            <p:nvPr/>
          </p:nvPicPr>
          <p:blipFill rotWithShape="1">
            <a:blip r:embed="rId4">
              <a:alphaModFix/>
            </a:blip>
            <a:srcRect/>
            <a:stretch/>
          </p:blipFill>
          <p:spPr>
            <a:xfrm>
              <a:off x="14755939" y="884923"/>
              <a:ext cx="172275" cy="248526"/>
            </a:xfrm>
            <a:prstGeom prst="rect">
              <a:avLst/>
            </a:prstGeom>
            <a:noFill/>
            <a:ln>
              <a:noFill/>
            </a:ln>
          </p:spPr>
        </p:pic>
        <p:pic>
          <p:nvPicPr>
            <p:cNvPr id="11" name="Google Shape;1110;p6"/>
            <p:cNvPicPr preferRelativeResize="0"/>
            <p:nvPr/>
          </p:nvPicPr>
          <p:blipFill rotWithShape="1">
            <a:blip r:embed="rId5">
              <a:alphaModFix/>
            </a:blip>
            <a:srcRect/>
            <a:stretch/>
          </p:blipFill>
          <p:spPr>
            <a:xfrm>
              <a:off x="14995360" y="884910"/>
              <a:ext cx="296621" cy="246773"/>
            </a:xfrm>
            <a:prstGeom prst="rect">
              <a:avLst/>
            </a:prstGeom>
            <a:noFill/>
            <a:ln>
              <a:noFill/>
            </a:ln>
          </p:spPr>
        </p:pic>
        <p:sp>
          <p:nvSpPr>
            <p:cNvPr id="12" name="Google Shape;1111;p6"/>
            <p:cNvSpPr/>
            <p:nvPr/>
          </p:nvSpPr>
          <p:spPr>
            <a:xfrm>
              <a:off x="15333434" y="884910"/>
              <a:ext cx="23495" cy="247015"/>
            </a:xfrm>
            <a:custGeom>
              <a:avLst/>
              <a:gdLst/>
              <a:ahLst/>
              <a:cxnLst/>
              <a:rect l="l" t="t" r="r" b="b"/>
              <a:pathLst>
                <a:path w="23494" h="247015" extrusionOk="0">
                  <a:moveTo>
                    <a:pt x="18338" y="0"/>
                  </a:moveTo>
                  <a:lnTo>
                    <a:pt x="4953" y="0"/>
                  </a:lnTo>
                  <a:lnTo>
                    <a:pt x="0" y="5295"/>
                  </a:lnTo>
                  <a:lnTo>
                    <a:pt x="0" y="241465"/>
                  </a:lnTo>
                  <a:lnTo>
                    <a:pt x="4953" y="246773"/>
                  </a:lnTo>
                  <a:lnTo>
                    <a:pt x="18338" y="246773"/>
                  </a:lnTo>
                  <a:lnTo>
                    <a:pt x="23279" y="241465"/>
                  </a:lnTo>
                  <a:lnTo>
                    <a:pt x="23279" y="234772"/>
                  </a:lnTo>
                  <a:lnTo>
                    <a:pt x="23279" y="5295"/>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3" name="Google Shape;1112;p6"/>
            <p:cNvPicPr preferRelativeResize="0"/>
            <p:nvPr/>
          </p:nvPicPr>
          <p:blipFill rotWithShape="1">
            <a:blip r:embed="rId6">
              <a:alphaModFix/>
            </a:blip>
            <a:srcRect/>
            <a:stretch/>
          </p:blipFill>
          <p:spPr>
            <a:xfrm>
              <a:off x="15426003" y="886675"/>
              <a:ext cx="163791" cy="245008"/>
            </a:xfrm>
            <a:prstGeom prst="rect">
              <a:avLst/>
            </a:prstGeom>
            <a:noFill/>
            <a:ln>
              <a:noFill/>
            </a:ln>
          </p:spPr>
        </p:pic>
        <p:pic>
          <p:nvPicPr>
            <p:cNvPr id="14" name="Google Shape;1113;p6"/>
            <p:cNvPicPr preferRelativeResize="0"/>
            <p:nvPr/>
          </p:nvPicPr>
          <p:blipFill rotWithShape="1">
            <a:blip r:embed="rId7">
              <a:alphaModFix/>
            </a:blip>
            <a:srcRect/>
            <a:stretch/>
          </p:blipFill>
          <p:spPr>
            <a:xfrm>
              <a:off x="15638221" y="884910"/>
              <a:ext cx="128142" cy="245008"/>
            </a:xfrm>
            <a:prstGeom prst="rect">
              <a:avLst/>
            </a:prstGeom>
            <a:noFill/>
            <a:ln>
              <a:noFill/>
            </a:ln>
          </p:spPr>
        </p:pic>
        <p:sp>
          <p:nvSpPr>
            <p:cNvPr id="15" name="Google Shape;1114;p6"/>
            <p:cNvSpPr/>
            <p:nvPr/>
          </p:nvSpPr>
          <p:spPr>
            <a:xfrm>
              <a:off x="15807524" y="884910"/>
              <a:ext cx="23495" cy="247015"/>
            </a:xfrm>
            <a:custGeom>
              <a:avLst/>
              <a:gdLst/>
              <a:ahLst/>
              <a:cxnLst/>
              <a:rect l="l" t="t" r="r" b="b"/>
              <a:pathLst>
                <a:path w="23494" h="247015" extrusionOk="0">
                  <a:moveTo>
                    <a:pt x="18326" y="0"/>
                  </a:moveTo>
                  <a:lnTo>
                    <a:pt x="4914" y="0"/>
                  </a:lnTo>
                  <a:lnTo>
                    <a:pt x="0" y="5295"/>
                  </a:lnTo>
                  <a:lnTo>
                    <a:pt x="0" y="241465"/>
                  </a:lnTo>
                  <a:lnTo>
                    <a:pt x="4914" y="246773"/>
                  </a:lnTo>
                  <a:lnTo>
                    <a:pt x="18326" y="246773"/>
                  </a:lnTo>
                  <a:lnTo>
                    <a:pt x="23279" y="241465"/>
                  </a:lnTo>
                  <a:lnTo>
                    <a:pt x="23279" y="234772"/>
                  </a:lnTo>
                  <a:lnTo>
                    <a:pt x="23279" y="5295"/>
                  </a:lnTo>
                  <a:lnTo>
                    <a:pt x="18326"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6" name="Google Shape;1115;p6"/>
            <p:cNvPicPr preferRelativeResize="0"/>
            <p:nvPr/>
          </p:nvPicPr>
          <p:blipFill rotWithShape="1">
            <a:blip r:embed="rId8">
              <a:alphaModFix/>
            </a:blip>
            <a:srcRect/>
            <a:stretch/>
          </p:blipFill>
          <p:spPr>
            <a:xfrm>
              <a:off x="15884854" y="883856"/>
              <a:ext cx="424103" cy="249593"/>
            </a:xfrm>
            <a:prstGeom prst="rect">
              <a:avLst/>
            </a:prstGeom>
            <a:noFill/>
            <a:ln>
              <a:noFill/>
            </a:ln>
          </p:spPr>
        </p:pic>
        <p:sp>
          <p:nvSpPr>
            <p:cNvPr id="17" name="Google Shape;1116;p6"/>
            <p:cNvSpPr/>
            <p:nvPr/>
          </p:nvSpPr>
          <p:spPr>
            <a:xfrm>
              <a:off x="15068752" y="1280883"/>
              <a:ext cx="41910" cy="160655"/>
            </a:xfrm>
            <a:custGeom>
              <a:avLst/>
              <a:gdLst/>
              <a:ahLst/>
              <a:cxnLst/>
              <a:rect l="l" t="t" r="r" b="b"/>
              <a:pathLst>
                <a:path w="41909" h="160655" extrusionOk="0">
                  <a:moveTo>
                    <a:pt x="37325" y="0"/>
                  </a:moveTo>
                  <a:lnTo>
                    <a:pt x="27520" y="0"/>
                  </a:lnTo>
                  <a:lnTo>
                    <a:pt x="23482" y="3505"/>
                  </a:lnTo>
                  <a:lnTo>
                    <a:pt x="23482" y="13322"/>
                  </a:lnTo>
                  <a:lnTo>
                    <a:pt x="27520" y="16827"/>
                  </a:lnTo>
                  <a:lnTo>
                    <a:pt x="37325" y="16827"/>
                  </a:lnTo>
                  <a:lnTo>
                    <a:pt x="41376" y="13322"/>
                  </a:lnTo>
                  <a:lnTo>
                    <a:pt x="41376" y="3505"/>
                  </a:lnTo>
                  <a:lnTo>
                    <a:pt x="37325" y="0"/>
                  </a:lnTo>
                  <a:close/>
                </a:path>
                <a:path w="41909" h="160655" extrusionOk="0">
                  <a:moveTo>
                    <a:pt x="35585" y="38023"/>
                  </a:moveTo>
                  <a:lnTo>
                    <a:pt x="28930" y="38023"/>
                  </a:lnTo>
                  <a:lnTo>
                    <a:pt x="26454" y="40652"/>
                  </a:lnTo>
                  <a:lnTo>
                    <a:pt x="26454" y="125488"/>
                  </a:lnTo>
                  <a:lnTo>
                    <a:pt x="26102" y="133764"/>
                  </a:lnTo>
                  <a:lnTo>
                    <a:pt x="23972" y="141384"/>
                  </a:lnTo>
                  <a:lnTo>
                    <a:pt x="18883" y="146968"/>
                  </a:lnTo>
                  <a:lnTo>
                    <a:pt x="9652" y="149136"/>
                  </a:lnTo>
                  <a:lnTo>
                    <a:pt x="2628" y="149136"/>
                  </a:lnTo>
                  <a:lnTo>
                    <a:pt x="0" y="151599"/>
                  </a:lnTo>
                  <a:lnTo>
                    <a:pt x="0" y="157899"/>
                  </a:lnTo>
                  <a:lnTo>
                    <a:pt x="2628" y="160350"/>
                  </a:lnTo>
                  <a:lnTo>
                    <a:pt x="9652" y="160350"/>
                  </a:lnTo>
                  <a:lnTo>
                    <a:pt x="23179" y="157662"/>
                  </a:lnTo>
                  <a:lnTo>
                    <a:pt x="31926" y="150277"/>
                  </a:lnTo>
                  <a:lnTo>
                    <a:pt x="36632" y="139213"/>
                  </a:lnTo>
                  <a:lnTo>
                    <a:pt x="38036" y="125488"/>
                  </a:lnTo>
                  <a:lnTo>
                    <a:pt x="38036"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8" name="Google Shape;1117;p6"/>
            <p:cNvPicPr preferRelativeResize="0"/>
            <p:nvPr/>
          </p:nvPicPr>
          <p:blipFill rotWithShape="1">
            <a:blip r:embed="rId9">
              <a:alphaModFix/>
            </a:blip>
            <a:srcRect/>
            <a:stretch/>
          </p:blipFill>
          <p:spPr>
            <a:xfrm>
              <a:off x="15129421" y="1280883"/>
              <a:ext cx="267157" cy="122504"/>
            </a:xfrm>
            <a:prstGeom prst="rect">
              <a:avLst/>
            </a:prstGeom>
            <a:noFill/>
            <a:ln>
              <a:noFill/>
            </a:ln>
          </p:spPr>
        </p:pic>
        <p:pic>
          <p:nvPicPr>
            <p:cNvPr id="19" name="Google Shape;1118;p6"/>
            <p:cNvPicPr preferRelativeResize="0"/>
            <p:nvPr/>
          </p:nvPicPr>
          <p:blipFill rotWithShape="1">
            <a:blip r:embed="rId10">
              <a:alphaModFix/>
            </a:blip>
            <a:srcRect/>
            <a:stretch/>
          </p:blipFill>
          <p:spPr>
            <a:xfrm>
              <a:off x="15417532" y="1318031"/>
              <a:ext cx="70269" cy="84467"/>
            </a:xfrm>
            <a:prstGeom prst="rect">
              <a:avLst/>
            </a:prstGeom>
            <a:noFill/>
            <a:ln>
              <a:noFill/>
            </a:ln>
          </p:spPr>
        </p:pic>
        <p:pic>
          <p:nvPicPr>
            <p:cNvPr id="20" name="Google Shape;1119;p6"/>
            <p:cNvPicPr preferRelativeResize="0"/>
            <p:nvPr/>
          </p:nvPicPr>
          <p:blipFill rotWithShape="1">
            <a:blip r:embed="rId11">
              <a:alphaModFix/>
            </a:blip>
            <a:srcRect/>
            <a:stretch/>
          </p:blipFill>
          <p:spPr>
            <a:xfrm>
              <a:off x="15509773" y="1318031"/>
              <a:ext cx="154444" cy="85356"/>
            </a:xfrm>
            <a:prstGeom prst="rect">
              <a:avLst/>
            </a:prstGeom>
            <a:noFill/>
            <a:ln>
              <a:noFill/>
            </a:ln>
          </p:spPr>
        </p:pic>
        <p:sp>
          <p:nvSpPr>
            <p:cNvPr id="21" name="Google Shape;1120;p6"/>
            <p:cNvSpPr/>
            <p:nvPr/>
          </p:nvSpPr>
          <p:spPr>
            <a:xfrm>
              <a:off x="15915462" y="1280883"/>
              <a:ext cx="41910" cy="160655"/>
            </a:xfrm>
            <a:custGeom>
              <a:avLst/>
              <a:gdLst/>
              <a:ahLst/>
              <a:cxnLst/>
              <a:rect l="l" t="t" r="r" b="b"/>
              <a:pathLst>
                <a:path w="41909" h="160655" extrusionOk="0">
                  <a:moveTo>
                    <a:pt x="37325" y="0"/>
                  </a:moveTo>
                  <a:lnTo>
                    <a:pt x="27520" y="0"/>
                  </a:lnTo>
                  <a:lnTo>
                    <a:pt x="23482" y="3505"/>
                  </a:lnTo>
                  <a:lnTo>
                    <a:pt x="23482" y="13322"/>
                  </a:lnTo>
                  <a:lnTo>
                    <a:pt x="27520" y="16827"/>
                  </a:lnTo>
                  <a:lnTo>
                    <a:pt x="37325" y="16827"/>
                  </a:lnTo>
                  <a:lnTo>
                    <a:pt x="41376" y="13322"/>
                  </a:lnTo>
                  <a:lnTo>
                    <a:pt x="41376" y="3505"/>
                  </a:lnTo>
                  <a:lnTo>
                    <a:pt x="37325" y="0"/>
                  </a:lnTo>
                  <a:close/>
                </a:path>
                <a:path w="41909" h="160655" extrusionOk="0">
                  <a:moveTo>
                    <a:pt x="35585" y="38023"/>
                  </a:moveTo>
                  <a:lnTo>
                    <a:pt x="28930" y="38023"/>
                  </a:lnTo>
                  <a:lnTo>
                    <a:pt x="26479" y="40652"/>
                  </a:lnTo>
                  <a:lnTo>
                    <a:pt x="26479" y="125488"/>
                  </a:lnTo>
                  <a:lnTo>
                    <a:pt x="26112" y="133764"/>
                  </a:lnTo>
                  <a:lnTo>
                    <a:pt x="23974" y="141384"/>
                  </a:lnTo>
                  <a:lnTo>
                    <a:pt x="18878" y="146968"/>
                  </a:lnTo>
                  <a:lnTo>
                    <a:pt x="9639" y="149136"/>
                  </a:lnTo>
                  <a:lnTo>
                    <a:pt x="2628" y="149136"/>
                  </a:lnTo>
                  <a:lnTo>
                    <a:pt x="0" y="151599"/>
                  </a:lnTo>
                  <a:lnTo>
                    <a:pt x="0" y="157899"/>
                  </a:lnTo>
                  <a:lnTo>
                    <a:pt x="2628" y="160350"/>
                  </a:lnTo>
                  <a:lnTo>
                    <a:pt x="9639" y="160350"/>
                  </a:lnTo>
                  <a:lnTo>
                    <a:pt x="23173" y="157662"/>
                  </a:lnTo>
                  <a:lnTo>
                    <a:pt x="31924" y="150277"/>
                  </a:lnTo>
                  <a:lnTo>
                    <a:pt x="36631" y="139213"/>
                  </a:lnTo>
                  <a:lnTo>
                    <a:pt x="38036" y="125488"/>
                  </a:lnTo>
                  <a:lnTo>
                    <a:pt x="38036"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2" name="Google Shape;1121;p6"/>
            <p:cNvPicPr preferRelativeResize="0"/>
            <p:nvPr/>
          </p:nvPicPr>
          <p:blipFill rotWithShape="1">
            <a:blip r:embed="rId12">
              <a:alphaModFix/>
            </a:blip>
            <a:srcRect/>
            <a:stretch/>
          </p:blipFill>
          <p:spPr>
            <a:xfrm>
              <a:off x="15975990" y="1280883"/>
              <a:ext cx="267169" cy="122504"/>
            </a:xfrm>
            <a:prstGeom prst="rect">
              <a:avLst/>
            </a:prstGeom>
            <a:noFill/>
            <a:ln>
              <a:noFill/>
            </a:ln>
          </p:spPr>
        </p:pic>
        <p:pic>
          <p:nvPicPr>
            <p:cNvPr id="23" name="Google Shape;1122;p6"/>
            <p:cNvPicPr preferRelativeResize="0"/>
            <p:nvPr/>
          </p:nvPicPr>
          <p:blipFill rotWithShape="1">
            <a:blip r:embed="rId13">
              <a:alphaModFix/>
            </a:blip>
            <a:srcRect/>
            <a:stretch/>
          </p:blipFill>
          <p:spPr>
            <a:xfrm>
              <a:off x="16264217" y="1318031"/>
              <a:ext cx="70307" cy="84467"/>
            </a:xfrm>
            <a:prstGeom prst="rect">
              <a:avLst/>
            </a:prstGeom>
            <a:noFill/>
            <a:ln>
              <a:noFill/>
            </a:ln>
          </p:spPr>
        </p:pic>
        <p:pic>
          <p:nvPicPr>
            <p:cNvPr id="24" name="Google Shape;1123;p6"/>
            <p:cNvPicPr preferRelativeResize="0"/>
            <p:nvPr/>
          </p:nvPicPr>
          <p:blipFill rotWithShape="1">
            <a:blip r:embed="rId14">
              <a:alphaModFix/>
            </a:blip>
            <a:srcRect/>
            <a:stretch/>
          </p:blipFill>
          <p:spPr>
            <a:xfrm>
              <a:off x="16356495" y="1318031"/>
              <a:ext cx="154431" cy="85356"/>
            </a:xfrm>
            <a:prstGeom prst="rect">
              <a:avLst/>
            </a:prstGeom>
            <a:noFill/>
            <a:ln>
              <a:noFill/>
            </a:ln>
          </p:spPr>
        </p:pic>
        <p:pic>
          <p:nvPicPr>
            <p:cNvPr id="25" name="Google Shape;1124;p6"/>
            <p:cNvPicPr preferRelativeResize="0"/>
            <p:nvPr/>
          </p:nvPicPr>
          <p:blipFill rotWithShape="1">
            <a:blip r:embed="rId15">
              <a:alphaModFix/>
            </a:blip>
            <a:srcRect/>
            <a:stretch/>
          </p:blipFill>
          <p:spPr>
            <a:xfrm>
              <a:off x="14201775" y="762152"/>
              <a:ext cx="2319019" cy="811453"/>
            </a:xfrm>
            <a:prstGeom prst="rect">
              <a:avLst/>
            </a:prstGeom>
            <a:noFill/>
            <a:ln>
              <a:noFill/>
            </a:ln>
          </p:spPr>
        </p:pic>
        <p:pic>
          <p:nvPicPr>
            <p:cNvPr id="26" name="Google Shape;1125;p6"/>
            <p:cNvPicPr preferRelativeResize="0"/>
            <p:nvPr/>
          </p:nvPicPr>
          <p:blipFill rotWithShape="1">
            <a:blip r:embed="rId16">
              <a:alphaModFix/>
            </a:blip>
            <a:srcRect/>
            <a:stretch/>
          </p:blipFill>
          <p:spPr>
            <a:xfrm>
              <a:off x="15674594" y="1390446"/>
              <a:ext cx="67435" cy="92900"/>
            </a:xfrm>
            <a:prstGeom prst="rect">
              <a:avLst/>
            </a:prstGeom>
            <a:noFill/>
            <a:ln>
              <a:noFill/>
            </a:ln>
          </p:spPr>
        </p:pic>
        <p:pic>
          <p:nvPicPr>
            <p:cNvPr id="27" name="Google Shape;1126;p6"/>
            <p:cNvPicPr preferRelativeResize="0"/>
            <p:nvPr/>
          </p:nvPicPr>
          <p:blipFill rotWithShape="1">
            <a:blip r:embed="rId17">
              <a:alphaModFix/>
            </a:blip>
            <a:srcRect/>
            <a:stretch/>
          </p:blipFill>
          <p:spPr>
            <a:xfrm>
              <a:off x="15628112" y="1489519"/>
              <a:ext cx="21208" cy="25857"/>
            </a:xfrm>
            <a:prstGeom prst="rect">
              <a:avLst/>
            </a:prstGeom>
            <a:noFill/>
            <a:ln>
              <a:noFill/>
            </a:ln>
          </p:spPr>
        </p:pic>
        <p:pic>
          <p:nvPicPr>
            <p:cNvPr id="28" name="Google Shape;1127;p6"/>
            <p:cNvPicPr preferRelativeResize="0"/>
            <p:nvPr/>
          </p:nvPicPr>
          <p:blipFill rotWithShape="1">
            <a:blip r:embed="rId18">
              <a:alphaModFix/>
            </a:blip>
            <a:srcRect/>
            <a:stretch/>
          </p:blipFill>
          <p:spPr>
            <a:xfrm>
              <a:off x="15665068" y="1482025"/>
              <a:ext cx="12572" cy="15214"/>
            </a:xfrm>
            <a:prstGeom prst="rect">
              <a:avLst/>
            </a:prstGeom>
            <a:noFill/>
            <a:ln>
              <a:noFill/>
            </a:ln>
          </p:spPr>
        </p:pic>
        <p:pic>
          <p:nvPicPr>
            <p:cNvPr id="29" name="Google Shape;1128;p6"/>
            <p:cNvPicPr preferRelativeResize="0"/>
            <p:nvPr/>
          </p:nvPicPr>
          <p:blipFill rotWithShape="1">
            <a:blip r:embed="rId18">
              <a:alphaModFix/>
            </a:blip>
            <a:srcRect/>
            <a:stretch/>
          </p:blipFill>
          <p:spPr>
            <a:xfrm>
              <a:off x="15665832" y="1458118"/>
              <a:ext cx="11683" cy="14611"/>
            </a:xfrm>
            <a:prstGeom prst="rect">
              <a:avLst/>
            </a:prstGeom>
            <a:noFill/>
            <a:ln>
              <a:noFill/>
            </a:ln>
          </p:spPr>
        </p:pic>
        <p:pic>
          <p:nvPicPr>
            <p:cNvPr id="30" name="Google Shape;1129;p6"/>
            <p:cNvPicPr preferRelativeResize="0"/>
            <p:nvPr/>
          </p:nvPicPr>
          <p:blipFill rotWithShape="1">
            <a:blip r:embed="rId19">
              <a:alphaModFix/>
            </a:blip>
            <a:srcRect/>
            <a:stretch/>
          </p:blipFill>
          <p:spPr>
            <a:xfrm>
              <a:off x="15624047" y="1433779"/>
              <a:ext cx="77215" cy="82550"/>
            </a:xfrm>
            <a:prstGeom prst="rect">
              <a:avLst/>
            </a:prstGeom>
            <a:noFill/>
            <a:ln>
              <a:noFill/>
            </a:ln>
          </p:spPr>
        </p:pic>
        <p:pic>
          <p:nvPicPr>
            <p:cNvPr id="31" name="Google Shape;1130;p6"/>
            <p:cNvPicPr preferRelativeResize="0"/>
            <p:nvPr/>
          </p:nvPicPr>
          <p:blipFill rotWithShape="1">
            <a:blip r:embed="rId20">
              <a:alphaModFix/>
            </a:blip>
            <a:srcRect/>
            <a:stretch/>
          </p:blipFill>
          <p:spPr>
            <a:xfrm>
              <a:off x="15824835" y="1228953"/>
              <a:ext cx="64007" cy="65823"/>
            </a:xfrm>
            <a:prstGeom prst="rect">
              <a:avLst/>
            </a:prstGeom>
            <a:noFill/>
            <a:ln>
              <a:noFill/>
            </a:ln>
          </p:spPr>
        </p:pic>
        <p:pic>
          <p:nvPicPr>
            <p:cNvPr id="32" name="Google Shape;1131;p6"/>
            <p:cNvPicPr preferRelativeResize="0"/>
            <p:nvPr/>
          </p:nvPicPr>
          <p:blipFill rotWithShape="1">
            <a:blip r:embed="rId21">
              <a:alphaModFix/>
            </a:blip>
            <a:srcRect/>
            <a:stretch/>
          </p:blipFill>
          <p:spPr>
            <a:xfrm>
              <a:off x="15901289" y="1256068"/>
              <a:ext cx="16763" cy="12915"/>
            </a:xfrm>
            <a:prstGeom prst="rect">
              <a:avLst/>
            </a:prstGeom>
            <a:noFill/>
            <a:ln>
              <a:noFill/>
            </a:ln>
          </p:spPr>
        </p:pic>
        <p:pic>
          <p:nvPicPr>
            <p:cNvPr id="33" name="Google Shape;1132;p6"/>
            <p:cNvPicPr preferRelativeResize="0"/>
            <p:nvPr/>
          </p:nvPicPr>
          <p:blipFill rotWithShape="1">
            <a:blip r:embed="rId18">
              <a:alphaModFix/>
            </a:blip>
            <a:srcRect/>
            <a:stretch/>
          </p:blipFill>
          <p:spPr>
            <a:xfrm>
              <a:off x="15680308" y="1443710"/>
              <a:ext cx="12953" cy="15126"/>
            </a:xfrm>
            <a:prstGeom prst="rect">
              <a:avLst/>
            </a:prstGeom>
            <a:noFill/>
            <a:ln>
              <a:noFill/>
            </a:ln>
          </p:spPr>
        </p:pic>
        <p:pic>
          <p:nvPicPr>
            <p:cNvPr id="34" name="Google Shape;1133;p6"/>
            <p:cNvPicPr preferRelativeResize="0"/>
            <p:nvPr/>
          </p:nvPicPr>
          <p:blipFill rotWithShape="1">
            <a:blip r:embed="rId22">
              <a:alphaModFix/>
            </a:blip>
            <a:srcRect/>
            <a:stretch/>
          </p:blipFill>
          <p:spPr>
            <a:xfrm>
              <a:off x="15931515" y="1237424"/>
              <a:ext cx="9779" cy="7441"/>
            </a:xfrm>
            <a:prstGeom prst="rect">
              <a:avLst/>
            </a:prstGeom>
            <a:noFill/>
            <a:ln>
              <a:noFill/>
            </a:ln>
          </p:spPr>
        </p:pic>
        <p:pic>
          <p:nvPicPr>
            <p:cNvPr id="35" name="Google Shape;1134;p6"/>
            <p:cNvPicPr preferRelativeResize="0"/>
            <p:nvPr/>
          </p:nvPicPr>
          <p:blipFill rotWithShape="1">
            <a:blip r:embed="rId23">
              <a:alphaModFix/>
            </a:blip>
            <a:srcRect/>
            <a:stretch/>
          </p:blipFill>
          <p:spPr>
            <a:xfrm>
              <a:off x="15645638" y="1455191"/>
              <a:ext cx="40257" cy="24181"/>
            </a:xfrm>
            <a:prstGeom prst="rect">
              <a:avLst/>
            </a:prstGeom>
            <a:noFill/>
            <a:ln>
              <a:noFill/>
            </a:ln>
          </p:spPr>
        </p:pic>
        <p:pic>
          <p:nvPicPr>
            <p:cNvPr id="36" name="Google Shape;1135;p6"/>
            <p:cNvPicPr preferRelativeResize="0"/>
            <p:nvPr/>
          </p:nvPicPr>
          <p:blipFill rotWithShape="1">
            <a:blip r:embed="rId24">
              <a:alphaModFix/>
            </a:blip>
            <a:srcRect/>
            <a:stretch/>
          </p:blipFill>
          <p:spPr>
            <a:xfrm>
              <a:off x="15934563" y="1189837"/>
              <a:ext cx="38353" cy="32524"/>
            </a:xfrm>
            <a:prstGeom prst="rect">
              <a:avLst/>
            </a:prstGeom>
            <a:noFill/>
            <a:ln>
              <a:noFill/>
            </a:ln>
          </p:spPr>
        </p:pic>
        <p:pic>
          <p:nvPicPr>
            <p:cNvPr id="37" name="Google Shape;1136;p6"/>
            <p:cNvPicPr preferRelativeResize="0"/>
            <p:nvPr/>
          </p:nvPicPr>
          <p:blipFill rotWithShape="1">
            <a:blip r:embed="rId25">
              <a:alphaModFix/>
            </a:blip>
            <a:srcRect/>
            <a:stretch/>
          </p:blipFill>
          <p:spPr>
            <a:xfrm>
              <a:off x="15687294" y="1443481"/>
              <a:ext cx="5969" cy="7048"/>
            </a:xfrm>
            <a:prstGeom prst="rect">
              <a:avLst/>
            </a:prstGeom>
            <a:noFill/>
            <a:ln>
              <a:noFill/>
            </a:ln>
          </p:spPr>
        </p:pic>
        <p:pic>
          <p:nvPicPr>
            <p:cNvPr id="38" name="Google Shape;1137;p6"/>
            <p:cNvPicPr preferRelativeResize="0"/>
            <p:nvPr/>
          </p:nvPicPr>
          <p:blipFill rotWithShape="1">
            <a:blip r:embed="rId26">
              <a:alphaModFix/>
            </a:blip>
            <a:srcRect/>
            <a:stretch/>
          </p:blipFill>
          <p:spPr>
            <a:xfrm>
              <a:off x="15900400" y="1202498"/>
              <a:ext cx="17907" cy="15100"/>
            </a:xfrm>
            <a:prstGeom prst="rect">
              <a:avLst/>
            </a:prstGeom>
            <a:noFill/>
            <a:ln>
              <a:noFill/>
            </a:ln>
          </p:spPr>
        </p:pic>
        <p:pic>
          <p:nvPicPr>
            <p:cNvPr id="39" name="Google Shape;1138;p6"/>
            <p:cNvPicPr preferRelativeResize="0"/>
            <p:nvPr/>
          </p:nvPicPr>
          <p:blipFill rotWithShape="1">
            <a:blip r:embed="rId24">
              <a:alphaModFix/>
            </a:blip>
            <a:srcRect/>
            <a:stretch/>
          </p:blipFill>
          <p:spPr>
            <a:xfrm>
              <a:off x="15697072" y="1384363"/>
              <a:ext cx="36068" cy="32906"/>
            </a:xfrm>
            <a:prstGeom prst="rect">
              <a:avLst/>
            </a:prstGeom>
            <a:noFill/>
            <a:ln>
              <a:noFill/>
            </a:ln>
          </p:spPr>
        </p:pic>
        <p:pic>
          <p:nvPicPr>
            <p:cNvPr id="40" name="Google Shape;1139;p6"/>
            <p:cNvPicPr preferRelativeResize="0"/>
            <p:nvPr/>
          </p:nvPicPr>
          <p:blipFill rotWithShape="1">
            <a:blip r:embed="rId27">
              <a:alphaModFix/>
            </a:blip>
            <a:srcRect/>
            <a:stretch/>
          </p:blipFill>
          <p:spPr>
            <a:xfrm>
              <a:off x="15621382" y="1488414"/>
              <a:ext cx="43306" cy="44843"/>
            </a:xfrm>
            <a:prstGeom prst="rect">
              <a:avLst/>
            </a:prstGeom>
            <a:noFill/>
            <a:ln>
              <a:noFill/>
            </a:ln>
          </p:spPr>
        </p:pic>
        <p:pic>
          <p:nvPicPr>
            <p:cNvPr id="41" name="Google Shape;1140;p6"/>
            <p:cNvPicPr preferRelativeResize="0"/>
            <p:nvPr/>
          </p:nvPicPr>
          <p:blipFill rotWithShape="1">
            <a:blip r:embed="rId28">
              <a:alphaModFix/>
            </a:blip>
            <a:srcRect/>
            <a:stretch/>
          </p:blipFill>
          <p:spPr>
            <a:xfrm>
              <a:off x="15655415" y="1424228"/>
              <a:ext cx="62101" cy="58038"/>
            </a:xfrm>
            <a:prstGeom prst="rect">
              <a:avLst/>
            </a:prstGeom>
            <a:noFill/>
            <a:ln>
              <a:noFill/>
            </a:ln>
          </p:spPr>
        </p:pic>
        <p:pic>
          <p:nvPicPr>
            <p:cNvPr id="42" name="Google Shape;1141;p6"/>
            <p:cNvPicPr preferRelativeResize="0"/>
            <p:nvPr/>
          </p:nvPicPr>
          <p:blipFill rotWithShape="1">
            <a:blip r:embed="rId27">
              <a:alphaModFix/>
            </a:blip>
            <a:srcRect/>
            <a:stretch/>
          </p:blipFill>
          <p:spPr>
            <a:xfrm>
              <a:off x="15735426" y="1384478"/>
              <a:ext cx="41404" cy="44323"/>
            </a:xfrm>
            <a:prstGeom prst="rect">
              <a:avLst/>
            </a:prstGeom>
            <a:noFill/>
            <a:ln>
              <a:noFill/>
            </a:ln>
          </p:spPr>
        </p:pic>
        <p:pic>
          <p:nvPicPr>
            <p:cNvPr id="43" name="Google Shape;1142;p6"/>
            <p:cNvPicPr preferRelativeResize="0"/>
            <p:nvPr/>
          </p:nvPicPr>
          <p:blipFill rotWithShape="1">
            <a:blip r:embed="rId29">
              <a:alphaModFix/>
            </a:blip>
            <a:srcRect/>
            <a:stretch/>
          </p:blipFill>
          <p:spPr>
            <a:xfrm>
              <a:off x="15792069" y="1308544"/>
              <a:ext cx="3683" cy="3086"/>
            </a:xfrm>
            <a:prstGeom prst="rect">
              <a:avLst/>
            </a:prstGeom>
            <a:noFill/>
            <a:ln>
              <a:noFill/>
            </a:ln>
          </p:spPr>
        </p:pic>
        <p:pic>
          <p:nvPicPr>
            <p:cNvPr id="44" name="Google Shape;1143;p6"/>
            <p:cNvPicPr preferRelativeResize="0"/>
            <p:nvPr/>
          </p:nvPicPr>
          <p:blipFill rotWithShape="1">
            <a:blip r:embed="rId30">
              <a:alphaModFix/>
            </a:blip>
            <a:srcRect/>
            <a:stretch/>
          </p:blipFill>
          <p:spPr>
            <a:xfrm>
              <a:off x="15669387" y="1471840"/>
              <a:ext cx="6223" cy="16459"/>
            </a:xfrm>
            <a:prstGeom prst="rect">
              <a:avLst/>
            </a:prstGeom>
            <a:noFill/>
            <a:ln>
              <a:noFill/>
            </a:ln>
          </p:spPr>
        </p:pic>
        <p:pic>
          <p:nvPicPr>
            <p:cNvPr id="45" name="Google Shape;1144;p6"/>
            <p:cNvPicPr preferRelativeResize="0"/>
            <p:nvPr/>
          </p:nvPicPr>
          <p:blipFill rotWithShape="1">
            <a:blip r:embed="rId22">
              <a:alphaModFix/>
            </a:blip>
            <a:srcRect/>
            <a:stretch/>
          </p:blipFill>
          <p:spPr>
            <a:xfrm>
              <a:off x="15855949" y="1307782"/>
              <a:ext cx="7747" cy="7251"/>
            </a:xfrm>
            <a:prstGeom prst="rect">
              <a:avLst/>
            </a:prstGeom>
            <a:noFill/>
            <a:ln>
              <a:noFill/>
            </a:ln>
          </p:spPr>
        </p:pic>
        <p:pic>
          <p:nvPicPr>
            <p:cNvPr id="46" name="Google Shape;1145;p6"/>
            <p:cNvPicPr preferRelativeResize="0"/>
            <p:nvPr/>
          </p:nvPicPr>
          <p:blipFill rotWithShape="1">
            <a:blip r:embed="rId18">
              <a:alphaModFix/>
            </a:blip>
            <a:srcRect/>
            <a:stretch/>
          </p:blipFill>
          <p:spPr>
            <a:xfrm>
              <a:off x="15814928" y="1337019"/>
              <a:ext cx="14478" cy="13536"/>
            </a:xfrm>
            <a:prstGeom prst="rect">
              <a:avLst/>
            </a:prstGeom>
            <a:noFill/>
            <a:ln>
              <a:noFill/>
            </a:ln>
          </p:spPr>
        </p:pic>
        <p:pic>
          <p:nvPicPr>
            <p:cNvPr id="47" name="Google Shape;1146;p6"/>
            <p:cNvPicPr preferRelativeResize="0"/>
            <p:nvPr/>
          </p:nvPicPr>
          <p:blipFill rotWithShape="1">
            <a:blip r:embed="rId31">
              <a:alphaModFix/>
            </a:blip>
            <a:srcRect/>
            <a:stretch/>
          </p:blipFill>
          <p:spPr>
            <a:xfrm>
              <a:off x="15642464" y="1463712"/>
              <a:ext cx="54101" cy="18427"/>
            </a:xfrm>
            <a:prstGeom prst="rect">
              <a:avLst/>
            </a:prstGeom>
            <a:noFill/>
            <a:ln>
              <a:noFill/>
            </a:ln>
          </p:spPr>
        </p:pic>
        <p:pic>
          <p:nvPicPr>
            <p:cNvPr id="48" name="Google Shape;1147;p6"/>
            <p:cNvPicPr preferRelativeResize="0"/>
            <p:nvPr/>
          </p:nvPicPr>
          <p:blipFill rotWithShape="1">
            <a:blip r:embed="rId32">
              <a:alphaModFix/>
            </a:blip>
            <a:srcRect/>
            <a:stretch/>
          </p:blipFill>
          <p:spPr>
            <a:xfrm>
              <a:off x="15736443" y="1349425"/>
              <a:ext cx="19811" cy="21031"/>
            </a:xfrm>
            <a:prstGeom prst="rect">
              <a:avLst/>
            </a:prstGeom>
            <a:noFill/>
            <a:ln>
              <a:noFill/>
            </a:ln>
          </p:spPr>
        </p:pic>
        <p:pic>
          <p:nvPicPr>
            <p:cNvPr id="49" name="Google Shape;1148;p6"/>
            <p:cNvPicPr preferRelativeResize="0"/>
            <p:nvPr/>
          </p:nvPicPr>
          <p:blipFill rotWithShape="1">
            <a:blip r:embed="rId33">
              <a:alphaModFix/>
            </a:blip>
            <a:srcRect/>
            <a:stretch/>
          </p:blipFill>
          <p:spPr>
            <a:xfrm>
              <a:off x="15651227" y="1473301"/>
              <a:ext cx="22858" cy="37363"/>
            </a:xfrm>
            <a:prstGeom prst="rect">
              <a:avLst/>
            </a:prstGeom>
            <a:noFill/>
            <a:ln>
              <a:noFill/>
            </a:ln>
          </p:spPr>
        </p:pic>
        <p:pic>
          <p:nvPicPr>
            <p:cNvPr id="50" name="Google Shape;1149;p6"/>
            <p:cNvPicPr preferRelativeResize="0"/>
            <p:nvPr/>
          </p:nvPicPr>
          <p:blipFill rotWithShape="1">
            <a:blip r:embed="rId25">
              <a:alphaModFix/>
            </a:blip>
            <a:srcRect/>
            <a:stretch/>
          </p:blipFill>
          <p:spPr>
            <a:xfrm>
              <a:off x="15677895" y="1470151"/>
              <a:ext cx="5716" cy="9284"/>
            </a:xfrm>
            <a:prstGeom prst="rect">
              <a:avLst/>
            </a:prstGeom>
            <a:noFill/>
            <a:ln>
              <a:noFill/>
            </a:ln>
          </p:spPr>
        </p:pic>
        <p:pic>
          <p:nvPicPr>
            <p:cNvPr id="51" name="Google Shape;1150;p6"/>
            <p:cNvPicPr preferRelativeResize="0"/>
            <p:nvPr/>
          </p:nvPicPr>
          <p:blipFill rotWithShape="1">
            <a:blip r:embed="rId29">
              <a:alphaModFix/>
            </a:blip>
            <a:srcRect/>
            <a:stretch/>
          </p:blipFill>
          <p:spPr>
            <a:xfrm>
              <a:off x="15670911" y="1472793"/>
              <a:ext cx="2016" cy="2222"/>
            </a:xfrm>
            <a:prstGeom prst="rect">
              <a:avLst/>
            </a:prstGeom>
            <a:noFill/>
            <a:ln>
              <a:noFill/>
            </a:ln>
          </p:spPr>
        </p:pic>
        <p:pic>
          <p:nvPicPr>
            <p:cNvPr id="52" name="Google Shape;1151;p6"/>
            <p:cNvPicPr preferRelativeResize="0"/>
            <p:nvPr/>
          </p:nvPicPr>
          <p:blipFill rotWithShape="1">
            <a:blip r:embed="rId34">
              <a:alphaModFix/>
            </a:blip>
            <a:srcRect/>
            <a:stretch/>
          </p:blipFill>
          <p:spPr>
            <a:xfrm>
              <a:off x="15935325" y="1214271"/>
              <a:ext cx="18032" cy="26936"/>
            </a:xfrm>
            <a:prstGeom prst="rect">
              <a:avLst/>
            </a:prstGeom>
            <a:noFill/>
            <a:ln>
              <a:noFill/>
            </a:ln>
          </p:spPr>
        </p:pic>
        <p:pic>
          <p:nvPicPr>
            <p:cNvPr id="53" name="Google Shape;1152;p6"/>
            <p:cNvPicPr preferRelativeResize="0"/>
            <p:nvPr/>
          </p:nvPicPr>
          <p:blipFill rotWithShape="1">
            <a:blip r:embed="rId35">
              <a:alphaModFix/>
            </a:blip>
            <a:srcRect/>
            <a:stretch/>
          </p:blipFill>
          <p:spPr>
            <a:xfrm>
              <a:off x="15635477" y="1434134"/>
              <a:ext cx="66255" cy="61188"/>
            </a:xfrm>
            <a:prstGeom prst="rect">
              <a:avLst/>
            </a:prstGeom>
            <a:noFill/>
            <a:ln>
              <a:noFill/>
            </a:ln>
          </p:spPr>
        </p:pic>
        <p:pic>
          <p:nvPicPr>
            <p:cNvPr id="54" name="Google Shape;1153;p6"/>
            <p:cNvPicPr preferRelativeResize="0"/>
            <p:nvPr/>
          </p:nvPicPr>
          <p:blipFill rotWithShape="1">
            <a:blip r:embed="rId29">
              <a:alphaModFix/>
            </a:blip>
            <a:srcRect/>
            <a:stretch/>
          </p:blipFill>
          <p:spPr>
            <a:xfrm>
              <a:off x="15682468" y="1428520"/>
              <a:ext cx="1650" cy="1777"/>
            </a:xfrm>
            <a:prstGeom prst="rect">
              <a:avLst/>
            </a:prstGeom>
            <a:noFill/>
            <a:ln>
              <a:noFill/>
            </a:ln>
          </p:spPr>
        </p:pic>
        <p:pic>
          <p:nvPicPr>
            <p:cNvPr id="55" name="Google Shape;1154;p6"/>
            <p:cNvPicPr preferRelativeResize="0"/>
            <p:nvPr/>
          </p:nvPicPr>
          <p:blipFill rotWithShape="1">
            <a:blip r:embed="rId36">
              <a:alphaModFix/>
            </a:blip>
            <a:srcRect/>
            <a:stretch/>
          </p:blipFill>
          <p:spPr>
            <a:xfrm>
              <a:off x="15639413" y="1470418"/>
              <a:ext cx="26036" cy="30924"/>
            </a:xfrm>
            <a:prstGeom prst="rect">
              <a:avLst/>
            </a:prstGeom>
            <a:noFill/>
            <a:ln>
              <a:noFill/>
            </a:ln>
          </p:spPr>
        </p:pic>
        <p:pic>
          <p:nvPicPr>
            <p:cNvPr id="56" name="Google Shape;1155;p6"/>
            <p:cNvPicPr preferRelativeResize="0"/>
            <p:nvPr/>
          </p:nvPicPr>
          <p:blipFill rotWithShape="1">
            <a:blip r:embed="rId37">
              <a:alphaModFix/>
            </a:blip>
            <a:srcRect/>
            <a:stretch/>
          </p:blipFill>
          <p:spPr>
            <a:xfrm>
              <a:off x="15666974" y="1440497"/>
              <a:ext cx="15363" cy="20408"/>
            </a:xfrm>
            <a:prstGeom prst="rect">
              <a:avLst/>
            </a:prstGeom>
            <a:noFill/>
            <a:ln>
              <a:noFill/>
            </a:ln>
          </p:spPr>
        </p:pic>
        <p:pic>
          <p:nvPicPr>
            <p:cNvPr id="57" name="Google Shape;1156;p6"/>
            <p:cNvPicPr preferRelativeResize="0"/>
            <p:nvPr/>
          </p:nvPicPr>
          <p:blipFill rotWithShape="1">
            <a:blip r:embed="rId29">
              <a:alphaModFix/>
            </a:blip>
            <a:srcRect/>
            <a:stretch/>
          </p:blipFill>
          <p:spPr>
            <a:xfrm>
              <a:off x="15953358" y="1215466"/>
              <a:ext cx="2285" cy="1803"/>
            </a:xfrm>
            <a:prstGeom prst="rect">
              <a:avLst/>
            </a:prstGeom>
            <a:noFill/>
            <a:ln>
              <a:noFill/>
            </a:ln>
          </p:spPr>
        </p:pic>
        <p:pic>
          <p:nvPicPr>
            <p:cNvPr id="58" name="Google Shape;1157;p6"/>
            <p:cNvPicPr preferRelativeResize="0"/>
            <p:nvPr/>
          </p:nvPicPr>
          <p:blipFill rotWithShape="1">
            <a:blip r:embed="rId38">
              <a:alphaModFix/>
            </a:blip>
            <a:srcRect/>
            <a:stretch/>
          </p:blipFill>
          <p:spPr>
            <a:xfrm>
              <a:off x="15685896" y="1402969"/>
              <a:ext cx="39878" cy="43675"/>
            </a:xfrm>
            <a:prstGeom prst="rect">
              <a:avLst/>
            </a:prstGeom>
            <a:noFill/>
            <a:ln>
              <a:noFill/>
            </a:ln>
          </p:spPr>
        </p:pic>
        <p:pic>
          <p:nvPicPr>
            <p:cNvPr id="59" name="Google Shape;1158;p6"/>
            <p:cNvPicPr preferRelativeResize="0"/>
            <p:nvPr/>
          </p:nvPicPr>
          <p:blipFill rotWithShape="1">
            <a:blip r:embed="rId39">
              <a:alphaModFix/>
            </a:blip>
            <a:srcRect/>
            <a:stretch/>
          </p:blipFill>
          <p:spPr>
            <a:xfrm>
              <a:off x="15880588" y="1270151"/>
              <a:ext cx="20192" cy="18008"/>
            </a:xfrm>
            <a:prstGeom prst="rect">
              <a:avLst/>
            </a:prstGeom>
            <a:noFill/>
            <a:ln>
              <a:noFill/>
            </a:ln>
          </p:spPr>
        </p:pic>
        <p:pic>
          <p:nvPicPr>
            <p:cNvPr id="60" name="Google Shape;1159;p6"/>
            <p:cNvPicPr preferRelativeResize="0"/>
            <p:nvPr/>
          </p:nvPicPr>
          <p:blipFill rotWithShape="1">
            <a:blip r:embed="rId40">
              <a:alphaModFix/>
            </a:blip>
            <a:srcRect/>
            <a:stretch/>
          </p:blipFill>
          <p:spPr>
            <a:xfrm>
              <a:off x="15668497" y="1475943"/>
              <a:ext cx="10794" cy="10998"/>
            </a:xfrm>
            <a:prstGeom prst="rect">
              <a:avLst/>
            </a:prstGeom>
            <a:noFill/>
            <a:ln>
              <a:noFill/>
            </a:ln>
          </p:spPr>
        </p:pic>
        <p:pic>
          <p:nvPicPr>
            <p:cNvPr id="61" name="Google Shape;1160;p6"/>
            <p:cNvPicPr preferRelativeResize="0"/>
            <p:nvPr/>
          </p:nvPicPr>
          <p:blipFill rotWithShape="1">
            <a:blip r:embed="rId29">
              <a:alphaModFix/>
            </a:blip>
            <a:srcRect/>
            <a:stretch/>
          </p:blipFill>
          <p:spPr>
            <a:xfrm>
              <a:off x="15965170" y="1207667"/>
              <a:ext cx="2031" cy="1511"/>
            </a:xfrm>
            <a:prstGeom prst="rect">
              <a:avLst/>
            </a:prstGeom>
            <a:noFill/>
            <a:ln>
              <a:noFill/>
            </a:ln>
          </p:spPr>
        </p:pic>
        <p:pic>
          <p:nvPicPr>
            <p:cNvPr id="62" name="Google Shape;1161;p6"/>
            <p:cNvPicPr preferRelativeResize="0"/>
            <p:nvPr/>
          </p:nvPicPr>
          <p:blipFill rotWithShape="1">
            <a:blip r:embed="rId29">
              <a:alphaModFix/>
            </a:blip>
            <a:srcRect/>
            <a:stretch/>
          </p:blipFill>
          <p:spPr>
            <a:xfrm>
              <a:off x="15889350" y="1220514"/>
              <a:ext cx="1737" cy="1353"/>
            </a:xfrm>
            <a:prstGeom prst="rect">
              <a:avLst/>
            </a:prstGeom>
            <a:noFill/>
            <a:ln>
              <a:noFill/>
            </a:ln>
          </p:spPr>
        </p:pic>
        <p:pic>
          <p:nvPicPr>
            <p:cNvPr id="63" name="Google Shape;1162;p6"/>
            <p:cNvPicPr preferRelativeResize="0"/>
            <p:nvPr/>
          </p:nvPicPr>
          <p:blipFill rotWithShape="1">
            <a:blip r:embed="rId30">
              <a:alphaModFix/>
            </a:blip>
            <a:srcRect/>
            <a:stretch/>
          </p:blipFill>
          <p:spPr>
            <a:xfrm>
              <a:off x="15948024" y="1190968"/>
              <a:ext cx="2666" cy="11276"/>
            </a:xfrm>
            <a:prstGeom prst="rect">
              <a:avLst/>
            </a:prstGeom>
            <a:noFill/>
            <a:ln>
              <a:noFill/>
            </a:ln>
          </p:spPr>
        </p:pic>
        <p:pic>
          <p:nvPicPr>
            <p:cNvPr id="64" name="Google Shape;1163;p6"/>
            <p:cNvPicPr preferRelativeResize="0"/>
            <p:nvPr/>
          </p:nvPicPr>
          <p:blipFill rotWithShape="1">
            <a:blip r:embed="rId41">
              <a:alphaModFix/>
            </a:blip>
            <a:srcRect/>
            <a:stretch/>
          </p:blipFill>
          <p:spPr>
            <a:xfrm>
              <a:off x="15672053" y="1466291"/>
              <a:ext cx="20955" cy="4953"/>
            </a:xfrm>
            <a:prstGeom prst="rect">
              <a:avLst/>
            </a:prstGeom>
            <a:noFill/>
            <a:ln>
              <a:noFill/>
            </a:ln>
          </p:spPr>
        </p:pic>
        <p:pic>
          <p:nvPicPr>
            <p:cNvPr id="65" name="Google Shape;1164;p6"/>
            <p:cNvPicPr preferRelativeResize="0"/>
            <p:nvPr/>
          </p:nvPicPr>
          <p:blipFill rotWithShape="1">
            <a:blip r:embed="rId40">
              <a:alphaModFix/>
            </a:blip>
            <a:srcRect/>
            <a:stretch/>
          </p:blipFill>
          <p:spPr>
            <a:xfrm>
              <a:off x="15636113" y="1508607"/>
              <a:ext cx="11047" cy="10440"/>
            </a:xfrm>
            <a:prstGeom prst="rect">
              <a:avLst/>
            </a:prstGeom>
            <a:noFill/>
            <a:ln>
              <a:noFill/>
            </a:ln>
          </p:spPr>
        </p:pic>
        <p:pic>
          <p:nvPicPr>
            <p:cNvPr id="66" name="Google Shape;1165;p6"/>
            <p:cNvPicPr preferRelativeResize="0"/>
            <p:nvPr/>
          </p:nvPicPr>
          <p:blipFill rotWithShape="1">
            <a:blip r:embed="rId42">
              <a:alphaModFix/>
            </a:blip>
            <a:srcRect/>
            <a:stretch/>
          </p:blipFill>
          <p:spPr>
            <a:xfrm>
              <a:off x="15891128" y="1207223"/>
              <a:ext cx="68581" cy="70726"/>
            </a:xfrm>
            <a:prstGeom prst="rect">
              <a:avLst/>
            </a:prstGeom>
            <a:noFill/>
            <a:ln>
              <a:noFill/>
            </a:ln>
          </p:spPr>
        </p:pic>
        <p:pic>
          <p:nvPicPr>
            <p:cNvPr id="67" name="Google Shape;1166;p6"/>
            <p:cNvPicPr preferRelativeResize="0"/>
            <p:nvPr/>
          </p:nvPicPr>
          <p:blipFill rotWithShape="1">
            <a:blip r:embed="rId29">
              <a:alphaModFix/>
            </a:blip>
            <a:srcRect/>
            <a:stretch/>
          </p:blipFill>
          <p:spPr>
            <a:xfrm>
              <a:off x="15658338" y="1504264"/>
              <a:ext cx="1142" cy="1396"/>
            </a:xfrm>
            <a:prstGeom prst="rect">
              <a:avLst/>
            </a:prstGeom>
            <a:noFill/>
            <a:ln>
              <a:noFill/>
            </a:ln>
          </p:spPr>
        </p:pic>
        <p:pic>
          <p:nvPicPr>
            <p:cNvPr id="68" name="Google Shape;1167;p6"/>
            <p:cNvPicPr preferRelativeResize="0"/>
            <p:nvPr/>
          </p:nvPicPr>
          <p:blipFill rotWithShape="1">
            <a:blip r:embed="rId26">
              <a:alphaModFix/>
            </a:blip>
            <a:srcRect/>
            <a:stretch/>
          </p:blipFill>
          <p:spPr>
            <a:xfrm>
              <a:off x="15658718" y="1475486"/>
              <a:ext cx="14975" cy="22047"/>
            </a:xfrm>
            <a:prstGeom prst="rect">
              <a:avLst/>
            </a:prstGeom>
            <a:noFill/>
            <a:ln>
              <a:noFill/>
            </a:ln>
          </p:spPr>
        </p:pic>
        <p:pic>
          <p:nvPicPr>
            <p:cNvPr id="69" name="Google Shape;1168;p6"/>
            <p:cNvPicPr preferRelativeResize="0"/>
            <p:nvPr/>
          </p:nvPicPr>
          <p:blipFill rotWithShape="1">
            <a:blip r:embed="rId29">
              <a:alphaModFix/>
            </a:blip>
            <a:srcRect/>
            <a:stretch/>
          </p:blipFill>
          <p:spPr>
            <a:xfrm>
              <a:off x="15635858" y="1500797"/>
              <a:ext cx="1143" cy="1409"/>
            </a:xfrm>
            <a:prstGeom prst="rect">
              <a:avLst/>
            </a:prstGeom>
            <a:noFill/>
            <a:ln>
              <a:noFill/>
            </a:ln>
          </p:spPr>
        </p:pic>
        <p:pic>
          <p:nvPicPr>
            <p:cNvPr id="70" name="Google Shape;1169;p6"/>
            <p:cNvPicPr preferRelativeResize="0"/>
            <p:nvPr/>
          </p:nvPicPr>
          <p:blipFill rotWithShape="1">
            <a:blip r:embed="rId25">
              <a:alphaModFix/>
            </a:blip>
            <a:srcRect/>
            <a:stretch/>
          </p:blipFill>
          <p:spPr>
            <a:xfrm>
              <a:off x="15916403" y="1201216"/>
              <a:ext cx="2412" cy="5473"/>
            </a:xfrm>
            <a:prstGeom prst="rect">
              <a:avLst/>
            </a:prstGeom>
            <a:noFill/>
            <a:ln>
              <a:noFill/>
            </a:ln>
          </p:spPr>
        </p:pic>
        <p:pic>
          <p:nvPicPr>
            <p:cNvPr id="71" name="Google Shape;1170;p6"/>
            <p:cNvPicPr preferRelativeResize="0"/>
            <p:nvPr/>
          </p:nvPicPr>
          <p:blipFill rotWithShape="1">
            <a:blip r:embed="rId29">
              <a:alphaModFix/>
            </a:blip>
            <a:srcRect/>
            <a:stretch/>
          </p:blipFill>
          <p:spPr>
            <a:xfrm>
              <a:off x="15947768" y="1197292"/>
              <a:ext cx="1650" cy="1346"/>
            </a:xfrm>
            <a:prstGeom prst="rect">
              <a:avLst/>
            </a:prstGeom>
            <a:noFill/>
            <a:ln>
              <a:noFill/>
            </a:ln>
          </p:spPr>
        </p:pic>
        <p:pic>
          <p:nvPicPr>
            <p:cNvPr id="72" name="Google Shape;1171;p6"/>
            <p:cNvPicPr preferRelativeResize="0"/>
            <p:nvPr/>
          </p:nvPicPr>
          <p:blipFill rotWithShape="1">
            <a:blip r:embed="rId29">
              <a:alphaModFix/>
            </a:blip>
            <a:srcRect/>
            <a:stretch/>
          </p:blipFill>
          <p:spPr>
            <a:xfrm>
              <a:off x="15933039" y="1198486"/>
              <a:ext cx="1016" cy="901"/>
            </a:xfrm>
            <a:prstGeom prst="rect">
              <a:avLst/>
            </a:prstGeom>
            <a:noFill/>
            <a:ln>
              <a:noFill/>
            </a:ln>
          </p:spPr>
        </p:pic>
        <p:pic>
          <p:nvPicPr>
            <p:cNvPr id="73" name="Google Shape;1172;p6"/>
            <p:cNvPicPr preferRelativeResize="0"/>
            <p:nvPr/>
          </p:nvPicPr>
          <p:blipFill rotWithShape="1">
            <a:blip r:embed="rId40">
              <a:alphaModFix/>
            </a:blip>
            <a:srcRect/>
            <a:stretch/>
          </p:blipFill>
          <p:spPr>
            <a:xfrm>
              <a:off x="15708375" y="1446885"/>
              <a:ext cx="8508" cy="9461"/>
            </a:xfrm>
            <a:prstGeom prst="rect">
              <a:avLst/>
            </a:prstGeom>
            <a:noFill/>
            <a:ln>
              <a:noFill/>
            </a:ln>
          </p:spPr>
        </p:pic>
        <p:pic>
          <p:nvPicPr>
            <p:cNvPr id="74" name="Google Shape;1173;p6"/>
            <p:cNvPicPr preferRelativeResize="0"/>
            <p:nvPr/>
          </p:nvPicPr>
          <p:blipFill rotWithShape="1">
            <a:blip r:embed="rId43">
              <a:alphaModFix/>
            </a:blip>
            <a:srcRect/>
            <a:stretch/>
          </p:blipFill>
          <p:spPr>
            <a:xfrm>
              <a:off x="15635731" y="1459281"/>
              <a:ext cx="44576" cy="50317"/>
            </a:xfrm>
            <a:prstGeom prst="rect">
              <a:avLst/>
            </a:prstGeom>
            <a:noFill/>
            <a:ln>
              <a:noFill/>
            </a:ln>
          </p:spPr>
        </p:pic>
        <p:pic>
          <p:nvPicPr>
            <p:cNvPr id="75" name="Google Shape;1174;p6"/>
            <p:cNvPicPr preferRelativeResize="0"/>
            <p:nvPr/>
          </p:nvPicPr>
          <p:blipFill rotWithShape="1">
            <a:blip r:embed="rId18">
              <a:alphaModFix/>
            </a:blip>
            <a:srcRect/>
            <a:stretch/>
          </p:blipFill>
          <p:spPr>
            <a:xfrm>
              <a:off x="15874619" y="1283156"/>
              <a:ext cx="14985" cy="14605"/>
            </a:xfrm>
            <a:prstGeom prst="rect">
              <a:avLst/>
            </a:prstGeom>
            <a:noFill/>
            <a:ln>
              <a:noFill/>
            </a:ln>
          </p:spPr>
        </p:pic>
        <p:pic>
          <p:nvPicPr>
            <p:cNvPr id="76" name="Google Shape;1175;p6"/>
            <p:cNvPicPr preferRelativeResize="0"/>
            <p:nvPr/>
          </p:nvPicPr>
          <p:blipFill rotWithShape="1">
            <a:blip r:embed="rId25">
              <a:alphaModFix/>
            </a:blip>
            <a:srcRect/>
            <a:stretch/>
          </p:blipFill>
          <p:spPr>
            <a:xfrm>
              <a:off x="15918686" y="1247634"/>
              <a:ext cx="9400" cy="9678"/>
            </a:xfrm>
            <a:prstGeom prst="rect">
              <a:avLst/>
            </a:prstGeom>
            <a:noFill/>
            <a:ln>
              <a:noFill/>
            </a:ln>
          </p:spPr>
        </p:pic>
        <p:pic>
          <p:nvPicPr>
            <p:cNvPr id="77" name="Google Shape;1176;p6"/>
            <p:cNvPicPr preferRelativeResize="0"/>
            <p:nvPr/>
          </p:nvPicPr>
          <p:blipFill rotWithShape="1">
            <a:blip r:embed="rId29">
              <a:alphaModFix/>
            </a:blip>
            <a:srcRect/>
            <a:stretch/>
          </p:blipFill>
          <p:spPr>
            <a:xfrm>
              <a:off x="15679419" y="1471002"/>
              <a:ext cx="761" cy="787"/>
            </a:xfrm>
            <a:prstGeom prst="rect">
              <a:avLst/>
            </a:prstGeom>
            <a:noFill/>
            <a:ln>
              <a:noFill/>
            </a:ln>
          </p:spPr>
        </p:pic>
        <p:pic>
          <p:nvPicPr>
            <p:cNvPr id="78" name="Google Shape;1177;p6"/>
            <p:cNvPicPr preferRelativeResize="0"/>
            <p:nvPr/>
          </p:nvPicPr>
          <p:blipFill rotWithShape="1">
            <a:blip r:embed="rId29">
              <a:alphaModFix/>
            </a:blip>
            <a:srcRect/>
            <a:stretch/>
          </p:blipFill>
          <p:spPr>
            <a:xfrm>
              <a:off x="15943199" y="1229410"/>
              <a:ext cx="1905" cy="1625"/>
            </a:xfrm>
            <a:prstGeom prst="rect">
              <a:avLst/>
            </a:prstGeom>
            <a:noFill/>
            <a:ln>
              <a:noFill/>
            </a:ln>
          </p:spPr>
        </p:pic>
        <p:pic>
          <p:nvPicPr>
            <p:cNvPr id="79" name="Google Shape;1178;p6"/>
            <p:cNvPicPr preferRelativeResize="0"/>
            <p:nvPr/>
          </p:nvPicPr>
          <p:blipFill rotWithShape="1">
            <a:blip r:embed="rId22">
              <a:alphaModFix/>
            </a:blip>
            <a:srcRect/>
            <a:stretch/>
          </p:blipFill>
          <p:spPr>
            <a:xfrm>
              <a:off x="15685389" y="1446009"/>
              <a:ext cx="9270" cy="4195"/>
            </a:xfrm>
            <a:prstGeom prst="rect">
              <a:avLst/>
            </a:prstGeom>
            <a:noFill/>
            <a:ln>
              <a:noFill/>
            </a:ln>
          </p:spPr>
        </p:pic>
        <p:pic>
          <p:nvPicPr>
            <p:cNvPr id="80" name="Google Shape;1179;p6"/>
            <p:cNvPicPr preferRelativeResize="0"/>
            <p:nvPr/>
          </p:nvPicPr>
          <p:blipFill rotWithShape="1">
            <a:blip r:embed="rId22">
              <a:alphaModFix/>
            </a:blip>
            <a:srcRect/>
            <a:stretch/>
          </p:blipFill>
          <p:spPr>
            <a:xfrm>
              <a:off x="15917672" y="1204010"/>
              <a:ext cx="1509" cy="1143"/>
            </a:xfrm>
            <a:prstGeom prst="rect">
              <a:avLst/>
            </a:prstGeom>
            <a:noFill/>
            <a:ln>
              <a:noFill/>
            </a:ln>
          </p:spPr>
        </p:pic>
        <p:pic>
          <p:nvPicPr>
            <p:cNvPr id="81" name="Google Shape;1180;p6"/>
            <p:cNvPicPr preferRelativeResize="0"/>
            <p:nvPr/>
          </p:nvPicPr>
          <p:blipFill rotWithShape="1">
            <a:blip r:embed="rId44">
              <a:alphaModFix/>
            </a:blip>
            <a:srcRect/>
            <a:stretch/>
          </p:blipFill>
          <p:spPr>
            <a:xfrm>
              <a:off x="15655797" y="1465847"/>
              <a:ext cx="29209" cy="40131"/>
            </a:xfrm>
            <a:prstGeom prst="rect">
              <a:avLst/>
            </a:prstGeom>
            <a:noFill/>
            <a:ln>
              <a:noFill/>
            </a:ln>
          </p:spPr>
        </p:pic>
        <p:pic>
          <p:nvPicPr>
            <p:cNvPr id="82" name="Google Shape;1181;p6"/>
            <p:cNvPicPr preferRelativeResize="0"/>
            <p:nvPr/>
          </p:nvPicPr>
          <p:blipFill rotWithShape="1">
            <a:blip r:embed="rId25">
              <a:alphaModFix/>
            </a:blip>
            <a:srcRect/>
            <a:stretch/>
          </p:blipFill>
          <p:spPr>
            <a:xfrm>
              <a:off x="15648431" y="1495513"/>
              <a:ext cx="635" cy="888"/>
            </a:xfrm>
            <a:prstGeom prst="rect">
              <a:avLst/>
            </a:prstGeom>
            <a:noFill/>
            <a:ln>
              <a:noFill/>
            </a:ln>
          </p:spPr>
        </p:pic>
        <p:pic>
          <p:nvPicPr>
            <p:cNvPr id="83" name="Google Shape;1182;p6"/>
            <p:cNvPicPr preferRelativeResize="0"/>
            <p:nvPr/>
          </p:nvPicPr>
          <p:blipFill rotWithShape="1">
            <a:blip r:embed="rId29">
              <a:alphaModFix/>
            </a:blip>
            <a:srcRect/>
            <a:stretch/>
          </p:blipFill>
          <p:spPr>
            <a:xfrm>
              <a:off x="15700882" y="1433945"/>
              <a:ext cx="889" cy="977"/>
            </a:xfrm>
            <a:prstGeom prst="rect">
              <a:avLst/>
            </a:prstGeom>
            <a:noFill/>
            <a:ln>
              <a:noFill/>
            </a:ln>
          </p:spPr>
        </p:pic>
        <p:pic>
          <p:nvPicPr>
            <p:cNvPr id="84" name="Google Shape;1183;p6"/>
            <p:cNvPicPr preferRelativeResize="0"/>
            <p:nvPr/>
          </p:nvPicPr>
          <p:blipFill rotWithShape="1">
            <a:blip r:embed="rId45">
              <a:alphaModFix/>
            </a:blip>
            <a:srcRect/>
            <a:stretch/>
          </p:blipFill>
          <p:spPr>
            <a:xfrm>
              <a:off x="15634335" y="1432801"/>
              <a:ext cx="68198" cy="66675"/>
            </a:xfrm>
            <a:prstGeom prst="rect">
              <a:avLst/>
            </a:prstGeom>
            <a:noFill/>
            <a:ln>
              <a:noFill/>
            </a:ln>
          </p:spPr>
        </p:pic>
        <p:pic>
          <p:nvPicPr>
            <p:cNvPr id="85" name="Google Shape;1184;p6"/>
            <p:cNvPicPr preferRelativeResize="0"/>
            <p:nvPr/>
          </p:nvPicPr>
          <p:blipFill rotWithShape="1">
            <a:blip r:embed="rId46">
              <a:alphaModFix/>
            </a:blip>
            <a:srcRect/>
            <a:stretch/>
          </p:blipFill>
          <p:spPr>
            <a:xfrm>
              <a:off x="15829154" y="1205179"/>
              <a:ext cx="88645" cy="72174"/>
            </a:xfrm>
            <a:prstGeom prst="rect">
              <a:avLst/>
            </a:prstGeom>
            <a:noFill/>
            <a:ln>
              <a:noFill/>
            </a:ln>
          </p:spPr>
        </p:pic>
        <p:pic>
          <p:nvPicPr>
            <p:cNvPr id="86" name="Google Shape;1185;p6"/>
            <p:cNvPicPr preferRelativeResize="0"/>
            <p:nvPr/>
          </p:nvPicPr>
          <p:blipFill rotWithShape="1">
            <a:blip r:embed="rId47">
              <a:alphaModFix/>
            </a:blip>
            <a:srcRect/>
            <a:stretch/>
          </p:blipFill>
          <p:spPr>
            <a:xfrm>
              <a:off x="15914241" y="1200353"/>
              <a:ext cx="12192" cy="4266"/>
            </a:xfrm>
            <a:prstGeom prst="rect">
              <a:avLst/>
            </a:prstGeom>
            <a:noFill/>
            <a:ln>
              <a:noFill/>
            </a:ln>
          </p:spPr>
        </p:pic>
        <p:pic>
          <p:nvPicPr>
            <p:cNvPr id="87" name="Google Shape;1186;p6"/>
            <p:cNvPicPr preferRelativeResize="0"/>
            <p:nvPr/>
          </p:nvPicPr>
          <p:blipFill rotWithShape="1">
            <a:blip r:embed="rId48">
              <a:alphaModFix/>
            </a:blip>
            <a:srcRect/>
            <a:stretch/>
          </p:blipFill>
          <p:spPr>
            <a:xfrm>
              <a:off x="15619221" y="1424419"/>
              <a:ext cx="68835" cy="86803"/>
            </a:xfrm>
            <a:prstGeom prst="rect">
              <a:avLst/>
            </a:prstGeom>
            <a:noFill/>
            <a:ln>
              <a:noFill/>
            </a:ln>
          </p:spPr>
        </p:pic>
        <p:pic>
          <p:nvPicPr>
            <p:cNvPr id="88" name="Google Shape;1187;p6"/>
            <p:cNvPicPr preferRelativeResize="0"/>
            <p:nvPr/>
          </p:nvPicPr>
          <p:blipFill rotWithShape="1">
            <a:blip r:embed="rId29">
              <a:alphaModFix/>
            </a:blip>
            <a:srcRect/>
            <a:stretch/>
          </p:blipFill>
          <p:spPr>
            <a:xfrm>
              <a:off x="15909036" y="1261630"/>
              <a:ext cx="1143" cy="1028"/>
            </a:xfrm>
            <a:prstGeom prst="rect">
              <a:avLst/>
            </a:prstGeom>
            <a:noFill/>
            <a:ln>
              <a:noFill/>
            </a:ln>
          </p:spPr>
        </p:pic>
        <p:pic>
          <p:nvPicPr>
            <p:cNvPr id="89" name="Google Shape;1188;p6"/>
            <p:cNvPicPr preferRelativeResize="0"/>
            <p:nvPr/>
          </p:nvPicPr>
          <p:blipFill rotWithShape="1">
            <a:blip r:embed="rId22">
              <a:alphaModFix/>
            </a:blip>
            <a:srcRect/>
            <a:stretch/>
          </p:blipFill>
          <p:spPr>
            <a:xfrm>
              <a:off x="15915894" y="1250937"/>
              <a:ext cx="9015" cy="7848"/>
            </a:xfrm>
            <a:prstGeom prst="rect">
              <a:avLst/>
            </a:prstGeom>
            <a:noFill/>
            <a:ln>
              <a:noFill/>
            </a:ln>
          </p:spPr>
        </p:pic>
        <p:pic>
          <p:nvPicPr>
            <p:cNvPr id="90" name="Google Shape;1189;p6"/>
            <p:cNvPicPr preferRelativeResize="0"/>
            <p:nvPr/>
          </p:nvPicPr>
          <p:blipFill rotWithShape="1">
            <a:blip r:embed="rId29">
              <a:alphaModFix/>
            </a:blip>
            <a:srcRect/>
            <a:stretch/>
          </p:blipFill>
          <p:spPr>
            <a:xfrm>
              <a:off x="15707866" y="1418919"/>
              <a:ext cx="2158" cy="1435"/>
            </a:xfrm>
            <a:prstGeom prst="rect">
              <a:avLst/>
            </a:prstGeom>
            <a:noFill/>
            <a:ln>
              <a:noFill/>
            </a:ln>
          </p:spPr>
        </p:pic>
        <p:pic>
          <p:nvPicPr>
            <p:cNvPr id="91" name="Google Shape;1190;p6"/>
            <p:cNvPicPr preferRelativeResize="0"/>
            <p:nvPr/>
          </p:nvPicPr>
          <p:blipFill rotWithShape="1">
            <a:blip r:embed="rId21">
              <a:alphaModFix/>
            </a:blip>
            <a:srcRect/>
            <a:stretch/>
          </p:blipFill>
          <p:spPr>
            <a:xfrm>
              <a:off x="15675355" y="1464563"/>
              <a:ext cx="12828" cy="9931"/>
            </a:xfrm>
            <a:prstGeom prst="rect">
              <a:avLst/>
            </a:prstGeom>
            <a:noFill/>
            <a:ln>
              <a:noFill/>
            </a:ln>
          </p:spPr>
        </p:pic>
        <p:pic>
          <p:nvPicPr>
            <p:cNvPr id="92" name="Google Shape;1191;p6"/>
            <p:cNvPicPr preferRelativeResize="0"/>
            <p:nvPr/>
          </p:nvPicPr>
          <p:blipFill rotWithShape="1">
            <a:blip r:embed="rId29">
              <a:alphaModFix/>
            </a:blip>
            <a:srcRect/>
            <a:stretch/>
          </p:blipFill>
          <p:spPr>
            <a:xfrm>
              <a:off x="15673703" y="1459267"/>
              <a:ext cx="634" cy="889"/>
            </a:xfrm>
            <a:prstGeom prst="rect">
              <a:avLst/>
            </a:prstGeom>
            <a:noFill/>
            <a:ln>
              <a:noFill/>
            </a:ln>
          </p:spPr>
        </p:pic>
        <p:pic>
          <p:nvPicPr>
            <p:cNvPr id="93" name="Google Shape;1192;p6"/>
            <p:cNvPicPr preferRelativeResize="0"/>
            <p:nvPr/>
          </p:nvPicPr>
          <p:blipFill rotWithShape="1">
            <a:blip r:embed="rId29">
              <a:alphaModFix/>
            </a:blip>
            <a:srcRect/>
            <a:stretch/>
          </p:blipFill>
          <p:spPr>
            <a:xfrm>
              <a:off x="15725645" y="1400136"/>
              <a:ext cx="1143" cy="1270"/>
            </a:xfrm>
            <a:prstGeom prst="rect">
              <a:avLst/>
            </a:prstGeom>
            <a:noFill/>
            <a:ln>
              <a:noFill/>
            </a:ln>
          </p:spPr>
        </p:pic>
        <p:pic>
          <p:nvPicPr>
            <p:cNvPr id="94" name="Google Shape;1193;p6"/>
            <p:cNvPicPr preferRelativeResize="0"/>
            <p:nvPr/>
          </p:nvPicPr>
          <p:blipFill rotWithShape="1">
            <a:blip r:embed="rId49">
              <a:alphaModFix/>
            </a:blip>
            <a:srcRect/>
            <a:stretch/>
          </p:blipFill>
          <p:spPr>
            <a:xfrm>
              <a:off x="15939136" y="1190789"/>
              <a:ext cx="30605" cy="35103"/>
            </a:xfrm>
            <a:prstGeom prst="rect">
              <a:avLst/>
            </a:prstGeom>
            <a:noFill/>
            <a:ln>
              <a:noFill/>
            </a:ln>
          </p:spPr>
        </p:pic>
        <p:pic>
          <p:nvPicPr>
            <p:cNvPr id="95" name="Google Shape;1194;p6"/>
            <p:cNvPicPr preferRelativeResize="0"/>
            <p:nvPr/>
          </p:nvPicPr>
          <p:blipFill rotWithShape="1">
            <a:blip r:embed="rId29">
              <a:alphaModFix/>
            </a:blip>
            <a:srcRect/>
            <a:stretch/>
          </p:blipFill>
          <p:spPr>
            <a:xfrm>
              <a:off x="15655417" y="1498753"/>
              <a:ext cx="4953" cy="8280"/>
            </a:xfrm>
            <a:prstGeom prst="rect">
              <a:avLst/>
            </a:prstGeom>
            <a:noFill/>
            <a:ln>
              <a:noFill/>
            </a:ln>
          </p:spPr>
        </p:pic>
        <p:pic>
          <p:nvPicPr>
            <p:cNvPr id="96" name="Google Shape;1195;p6"/>
            <p:cNvPicPr preferRelativeResize="0"/>
            <p:nvPr/>
          </p:nvPicPr>
          <p:blipFill rotWithShape="1">
            <a:blip r:embed="rId22">
              <a:alphaModFix/>
            </a:blip>
            <a:srcRect/>
            <a:stretch/>
          </p:blipFill>
          <p:spPr>
            <a:xfrm>
              <a:off x="15684767" y="1425714"/>
              <a:ext cx="5955" cy="2635"/>
            </a:xfrm>
            <a:prstGeom prst="rect">
              <a:avLst/>
            </a:prstGeom>
            <a:noFill/>
            <a:ln>
              <a:noFill/>
            </a:ln>
          </p:spPr>
        </p:pic>
        <p:pic>
          <p:nvPicPr>
            <p:cNvPr id="97" name="Google Shape;1196;p6"/>
            <p:cNvPicPr preferRelativeResize="0"/>
            <p:nvPr/>
          </p:nvPicPr>
          <p:blipFill rotWithShape="1">
            <a:blip r:embed="rId50">
              <a:alphaModFix/>
            </a:blip>
            <a:srcRect/>
            <a:stretch/>
          </p:blipFill>
          <p:spPr>
            <a:xfrm>
              <a:off x="15656434" y="1444103"/>
              <a:ext cx="39496" cy="47854"/>
            </a:xfrm>
            <a:prstGeom prst="rect">
              <a:avLst/>
            </a:prstGeom>
            <a:noFill/>
            <a:ln>
              <a:noFill/>
            </a:ln>
          </p:spPr>
        </p:pic>
        <p:pic>
          <p:nvPicPr>
            <p:cNvPr id="98" name="Google Shape;1197;p6"/>
            <p:cNvPicPr preferRelativeResize="0"/>
            <p:nvPr/>
          </p:nvPicPr>
          <p:blipFill rotWithShape="1">
            <a:blip r:embed="rId51">
              <a:alphaModFix/>
            </a:blip>
            <a:srcRect/>
            <a:stretch/>
          </p:blipFill>
          <p:spPr>
            <a:xfrm>
              <a:off x="15668878" y="1477454"/>
              <a:ext cx="17778" cy="6591"/>
            </a:xfrm>
            <a:prstGeom prst="rect">
              <a:avLst/>
            </a:prstGeom>
            <a:noFill/>
            <a:ln>
              <a:noFill/>
            </a:ln>
          </p:spPr>
        </p:pic>
        <p:pic>
          <p:nvPicPr>
            <p:cNvPr id="99" name="Google Shape;1198;p6"/>
            <p:cNvPicPr preferRelativeResize="0"/>
            <p:nvPr/>
          </p:nvPicPr>
          <p:blipFill rotWithShape="1">
            <a:blip r:embed="rId22">
              <a:alphaModFix/>
            </a:blip>
            <a:srcRect/>
            <a:stretch/>
          </p:blipFill>
          <p:spPr>
            <a:xfrm>
              <a:off x="15680053" y="1459573"/>
              <a:ext cx="8638" cy="4280"/>
            </a:xfrm>
            <a:prstGeom prst="rect">
              <a:avLst/>
            </a:prstGeom>
            <a:noFill/>
            <a:ln>
              <a:noFill/>
            </a:ln>
          </p:spPr>
        </p:pic>
        <p:pic>
          <p:nvPicPr>
            <p:cNvPr id="100" name="Google Shape;1199;p6"/>
            <p:cNvPicPr preferRelativeResize="0"/>
            <p:nvPr/>
          </p:nvPicPr>
          <p:blipFill rotWithShape="1">
            <a:blip r:embed="rId25">
              <a:alphaModFix/>
            </a:blip>
            <a:srcRect/>
            <a:stretch/>
          </p:blipFill>
          <p:spPr>
            <a:xfrm>
              <a:off x="15669387" y="1490953"/>
              <a:ext cx="381" cy="520"/>
            </a:xfrm>
            <a:prstGeom prst="rect">
              <a:avLst/>
            </a:prstGeom>
            <a:noFill/>
            <a:ln>
              <a:noFill/>
            </a:ln>
          </p:spPr>
        </p:pic>
        <p:pic>
          <p:nvPicPr>
            <p:cNvPr id="101" name="Google Shape;1200;p6"/>
            <p:cNvPicPr preferRelativeResize="0"/>
            <p:nvPr/>
          </p:nvPicPr>
          <p:blipFill rotWithShape="1">
            <a:blip r:embed="rId22">
              <a:alphaModFix/>
            </a:blip>
            <a:srcRect/>
            <a:stretch/>
          </p:blipFill>
          <p:spPr>
            <a:xfrm>
              <a:off x="15651606" y="1493113"/>
              <a:ext cx="5715" cy="4977"/>
            </a:xfrm>
            <a:prstGeom prst="rect">
              <a:avLst/>
            </a:prstGeom>
            <a:noFill/>
            <a:ln>
              <a:noFill/>
            </a:ln>
          </p:spPr>
        </p:pic>
        <p:pic>
          <p:nvPicPr>
            <p:cNvPr id="102" name="Google Shape;1201;p6"/>
            <p:cNvPicPr preferRelativeResize="0"/>
            <p:nvPr/>
          </p:nvPicPr>
          <p:blipFill rotWithShape="1">
            <a:blip r:embed="rId22">
              <a:alphaModFix/>
            </a:blip>
            <a:srcRect/>
            <a:stretch/>
          </p:blipFill>
          <p:spPr>
            <a:xfrm>
              <a:off x="15631794" y="1498486"/>
              <a:ext cx="6730" cy="3251"/>
            </a:xfrm>
            <a:prstGeom prst="rect">
              <a:avLst/>
            </a:prstGeom>
            <a:noFill/>
            <a:ln>
              <a:noFill/>
            </a:ln>
          </p:spPr>
        </p:pic>
        <p:pic>
          <p:nvPicPr>
            <p:cNvPr id="103" name="Google Shape;1202;p6"/>
            <p:cNvPicPr preferRelativeResize="0"/>
            <p:nvPr/>
          </p:nvPicPr>
          <p:blipFill rotWithShape="1">
            <a:blip r:embed="rId29">
              <a:alphaModFix/>
            </a:blip>
            <a:srcRect/>
            <a:stretch/>
          </p:blipFill>
          <p:spPr>
            <a:xfrm>
              <a:off x="15664187" y="1472095"/>
              <a:ext cx="1771" cy="2107"/>
            </a:xfrm>
            <a:prstGeom prst="rect">
              <a:avLst/>
            </a:prstGeom>
            <a:noFill/>
            <a:ln>
              <a:noFill/>
            </a:ln>
          </p:spPr>
        </p:pic>
        <p:pic>
          <p:nvPicPr>
            <p:cNvPr id="104" name="Google Shape;1203;p6"/>
            <p:cNvPicPr preferRelativeResize="0"/>
            <p:nvPr/>
          </p:nvPicPr>
          <p:blipFill rotWithShape="1">
            <a:blip r:embed="rId30">
              <a:alphaModFix/>
            </a:blip>
            <a:srcRect/>
            <a:stretch/>
          </p:blipFill>
          <p:spPr>
            <a:xfrm>
              <a:off x="15706091" y="1456893"/>
              <a:ext cx="506" cy="1969"/>
            </a:xfrm>
            <a:prstGeom prst="rect">
              <a:avLst/>
            </a:prstGeom>
            <a:noFill/>
            <a:ln>
              <a:noFill/>
            </a:ln>
          </p:spPr>
        </p:pic>
        <p:pic>
          <p:nvPicPr>
            <p:cNvPr id="105" name="Google Shape;1204;p6"/>
            <p:cNvPicPr preferRelativeResize="0"/>
            <p:nvPr/>
          </p:nvPicPr>
          <p:blipFill rotWithShape="1">
            <a:blip r:embed="rId26">
              <a:alphaModFix/>
            </a:blip>
            <a:srcRect/>
            <a:stretch/>
          </p:blipFill>
          <p:spPr>
            <a:xfrm>
              <a:off x="15656942" y="1470773"/>
              <a:ext cx="17016" cy="21108"/>
            </a:xfrm>
            <a:prstGeom prst="rect">
              <a:avLst/>
            </a:prstGeom>
            <a:noFill/>
            <a:ln>
              <a:noFill/>
            </a:ln>
          </p:spPr>
        </p:pic>
        <p:pic>
          <p:nvPicPr>
            <p:cNvPr id="106" name="Google Shape;1205;p6"/>
            <p:cNvPicPr preferRelativeResize="0"/>
            <p:nvPr/>
          </p:nvPicPr>
          <p:blipFill rotWithShape="1">
            <a:blip r:embed="rId29">
              <a:alphaModFix/>
            </a:blip>
            <a:srcRect/>
            <a:stretch/>
          </p:blipFill>
          <p:spPr>
            <a:xfrm>
              <a:off x="15715488" y="1411998"/>
              <a:ext cx="381" cy="444"/>
            </a:xfrm>
            <a:prstGeom prst="rect">
              <a:avLst/>
            </a:prstGeom>
            <a:noFill/>
            <a:ln>
              <a:noFill/>
            </a:ln>
          </p:spPr>
        </p:pic>
        <p:pic>
          <p:nvPicPr>
            <p:cNvPr id="107" name="Google Shape;1206;p6"/>
            <p:cNvPicPr preferRelativeResize="0"/>
            <p:nvPr/>
          </p:nvPicPr>
          <p:blipFill rotWithShape="1">
            <a:blip r:embed="rId29">
              <a:alphaModFix/>
            </a:blip>
            <a:srcRect/>
            <a:stretch/>
          </p:blipFill>
          <p:spPr>
            <a:xfrm>
              <a:off x="15712057" y="1431912"/>
              <a:ext cx="2412" cy="2946"/>
            </a:xfrm>
            <a:prstGeom prst="rect">
              <a:avLst/>
            </a:prstGeom>
            <a:noFill/>
            <a:ln>
              <a:noFill/>
            </a:ln>
          </p:spPr>
        </p:pic>
        <p:pic>
          <p:nvPicPr>
            <p:cNvPr id="108" name="Google Shape;1207;p6"/>
            <p:cNvPicPr preferRelativeResize="0"/>
            <p:nvPr/>
          </p:nvPicPr>
          <p:blipFill rotWithShape="1">
            <a:blip r:embed="rId29">
              <a:alphaModFix/>
            </a:blip>
            <a:srcRect/>
            <a:stretch/>
          </p:blipFill>
          <p:spPr>
            <a:xfrm>
              <a:off x="15675228" y="1439290"/>
              <a:ext cx="4826" cy="4927"/>
            </a:xfrm>
            <a:prstGeom prst="rect">
              <a:avLst/>
            </a:prstGeom>
            <a:noFill/>
            <a:ln>
              <a:noFill/>
            </a:ln>
          </p:spPr>
        </p:pic>
        <p:pic>
          <p:nvPicPr>
            <p:cNvPr id="109" name="Google Shape;1208;p6"/>
            <p:cNvPicPr preferRelativeResize="0"/>
            <p:nvPr/>
          </p:nvPicPr>
          <p:blipFill rotWithShape="1">
            <a:blip r:embed="rId22">
              <a:alphaModFix/>
            </a:blip>
            <a:srcRect/>
            <a:stretch/>
          </p:blipFill>
          <p:spPr>
            <a:xfrm>
              <a:off x="15727806" y="1371777"/>
              <a:ext cx="6349" cy="6616"/>
            </a:xfrm>
            <a:prstGeom prst="rect">
              <a:avLst/>
            </a:prstGeom>
            <a:noFill/>
            <a:ln>
              <a:noFill/>
            </a:ln>
          </p:spPr>
        </p:pic>
        <p:pic>
          <p:nvPicPr>
            <p:cNvPr id="110" name="Google Shape;1209;p6"/>
            <p:cNvPicPr preferRelativeResize="0"/>
            <p:nvPr/>
          </p:nvPicPr>
          <p:blipFill rotWithShape="1">
            <a:blip r:embed="rId25">
              <a:alphaModFix/>
            </a:blip>
            <a:srcRect/>
            <a:stretch/>
          </p:blipFill>
          <p:spPr>
            <a:xfrm>
              <a:off x="15649828" y="1507413"/>
              <a:ext cx="380" cy="431"/>
            </a:xfrm>
            <a:prstGeom prst="rect">
              <a:avLst/>
            </a:prstGeom>
            <a:noFill/>
            <a:ln>
              <a:noFill/>
            </a:ln>
          </p:spPr>
        </p:pic>
        <p:pic>
          <p:nvPicPr>
            <p:cNvPr id="111" name="Google Shape;1210;p6"/>
            <p:cNvPicPr preferRelativeResize="0"/>
            <p:nvPr/>
          </p:nvPicPr>
          <p:blipFill rotWithShape="1">
            <a:blip r:embed="rId52">
              <a:alphaModFix/>
            </a:blip>
            <a:srcRect/>
            <a:stretch/>
          </p:blipFill>
          <p:spPr>
            <a:xfrm>
              <a:off x="15643097" y="1430021"/>
              <a:ext cx="72643" cy="68173"/>
            </a:xfrm>
            <a:prstGeom prst="rect">
              <a:avLst/>
            </a:prstGeom>
            <a:noFill/>
            <a:ln>
              <a:noFill/>
            </a:ln>
          </p:spPr>
        </p:pic>
        <p:pic>
          <p:nvPicPr>
            <p:cNvPr id="112" name="Google Shape;1211;p6"/>
            <p:cNvPicPr preferRelativeResize="0"/>
            <p:nvPr/>
          </p:nvPicPr>
          <p:blipFill rotWithShape="1">
            <a:blip r:embed="rId53">
              <a:alphaModFix/>
            </a:blip>
            <a:srcRect/>
            <a:stretch/>
          </p:blipFill>
          <p:spPr>
            <a:xfrm>
              <a:off x="15646146" y="1421586"/>
              <a:ext cx="64895" cy="73330"/>
            </a:xfrm>
            <a:prstGeom prst="rect">
              <a:avLst/>
            </a:prstGeom>
            <a:noFill/>
            <a:ln>
              <a:noFill/>
            </a:ln>
          </p:spPr>
        </p:pic>
        <p:pic>
          <p:nvPicPr>
            <p:cNvPr id="113" name="Google Shape;1212;p6"/>
            <p:cNvPicPr preferRelativeResize="0"/>
            <p:nvPr/>
          </p:nvPicPr>
          <p:blipFill rotWithShape="1">
            <a:blip r:embed="rId29">
              <a:alphaModFix/>
            </a:blip>
            <a:srcRect/>
            <a:stretch/>
          </p:blipFill>
          <p:spPr>
            <a:xfrm>
              <a:off x="15847439" y="1259954"/>
              <a:ext cx="507" cy="431"/>
            </a:xfrm>
            <a:prstGeom prst="rect">
              <a:avLst/>
            </a:prstGeom>
            <a:noFill/>
            <a:ln>
              <a:noFill/>
            </a:ln>
          </p:spPr>
        </p:pic>
        <p:pic>
          <p:nvPicPr>
            <p:cNvPr id="114" name="Google Shape;1213;p6"/>
            <p:cNvPicPr preferRelativeResize="0"/>
            <p:nvPr/>
          </p:nvPicPr>
          <p:blipFill rotWithShape="1">
            <a:blip r:embed="rId54">
              <a:alphaModFix/>
            </a:blip>
            <a:srcRect/>
            <a:stretch/>
          </p:blipFill>
          <p:spPr>
            <a:xfrm>
              <a:off x="15867506" y="1222285"/>
              <a:ext cx="21590" cy="22937"/>
            </a:xfrm>
            <a:prstGeom prst="rect">
              <a:avLst/>
            </a:prstGeom>
            <a:noFill/>
            <a:ln>
              <a:noFill/>
            </a:ln>
          </p:spPr>
        </p:pic>
        <p:pic>
          <p:nvPicPr>
            <p:cNvPr id="115" name="Google Shape;1214;p6"/>
            <p:cNvPicPr preferRelativeResize="0"/>
            <p:nvPr/>
          </p:nvPicPr>
          <p:blipFill rotWithShape="1">
            <a:blip r:embed="rId40">
              <a:alphaModFix/>
            </a:blip>
            <a:srcRect/>
            <a:stretch/>
          </p:blipFill>
          <p:spPr>
            <a:xfrm>
              <a:off x="15671038" y="1452854"/>
              <a:ext cx="13716" cy="10451"/>
            </a:xfrm>
            <a:prstGeom prst="rect">
              <a:avLst/>
            </a:prstGeom>
            <a:noFill/>
            <a:ln>
              <a:noFill/>
            </a:ln>
          </p:spPr>
        </p:pic>
        <p:pic>
          <p:nvPicPr>
            <p:cNvPr id="116" name="Google Shape;1215;p6"/>
            <p:cNvPicPr preferRelativeResize="0"/>
            <p:nvPr/>
          </p:nvPicPr>
          <p:blipFill rotWithShape="1">
            <a:blip r:embed="rId29">
              <a:alphaModFix/>
            </a:blip>
            <a:srcRect/>
            <a:stretch/>
          </p:blipFill>
          <p:spPr>
            <a:xfrm>
              <a:off x="15720695" y="1412227"/>
              <a:ext cx="380" cy="406"/>
            </a:xfrm>
            <a:prstGeom prst="rect">
              <a:avLst/>
            </a:prstGeom>
            <a:noFill/>
            <a:ln>
              <a:noFill/>
            </a:ln>
          </p:spPr>
        </p:pic>
        <p:pic>
          <p:nvPicPr>
            <p:cNvPr id="117" name="Google Shape;1216;p6"/>
            <p:cNvPicPr preferRelativeResize="0"/>
            <p:nvPr/>
          </p:nvPicPr>
          <p:blipFill rotWithShape="1">
            <a:blip r:embed="rId40">
              <a:alphaModFix/>
            </a:blip>
            <a:srcRect/>
            <a:stretch/>
          </p:blipFill>
          <p:spPr>
            <a:xfrm>
              <a:off x="15703042" y="1453451"/>
              <a:ext cx="6824" cy="8280"/>
            </a:xfrm>
            <a:prstGeom prst="rect">
              <a:avLst/>
            </a:prstGeom>
            <a:noFill/>
            <a:ln>
              <a:noFill/>
            </a:ln>
          </p:spPr>
        </p:pic>
        <p:pic>
          <p:nvPicPr>
            <p:cNvPr id="118" name="Google Shape;1217;p6"/>
            <p:cNvPicPr preferRelativeResize="0"/>
            <p:nvPr/>
          </p:nvPicPr>
          <p:blipFill rotWithShape="1">
            <a:blip r:embed="rId29">
              <a:alphaModFix/>
            </a:blip>
            <a:srcRect/>
            <a:stretch/>
          </p:blipFill>
          <p:spPr>
            <a:xfrm>
              <a:off x="15743427" y="1388706"/>
              <a:ext cx="1779" cy="1498"/>
            </a:xfrm>
            <a:prstGeom prst="rect">
              <a:avLst/>
            </a:prstGeom>
            <a:noFill/>
            <a:ln>
              <a:noFill/>
            </a:ln>
          </p:spPr>
        </p:pic>
        <p:pic>
          <p:nvPicPr>
            <p:cNvPr id="119" name="Google Shape;1218;p6"/>
            <p:cNvPicPr preferRelativeResize="0"/>
            <p:nvPr/>
          </p:nvPicPr>
          <p:blipFill rotWithShape="1">
            <a:blip r:embed="rId29">
              <a:alphaModFix/>
            </a:blip>
            <a:srcRect/>
            <a:stretch/>
          </p:blipFill>
          <p:spPr>
            <a:xfrm>
              <a:off x="15921353" y="1232217"/>
              <a:ext cx="253" cy="254"/>
            </a:xfrm>
            <a:prstGeom prst="rect">
              <a:avLst/>
            </a:prstGeom>
            <a:noFill/>
            <a:ln>
              <a:noFill/>
            </a:ln>
          </p:spPr>
        </p:pic>
        <p:sp>
          <p:nvSpPr>
            <p:cNvPr id="120" name="Google Shape;1219;p6"/>
            <p:cNvSpPr/>
            <p:nvPr/>
          </p:nvSpPr>
          <p:spPr>
            <a:xfrm>
              <a:off x="7162076" y="957783"/>
              <a:ext cx="2740660" cy="891540"/>
            </a:xfrm>
            <a:custGeom>
              <a:avLst/>
              <a:gdLst/>
              <a:ahLst/>
              <a:cxnLst/>
              <a:rect l="l" t="t" r="r" b="b"/>
              <a:pathLst>
                <a:path w="2740659" h="891539" extrusionOk="0">
                  <a:moveTo>
                    <a:pt x="2740177" y="0"/>
                  </a:moveTo>
                  <a:lnTo>
                    <a:pt x="2283434" y="136270"/>
                  </a:lnTo>
                  <a:lnTo>
                    <a:pt x="1826691" y="0"/>
                  </a:lnTo>
                  <a:lnTo>
                    <a:pt x="1370012" y="136270"/>
                  </a:lnTo>
                  <a:lnTo>
                    <a:pt x="913333" y="0"/>
                  </a:lnTo>
                  <a:lnTo>
                    <a:pt x="456653" y="136270"/>
                  </a:lnTo>
                  <a:lnTo>
                    <a:pt x="0" y="0"/>
                  </a:lnTo>
                  <a:lnTo>
                    <a:pt x="0" y="754811"/>
                  </a:lnTo>
                  <a:lnTo>
                    <a:pt x="456653" y="891070"/>
                  </a:lnTo>
                  <a:lnTo>
                    <a:pt x="913333" y="754811"/>
                  </a:lnTo>
                  <a:lnTo>
                    <a:pt x="1370012" y="891070"/>
                  </a:lnTo>
                  <a:lnTo>
                    <a:pt x="1826691" y="754811"/>
                  </a:lnTo>
                  <a:lnTo>
                    <a:pt x="2283434" y="891070"/>
                  </a:lnTo>
                  <a:lnTo>
                    <a:pt x="2740177" y="754811"/>
                  </a:lnTo>
                  <a:lnTo>
                    <a:pt x="2740177" y="0"/>
                  </a:lnTo>
                  <a:close/>
                </a:path>
              </a:pathLst>
            </a:custGeom>
            <a:solidFill>
              <a:srgbClr val="009733">
                <a:alpha val="33725"/>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21" name="Google Shape;1220;p6"/>
            <p:cNvSpPr/>
            <p:nvPr/>
          </p:nvSpPr>
          <p:spPr>
            <a:xfrm>
              <a:off x="11862388" y="8872313"/>
              <a:ext cx="1170940" cy="881380"/>
            </a:xfrm>
            <a:custGeom>
              <a:avLst/>
              <a:gdLst/>
              <a:ahLst/>
              <a:cxnLst/>
              <a:rect l="l" t="t" r="r" b="b"/>
              <a:pathLst>
                <a:path w="1170940" h="881379" extrusionOk="0">
                  <a:moveTo>
                    <a:pt x="585291" y="0"/>
                  </a:moveTo>
                  <a:lnTo>
                    <a:pt x="0" y="881287"/>
                  </a:lnTo>
                  <a:lnTo>
                    <a:pt x="1170568" y="881287"/>
                  </a:lnTo>
                  <a:lnTo>
                    <a:pt x="585291" y="0"/>
                  </a:lnTo>
                  <a:close/>
                </a:path>
              </a:pathLst>
            </a:custGeom>
            <a:solidFill>
              <a:srgbClr val="ECB31F">
                <a:alpha val="45882"/>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22" name="Google Shape;1221;p6"/>
            <p:cNvSpPr/>
            <p:nvPr/>
          </p:nvSpPr>
          <p:spPr>
            <a:xfrm>
              <a:off x="1596999" y="903820"/>
              <a:ext cx="2660015" cy="1330325"/>
            </a:xfrm>
            <a:custGeom>
              <a:avLst/>
              <a:gdLst/>
              <a:ahLst/>
              <a:cxnLst/>
              <a:rect l="l" t="t" r="r" b="b"/>
              <a:pathLst>
                <a:path w="2660015" h="1330325" extrusionOk="0">
                  <a:moveTo>
                    <a:pt x="1330045" y="0"/>
                  </a:moveTo>
                  <a:lnTo>
                    <a:pt x="1281283" y="877"/>
                  </a:lnTo>
                  <a:lnTo>
                    <a:pt x="1232962" y="3488"/>
                  </a:lnTo>
                  <a:lnTo>
                    <a:pt x="1185115" y="7803"/>
                  </a:lnTo>
                  <a:lnTo>
                    <a:pt x="1137769" y="13793"/>
                  </a:lnTo>
                  <a:lnTo>
                    <a:pt x="1090957" y="21426"/>
                  </a:lnTo>
                  <a:lnTo>
                    <a:pt x="1044706" y="30674"/>
                  </a:lnTo>
                  <a:lnTo>
                    <a:pt x="999049" y="41506"/>
                  </a:lnTo>
                  <a:lnTo>
                    <a:pt x="954014" y="53891"/>
                  </a:lnTo>
                  <a:lnTo>
                    <a:pt x="909632" y="67801"/>
                  </a:lnTo>
                  <a:lnTo>
                    <a:pt x="865932" y="83204"/>
                  </a:lnTo>
                  <a:lnTo>
                    <a:pt x="822945" y="100071"/>
                  </a:lnTo>
                  <a:lnTo>
                    <a:pt x="780701" y="118372"/>
                  </a:lnTo>
                  <a:lnTo>
                    <a:pt x="739230" y="138077"/>
                  </a:lnTo>
                  <a:lnTo>
                    <a:pt x="698562" y="159155"/>
                  </a:lnTo>
                  <a:lnTo>
                    <a:pt x="658727" y="181577"/>
                  </a:lnTo>
                  <a:lnTo>
                    <a:pt x="619755" y="205313"/>
                  </a:lnTo>
                  <a:lnTo>
                    <a:pt x="581675" y="230332"/>
                  </a:lnTo>
                  <a:lnTo>
                    <a:pt x="544519" y="256605"/>
                  </a:lnTo>
                  <a:lnTo>
                    <a:pt x="508316" y="284101"/>
                  </a:lnTo>
                  <a:lnTo>
                    <a:pt x="473096" y="312790"/>
                  </a:lnTo>
                  <a:lnTo>
                    <a:pt x="438890" y="342643"/>
                  </a:lnTo>
                  <a:lnTo>
                    <a:pt x="405726" y="373630"/>
                  </a:lnTo>
                  <a:lnTo>
                    <a:pt x="373636" y="405720"/>
                  </a:lnTo>
                  <a:lnTo>
                    <a:pt x="342649" y="438883"/>
                  </a:lnTo>
                  <a:lnTo>
                    <a:pt x="312796" y="473089"/>
                  </a:lnTo>
                  <a:lnTo>
                    <a:pt x="284106" y="508308"/>
                  </a:lnTo>
                  <a:lnTo>
                    <a:pt x="256609" y="544511"/>
                  </a:lnTo>
                  <a:lnTo>
                    <a:pt x="230336" y="581667"/>
                  </a:lnTo>
                  <a:lnTo>
                    <a:pt x="205316" y="619746"/>
                  </a:lnTo>
                  <a:lnTo>
                    <a:pt x="181580" y="658717"/>
                  </a:lnTo>
                  <a:lnTo>
                    <a:pt x="159158" y="698552"/>
                  </a:lnTo>
                  <a:lnTo>
                    <a:pt x="138079" y="739220"/>
                  </a:lnTo>
                  <a:lnTo>
                    <a:pt x="118374" y="780691"/>
                  </a:lnTo>
                  <a:lnTo>
                    <a:pt x="100073" y="822935"/>
                  </a:lnTo>
                  <a:lnTo>
                    <a:pt x="83206" y="865921"/>
                  </a:lnTo>
                  <a:lnTo>
                    <a:pt x="67802" y="909620"/>
                  </a:lnTo>
                  <a:lnTo>
                    <a:pt x="53892" y="954002"/>
                  </a:lnTo>
                  <a:lnTo>
                    <a:pt x="41507" y="999037"/>
                  </a:lnTo>
                  <a:lnTo>
                    <a:pt x="30675" y="1044694"/>
                  </a:lnTo>
                  <a:lnTo>
                    <a:pt x="21427" y="1090944"/>
                  </a:lnTo>
                  <a:lnTo>
                    <a:pt x="13793" y="1137757"/>
                  </a:lnTo>
                  <a:lnTo>
                    <a:pt x="7804" y="1185102"/>
                  </a:lnTo>
                  <a:lnTo>
                    <a:pt x="3488" y="1232950"/>
                  </a:lnTo>
                  <a:lnTo>
                    <a:pt x="877" y="1281270"/>
                  </a:lnTo>
                  <a:lnTo>
                    <a:pt x="0" y="1330032"/>
                  </a:lnTo>
                  <a:lnTo>
                    <a:pt x="810488" y="1330032"/>
                  </a:lnTo>
                  <a:lnTo>
                    <a:pt x="812611" y="1282743"/>
                  </a:lnTo>
                  <a:lnTo>
                    <a:pt x="818859" y="1236646"/>
                  </a:lnTo>
                  <a:lnTo>
                    <a:pt x="829047" y="1191923"/>
                  </a:lnTo>
                  <a:lnTo>
                    <a:pt x="842993" y="1148758"/>
                  </a:lnTo>
                  <a:lnTo>
                    <a:pt x="860513" y="1107334"/>
                  </a:lnTo>
                  <a:lnTo>
                    <a:pt x="881423" y="1067835"/>
                  </a:lnTo>
                  <a:lnTo>
                    <a:pt x="905540" y="1030443"/>
                  </a:lnTo>
                  <a:lnTo>
                    <a:pt x="932681" y="995341"/>
                  </a:lnTo>
                  <a:lnTo>
                    <a:pt x="962663" y="962713"/>
                  </a:lnTo>
                  <a:lnTo>
                    <a:pt x="995301" y="932743"/>
                  </a:lnTo>
                  <a:lnTo>
                    <a:pt x="1030413" y="905612"/>
                  </a:lnTo>
                  <a:lnTo>
                    <a:pt x="1067815" y="881504"/>
                  </a:lnTo>
                  <a:lnTo>
                    <a:pt x="1107323" y="860603"/>
                  </a:lnTo>
                  <a:lnTo>
                    <a:pt x="1148755" y="843091"/>
                  </a:lnTo>
                  <a:lnTo>
                    <a:pt x="1191926" y="829152"/>
                  </a:lnTo>
                  <a:lnTo>
                    <a:pt x="1236654" y="818969"/>
                  </a:lnTo>
                  <a:lnTo>
                    <a:pt x="1282755" y="812725"/>
                  </a:lnTo>
                  <a:lnTo>
                    <a:pt x="1330045" y="810602"/>
                  </a:lnTo>
                  <a:lnTo>
                    <a:pt x="1377313" y="812725"/>
                  </a:lnTo>
                  <a:lnTo>
                    <a:pt x="1423395" y="818969"/>
                  </a:lnTo>
                  <a:lnTo>
                    <a:pt x="1468105" y="829152"/>
                  </a:lnTo>
                  <a:lnTo>
                    <a:pt x="1511262" y="843091"/>
                  </a:lnTo>
                  <a:lnTo>
                    <a:pt x="1552680" y="860603"/>
                  </a:lnTo>
                  <a:lnTo>
                    <a:pt x="1592177" y="881504"/>
                  </a:lnTo>
                  <a:lnTo>
                    <a:pt x="1629570" y="905612"/>
                  </a:lnTo>
                  <a:lnTo>
                    <a:pt x="1664673" y="932743"/>
                  </a:lnTo>
                  <a:lnTo>
                    <a:pt x="1697305" y="962713"/>
                  </a:lnTo>
                  <a:lnTo>
                    <a:pt x="1727282" y="995341"/>
                  </a:lnTo>
                  <a:lnTo>
                    <a:pt x="1754419" y="1030443"/>
                  </a:lnTo>
                  <a:lnTo>
                    <a:pt x="1778533" y="1067835"/>
                  </a:lnTo>
                  <a:lnTo>
                    <a:pt x="1799441" y="1107334"/>
                  </a:lnTo>
                  <a:lnTo>
                    <a:pt x="1816959" y="1148758"/>
                  </a:lnTo>
                  <a:lnTo>
                    <a:pt x="1830904" y="1191923"/>
                  </a:lnTo>
                  <a:lnTo>
                    <a:pt x="1841092" y="1236646"/>
                  </a:lnTo>
                  <a:lnTo>
                    <a:pt x="1847339" y="1282743"/>
                  </a:lnTo>
                  <a:lnTo>
                    <a:pt x="1849462" y="1330032"/>
                  </a:lnTo>
                  <a:lnTo>
                    <a:pt x="2659951" y="1330032"/>
                  </a:lnTo>
                  <a:lnTo>
                    <a:pt x="2659074" y="1281270"/>
                  </a:lnTo>
                  <a:lnTo>
                    <a:pt x="2656463" y="1232950"/>
                  </a:lnTo>
                  <a:lnTo>
                    <a:pt x="2652147" y="1185102"/>
                  </a:lnTo>
                  <a:lnTo>
                    <a:pt x="2646157" y="1137757"/>
                  </a:lnTo>
                  <a:lnTo>
                    <a:pt x="2638524" y="1090944"/>
                  </a:lnTo>
                  <a:lnTo>
                    <a:pt x="2629276" y="1044694"/>
                  </a:lnTo>
                  <a:lnTo>
                    <a:pt x="2618444" y="999037"/>
                  </a:lnTo>
                  <a:lnTo>
                    <a:pt x="2606059" y="954002"/>
                  </a:lnTo>
                  <a:lnTo>
                    <a:pt x="2592150" y="909620"/>
                  </a:lnTo>
                  <a:lnTo>
                    <a:pt x="2576746" y="865921"/>
                  </a:lnTo>
                  <a:lnTo>
                    <a:pt x="2559879" y="822935"/>
                  </a:lnTo>
                  <a:lnTo>
                    <a:pt x="2541579" y="780691"/>
                  </a:lnTo>
                  <a:lnTo>
                    <a:pt x="2521875" y="739220"/>
                  </a:lnTo>
                  <a:lnTo>
                    <a:pt x="2500797" y="698552"/>
                  </a:lnTo>
                  <a:lnTo>
                    <a:pt x="2478375" y="658717"/>
                  </a:lnTo>
                  <a:lnTo>
                    <a:pt x="2454640" y="619746"/>
                  </a:lnTo>
                  <a:lnTo>
                    <a:pt x="2429622" y="581667"/>
                  </a:lnTo>
                  <a:lnTo>
                    <a:pt x="2403350" y="544511"/>
                  </a:lnTo>
                  <a:lnTo>
                    <a:pt x="2375855" y="508308"/>
                  </a:lnTo>
                  <a:lnTo>
                    <a:pt x="2347167" y="473089"/>
                  </a:lnTo>
                  <a:lnTo>
                    <a:pt x="2317316" y="438883"/>
                  </a:lnTo>
                  <a:lnTo>
                    <a:pt x="2286331" y="405720"/>
                  </a:lnTo>
                  <a:lnTo>
                    <a:pt x="2254243" y="373630"/>
                  </a:lnTo>
                  <a:lnTo>
                    <a:pt x="2221082" y="342643"/>
                  </a:lnTo>
                  <a:lnTo>
                    <a:pt x="2186878" y="312790"/>
                  </a:lnTo>
                  <a:lnTo>
                    <a:pt x="2151661" y="284101"/>
                  </a:lnTo>
                  <a:lnTo>
                    <a:pt x="2115461" y="256605"/>
                  </a:lnTo>
                  <a:lnTo>
                    <a:pt x="2078309" y="230332"/>
                  </a:lnTo>
                  <a:lnTo>
                    <a:pt x="2040233" y="205313"/>
                  </a:lnTo>
                  <a:lnTo>
                    <a:pt x="2001265" y="181577"/>
                  </a:lnTo>
                  <a:lnTo>
                    <a:pt x="1961434" y="159155"/>
                  </a:lnTo>
                  <a:lnTo>
                    <a:pt x="1920770" y="138077"/>
                  </a:lnTo>
                  <a:lnTo>
                    <a:pt x="1879304" y="118372"/>
                  </a:lnTo>
                  <a:lnTo>
                    <a:pt x="1837065" y="100071"/>
                  </a:lnTo>
                  <a:lnTo>
                    <a:pt x="1794084" y="83204"/>
                  </a:lnTo>
                  <a:lnTo>
                    <a:pt x="1750390" y="67801"/>
                  </a:lnTo>
                  <a:lnTo>
                    <a:pt x="1706014" y="53891"/>
                  </a:lnTo>
                  <a:lnTo>
                    <a:pt x="1660986" y="41506"/>
                  </a:lnTo>
                  <a:lnTo>
                    <a:pt x="1615335" y="30674"/>
                  </a:lnTo>
                  <a:lnTo>
                    <a:pt x="1569092" y="21426"/>
                  </a:lnTo>
                  <a:lnTo>
                    <a:pt x="1522287" y="13793"/>
                  </a:lnTo>
                  <a:lnTo>
                    <a:pt x="1474949" y="7803"/>
                  </a:lnTo>
                  <a:lnTo>
                    <a:pt x="1427110" y="3488"/>
                  </a:lnTo>
                  <a:lnTo>
                    <a:pt x="1378799" y="877"/>
                  </a:lnTo>
                  <a:lnTo>
                    <a:pt x="1330045" y="0"/>
                  </a:lnTo>
                  <a:close/>
                </a:path>
              </a:pathLst>
            </a:custGeom>
            <a:solidFill>
              <a:srgbClr val="E3702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23" name="Google Shape;1222;p6"/>
            <p:cNvSpPr/>
            <p:nvPr/>
          </p:nvSpPr>
          <p:spPr>
            <a:xfrm>
              <a:off x="5283504" y="9293704"/>
              <a:ext cx="1797050" cy="460375"/>
            </a:xfrm>
            <a:custGeom>
              <a:avLst/>
              <a:gdLst/>
              <a:ahLst/>
              <a:cxnLst/>
              <a:rect l="l" t="t" r="r" b="b"/>
              <a:pathLst>
                <a:path w="1797050" h="460375" extrusionOk="0">
                  <a:moveTo>
                    <a:pt x="927000" y="0"/>
                  </a:moveTo>
                  <a:lnTo>
                    <a:pt x="869668" y="0"/>
                  </a:lnTo>
                  <a:lnTo>
                    <a:pt x="812440" y="830"/>
                  </a:lnTo>
                  <a:lnTo>
                    <a:pt x="755523" y="2490"/>
                  </a:lnTo>
                  <a:lnTo>
                    <a:pt x="699126" y="4980"/>
                  </a:lnTo>
                  <a:lnTo>
                    <a:pt x="643455" y="8300"/>
                  </a:lnTo>
                  <a:lnTo>
                    <a:pt x="588719" y="12451"/>
                  </a:lnTo>
                  <a:lnTo>
                    <a:pt x="535125" y="17431"/>
                  </a:lnTo>
                  <a:lnTo>
                    <a:pt x="482881" y="23242"/>
                  </a:lnTo>
                  <a:lnTo>
                    <a:pt x="432195" y="29883"/>
                  </a:lnTo>
                  <a:lnTo>
                    <a:pt x="383273" y="37354"/>
                  </a:lnTo>
                  <a:lnTo>
                    <a:pt x="336324" y="45655"/>
                  </a:lnTo>
                  <a:lnTo>
                    <a:pt x="291556" y="54786"/>
                  </a:lnTo>
                  <a:lnTo>
                    <a:pt x="249176" y="64747"/>
                  </a:lnTo>
                  <a:lnTo>
                    <a:pt x="209391" y="75538"/>
                  </a:lnTo>
                  <a:lnTo>
                    <a:pt x="172410" y="87159"/>
                  </a:lnTo>
                  <a:lnTo>
                    <a:pt x="107689" y="112892"/>
                  </a:lnTo>
                  <a:lnTo>
                    <a:pt x="56674" y="141946"/>
                  </a:lnTo>
                  <a:lnTo>
                    <a:pt x="21025" y="174319"/>
                  </a:lnTo>
                  <a:lnTo>
                    <a:pt x="2405" y="210013"/>
                  </a:lnTo>
                  <a:lnTo>
                    <a:pt x="0" y="229104"/>
                  </a:lnTo>
                  <a:lnTo>
                    <a:pt x="0" y="459895"/>
                  </a:lnTo>
                  <a:lnTo>
                    <a:pt x="1796668" y="459895"/>
                  </a:lnTo>
                  <a:lnTo>
                    <a:pt x="1796668" y="229104"/>
                  </a:lnTo>
                  <a:lnTo>
                    <a:pt x="1787185" y="191751"/>
                  </a:lnTo>
                  <a:lnTo>
                    <a:pt x="1759843" y="157717"/>
                  </a:lnTo>
                  <a:lnTo>
                    <a:pt x="1716303" y="127004"/>
                  </a:lnTo>
                  <a:lnTo>
                    <a:pt x="1658227" y="99611"/>
                  </a:lnTo>
                  <a:lnTo>
                    <a:pt x="1587276" y="75538"/>
                  </a:lnTo>
                  <a:lnTo>
                    <a:pt x="1547492" y="64747"/>
                  </a:lnTo>
                  <a:lnTo>
                    <a:pt x="1505112" y="54786"/>
                  </a:lnTo>
                  <a:lnTo>
                    <a:pt x="1460343" y="45655"/>
                  </a:lnTo>
                  <a:lnTo>
                    <a:pt x="1413395" y="37354"/>
                  </a:lnTo>
                  <a:lnTo>
                    <a:pt x="1364473" y="29883"/>
                  </a:lnTo>
                  <a:lnTo>
                    <a:pt x="1313786" y="23242"/>
                  </a:lnTo>
                  <a:lnTo>
                    <a:pt x="1261542" y="17431"/>
                  </a:lnTo>
                  <a:lnTo>
                    <a:pt x="1207948" y="12451"/>
                  </a:lnTo>
                  <a:lnTo>
                    <a:pt x="1153212" y="8300"/>
                  </a:lnTo>
                  <a:lnTo>
                    <a:pt x="1097542" y="4980"/>
                  </a:lnTo>
                  <a:lnTo>
                    <a:pt x="1041144" y="2490"/>
                  </a:lnTo>
                  <a:lnTo>
                    <a:pt x="984228" y="830"/>
                  </a:lnTo>
                  <a:lnTo>
                    <a:pt x="927000" y="0"/>
                  </a:lnTo>
                  <a:close/>
                </a:path>
              </a:pathLst>
            </a:custGeom>
            <a:solidFill>
              <a:srgbClr val="793B88">
                <a:alpha val="13725"/>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24" name="Google Shape;1223;p6"/>
            <p:cNvSpPr/>
            <p:nvPr/>
          </p:nvSpPr>
          <p:spPr>
            <a:xfrm>
              <a:off x="15539999" y="7605077"/>
              <a:ext cx="1143635" cy="1143635"/>
            </a:xfrm>
            <a:custGeom>
              <a:avLst/>
              <a:gdLst/>
              <a:ahLst/>
              <a:cxnLst/>
              <a:rect l="l" t="t" r="r" b="b"/>
              <a:pathLst>
                <a:path w="1143634" h="1143634" extrusionOk="0">
                  <a:moveTo>
                    <a:pt x="571614" y="0"/>
                  </a:moveTo>
                  <a:lnTo>
                    <a:pt x="524732" y="1894"/>
                  </a:lnTo>
                  <a:lnTo>
                    <a:pt x="478894" y="7481"/>
                  </a:lnTo>
                  <a:lnTo>
                    <a:pt x="434247" y="16613"/>
                  </a:lnTo>
                  <a:lnTo>
                    <a:pt x="390938" y="29142"/>
                  </a:lnTo>
                  <a:lnTo>
                    <a:pt x="349115" y="44921"/>
                  </a:lnTo>
                  <a:lnTo>
                    <a:pt x="308923" y="63804"/>
                  </a:lnTo>
                  <a:lnTo>
                    <a:pt x="270511" y="85643"/>
                  </a:lnTo>
                  <a:lnTo>
                    <a:pt x="234025" y="110291"/>
                  </a:lnTo>
                  <a:lnTo>
                    <a:pt x="199612" y="137601"/>
                  </a:lnTo>
                  <a:lnTo>
                    <a:pt x="167420" y="167425"/>
                  </a:lnTo>
                  <a:lnTo>
                    <a:pt x="137596" y="199617"/>
                  </a:lnTo>
                  <a:lnTo>
                    <a:pt x="110287" y="234030"/>
                  </a:lnTo>
                  <a:lnTo>
                    <a:pt x="85640" y="270516"/>
                  </a:lnTo>
                  <a:lnTo>
                    <a:pt x="63802" y="308929"/>
                  </a:lnTo>
                  <a:lnTo>
                    <a:pt x="44919" y="349120"/>
                  </a:lnTo>
                  <a:lnTo>
                    <a:pt x="29141" y="390943"/>
                  </a:lnTo>
                  <a:lnTo>
                    <a:pt x="16612" y="434252"/>
                  </a:lnTo>
                  <a:lnTo>
                    <a:pt x="7481" y="478897"/>
                  </a:lnTo>
                  <a:lnTo>
                    <a:pt x="1894" y="524734"/>
                  </a:lnTo>
                  <a:lnTo>
                    <a:pt x="0" y="571614"/>
                  </a:lnTo>
                  <a:lnTo>
                    <a:pt x="1894" y="618494"/>
                  </a:lnTo>
                  <a:lnTo>
                    <a:pt x="7481" y="664330"/>
                  </a:lnTo>
                  <a:lnTo>
                    <a:pt x="16612" y="708976"/>
                  </a:lnTo>
                  <a:lnTo>
                    <a:pt x="29141" y="752284"/>
                  </a:lnTo>
                  <a:lnTo>
                    <a:pt x="44919" y="794108"/>
                  </a:lnTo>
                  <a:lnTo>
                    <a:pt x="63802" y="834299"/>
                  </a:lnTo>
                  <a:lnTo>
                    <a:pt x="85640" y="872711"/>
                  </a:lnTo>
                  <a:lnTo>
                    <a:pt x="110287" y="909197"/>
                  </a:lnTo>
                  <a:lnTo>
                    <a:pt x="137596" y="943610"/>
                  </a:lnTo>
                  <a:lnTo>
                    <a:pt x="167420" y="975802"/>
                  </a:lnTo>
                  <a:lnTo>
                    <a:pt x="199612" y="1005627"/>
                  </a:lnTo>
                  <a:lnTo>
                    <a:pt x="234025" y="1032937"/>
                  </a:lnTo>
                  <a:lnTo>
                    <a:pt x="270511" y="1057585"/>
                  </a:lnTo>
                  <a:lnTo>
                    <a:pt x="308923" y="1079424"/>
                  </a:lnTo>
                  <a:lnTo>
                    <a:pt x="349115" y="1098306"/>
                  </a:lnTo>
                  <a:lnTo>
                    <a:pt x="390938" y="1114086"/>
                  </a:lnTo>
                  <a:lnTo>
                    <a:pt x="434247" y="1126615"/>
                  </a:lnTo>
                  <a:lnTo>
                    <a:pt x="478894" y="1135746"/>
                  </a:lnTo>
                  <a:lnTo>
                    <a:pt x="524732" y="1141333"/>
                  </a:lnTo>
                  <a:lnTo>
                    <a:pt x="571614" y="1143228"/>
                  </a:lnTo>
                  <a:lnTo>
                    <a:pt x="618495" y="1141333"/>
                  </a:lnTo>
                  <a:lnTo>
                    <a:pt x="664333" y="1135746"/>
                  </a:lnTo>
                  <a:lnTo>
                    <a:pt x="708980" y="1126615"/>
                  </a:lnTo>
                  <a:lnTo>
                    <a:pt x="752289" y="1114086"/>
                  </a:lnTo>
                  <a:lnTo>
                    <a:pt x="794113" y="1098306"/>
                  </a:lnTo>
                  <a:lnTo>
                    <a:pt x="834305" y="1079424"/>
                  </a:lnTo>
                  <a:lnTo>
                    <a:pt x="872717" y="1057585"/>
                  </a:lnTo>
                  <a:lnTo>
                    <a:pt x="909203" y="1032937"/>
                  </a:lnTo>
                  <a:lnTo>
                    <a:pt x="943615" y="1005627"/>
                  </a:lnTo>
                  <a:lnTo>
                    <a:pt x="975807" y="975802"/>
                  </a:lnTo>
                  <a:lnTo>
                    <a:pt x="1005631" y="943610"/>
                  </a:lnTo>
                  <a:lnTo>
                    <a:pt x="1032940" y="909197"/>
                  </a:lnTo>
                  <a:lnTo>
                    <a:pt x="1057588" y="872711"/>
                  </a:lnTo>
                  <a:lnTo>
                    <a:pt x="1079426" y="834299"/>
                  </a:lnTo>
                  <a:lnTo>
                    <a:pt x="1098308" y="794108"/>
                  </a:lnTo>
                  <a:lnTo>
                    <a:pt x="1114087" y="752284"/>
                  </a:lnTo>
                  <a:lnTo>
                    <a:pt x="1126616" y="708976"/>
                  </a:lnTo>
                  <a:lnTo>
                    <a:pt x="1135747" y="664330"/>
                  </a:lnTo>
                  <a:lnTo>
                    <a:pt x="1141333" y="618494"/>
                  </a:lnTo>
                  <a:lnTo>
                    <a:pt x="1143228" y="571614"/>
                  </a:lnTo>
                  <a:lnTo>
                    <a:pt x="1141333" y="524734"/>
                  </a:lnTo>
                  <a:lnTo>
                    <a:pt x="1135747" y="478897"/>
                  </a:lnTo>
                  <a:lnTo>
                    <a:pt x="1126616" y="434252"/>
                  </a:lnTo>
                  <a:lnTo>
                    <a:pt x="1114087" y="390943"/>
                  </a:lnTo>
                  <a:lnTo>
                    <a:pt x="1098308" y="349120"/>
                  </a:lnTo>
                  <a:lnTo>
                    <a:pt x="1079426" y="308929"/>
                  </a:lnTo>
                  <a:lnTo>
                    <a:pt x="1057588" y="270516"/>
                  </a:lnTo>
                  <a:lnTo>
                    <a:pt x="1032940" y="234030"/>
                  </a:lnTo>
                  <a:lnTo>
                    <a:pt x="1005631" y="199617"/>
                  </a:lnTo>
                  <a:lnTo>
                    <a:pt x="975807" y="167425"/>
                  </a:lnTo>
                  <a:lnTo>
                    <a:pt x="943615" y="137601"/>
                  </a:lnTo>
                  <a:lnTo>
                    <a:pt x="909203" y="110291"/>
                  </a:lnTo>
                  <a:lnTo>
                    <a:pt x="872717" y="85643"/>
                  </a:lnTo>
                  <a:lnTo>
                    <a:pt x="834305" y="63804"/>
                  </a:lnTo>
                  <a:lnTo>
                    <a:pt x="794113" y="44921"/>
                  </a:lnTo>
                  <a:lnTo>
                    <a:pt x="752289" y="29142"/>
                  </a:lnTo>
                  <a:lnTo>
                    <a:pt x="708980" y="16613"/>
                  </a:lnTo>
                  <a:lnTo>
                    <a:pt x="664333" y="7481"/>
                  </a:lnTo>
                  <a:lnTo>
                    <a:pt x="618495" y="1894"/>
                  </a:lnTo>
                  <a:lnTo>
                    <a:pt x="571614" y="0"/>
                  </a:lnTo>
                  <a:close/>
                </a:path>
              </a:pathLst>
            </a:custGeom>
            <a:solidFill>
              <a:srgbClr val="315CA4">
                <a:alpha val="23921"/>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grpSp>
      <p:grpSp>
        <p:nvGrpSpPr>
          <p:cNvPr id="5426" name="Google Shape;5426;p343"/>
          <p:cNvGrpSpPr/>
          <p:nvPr/>
        </p:nvGrpSpPr>
        <p:grpSpPr>
          <a:xfrm>
            <a:off x="1315844" y="1038922"/>
            <a:ext cx="4780156" cy="4780156"/>
            <a:chOff x="4161264" y="1076093"/>
            <a:chExt cx="4780156" cy="4780156"/>
          </a:xfrm>
        </p:grpSpPr>
        <p:sp>
          <p:nvSpPr>
            <p:cNvPr id="5427" name="Google Shape;5427;p343"/>
            <p:cNvSpPr/>
            <p:nvPr/>
          </p:nvSpPr>
          <p:spPr>
            <a:xfrm>
              <a:off x="4161264" y="1076093"/>
              <a:ext cx="4780156" cy="478015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5428" name="Google Shape;5428;p343" descr="Imagen que contiene texto&#10;&#10;Descripción generada automáticamente"/>
            <p:cNvPicPr preferRelativeResize="0"/>
            <p:nvPr/>
          </p:nvPicPr>
          <p:blipFill rotWithShape="1">
            <a:blip r:embed="rId55">
              <a:alphaModFix/>
            </a:blip>
            <a:srcRect r="-337" b="3051"/>
            <a:stretch/>
          </p:blipFill>
          <p:spPr>
            <a:xfrm>
              <a:off x="4389865" y="1379035"/>
              <a:ext cx="4304377" cy="4164925"/>
            </a:xfrm>
            <a:prstGeom prst="rect">
              <a:avLst/>
            </a:prstGeom>
            <a:noFill/>
            <a:ln w="57150" cap="flat" cmpd="sng">
              <a:solidFill>
                <a:schemeClr val="lt1"/>
              </a:solidFill>
              <a:prstDash val="solid"/>
              <a:round/>
              <a:headEnd type="none" w="sm" len="sm"/>
              <a:tailEnd type="none" w="sm" len="sm"/>
            </a:ln>
          </p:spPr>
        </p:pic>
      </p:grpSp>
      <p:sp>
        <p:nvSpPr>
          <p:cNvPr id="5429" name="Google Shape;5429;p343"/>
          <p:cNvSpPr txBox="1"/>
          <p:nvPr/>
        </p:nvSpPr>
        <p:spPr>
          <a:xfrm>
            <a:off x="6184666" y="1166863"/>
            <a:ext cx="5470521" cy="4524275"/>
          </a:xfrm>
          <a:prstGeom prst="rect">
            <a:avLst/>
          </a:prstGeom>
          <a:noFill/>
          <a:ln>
            <a:noFill/>
          </a:ln>
        </p:spPr>
        <p:txBody>
          <a:bodyPr spcFirstLastPara="1" wrap="square" lIns="91425" tIns="45700" rIns="91425" bIns="45700" anchor="ctr" anchorCtr="0">
            <a:spAutoFit/>
          </a:bodyPr>
          <a:lstStyle/>
          <a:p>
            <a:pPr marL="0" marR="0" lvl="0" indent="0" algn="just" rtl="0">
              <a:lnSpc>
                <a:spcPct val="100000"/>
              </a:lnSpc>
              <a:spcBef>
                <a:spcPts val="0"/>
              </a:spcBef>
              <a:spcAft>
                <a:spcPts val="0"/>
              </a:spcAft>
              <a:buClr>
                <a:srgbClr val="000000"/>
              </a:buClr>
              <a:buSzPts val="2000"/>
              <a:buFont typeface="Arial"/>
              <a:buNone/>
            </a:pPr>
            <a:r>
              <a:rPr lang="es-ES" sz="1800" b="0" i="0" u="none" strike="noStrike" cap="none" dirty="0">
                <a:solidFill>
                  <a:schemeClr val="tx1"/>
                </a:solidFill>
                <a:latin typeface="Gotham Rounded" pitchFamily="50" charset="0"/>
                <a:sym typeface="Arial"/>
              </a:rPr>
              <a:t>Muy bien, si llegaron hasta aquí es porque son muy valientes, </a:t>
            </a:r>
            <a:r>
              <a:rPr lang="es-ES" sz="1800" b="0" i="0" u="none" strike="noStrike" cap="none" dirty="0" err="1">
                <a:solidFill>
                  <a:schemeClr val="tx1"/>
                </a:solidFill>
                <a:latin typeface="Gotham Rounded" pitchFamily="50" charset="0"/>
                <a:sym typeface="Arial"/>
              </a:rPr>
              <a:t>resilientes</a:t>
            </a:r>
            <a:r>
              <a:rPr lang="es-ES" sz="1800" b="0" i="0" u="none" strike="noStrike" cap="none" dirty="0">
                <a:solidFill>
                  <a:schemeClr val="tx1"/>
                </a:solidFill>
                <a:latin typeface="Gotham Rounded" pitchFamily="50" charset="0"/>
                <a:sym typeface="Arial"/>
              </a:rPr>
              <a:t> y tienen una curiosidad increíble :)</a:t>
            </a:r>
            <a:endParaRPr sz="1800" b="0" i="0" u="none" strike="noStrike" cap="none" dirty="0">
              <a:solidFill>
                <a:schemeClr val="tx1"/>
              </a:solidFill>
              <a:latin typeface="Gotham Rounded" pitchFamily="50" charset="0"/>
              <a:sym typeface="Arial"/>
            </a:endParaRPr>
          </a:p>
          <a:p>
            <a:pPr marL="0" marR="0" lvl="0" indent="0" algn="just" rtl="0">
              <a:lnSpc>
                <a:spcPct val="100000"/>
              </a:lnSpc>
              <a:spcBef>
                <a:spcPts val="0"/>
              </a:spcBef>
              <a:spcAft>
                <a:spcPts val="0"/>
              </a:spcAft>
              <a:buClr>
                <a:srgbClr val="000000"/>
              </a:buClr>
              <a:buSzPts val="2000"/>
              <a:buFont typeface="Arial"/>
              <a:buNone/>
            </a:pPr>
            <a:endParaRPr sz="1800" b="0" i="0" u="none" strike="noStrike" cap="none" dirty="0">
              <a:solidFill>
                <a:schemeClr val="tx1"/>
              </a:solidFill>
              <a:latin typeface="Gotham Rounded" pitchFamily="50" charset="0"/>
              <a:sym typeface="Arial"/>
            </a:endParaRPr>
          </a:p>
          <a:p>
            <a:pPr marL="0" marR="0" lvl="0" indent="0" algn="just" rtl="0">
              <a:lnSpc>
                <a:spcPct val="100000"/>
              </a:lnSpc>
              <a:spcBef>
                <a:spcPts val="0"/>
              </a:spcBef>
              <a:spcAft>
                <a:spcPts val="0"/>
              </a:spcAft>
              <a:buClr>
                <a:srgbClr val="000000"/>
              </a:buClr>
              <a:buSzPts val="2000"/>
              <a:buFont typeface="Arial"/>
              <a:buNone/>
            </a:pPr>
            <a:r>
              <a:rPr lang="es-ES" sz="1800" b="0" i="0" u="none" strike="noStrike" cap="none" dirty="0">
                <a:solidFill>
                  <a:schemeClr val="tx1"/>
                </a:solidFill>
                <a:latin typeface="Gotham Rounded" pitchFamily="50" charset="0"/>
                <a:sym typeface="Arial"/>
              </a:rPr>
              <a:t>Les recomendamos que continúen su aprendizaje en este sitio.</a:t>
            </a:r>
            <a:endParaRPr sz="1200" b="0" i="0" u="none" strike="noStrike" cap="none" dirty="0">
              <a:solidFill>
                <a:schemeClr val="tx1"/>
              </a:solidFill>
              <a:latin typeface="Gotham Rounded" pitchFamily="50" charset="0"/>
              <a:sym typeface="Arial"/>
            </a:endParaRPr>
          </a:p>
          <a:p>
            <a:pPr marL="0" marR="0" lvl="0" indent="0" algn="just" rtl="0">
              <a:lnSpc>
                <a:spcPct val="100000"/>
              </a:lnSpc>
              <a:spcBef>
                <a:spcPts val="0"/>
              </a:spcBef>
              <a:spcAft>
                <a:spcPts val="0"/>
              </a:spcAft>
              <a:buClr>
                <a:srgbClr val="000000"/>
              </a:buClr>
              <a:buSzPts val="2000"/>
              <a:buFont typeface="Arial"/>
              <a:buNone/>
            </a:pPr>
            <a:endParaRPr sz="1800" b="0" i="0" u="none" strike="noStrike" cap="none" dirty="0">
              <a:solidFill>
                <a:schemeClr val="tx1"/>
              </a:solidFill>
              <a:latin typeface="Gotham Rounded" pitchFamily="50" charset="0"/>
              <a:sym typeface="Arial"/>
            </a:endParaRPr>
          </a:p>
          <a:p>
            <a:pPr marL="0" marR="0" lvl="0" indent="0" algn="just" rtl="0">
              <a:lnSpc>
                <a:spcPct val="100000"/>
              </a:lnSpc>
              <a:spcBef>
                <a:spcPts val="0"/>
              </a:spcBef>
              <a:spcAft>
                <a:spcPts val="0"/>
              </a:spcAft>
              <a:buClr>
                <a:srgbClr val="000000"/>
              </a:buClr>
              <a:buSzPts val="2000"/>
              <a:buFont typeface="Arial"/>
              <a:buNone/>
            </a:pPr>
            <a:r>
              <a:rPr lang="es-ES" sz="1800" b="1" i="0" u="sng" strike="noStrike" cap="none" dirty="0">
                <a:solidFill>
                  <a:schemeClr val="tx1"/>
                </a:solidFill>
                <a:latin typeface="Gotham Rounded" pitchFamily="50" charset="0"/>
                <a:sym typeface="Arial"/>
                <a:hlinkClick r:id="rId5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https://www.w3schools.com/js/default.asp</a:t>
            </a:r>
            <a:endParaRPr sz="1800" b="1" i="0" u="none" strike="noStrike" cap="none" dirty="0">
              <a:solidFill>
                <a:schemeClr val="tx1"/>
              </a:solidFill>
              <a:latin typeface="Gotham Rounded" pitchFamily="50" charset="0"/>
              <a:sym typeface="Arial"/>
            </a:endParaRPr>
          </a:p>
          <a:p>
            <a:pPr marL="0" marR="0" lvl="0" indent="0" algn="just" rtl="0">
              <a:lnSpc>
                <a:spcPct val="100000"/>
              </a:lnSpc>
              <a:spcBef>
                <a:spcPts val="0"/>
              </a:spcBef>
              <a:spcAft>
                <a:spcPts val="0"/>
              </a:spcAft>
              <a:buClr>
                <a:srgbClr val="000000"/>
              </a:buClr>
              <a:buSzPts val="2000"/>
              <a:buFont typeface="Arial"/>
              <a:buNone/>
            </a:pPr>
            <a:endParaRPr sz="1800" b="0" i="0" u="none" strike="noStrike" cap="none" dirty="0">
              <a:solidFill>
                <a:schemeClr val="tx1"/>
              </a:solidFill>
              <a:latin typeface="Gotham Rounded" pitchFamily="50" charset="0"/>
              <a:sym typeface="Arial"/>
            </a:endParaRPr>
          </a:p>
          <a:p>
            <a:pPr marL="0" marR="0" lvl="0" indent="0" algn="just" rtl="0">
              <a:lnSpc>
                <a:spcPct val="100000"/>
              </a:lnSpc>
              <a:spcBef>
                <a:spcPts val="0"/>
              </a:spcBef>
              <a:spcAft>
                <a:spcPts val="0"/>
              </a:spcAft>
              <a:buClr>
                <a:srgbClr val="000000"/>
              </a:buClr>
              <a:buSzPts val="2000"/>
              <a:buFont typeface="Arial"/>
              <a:buNone/>
            </a:pPr>
            <a:r>
              <a:rPr lang="es-ES" sz="1800" b="0" i="0" u="none" strike="noStrike" cap="none" dirty="0">
                <a:solidFill>
                  <a:schemeClr val="tx1"/>
                </a:solidFill>
                <a:latin typeface="Gotham Rounded" pitchFamily="50" charset="0"/>
                <a:sym typeface="Arial"/>
              </a:rPr>
              <a:t>Está en inglés, pero pueden usar un traductor para pasarlo a Español sin problemas.</a:t>
            </a:r>
            <a:endParaRPr sz="1200" b="0" i="0" u="none" strike="noStrike" cap="none" dirty="0">
              <a:solidFill>
                <a:schemeClr val="tx1"/>
              </a:solidFill>
              <a:latin typeface="Gotham Rounded" pitchFamily="50" charset="0"/>
              <a:sym typeface="Arial"/>
            </a:endParaRPr>
          </a:p>
          <a:p>
            <a:pPr marL="0" marR="0" lvl="0" indent="0" algn="just" rtl="0">
              <a:lnSpc>
                <a:spcPct val="100000"/>
              </a:lnSpc>
              <a:spcBef>
                <a:spcPts val="0"/>
              </a:spcBef>
              <a:spcAft>
                <a:spcPts val="0"/>
              </a:spcAft>
              <a:buClr>
                <a:srgbClr val="000000"/>
              </a:buClr>
              <a:buSzPts val="2000"/>
              <a:buFont typeface="Arial"/>
              <a:buNone/>
            </a:pPr>
            <a:endParaRPr sz="1800" b="0" i="0" u="none" strike="noStrike" cap="none" dirty="0">
              <a:solidFill>
                <a:schemeClr val="tx1"/>
              </a:solidFill>
              <a:latin typeface="Gotham Rounded" pitchFamily="50" charset="0"/>
              <a:sym typeface="Arial"/>
            </a:endParaRPr>
          </a:p>
          <a:p>
            <a:pPr marL="0" marR="0" lvl="0" indent="0" algn="just" rtl="0">
              <a:lnSpc>
                <a:spcPct val="100000"/>
              </a:lnSpc>
              <a:spcBef>
                <a:spcPts val="0"/>
              </a:spcBef>
              <a:spcAft>
                <a:spcPts val="0"/>
              </a:spcAft>
              <a:buClr>
                <a:srgbClr val="000000"/>
              </a:buClr>
              <a:buSzPts val="2000"/>
              <a:buFont typeface="Arial"/>
              <a:buNone/>
            </a:pPr>
            <a:r>
              <a:rPr lang="es-ES" sz="1800" b="0" i="0" u="none" strike="noStrike" cap="none" dirty="0">
                <a:solidFill>
                  <a:schemeClr val="tx1"/>
                </a:solidFill>
                <a:latin typeface="Gotham Rounded" pitchFamily="50" charset="0"/>
                <a:sym typeface="Arial"/>
              </a:rPr>
              <a:t>En este sitio podrán repasar y aprender mucho más sobre JavaScript. Mucha suerte y nuevamente felicitaciones, dieron ya un GRAN paso en el mundo del desarrollo web :)</a:t>
            </a:r>
            <a:endParaRPr sz="1600" b="0" i="0" u="none" strike="noStrike" cap="none" dirty="0">
              <a:solidFill>
                <a:schemeClr val="tx1"/>
              </a:solidFill>
              <a:latin typeface="Gotham Rounded" pitchFamily="50" charset="0"/>
              <a:sym typeface="Arial"/>
            </a:endParaRPr>
          </a:p>
        </p:txBody>
      </p:sp>
    </p:spTree>
  </p:cSld>
  <p:clrMapOvr>
    <a:masterClrMapping/>
  </p:clrMapOvr>
  <p:timing>
    <p:tnLst>
      <p:par>
        <p:cTn id="1" dur="indefinite" restart="never" nodeType="tmRoot"/>
      </p:par>
    </p:tnLst>
  </p:timing>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Shape 5434"/>
        <p:cNvGrpSpPr/>
        <p:nvPr/>
      </p:nvGrpSpPr>
      <p:grpSpPr>
        <a:xfrm>
          <a:off x="0" y="0"/>
          <a:ext cx="0" cy="0"/>
          <a:chOff x="0" y="0"/>
          <a:chExt cx="0" cy="0"/>
        </a:xfrm>
      </p:grpSpPr>
      <p:sp>
        <p:nvSpPr>
          <p:cNvPr id="5435" name="Google Shape;5435;p344"/>
          <p:cNvSpPr/>
          <p:nvPr/>
        </p:nvSpPr>
        <p:spPr>
          <a:xfrm>
            <a:off x="567222" y="1109977"/>
            <a:ext cx="11170787" cy="4676687"/>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ES" sz="2400" b="0" i="0" u="none" strike="noStrike" cap="none" dirty="0">
                <a:solidFill>
                  <a:schemeClr val="lt1"/>
                </a:solidFill>
                <a:latin typeface="Arial"/>
                <a:ea typeface="Arial"/>
                <a:cs typeface="Arial"/>
                <a:sym typeface="Arial"/>
              </a:rPr>
              <a:t>- Rutina de cierre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5400"/>
              <a:buFont typeface="Arial"/>
              <a:buNone/>
            </a:pPr>
            <a:r>
              <a:rPr lang="es-ES" sz="4400" b="1" i="0" u="none" strike="noStrike" cap="none" dirty="0">
                <a:solidFill>
                  <a:schemeClr val="tx1"/>
                </a:solidFill>
                <a:latin typeface="Gotham Rounded" pitchFamily="50" charset="0"/>
                <a:sym typeface="Arial"/>
              </a:rPr>
              <a:t>Reflexionar sobre el aprendizaje</a:t>
            </a:r>
            <a:endParaRPr sz="11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800"/>
              <a:buFont typeface="Arial"/>
              <a:buNone/>
            </a:pPr>
            <a:r>
              <a:rPr lang="es-ES" sz="2000" b="0" i="0" u="none" strike="noStrike" cap="none" dirty="0">
                <a:solidFill>
                  <a:schemeClr val="tx1"/>
                </a:solidFill>
                <a:latin typeface="Gotham Rounded" pitchFamily="50" charset="0"/>
                <a:sym typeface="Arial"/>
              </a:rPr>
              <a:t/>
            </a:r>
            <a:br>
              <a:rPr lang="es-ES" sz="2000" b="0" i="0" u="none" strike="noStrike" cap="none" dirty="0">
                <a:solidFill>
                  <a:schemeClr val="tx1"/>
                </a:solidFill>
                <a:latin typeface="Gotham Rounded" pitchFamily="50" charset="0"/>
                <a:sym typeface="Arial"/>
              </a:rPr>
            </a:br>
            <a:r>
              <a:rPr lang="es-ES" sz="2000" b="0" i="0" u="none" strike="noStrike" cap="none" dirty="0">
                <a:solidFill>
                  <a:schemeClr val="tx1"/>
                </a:solidFill>
                <a:latin typeface="Gotham Rounded" pitchFamily="50" charset="0"/>
                <a:sym typeface="Arial"/>
              </a:rPr>
              <a:t>Les proponemos que, una vez finalizada la clase, reflexionen sobre las siguientes preguntas.</a:t>
            </a:r>
            <a:endParaRPr sz="48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800"/>
              <a:buFont typeface="Arial"/>
              <a:buNone/>
            </a:pPr>
            <a:endParaRPr sz="20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800"/>
              <a:buFont typeface="Arial"/>
              <a:buNone/>
            </a:pPr>
            <a:endParaRPr sz="20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800"/>
              <a:buFont typeface="Arial"/>
              <a:buNone/>
            </a:pPr>
            <a:r>
              <a:rPr lang="es-ES" sz="2000" b="1" i="0" u="none" strike="noStrike" cap="none" dirty="0">
                <a:solidFill>
                  <a:schemeClr val="tx1"/>
                </a:solidFill>
                <a:latin typeface="Gotham Rounded" pitchFamily="50" charset="0"/>
                <a:sym typeface="Arial"/>
              </a:rPr>
              <a:t>1. ¿Qué cosas nuevas aprendí hoy?</a:t>
            </a:r>
            <a:endParaRPr b="0" i="0" u="none" strike="noStrike" cap="none" dirty="0">
              <a:solidFill>
                <a:schemeClr val="tx1"/>
              </a:solidFill>
              <a:latin typeface="Gotham Rounded" pitchFamily="50" charset="0"/>
              <a:ea typeface="Calibri"/>
              <a:cs typeface="Calibri"/>
              <a:sym typeface="Calibri"/>
            </a:endParaRPr>
          </a:p>
          <a:p>
            <a:pPr marL="0" marR="0" lvl="0" indent="0" algn="ctr" rtl="0">
              <a:lnSpc>
                <a:spcPct val="100000"/>
              </a:lnSpc>
              <a:spcBef>
                <a:spcPts val="0"/>
              </a:spcBef>
              <a:spcAft>
                <a:spcPts val="0"/>
              </a:spcAft>
              <a:buClr>
                <a:srgbClr val="000000"/>
              </a:buClr>
              <a:buSzPts val="2800"/>
              <a:buFont typeface="Arial"/>
              <a:buNone/>
            </a:pPr>
            <a:r>
              <a:rPr lang="es-ES" sz="2000" b="1" i="0" u="none" strike="noStrike" cap="none" dirty="0">
                <a:solidFill>
                  <a:schemeClr val="tx1"/>
                </a:solidFill>
                <a:latin typeface="Gotham Rounded" pitchFamily="50" charset="0"/>
                <a:sym typeface="Arial"/>
              </a:rPr>
              <a:t>2. ¿Cómo aprendí estas cosas nuevas? ¿Qué cosas hice para aprender?</a:t>
            </a:r>
            <a:endParaRPr sz="11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800"/>
              <a:buFont typeface="Arial"/>
              <a:buNone/>
            </a:pPr>
            <a:r>
              <a:rPr lang="es-ES" sz="2000" b="1" i="0" u="none" strike="noStrike" cap="none" dirty="0">
                <a:solidFill>
                  <a:schemeClr val="tx1"/>
                </a:solidFill>
                <a:latin typeface="Gotham Rounded" pitchFamily="50" charset="0"/>
                <a:sym typeface="Arial"/>
              </a:rPr>
              <a:t>3. ¿Para qué me sirvió lo que aprendí?</a:t>
            </a:r>
            <a:endParaRPr sz="1100" b="0" i="0" u="none" strike="noStrike" cap="none" dirty="0">
              <a:solidFill>
                <a:schemeClr val="tx1"/>
              </a:solidFill>
              <a:latin typeface="Gotham Rounded" pitchFamily="50" charset="0"/>
              <a:sym typeface="Arial"/>
            </a:endParaRPr>
          </a:p>
          <a:p>
            <a:pPr marL="0" marR="0" lvl="0" indent="0" algn="ctr" rtl="0">
              <a:lnSpc>
                <a:spcPct val="100000"/>
              </a:lnSpc>
              <a:spcBef>
                <a:spcPts val="0"/>
              </a:spcBef>
              <a:spcAft>
                <a:spcPts val="0"/>
              </a:spcAft>
              <a:buClr>
                <a:srgbClr val="000000"/>
              </a:buClr>
              <a:buSzPts val="2800"/>
              <a:buFont typeface="Arial"/>
              <a:buNone/>
            </a:pPr>
            <a:r>
              <a:rPr lang="es-ES" sz="2000" b="1" i="0" u="none" strike="noStrike" cap="none" dirty="0">
                <a:solidFill>
                  <a:schemeClr val="tx1"/>
                </a:solidFill>
                <a:latin typeface="Gotham Rounded" pitchFamily="50" charset="0"/>
                <a:sym typeface="Arial"/>
              </a:rPr>
              <a:t>4. ¿Puedo usar lo que aprendí en otras cosas que hago?</a:t>
            </a:r>
            <a:endParaRPr sz="1600" b="0" i="0" u="none" strike="noStrike" cap="none" dirty="0">
              <a:solidFill>
                <a:schemeClr val="tx1"/>
              </a:solidFill>
              <a:latin typeface="Gotham Rounded" pitchFamily="50" charset="0"/>
              <a:ea typeface="Calibri"/>
              <a:cs typeface="Calibri"/>
              <a:sym typeface="Calibri"/>
            </a:endParaRPr>
          </a:p>
        </p:txBody>
      </p:sp>
      <p:sp>
        <p:nvSpPr>
          <p:cNvPr id="5436" name="Google Shape;5436;p344"/>
          <p:cNvSpPr/>
          <p:nvPr/>
        </p:nvSpPr>
        <p:spPr>
          <a:xfrm>
            <a:off x="682388" y="3766782"/>
            <a:ext cx="10940457" cy="2604890"/>
          </a:xfrm>
          <a:prstGeom prst="rect">
            <a:avLst/>
          </a:prstGeom>
          <a:noFill/>
          <a:ln w="12700"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5" name="Google Shape;1105;p6"/>
          <p:cNvGrpSpPr/>
          <p:nvPr/>
        </p:nvGrpSpPr>
        <p:grpSpPr>
          <a:xfrm>
            <a:off x="239151" y="225083"/>
            <a:ext cx="11952849" cy="6485206"/>
            <a:chOff x="1596999" y="621652"/>
            <a:chExt cx="15086635" cy="9132427"/>
          </a:xfrm>
        </p:grpSpPr>
        <p:sp>
          <p:nvSpPr>
            <p:cNvPr id="6" name="Google Shape;1106;p6"/>
            <p:cNvSpPr/>
            <p:nvPr/>
          </p:nvSpPr>
          <p:spPr>
            <a:xfrm>
              <a:off x="2176564" y="4591456"/>
              <a:ext cx="267335" cy="2152650"/>
            </a:xfrm>
            <a:custGeom>
              <a:avLst/>
              <a:gdLst/>
              <a:ahLst/>
              <a:cxnLst/>
              <a:rect l="l" t="t" r="r" b="b"/>
              <a:pathLst>
                <a:path w="267335" h="2152650" extrusionOk="0">
                  <a:moveTo>
                    <a:pt x="267068" y="1974723"/>
                  </a:moveTo>
                  <a:lnTo>
                    <a:pt x="0" y="1797342"/>
                  </a:lnTo>
                  <a:lnTo>
                    <a:pt x="0" y="2152091"/>
                  </a:lnTo>
                  <a:lnTo>
                    <a:pt x="267068" y="1974723"/>
                  </a:lnTo>
                  <a:close/>
                </a:path>
                <a:path w="267335" h="2152650" extrusionOk="0">
                  <a:moveTo>
                    <a:pt x="267068" y="177368"/>
                  </a:moveTo>
                  <a:lnTo>
                    <a:pt x="0" y="0"/>
                  </a:lnTo>
                  <a:lnTo>
                    <a:pt x="0" y="354736"/>
                  </a:lnTo>
                  <a:lnTo>
                    <a:pt x="267068" y="177368"/>
                  </a:lnTo>
                  <a:close/>
                </a:path>
              </a:pathLst>
            </a:custGeom>
            <a:solidFill>
              <a:srgbClr val="7C3480">
                <a:alpha val="7960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7" name="Google Shape;1107;p6"/>
            <p:cNvPicPr preferRelativeResize="0"/>
            <p:nvPr/>
          </p:nvPicPr>
          <p:blipFill rotWithShape="1">
            <a:blip r:embed="rId3">
              <a:alphaModFix/>
            </a:blip>
            <a:srcRect/>
            <a:stretch/>
          </p:blipFill>
          <p:spPr>
            <a:xfrm>
              <a:off x="14496300" y="621652"/>
              <a:ext cx="381837" cy="226865"/>
            </a:xfrm>
            <a:prstGeom prst="rect">
              <a:avLst/>
            </a:prstGeom>
            <a:noFill/>
            <a:ln>
              <a:noFill/>
            </a:ln>
          </p:spPr>
        </p:pic>
        <p:sp>
          <p:nvSpPr>
            <p:cNvPr id="8" name="Google Shape;1108;p6"/>
            <p:cNvSpPr/>
            <p:nvPr/>
          </p:nvSpPr>
          <p:spPr>
            <a:xfrm>
              <a:off x="14410029" y="884910"/>
              <a:ext cx="289560" cy="247650"/>
            </a:xfrm>
            <a:custGeom>
              <a:avLst/>
              <a:gdLst/>
              <a:ahLst/>
              <a:cxnLst/>
              <a:rect l="l" t="t" r="r" b="b"/>
              <a:pathLst>
                <a:path w="289559" h="247650" extrusionOk="0">
                  <a:moveTo>
                    <a:pt x="255955" y="0"/>
                  </a:moveTo>
                  <a:lnTo>
                    <a:pt x="240779" y="0"/>
                  </a:lnTo>
                  <a:lnTo>
                    <a:pt x="236550" y="2819"/>
                  </a:lnTo>
                  <a:lnTo>
                    <a:pt x="144741" y="191338"/>
                  </a:lnTo>
                  <a:lnTo>
                    <a:pt x="52603" y="2819"/>
                  </a:lnTo>
                  <a:lnTo>
                    <a:pt x="48386" y="0"/>
                  </a:lnTo>
                  <a:lnTo>
                    <a:pt x="33197" y="0"/>
                  </a:lnTo>
                  <a:lnTo>
                    <a:pt x="28257" y="5994"/>
                  </a:lnTo>
                  <a:lnTo>
                    <a:pt x="0" y="240423"/>
                  </a:lnTo>
                  <a:lnTo>
                    <a:pt x="4229" y="246075"/>
                  </a:lnTo>
                  <a:lnTo>
                    <a:pt x="17297" y="247472"/>
                  </a:lnTo>
                  <a:lnTo>
                    <a:pt x="22593" y="242887"/>
                  </a:lnTo>
                  <a:lnTo>
                    <a:pt x="46964" y="43421"/>
                  </a:lnTo>
                  <a:lnTo>
                    <a:pt x="131686" y="215353"/>
                  </a:lnTo>
                  <a:lnTo>
                    <a:pt x="136296" y="222415"/>
                  </a:lnTo>
                  <a:lnTo>
                    <a:pt x="153225" y="222415"/>
                  </a:lnTo>
                  <a:lnTo>
                    <a:pt x="157822" y="215353"/>
                  </a:lnTo>
                  <a:lnTo>
                    <a:pt x="242176" y="43421"/>
                  </a:lnTo>
                  <a:lnTo>
                    <a:pt x="266534" y="242887"/>
                  </a:lnTo>
                  <a:lnTo>
                    <a:pt x="271843" y="247472"/>
                  </a:lnTo>
                  <a:lnTo>
                    <a:pt x="284911" y="246075"/>
                  </a:lnTo>
                  <a:lnTo>
                    <a:pt x="289128" y="240423"/>
                  </a:lnTo>
                  <a:lnTo>
                    <a:pt x="288442" y="233705"/>
                  </a:lnTo>
                  <a:lnTo>
                    <a:pt x="260896" y="5994"/>
                  </a:lnTo>
                  <a:lnTo>
                    <a:pt x="255955"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9" name="Google Shape;1109;p6"/>
            <p:cNvPicPr preferRelativeResize="0"/>
            <p:nvPr/>
          </p:nvPicPr>
          <p:blipFill rotWithShape="1">
            <a:blip r:embed="rId4">
              <a:alphaModFix/>
            </a:blip>
            <a:srcRect/>
            <a:stretch/>
          </p:blipFill>
          <p:spPr>
            <a:xfrm>
              <a:off x="14755939" y="884923"/>
              <a:ext cx="172275" cy="248526"/>
            </a:xfrm>
            <a:prstGeom prst="rect">
              <a:avLst/>
            </a:prstGeom>
            <a:noFill/>
            <a:ln>
              <a:noFill/>
            </a:ln>
          </p:spPr>
        </p:pic>
        <p:pic>
          <p:nvPicPr>
            <p:cNvPr id="10" name="Google Shape;1110;p6"/>
            <p:cNvPicPr preferRelativeResize="0"/>
            <p:nvPr/>
          </p:nvPicPr>
          <p:blipFill rotWithShape="1">
            <a:blip r:embed="rId5">
              <a:alphaModFix/>
            </a:blip>
            <a:srcRect/>
            <a:stretch/>
          </p:blipFill>
          <p:spPr>
            <a:xfrm>
              <a:off x="14995360" y="884910"/>
              <a:ext cx="296621" cy="246773"/>
            </a:xfrm>
            <a:prstGeom prst="rect">
              <a:avLst/>
            </a:prstGeom>
            <a:noFill/>
            <a:ln>
              <a:noFill/>
            </a:ln>
          </p:spPr>
        </p:pic>
        <p:sp>
          <p:nvSpPr>
            <p:cNvPr id="11" name="Google Shape;1111;p6"/>
            <p:cNvSpPr/>
            <p:nvPr/>
          </p:nvSpPr>
          <p:spPr>
            <a:xfrm>
              <a:off x="15333434" y="884910"/>
              <a:ext cx="23495" cy="247015"/>
            </a:xfrm>
            <a:custGeom>
              <a:avLst/>
              <a:gdLst/>
              <a:ahLst/>
              <a:cxnLst/>
              <a:rect l="l" t="t" r="r" b="b"/>
              <a:pathLst>
                <a:path w="23494" h="247015" extrusionOk="0">
                  <a:moveTo>
                    <a:pt x="18338" y="0"/>
                  </a:moveTo>
                  <a:lnTo>
                    <a:pt x="4953" y="0"/>
                  </a:lnTo>
                  <a:lnTo>
                    <a:pt x="0" y="5295"/>
                  </a:lnTo>
                  <a:lnTo>
                    <a:pt x="0" y="241465"/>
                  </a:lnTo>
                  <a:lnTo>
                    <a:pt x="4953" y="246773"/>
                  </a:lnTo>
                  <a:lnTo>
                    <a:pt x="18338" y="246773"/>
                  </a:lnTo>
                  <a:lnTo>
                    <a:pt x="23279" y="241465"/>
                  </a:lnTo>
                  <a:lnTo>
                    <a:pt x="23279" y="234772"/>
                  </a:lnTo>
                  <a:lnTo>
                    <a:pt x="23279" y="5295"/>
                  </a:lnTo>
                  <a:lnTo>
                    <a:pt x="18338"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2" name="Google Shape;1112;p6"/>
            <p:cNvPicPr preferRelativeResize="0"/>
            <p:nvPr/>
          </p:nvPicPr>
          <p:blipFill rotWithShape="1">
            <a:blip r:embed="rId6">
              <a:alphaModFix/>
            </a:blip>
            <a:srcRect/>
            <a:stretch/>
          </p:blipFill>
          <p:spPr>
            <a:xfrm>
              <a:off x="15426003" y="886675"/>
              <a:ext cx="163791" cy="245008"/>
            </a:xfrm>
            <a:prstGeom prst="rect">
              <a:avLst/>
            </a:prstGeom>
            <a:noFill/>
            <a:ln>
              <a:noFill/>
            </a:ln>
          </p:spPr>
        </p:pic>
        <p:pic>
          <p:nvPicPr>
            <p:cNvPr id="13" name="Google Shape;1113;p6"/>
            <p:cNvPicPr preferRelativeResize="0"/>
            <p:nvPr/>
          </p:nvPicPr>
          <p:blipFill rotWithShape="1">
            <a:blip r:embed="rId7">
              <a:alphaModFix/>
            </a:blip>
            <a:srcRect/>
            <a:stretch/>
          </p:blipFill>
          <p:spPr>
            <a:xfrm>
              <a:off x="15638221" y="884910"/>
              <a:ext cx="128142" cy="245008"/>
            </a:xfrm>
            <a:prstGeom prst="rect">
              <a:avLst/>
            </a:prstGeom>
            <a:noFill/>
            <a:ln>
              <a:noFill/>
            </a:ln>
          </p:spPr>
        </p:pic>
        <p:sp>
          <p:nvSpPr>
            <p:cNvPr id="14" name="Google Shape;1114;p6"/>
            <p:cNvSpPr/>
            <p:nvPr/>
          </p:nvSpPr>
          <p:spPr>
            <a:xfrm>
              <a:off x="15807524" y="884910"/>
              <a:ext cx="23495" cy="247015"/>
            </a:xfrm>
            <a:custGeom>
              <a:avLst/>
              <a:gdLst/>
              <a:ahLst/>
              <a:cxnLst/>
              <a:rect l="l" t="t" r="r" b="b"/>
              <a:pathLst>
                <a:path w="23494" h="247015" extrusionOk="0">
                  <a:moveTo>
                    <a:pt x="18326" y="0"/>
                  </a:moveTo>
                  <a:lnTo>
                    <a:pt x="4914" y="0"/>
                  </a:lnTo>
                  <a:lnTo>
                    <a:pt x="0" y="5295"/>
                  </a:lnTo>
                  <a:lnTo>
                    <a:pt x="0" y="241465"/>
                  </a:lnTo>
                  <a:lnTo>
                    <a:pt x="4914" y="246773"/>
                  </a:lnTo>
                  <a:lnTo>
                    <a:pt x="18326" y="246773"/>
                  </a:lnTo>
                  <a:lnTo>
                    <a:pt x="23279" y="241465"/>
                  </a:lnTo>
                  <a:lnTo>
                    <a:pt x="23279" y="234772"/>
                  </a:lnTo>
                  <a:lnTo>
                    <a:pt x="23279" y="5295"/>
                  </a:lnTo>
                  <a:lnTo>
                    <a:pt x="18326" y="0"/>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5" name="Google Shape;1115;p6"/>
            <p:cNvPicPr preferRelativeResize="0"/>
            <p:nvPr/>
          </p:nvPicPr>
          <p:blipFill rotWithShape="1">
            <a:blip r:embed="rId8">
              <a:alphaModFix/>
            </a:blip>
            <a:srcRect/>
            <a:stretch/>
          </p:blipFill>
          <p:spPr>
            <a:xfrm>
              <a:off x="15884854" y="883856"/>
              <a:ext cx="424103" cy="249593"/>
            </a:xfrm>
            <a:prstGeom prst="rect">
              <a:avLst/>
            </a:prstGeom>
            <a:noFill/>
            <a:ln>
              <a:noFill/>
            </a:ln>
          </p:spPr>
        </p:pic>
        <p:sp>
          <p:nvSpPr>
            <p:cNvPr id="16" name="Google Shape;1116;p6"/>
            <p:cNvSpPr/>
            <p:nvPr/>
          </p:nvSpPr>
          <p:spPr>
            <a:xfrm>
              <a:off x="15068752" y="1280883"/>
              <a:ext cx="41910" cy="160655"/>
            </a:xfrm>
            <a:custGeom>
              <a:avLst/>
              <a:gdLst/>
              <a:ahLst/>
              <a:cxnLst/>
              <a:rect l="l" t="t" r="r" b="b"/>
              <a:pathLst>
                <a:path w="41909" h="160655" extrusionOk="0">
                  <a:moveTo>
                    <a:pt x="37325" y="0"/>
                  </a:moveTo>
                  <a:lnTo>
                    <a:pt x="27520" y="0"/>
                  </a:lnTo>
                  <a:lnTo>
                    <a:pt x="23482" y="3505"/>
                  </a:lnTo>
                  <a:lnTo>
                    <a:pt x="23482" y="13322"/>
                  </a:lnTo>
                  <a:lnTo>
                    <a:pt x="27520" y="16827"/>
                  </a:lnTo>
                  <a:lnTo>
                    <a:pt x="37325" y="16827"/>
                  </a:lnTo>
                  <a:lnTo>
                    <a:pt x="41376" y="13322"/>
                  </a:lnTo>
                  <a:lnTo>
                    <a:pt x="41376" y="3505"/>
                  </a:lnTo>
                  <a:lnTo>
                    <a:pt x="37325" y="0"/>
                  </a:lnTo>
                  <a:close/>
                </a:path>
                <a:path w="41909" h="160655" extrusionOk="0">
                  <a:moveTo>
                    <a:pt x="35585" y="38023"/>
                  </a:moveTo>
                  <a:lnTo>
                    <a:pt x="28930" y="38023"/>
                  </a:lnTo>
                  <a:lnTo>
                    <a:pt x="26454" y="40652"/>
                  </a:lnTo>
                  <a:lnTo>
                    <a:pt x="26454" y="125488"/>
                  </a:lnTo>
                  <a:lnTo>
                    <a:pt x="26102" y="133764"/>
                  </a:lnTo>
                  <a:lnTo>
                    <a:pt x="23972" y="141384"/>
                  </a:lnTo>
                  <a:lnTo>
                    <a:pt x="18883" y="146968"/>
                  </a:lnTo>
                  <a:lnTo>
                    <a:pt x="9652" y="149136"/>
                  </a:lnTo>
                  <a:lnTo>
                    <a:pt x="2628" y="149136"/>
                  </a:lnTo>
                  <a:lnTo>
                    <a:pt x="0" y="151599"/>
                  </a:lnTo>
                  <a:lnTo>
                    <a:pt x="0" y="157899"/>
                  </a:lnTo>
                  <a:lnTo>
                    <a:pt x="2628" y="160350"/>
                  </a:lnTo>
                  <a:lnTo>
                    <a:pt x="9652" y="160350"/>
                  </a:lnTo>
                  <a:lnTo>
                    <a:pt x="23179" y="157662"/>
                  </a:lnTo>
                  <a:lnTo>
                    <a:pt x="31926" y="150277"/>
                  </a:lnTo>
                  <a:lnTo>
                    <a:pt x="36632" y="139213"/>
                  </a:lnTo>
                  <a:lnTo>
                    <a:pt x="38036" y="125488"/>
                  </a:lnTo>
                  <a:lnTo>
                    <a:pt x="38036"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7" name="Google Shape;1117;p6"/>
            <p:cNvPicPr preferRelativeResize="0"/>
            <p:nvPr/>
          </p:nvPicPr>
          <p:blipFill rotWithShape="1">
            <a:blip r:embed="rId9">
              <a:alphaModFix/>
            </a:blip>
            <a:srcRect/>
            <a:stretch/>
          </p:blipFill>
          <p:spPr>
            <a:xfrm>
              <a:off x="15129421" y="1280883"/>
              <a:ext cx="267157" cy="122504"/>
            </a:xfrm>
            <a:prstGeom prst="rect">
              <a:avLst/>
            </a:prstGeom>
            <a:noFill/>
            <a:ln>
              <a:noFill/>
            </a:ln>
          </p:spPr>
        </p:pic>
        <p:pic>
          <p:nvPicPr>
            <p:cNvPr id="18" name="Google Shape;1118;p6"/>
            <p:cNvPicPr preferRelativeResize="0"/>
            <p:nvPr/>
          </p:nvPicPr>
          <p:blipFill rotWithShape="1">
            <a:blip r:embed="rId10">
              <a:alphaModFix/>
            </a:blip>
            <a:srcRect/>
            <a:stretch/>
          </p:blipFill>
          <p:spPr>
            <a:xfrm>
              <a:off x="15417532" y="1318031"/>
              <a:ext cx="70269" cy="84467"/>
            </a:xfrm>
            <a:prstGeom prst="rect">
              <a:avLst/>
            </a:prstGeom>
            <a:noFill/>
            <a:ln>
              <a:noFill/>
            </a:ln>
          </p:spPr>
        </p:pic>
        <p:pic>
          <p:nvPicPr>
            <p:cNvPr id="19" name="Google Shape;1119;p6"/>
            <p:cNvPicPr preferRelativeResize="0"/>
            <p:nvPr/>
          </p:nvPicPr>
          <p:blipFill rotWithShape="1">
            <a:blip r:embed="rId11">
              <a:alphaModFix/>
            </a:blip>
            <a:srcRect/>
            <a:stretch/>
          </p:blipFill>
          <p:spPr>
            <a:xfrm>
              <a:off x="15509773" y="1318031"/>
              <a:ext cx="154444" cy="85356"/>
            </a:xfrm>
            <a:prstGeom prst="rect">
              <a:avLst/>
            </a:prstGeom>
            <a:noFill/>
            <a:ln>
              <a:noFill/>
            </a:ln>
          </p:spPr>
        </p:pic>
        <p:sp>
          <p:nvSpPr>
            <p:cNvPr id="20" name="Google Shape;1120;p6"/>
            <p:cNvSpPr/>
            <p:nvPr/>
          </p:nvSpPr>
          <p:spPr>
            <a:xfrm>
              <a:off x="15915462" y="1280883"/>
              <a:ext cx="41910" cy="160655"/>
            </a:xfrm>
            <a:custGeom>
              <a:avLst/>
              <a:gdLst/>
              <a:ahLst/>
              <a:cxnLst/>
              <a:rect l="l" t="t" r="r" b="b"/>
              <a:pathLst>
                <a:path w="41909" h="160655" extrusionOk="0">
                  <a:moveTo>
                    <a:pt x="37325" y="0"/>
                  </a:moveTo>
                  <a:lnTo>
                    <a:pt x="27520" y="0"/>
                  </a:lnTo>
                  <a:lnTo>
                    <a:pt x="23482" y="3505"/>
                  </a:lnTo>
                  <a:lnTo>
                    <a:pt x="23482" y="13322"/>
                  </a:lnTo>
                  <a:lnTo>
                    <a:pt x="27520" y="16827"/>
                  </a:lnTo>
                  <a:lnTo>
                    <a:pt x="37325" y="16827"/>
                  </a:lnTo>
                  <a:lnTo>
                    <a:pt x="41376" y="13322"/>
                  </a:lnTo>
                  <a:lnTo>
                    <a:pt x="41376" y="3505"/>
                  </a:lnTo>
                  <a:lnTo>
                    <a:pt x="37325" y="0"/>
                  </a:lnTo>
                  <a:close/>
                </a:path>
                <a:path w="41909" h="160655" extrusionOk="0">
                  <a:moveTo>
                    <a:pt x="35585" y="38023"/>
                  </a:moveTo>
                  <a:lnTo>
                    <a:pt x="28930" y="38023"/>
                  </a:lnTo>
                  <a:lnTo>
                    <a:pt x="26479" y="40652"/>
                  </a:lnTo>
                  <a:lnTo>
                    <a:pt x="26479" y="125488"/>
                  </a:lnTo>
                  <a:lnTo>
                    <a:pt x="26112" y="133764"/>
                  </a:lnTo>
                  <a:lnTo>
                    <a:pt x="23974" y="141384"/>
                  </a:lnTo>
                  <a:lnTo>
                    <a:pt x="18878" y="146968"/>
                  </a:lnTo>
                  <a:lnTo>
                    <a:pt x="9639" y="149136"/>
                  </a:lnTo>
                  <a:lnTo>
                    <a:pt x="2628" y="149136"/>
                  </a:lnTo>
                  <a:lnTo>
                    <a:pt x="0" y="151599"/>
                  </a:lnTo>
                  <a:lnTo>
                    <a:pt x="0" y="157899"/>
                  </a:lnTo>
                  <a:lnTo>
                    <a:pt x="2628" y="160350"/>
                  </a:lnTo>
                  <a:lnTo>
                    <a:pt x="9639" y="160350"/>
                  </a:lnTo>
                  <a:lnTo>
                    <a:pt x="23173" y="157662"/>
                  </a:lnTo>
                  <a:lnTo>
                    <a:pt x="31924" y="150277"/>
                  </a:lnTo>
                  <a:lnTo>
                    <a:pt x="36631" y="139213"/>
                  </a:lnTo>
                  <a:lnTo>
                    <a:pt x="38036" y="125488"/>
                  </a:lnTo>
                  <a:lnTo>
                    <a:pt x="38036" y="40652"/>
                  </a:lnTo>
                  <a:lnTo>
                    <a:pt x="35585" y="38023"/>
                  </a:lnTo>
                  <a:close/>
                </a:path>
              </a:pathLst>
            </a:custGeom>
            <a:solidFill>
              <a:srgbClr val="02000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21" name="Google Shape;1121;p6"/>
            <p:cNvPicPr preferRelativeResize="0"/>
            <p:nvPr/>
          </p:nvPicPr>
          <p:blipFill rotWithShape="1">
            <a:blip r:embed="rId12">
              <a:alphaModFix/>
            </a:blip>
            <a:srcRect/>
            <a:stretch/>
          </p:blipFill>
          <p:spPr>
            <a:xfrm>
              <a:off x="15975990" y="1280883"/>
              <a:ext cx="267169" cy="122504"/>
            </a:xfrm>
            <a:prstGeom prst="rect">
              <a:avLst/>
            </a:prstGeom>
            <a:noFill/>
            <a:ln>
              <a:noFill/>
            </a:ln>
          </p:spPr>
        </p:pic>
        <p:pic>
          <p:nvPicPr>
            <p:cNvPr id="22" name="Google Shape;1122;p6"/>
            <p:cNvPicPr preferRelativeResize="0"/>
            <p:nvPr/>
          </p:nvPicPr>
          <p:blipFill rotWithShape="1">
            <a:blip r:embed="rId13">
              <a:alphaModFix/>
            </a:blip>
            <a:srcRect/>
            <a:stretch/>
          </p:blipFill>
          <p:spPr>
            <a:xfrm>
              <a:off x="16264217" y="1318031"/>
              <a:ext cx="70307" cy="84467"/>
            </a:xfrm>
            <a:prstGeom prst="rect">
              <a:avLst/>
            </a:prstGeom>
            <a:noFill/>
            <a:ln>
              <a:noFill/>
            </a:ln>
          </p:spPr>
        </p:pic>
        <p:pic>
          <p:nvPicPr>
            <p:cNvPr id="23" name="Google Shape;1123;p6"/>
            <p:cNvPicPr preferRelativeResize="0"/>
            <p:nvPr/>
          </p:nvPicPr>
          <p:blipFill rotWithShape="1">
            <a:blip r:embed="rId14">
              <a:alphaModFix/>
            </a:blip>
            <a:srcRect/>
            <a:stretch/>
          </p:blipFill>
          <p:spPr>
            <a:xfrm>
              <a:off x="16356495" y="1318031"/>
              <a:ext cx="154431" cy="85356"/>
            </a:xfrm>
            <a:prstGeom prst="rect">
              <a:avLst/>
            </a:prstGeom>
            <a:noFill/>
            <a:ln>
              <a:noFill/>
            </a:ln>
          </p:spPr>
        </p:pic>
        <p:pic>
          <p:nvPicPr>
            <p:cNvPr id="24" name="Google Shape;1124;p6"/>
            <p:cNvPicPr preferRelativeResize="0"/>
            <p:nvPr/>
          </p:nvPicPr>
          <p:blipFill rotWithShape="1">
            <a:blip r:embed="rId15">
              <a:alphaModFix/>
            </a:blip>
            <a:srcRect/>
            <a:stretch/>
          </p:blipFill>
          <p:spPr>
            <a:xfrm>
              <a:off x="14201775" y="762152"/>
              <a:ext cx="2319019" cy="811453"/>
            </a:xfrm>
            <a:prstGeom prst="rect">
              <a:avLst/>
            </a:prstGeom>
            <a:noFill/>
            <a:ln>
              <a:noFill/>
            </a:ln>
          </p:spPr>
        </p:pic>
        <p:pic>
          <p:nvPicPr>
            <p:cNvPr id="25" name="Google Shape;1125;p6"/>
            <p:cNvPicPr preferRelativeResize="0"/>
            <p:nvPr/>
          </p:nvPicPr>
          <p:blipFill rotWithShape="1">
            <a:blip r:embed="rId16">
              <a:alphaModFix/>
            </a:blip>
            <a:srcRect/>
            <a:stretch/>
          </p:blipFill>
          <p:spPr>
            <a:xfrm>
              <a:off x="15674594" y="1390446"/>
              <a:ext cx="67435" cy="92900"/>
            </a:xfrm>
            <a:prstGeom prst="rect">
              <a:avLst/>
            </a:prstGeom>
            <a:noFill/>
            <a:ln>
              <a:noFill/>
            </a:ln>
          </p:spPr>
        </p:pic>
        <p:pic>
          <p:nvPicPr>
            <p:cNvPr id="26" name="Google Shape;1126;p6"/>
            <p:cNvPicPr preferRelativeResize="0"/>
            <p:nvPr/>
          </p:nvPicPr>
          <p:blipFill rotWithShape="1">
            <a:blip r:embed="rId17">
              <a:alphaModFix/>
            </a:blip>
            <a:srcRect/>
            <a:stretch/>
          </p:blipFill>
          <p:spPr>
            <a:xfrm>
              <a:off x="15628112" y="1489519"/>
              <a:ext cx="21208" cy="25857"/>
            </a:xfrm>
            <a:prstGeom prst="rect">
              <a:avLst/>
            </a:prstGeom>
            <a:noFill/>
            <a:ln>
              <a:noFill/>
            </a:ln>
          </p:spPr>
        </p:pic>
        <p:pic>
          <p:nvPicPr>
            <p:cNvPr id="27" name="Google Shape;1127;p6"/>
            <p:cNvPicPr preferRelativeResize="0"/>
            <p:nvPr/>
          </p:nvPicPr>
          <p:blipFill rotWithShape="1">
            <a:blip r:embed="rId18">
              <a:alphaModFix/>
            </a:blip>
            <a:srcRect/>
            <a:stretch/>
          </p:blipFill>
          <p:spPr>
            <a:xfrm>
              <a:off x="15665068" y="1482025"/>
              <a:ext cx="12572" cy="15214"/>
            </a:xfrm>
            <a:prstGeom prst="rect">
              <a:avLst/>
            </a:prstGeom>
            <a:noFill/>
            <a:ln>
              <a:noFill/>
            </a:ln>
          </p:spPr>
        </p:pic>
        <p:pic>
          <p:nvPicPr>
            <p:cNvPr id="28" name="Google Shape;1128;p6"/>
            <p:cNvPicPr preferRelativeResize="0"/>
            <p:nvPr/>
          </p:nvPicPr>
          <p:blipFill rotWithShape="1">
            <a:blip r:embed="rId18">
              <a:alphaModFix/>
            </a:blip>
            <a:srcRect/>
            <a:stretch/>
          </p:blipFill>
          <p:spPr>
            <a:xfrm>
              <a:off x="15665832" y="1458118"/>
              <a:ext cx="11683" cy="14611"/>
            </a:xfrm>
            <a:prstGeom prst="rect">
              <a:avLst/>
            </a:prstGeom>
            <a:noFill/>
            <a:ln>
              <a:noFill/>
            </a:ln>
          </p:spPr>
        </p:pic>
        <p:pic>
          <p:nvPicPr>
            <p:cNvPr id="29" name="Google Shape;1129;p6"/>
            <p:cNvPicPr preferRelativeResize="0"/>
            <p:nvPr/>
          </p:nvPicPr>
          <p:blipFill rotWithShape="1">
            <a:blip r:embed="rId19">
              <a:alphaModFix/>
            </a:blip>
            <a:srcRect/>
            <a:stretch/>
          </p:blipFill>
          <p:spPr>
            <a:xfrm>
              <a:off x="15624047" y="1433779"/>
              <a:ext cx="77215" cy="82550"/>
            </a:xfrm>
            <a:prstGeom prst="rect">
              <a:avLst/>
            </a:prstGeom>
            <a:noFill/>
            <a:ln>
              <a:noFill/>
            </a:ln>
          </p:spPr>
        </p:pic>
        <p:pic>
          <p:nvPicPr>
            <p:cNvPr id="30" name="Google Shape;1130;p6"/>
            <p:cNvPicPr preferRelativeResize="0"/>
            <p:nvPr/>
          </p:nvPicPr>
          <p:blipFill rotWithShape="1">
            <a:blip r:embed="rId20">
              <a:alphaModFix/>
            </a:blip>
            <a:srcRect/>
            <a:stretch/>
          </p:blipFill>
          <p:spPr>
            <a:xfrm>
              <a:off x="15824835" y="1228953"/>
              <a:ext cx="64007" cy="65823"/>
            </a:xfrm>
            <a:prstGeom prst="rect">
              <a:avLst/>
            </a:prstGeom>
            <a:noFill/>
            <a:ln>
              <a:noFill/>
            </a:ln>
          </p:spPr>
        </p:pic>
        <p:pic>
          <p:nvPicPr>
            <p:cNvPr id="31" name="Google Shape;1131;p6"/>
            <p:cNvPicPr preferRelativeResize="0"/>
            <p:nvPr/>
          </p:nvPicPr>
          <p:blipFill rotWithShape="1">
            <a:blip r:embed="rId21">
              <a:alphaModFix/>
            </a:blip>
            <a:srcRect/>
            <a:stretch/>
          </p:blipFill>
          <p:spPr>
            <a:xfrm>
              <a:off x="15901289" y="1256068"/>
              <a:ext cx="16763" cy="12915"/>
            </a:xfrm>
            <a:prstGeom prst="rect">
              <a:avLst/>
            </a:prstGeom>
            <a:noFill/>
            <a:ln>
              <a:noFill/>
            </a:ln>
          </p:spPr>
        </p:pic>
        <p:pic>
          <p:nvPicPr>
            <p:cNvPr id="32" name="Google Shape;1132;p6"/>
            <p:cNvPicPr preferRelativeResize="0"/>
            <p:nvPr/>
          </p:nvPicPr>
          <p:blipFill rotWithShape="1">
            <a:blip r:embed="rId18">
              <a:alphaModFix/>
            </a:blip>
            <a:srcRect/>
            <a:stretch/>
          </p:blipFill>
          <p:spPr>
            <a:xfrm>
              <a:off x="15680308" y="1443710"/>
              <a:ext cx="12953" cy="15126"/>
            </a:xfrm>
            <a:prstGeom prst="rect">
              <a:avLst/>
            </a:prstGeom>
            <a:noFill/>
            <a:ln>
              <a:noFill/>
            </a:ln>
          </p:spPr>
        </p:pic>
        <p:pic>
          <p:nvPicPr>
            <p:cNvPr id="33" name="Google Shape;1133;p6"/>
            <p:cNvPicPr preferRelativeResize="0"/>
            <p:nvPr/>
          </p:nvPicPr>
          <p:blipFill rotWithShape="1">
            <a:blip r:embed="rId22">
              <a:alphaModFix/>
            </a:blip>
            <a:srcRect/>
            <a:stretch/>
          </p:blipFill>
          <p:spPr>
            <a:xfrm>
              <a:off x="15931515" y="1237424"/>
              <a:ext cx="9779" cy="7441"/>
            </a:xfrm>
            <a:prstGeom prst="rect">
              <a:avLst/>
            </a:prstGeom>
            <a:noFill/>
            <a:ln>
              <a:noFill/>
            </a:ln>
          </p:spPr>
        </p:pic>
        <p:pic>
          <p:nvPicPr>
            <p:cNvPr id="34" name="Google Shape;1134;p6"/>
            <p:cNvPicPr preferRelativeResize="0"/>
            <p:nvPr/>
          </p:nvPicPr>
          <p:blipFill rotWithShape="1">
            <a:blip r:embed="rId23">
              <a:alphaModFix/>
            </a:blip>
            <a:srcRect/>
            <a:stretch/>
          </p:blipFill>
          <p:spPr>
            <a:xfrm>
              <a:off x="15645638" y="1455191"/>
              <a:ext cx="40257" cy="24181"/>
            </a:xfrm>
            <a:prstGeom prst="rect">
              <a:avLst/>
            </a:prstGeom>
            <a:noFill/>
            <a:ln>
              <a:noFill/>
            </a:ln>
          </p:spPr>
        </p:pic>
        <p:pic>
          <p:nvPicPr>
            <p:cNvPr id="35" name="Google Shape;1135;p6"/>
            <p:cNvPicPr preferRelativeResize="0"/>
            <p:nvPr/>
          </p:nvPicPr>
          <p:blipFill rotWithShape="1">
            <a:blip r:embed="rId24">
              <a:alphaModFix/>
            </a:blip>
            <a:srcRect/>
            <a:stretch/>
          </p:blipFill>
          <p:spPr>
            <a:xfrm>
              <a:off x="15934563" y="1189837"/>
              <a:ext cx="38353" cy="32524"/>
            </a:xfrm>
            <a:prstGeom prst="rect">
              <a:avLst/>
            </a:prstGeom>
            <a:noFill/>
            <a:ln>
              <a:noFill/>
            </a:ln>
          </p:spPr>
        </p:pic>
        <p:pic>
          <p:nvPicPr>
            <p:cNvPr id="36" name="Google Shape;1136;p6"/>
            <p:cNvPicPr preferRelativeResize="0"/>
            <p:nvPr/>
          </p:nvPicPr>
          <p:blipFill rotWithShape="1">
            <a:blip r:embed="rId25">
              <a:alphaModFix/>
            </a:blip>
            <a:srcRect/>
            <a:stretch/>
          </p:blipFill>
          <p:spPr>
            <a:xfrm>
              <a:off x="15687294" y="1443481"/>
              <a:ext cx="5969" cy="7048"/>
            </a:xfrm>
            <a:prstGeom prst="rect">
              <a:avLst/>
            </a:prstGeom>
            <a:noFill/>
            <a:ln>
              <a:noFill/>
            </a:ln>
          </p:spPr>
        </p:pic>
        <p:pic>
          <p:nvPicPr>
            <p:cNvPr id="37" name="Google Shape;1137;p6"/>
            <p:cNvPicPr preferRelativeResize="0"/>
            <p:nvPr/>
          </p:nvPicPr>
          <p:blipFill rotWithShape="1">
            <a:blip r:embed="rId26">
              <a:alphaModFix/>
            </a:blip>
            <a:srcRect/>
            <a:stretch/>
          </p:blipFill>
          <p:spPr>
            <a:xfrm>
              <a:off x="15900400" y="1202498"/>
              <a:ext cx="17907" cy="15100"/>
            </a:xfrm>
            <a:prstGeom prst="rect">
              <a:avLst/>
            </a:prstGeom>
            <a:noFill/>
            <a:ln>
              <a:noFill/>
            </a:ln>
          </p:spPr>
        </p:pic>
        <p:pic>
          <p:nvPicPr>
            <p:cNvPr id="38" name="Google Shape;1138;p6"/>
            <p:cNvPicPr preferRelativeResize="0"/>
            <p:nvPr/>
          </p:nvPicPr>
          <p:blipFill rotWithShape="1">
            <a:blip r:embed="rId24">
              <a:alphaModFix/>
            </a:blip>
            <a:srcRect/>
            <a:stretch/>
          </p:blipFill>
          <p:spPr>
            <a:xfrm>
              <a:off x="15697072" y="1384363"/>
              <a:ext cx="36068" cy="32906"/>
            </a:xfrm>
            <a:prstGeom prst="rect">
              <a:avLst/>
            </a:prstGeom>
            <a:noFill/>
            <a:ln>
              <a:noFill/>
            </a:ln>
          </p:spPr>
        </p:pic>
        <p:pic>
          <p:nvPicPr>
            <p:cNvPr id="39" name="Google Shape;1139;p6"/>
            <p:cNvPicPr preferRelativeResize="0"/>
            <p:nvPr/>
          </p:nvPicPr>
          <p:blipFill rotWithShape="1">
            <a:blip r:embed="rId27">
              <a:alphaModFix/>
            </a:blip>
            <a:srcRect/>
            <a:stretch/>
          </p:blipFill>
          <p:spPr>
            <a:xfrm>
              <a:off x="15621382" y="1488414"/>
              <a:ext cx="43306" cy="44843"/>
            </a:xfrm>
            <a:prstGeom prst="rect">
              <a:avLst/>
            </a:prstGeom>
            <a:noFill/>
            <a:ln>
              <a:noFill/>
            </a:ln>
          </p:spPr>
        </p:pic>
        <p:pic>
          <p:nvPicPr>
            <p:cNvPr id="40" name="Google Shape;1140;p6"/>
            <p:cNvPicPr preferRelativeResize="0"/>
            <p:nvPr/>
          </p:nvPicPr>
          <p:blipFill rotWithShape="1">
            <a:blip r:embed="rId28">
              <a:alphaModFix/>
            </a:blip>
            <a:srcRect/>
            <a:stretch/>
          </p:blipFill>
          <p:spPr>
            <a:xfrm>
              <a:off x="15655415" y="1424228"/>
              <a:ext cx="62101" cy="58038"/>
            </a:xfrm>
            <a:prstGeom prst="rect">
              <a:avLst/>
            </a:prstGeom>
            <a:noFill/>
            <a:ln>
              <a:noFill/>
            </a:ln>
          </p:spPr>
        </p:pic>
        <p:pic>
          <p:nvPicPr>
            <p:cNvPr id="41" name="Google Shape;1141;p6"/>
            <p:cNvPicPr preferRelativeResize="0"/>
            <p:nvPr/>
          </p:nvPicPr>
          <p:blipFill rotWithShape="1">
            <a:blip r:embed="rId27">
              <a:alphaModFix/>
            </a:blip>
            <a:srcRect/>
            <a:stretch/>
          </p:blipFill>
          <p:spPr>
            <a:xfrm>
              <a:off x="15735426" y="1384478"/>
              <a:ext cx="41404" cy="44323"/>
            </a:xfrm>
            <a:prstGeom prst="rect">
              <a:avLst/>
            </a:prstGeom>
            <a:noFill/>
            <a:ln>
              <a:noFill/>
            </a:ln>
          </p:spPr>
        </p:pic>
        <p:pic>
          <p:nvPicPr>
            <p:cNvPr id="42" name="Google Shape;1142;p6"/>
            <p:cNvPicPr preferRelativeResize="0"/>
            <p:nvPr/>
          </p:nvPicPr>
          <p:blipFill rotWithShape="1">
            <a:blip r:embed="rId29">
              <a:alphaModFix/>
            </a:blip>
            <a:srcRect/>
            <a:stretch/>
          </p:blipFill>
          <p:spPr>
            <a:xfrm>
              <a:off x="15792069" y="1308544"/>
              <a:ext cx="3683" cy="3086"/>
            </a:xfrm>
            <a:prstGeom prst="rect">
              <a:avLst/>
            </a:prstGeom>
            <a:noFill/>
            <a:ln>
              <a:noFill/>
            </a:ln>
          </p:spPr>
        </p:pic>
        <p:pic>
          <p:nvPicPr>
            <p:cNvPr id="43" name="Google Shape;1143;p6"/>
            <p:cNvPicPr preferRelativeResize="0"/>
            <p:nvPr/>
          </p:nvPicPr>
          <p:blipFill rotWithShape="1">
            <a:blip r:embed="rId30">
              <a:alphaModFix/>
            </a:blip>
            <a:srcRect/>
            <a:stretch/>
          </p:blipFill>
          <p:spPr>
            <a:xfrm>
              <a:off x="15669387" y="1471840"/>
              <a:ext cx="6223" cy="16459"/>
            </a:xfrm>
            <a:prstGeom prst="rect">
              <a:avLst/>
            </a:prstGeom>
            <a:noFill/>
            <a:ln>
              <a:noFill/>
            </a:ln>
          </p:spPr>
        </p:pic>
        <p:pic>
          <p:nvPicPr>
            <p:cNvPr id="44" name="Google Shape;1144;p6"/>
            <p:cNvPicPr preferRelativeResize="0"/>
            <p:nvPr/>
          </p:nvPicPr>
          <p:blipFill rotWithShape="1">
            <a:blip r:embed="rId22">
              <a:alphaModFix/>
            </a:blip>
            <a:srcRect/>
            <a:stretch/>
          </p:blipFill>
          <p:spPr>
            <a:xfrm>
              <a:off x="15855949" y="1307782"/>
              <a:ext cx="7747" cy="7251"/>
            </a:xfrm>
            <a:prstGeom prst="rect">
              <a:avLst/>
            </a:prstGeom>
            <a:noFill/>
            <a:ln>
              <a:noFill/>
            </a:ln>
          </p:spPr>
        </p:pic>
        <p:pic>
          <p:nvPicPr>
            <p:cNvPr id="45" name="Google Shape;1145;p6"/>
            <p:cNvPicPr preferRelativeResize="0"/>
            <p:nvPr/>
          </p:nvPicPr>
          <p:blipFill rotWithShape="1">
            <a:blip r:embed="rId18">
              <a:alphaModFix/>
            </a:blip>
            <a:srcRect/>
            <a:stretch/>
          </p:blipFill>
          <p:spPr>
            <a:xfrm>
              <a:off x="15814928" y="1337019"/>
              <a:ext cx="14478" cy="13536"/>
            </a:xfrm>
            <a:prstGeom prst="rect">
              <a:avLst/>
            </a:prstGeom>
            <a:noFill/>
            <a:ln>
              <a:noFill/>
            </a:ln>
          </p:spPr>
        </p:pic>
        <p:pic>
          <p:nvPicPr>
            <p:cNvPr id="46" name="Google Shape;1146;p6"/>
            <p:cNvPicPr preferRelativeResize="0"/>
            <p:nvPr/>
          </p:nvPicPr>
          <p:blipFill rotWithShape="1">
            <a:blip r:embed="rId31">
              <a:alphaModFix/>
            </a:blip>
            <a:srcRect/>
            <a:stretch/>
          </p:blipFill>
          <p:spPr>
            <a:xfrm>
              <a:off x="15642464" y="1463712"/>
              <a:ext cx="54101" cy="18427"/>
            </a:xfrm>
            <a:prstGeom prst="rect">
              <a:avLst/>
            </a:prstGeom>
            <a:noFill/>
            <a:ln>
              <a:noFill/>
            </a:ln>
          </p:spPr>
        </p:pic>
        <p:pic>
          <p:nvPicPr>
            <p:cNvPr id="47" name="Google Shape;1147;p6"/>
            <p:cNvPicPr preferRelativeResize="0"/>
            <p:nvPr/>
          </p:nvPicPr>
          <p:blipFill rotWithShape="1">
            <a:blip r:embed="rId32">
              <a:alphaModFix/>
            </a:blip>
            <a:srcRect/>
            <a:stretch/>
          </p:blipFill>
          <p:spPr>
            <a:xfrm>
              <a:off x="15736443" y="1349425"/>
              <a:ext cx="19811" cy="21031"/>
            </a:xfrm>
            <a:prstGeom prst="rect">
              <a:avLst/>
            </a:prstGeom>
            <a:noFill/>
            <a:ln>
              <a:noFill/>
            </a:ln>
          </p:spPr>
        </p:pic>
        <p:pic>
          <p:nvPicPr>
            <p:cNvPr id="48" name="Google Shape;1148;p6"/>
            <p:cNvPicPr preferRelativeResize="0"/>
            <p:nvPr/>
          </p:nvPicPr>
          <p:blipFill rotWithShape="1">
            <a:blip r:embed="rId33">
              <a:alphaModFix/>
            </a:blip>
            <a:srcRect/>
            <a:stretch/>
          </p:blipFill>
          <p:spPr>
            <a:xfrm>
              <a:off x="15651227" y="1473301"/>
              <a:ext cx="22858" cy="37363"/>
            </a:xfrm>
            <a:prstGeom prst="rect">
              <a:avLst/>
            </a:prstGeom>
            <a:noFill/>
            <a:ln>
              <a:noFill/>
            </a:ln>
          </p:spPr>
        </p:pic>
        <p:pic>
          <p:nvPicPr>
            <p:cNvPr id="49" name="Google Shape;1149;p6"/>
            <p:cNvPicPr preferRelativeResize="0"/>
            <p:nvPr/>
          </p:nvPicPr>
          <p:blipFill rotWithShape="1">
            <a:blip r:embed="rId25">
              <a:alphaModFix/>
            </a:blip>
            <a:srcRect/>
            <a:stretch/>
          </p:blipFill>
          <p:spPr>
            <a:xfrm>
              <a:off x="15677895" y="1470151"/>
              <a:ext cx="5716" cy="9284"/>
            </a:xfrm>
            <a:prstGeom prst="rect">
              <a:avLst/>
            </a:prstGeom>
            <a:noFill/>
            <a:ln>
              <a:noFill/>
            </a:ln>
          </p:spPr>
        </p:pic>
        <p:pic>
          <p:nvPicPr>
            <p:cNvPr id="50" name="Google Shape;1150;p6"/>
            <p:cNvPicPr preferRelativeResize="0"/>
            <p:nvPr/>
          </p:nvPicPr>
          <p:blipFill rotWithShape="1">
            <a:blip r:embed="rId29">
              <a:alphaModFix/>
            </a:blip>
            <a:srcRect/>
            <a:stretch/>
          </p:blipFill>
          <p:spPr>
            <a:xfrm>
              <a:off x="15670911" y="1472793"/>
              <a:ext cx="2016" cy="2222"/>
            </a:xfrm>
            <a:prstGeom prst="rect">
              <a:avLst/>
            </a:prstGeom>
            <a:noFill/>
            <a:ln>
              <a:noFill/>
            </a:ln>
          </p:spPr>
        </p:pic>
        <p:pic>
          <p:nvPicPr>
            <p:cNvPr id="51" name="Google Shape;1151;p6"/>
            <p:cNvPicPr preferRelativeResize="0"/>
            <p:nvPr/>
          </p:nvPicPr>
          <p:blipFill rotWithShape="1">
            <a:blip r:embed="rId34">
              <a:alphaModFix/>
            </a:blip>
            <a:srcRect/>
            <a:stretch/>
          </p:blipFill>
          <p:spPr>
            <a:xfrm>
              <a:off x="15935325" y="1214271"/>
              <a:ext cx="18032" cy="26936"/>
            </a:xfrm>
            <a:prstGeom prst="rect">
              <a:avLst/>
            </a:prstGeom>
            <a:noFill/>
            <a:ln>
              <a:noFill/>
            </a:ln>
          </p:spPr>
        </p:pic>
        <p:pic>
          <p:nvPicPr>
            <p:cNvPr id="52" name="Google Shape;1152;p6"/>
            <p:cNvPicPr preferRelativeResize="0"/>
            <p:nvPr/>
          </p:nvPicPr>
          <p:blipFill rotWithShape="1">
            <a:blip r:embed="rId35">
              <a:alphaModFix/>
            </a:blip>
            <a:srcRect/>
            <a:stretch/>
          </p:blipFill>
          <p:spPr>
            <a:xfrm>
              <a:off x="15635477" y="1434134"/>
              <a:ext cx="66255" cy="61188"/>
            </a:xfrm>
            <a:prstGeom prst="rect">
              <a:avLst/>
            </a:prstGeom>
            <a:noFill/>
            <a:ln>
              <a:noFill/>
            </a:ln>
          </p:spPr>
        </p:pic>
        <p:pic>
          <p:nvPicPr>
            <p:cNvPr id="53" name="Google Shape;1153;p6"/>
            <p:cNvPicPr preferRelativeResize="0"/>
            <p:nvPr/>
          </p:nvPicPr>
          <p:blipFill rotWithShape="1">
            <a:blip r:embed="rId29">
              <a:alphaModFix/>
            </a:blip>
            <a:srcRect/>
            <a:stretch/>
          </p:blipFill>
          <p:spPr>
            <a:xfrm>
              <a:off x="15682468" y="1428520"/>
              <a:ext cx="1650" cy="1777"/>
            </a:xfrm>
            <a:prstGeom prst="rect">
              <a:avLst/>
            </a:prstGeom>
            <a:noFill/>
            <a:ln>
              <a:noFill/>
            </a:ln>
          </p:spPr>
        </p:pic>
        <p:pic>
          <p:nvPicPr>
            <p:cNvPr id="54" name="Google Shape;1154;p6"/>
            <p:cNvPicPr preferRelativeResize="0"/>
            <p:nvPr/>
          </p:nvPicPr>
          <p:blipFill rotWithShape="1">
            <a:blip r:embed="rId36">
              <a:alphaModFix/>
            </a:blip>
            <a:srcRect/>
            <a:stretch/>
          </p:blipFill>
          <p:spPr>
            <a:xfrm>
              <a:off x="15639413" y="1470418"/>
              <a:ext cx="26036" cy="30924"/>
            </a:xfrm>
            <a:prstGeom prst="rect">
              <a:avLst/>
            </a:prstGeom>
            <a:noFill/>
            <a:ln>
              <a:noFill/>
            </a:ln>
          </p:spPr>
        </p:pic>
        <p:pic>
          <p:nvPicPr>
            <p:cNvPr id="55" name="Google Shape;1155;p6"/>
            <p:cNvPicPr preferRelativeResize="0"/>
            <p:nvPr/>
          </p:nvPicPr>
          <p:blipFill rotWithShape="1">
            <a:blip r:embed="rId37">
              <a:alphaModFix/>
            </a:blip>
            <a:srcRect/>
            <a:stretch/>
          </p:blipFill>
          <p:spPr>
            <a:xfrm>
              <a:off x="15666974" y="1440497"/>
              <a:ext cx="15363" cy="20408"/>
            </a:xfrm>
            <a:prstGeom prst="rect">
              <a:avLst/>
            </a:prstGeom>
            <a:noFill/>
            <a:ln>
              <a:noFill/>
            </a:ln>
          </p:spPr>
        </p:pic>
        <p:pic>
          <p:nvPicPr>
            <p:cNvPr id="56" name="Google Shape;1156;p6"/>
            <p:cNvPicPr preferRelativeResize="0"/>
            <p:nvPr/>
          </p:nvPicPr>
          <p:blipFill rotWithShape="1">
            <a:blip r:embed="rId29">
              <a:alphaModFix/>
            </a:blip>
            <a:srcRect/>
            <a:stretch/>
          </p:blipFill>
          <p:spPr>
            <a:xfrm>
              <a:off x="15953358" y="1215466"/>
              <a:ext cx="2285" cy="1803"/>
            </a:xfrm>
            <a:prstGeom prst="rect">
              <a:avLst/>
            </a:prstGeom>
            <a:noFill/>
            <a:ln>
              <a:noFill/>
            </a:ln>
          </p:spPr>
        </p:pic>
        <p:pic>
          <p:nvPicPr>
            <p:cNvPr id="57" name="Google Shape;1157;p6"/>
            <p:cNvPicPr preferRelativeResize="0"/>
            <p:nvPr/>
          </p:nvPicPr>
          <p:blipFill rotWithShape="1">
            <a:blip r:embed="rId38">
              <a:alphaModFix/>
            </a:blip>
            <a:srcRect/>
            <a:stretch/>
          </p:blipFill>
          <p:spPr>
            <a:xfrm>
              <a:off x="15685896" y="1402969"/>
              <a:ext cx="39878" cy="43675"/>
            </a:xfrm>
            <a:prstGeom prst="rect">
              <a:avLst/>
            </a:prstGeom>
            <a:noFill/>
            <a:ln>
              <a:noFill/>
            </a:ln>
          </p:spPr>
        </p:pic>
        <p:pic>
          <p:nvPicPr>
            <p:cNvPr id="58" name="Google Shape;1158;p6"/>
            <p:cNvPicPr preferRelativeResize="0"/>
            <p:nvPr/>
          </p:nvPicPr>
          <p:blipFill rotWithShape="1">
            <a:blip r:embed="rId39">
              <a:alphaModFix/>
            </a:blip>
            <a:srcRect/>
            <a:stretch/>
          </p:blipFill>
          <p:spPr>
            <a:xfrm>
              <a:off x="15880588" y="1270151"/>
              <a:ext cx="20192" cy="18008"/>
            </a:xfrm>
            <a:prstGeom prst="rect">
              <a:avLst/>
            </a:prstGeom>
            <a:noFill/>
            <a:ln>
              <a:noFill/>
            </a:ln>
          </p:spPr>
        </p:pic>
        <p:pic>
          <p:nvPicPr>
            <p:cNvPr id="59" name="Google Shape;1159;p6"/>
            <p:cNvPicPr preferRelativeResize="0"/>
            <p:nvPr/>
          </p:nvPicPr>
          <p:blipFill rotWithShape="1">
            <a:blip r:embed="rId40">
              <a:alphaModFix/>
            </a:blip>
            <a:srcRect/>
            <a:stretch/>
          </p:blipFill>
          <p:spPr>
            <a:xfrm>
              <a:off x="15668497" y="1475943"/>
              <a:ext cx="10794" cy="10998"/>
            </a:xfrm>
            <a:prstGeom prst="rect">
              <a:avLst/>
            </a:prstGeom>
            <a:noFill/>
            <a:ln>
              <a:noFill/>
            </a:ln>
          </p:spPr>
        </p:pic>
        <p:pic>
          <p:nvPicPr>
            <p:cNvPr id="60" name="Google Shape;1160;p6"/>
            <p:cNvPicPr preferRelativeResize="0"/>
            <p:nvPr/>
          </p:nvPicPr>
          <p:blipFill rotWithShape="1">
            <a:blip r:embed="rId29">
              <a:alphaModFix/>
            </a:blip>
            <a:srcRect/>
            <a:stretch/>
          </p:blipFill>
          <p:spPr>
            <a:xfrm>
              <a:off x="15965170" y="1207667"/>
              <a:ext cx="2031" cy="1511"/>
            </a:xfrm>
            <a:prstGeom prst="rect">
              <a:avLst/>
            </a:prstGeom>
            <a:noFill/>
            <a:ln>
              <a:noFill/>
            </a:ln>
          </p:spPr>
        </p:pic>
        <p:pic>
          <p:nvPicPr>
            <p:cNvPr id="61" name="Google Shape;1161;p6"/>
            <p:cNvPicPr preferRelativeResize="0"/>
            <p:nvPr/>
          </p:nvPicPr>
          <p:blipFill rotWithShape="1">
            <a:blip r:embed="rId29">
              <a:alphaModFix/>
            </a:blip>
            <a:srcRect/>
            <a:stretch/>
          </p:blipFill>
          <p:spPr>
            <a:xfrm>
              <a:off x="15889350" y="1220514"/>
              <a:ext cx="1737" cy="1353"/>
            </a:xfrm>
            <a:prstGeom prst="rect">
              <a:avLst/>
            </a:prstGeom>
            <a:noFill/>
            <a:ln>
              <a:noFill/>
            </a:ln>
          </p:spPr>
        </p:pic>
        <p:pic>
          <p:nvPicPr>
            <p:cNvPr id="62" name="Google Shape;1162;p6"/>
            <p:cNvPicPr preferRelativeResize="0"/>
            <p:nvPr/>
          </p:nvPicPr>
          <p:blipFill rotWithShape="1">
            <a:blip r:embed="rId30">
              <a:alphaModFix/>
            </a:blip>
            <a:srcRect/>
            <a:stretch/>
          </p:blipFill>
          <p:spPr>
            <a:xfrm>
              <a:off x="15948024" y="1190968"/>
              <a:ext cx="2666" cy="11276"/>
            </a:xfrm>
            <a:prstGeom prst="rect">
              <a:avLst/>
            </a:prstGeom>
            <a:noFill/>
            <a:ln>
              <a:noFill/>
            </a:ln>
          </p:spPr>
        </p:pic>
        <p:pic>
          <p:nvPicPr>
            <p:cNvPr id="63" name="Google Shape;1163;p6"/>
            <p:cNvPicPr preferRelativeResize="0"/>
            <p:nvPr/>
          </p:nvPicPr>
          <p:blipFill rotWithShape="1">
            <a:blip r:embed="rId41">
              <a:alphaModFix/>
            </a:blip>
            <a:srcRect/>
            <a:stretch/>
          </p:blipFill>
          <p:spPr>
            <a:xfrm>
              <a:off x="15672053" y="1466291"/>
              <a:ext cx="20955" cy="4953"/>
            </a:xfrm>
            <a:prstGeom prst="rect">
              <a:avLst/>
            </a:prstGeom>
            <a:noFill/>
            <a:ln>
              <a:noFill/>
            </a:ln>
          </p:spPr>
        </p:pic>
        <p:pic>
          <p:nvPicPr>
            <p:cNvPr id="64" name="Google Shape;1164;p6"/>
            <p:cNvPicPr preferRelativeResize="0"/>
            <p:nvPr/>
          </p:nvPicPr>
          <p:blipFill rotWithShape="1">
            <a:blip r:embed="rId40">
              <a:alphaModFix/>
            </a:blip>
            <a:srcRect/>
            <a:stretch/>
          </p:blipFill>
          <p:spPr>
            <a:xfrm>
              <a:off x="15636113" y="1508607"/>
              <a:ext cx="11047" cy="10440"/>
            </a:xfrm>
            <a:prstGeom prst="rect">
              <a:avLst/>
            </a:prstGeom>
            <a:noFill/>
            <a:ln>
              <a:noFill/>
            </a:ln>
          </p:spPr>
        </p:pic>
        <p:pic>
          <p:nvPicPr>
            <p:cNvPr id="65" name="Google Shape;1165;p6"/>
            <p:cNvPicPr preferRelativeResize="0"/>
            <p:nvPr/>
          </p:nvPicPr>
          <p:blipFill rotWithShape="1">
            <a:blip r:embed="rId42">
              <a:alphaModFix/>
            </a:blip>
            <a:srcRect/>
            <a:stretch/>
          </p:blipFill>
          <p:spPr>
            <a:xfrm>
              <a:off x="15891128" y="1207223"/>
              <a:ext cx="68581" cy="70726"/>
            </a:xfrm>
            <a:prstGeom prst="rect">
              <a:avLst/>
            </a:prstGeom>
            <a:noFill/>
            <a:ln>
              <a:noFill/>
            </a:ln>
          </p:spPr>
        </p:pic>
        <p:pic>
          <p:nvPicPr>
            <p:cNvPr id="66" name="Google Shape;1166;p6"/>
            <p:cNvPicPr preferRelativeResize="0"/>
            <p:nvPr/>
          </p:nvPicPr>
          <p:blipFill rotWithShape="1">
            <a:blip r:embed="rId29">
              <a:alphaModFix/>
            </a:blip>
            <a:srcRect/>
            <a:stretch/>
          </p:blipFill>
          <p:spPr>
            <a:xfrm>
              <a:off x="15658338" y="1504264"/>
              <a:ext cx="1142" cy="1396"/>
            </a:xfrm>
            <a:prstGeom prst="rect">
              <a:avLst/>
            </a:prstGeom>
            <a:noFill/>
            <a:ln>
              <a:noFill/>
            </a:ln>
          </p:spPr>
        </p:pic>
        <p:pic>
          <p:nvPicPr>
            <p:cNvPr id="67" name="Google Shape;1167;p6"/>
            <p:cNvPicPr preferRelativeResize="0"/>
            <p:nvPr/>
          </p:nvPicPr>
          <p:blipFill rotWithShape="1">
            <a:blip r:embed="rId26">
              <a:alphaModFix/>
            </a:blip>
            <a:srcRect/>
            <a:stretch/>
          </p:blipFill>
          <p:spPr>
            <a:xfrm>
              <a:off x="15658718" y="1475486"/>
              <a:ext cx="14975" cy="22047"/>
            </a:xfrm>
            <a:prstGeom prst="rect">
              <a:avLst/>
            </a:prstGeom>
            <a:noFill/>
            <a:ln>
              <a:noFill/>
            </a:ln>
          </p:spPr>
        </p:pic>
        <p:pic>
          <p:nvPicPr>
            <p:cNvPr id="68" name="Google Shape;1168;p6"/>
            <p:cNvPicPr preferRelativeResize="0"/>
            <p:nvPr/>
          </p:nvPicPr>
          <p:blipFill rotWithShape="1">
            <a:blip r:embed="rId29">
              <a:alphaModFix/>
            </a:blip>
            <a:srcRect/>
            <a:stretch/>
          </p:blipFill>
          <p:spPr>
            <a:xfrm>
              <a:off x="15635858" y="1500797"/>
              <a:ext cx="1143" cy="1409"/>
            </a:xfrm>
            <a:prstGeom prst="rect">
              <a:avLst/>
            </a:prstGeom>
            <a:noFill/>
            <a:ln>
              <a:noFill/>
            </a:ln>
          </p:spPr>
        </p:pic>
        <p:pic>
          <p:nvPicPr>
            <p:cNvPr id="69" name="Google Shape;1169;p6"/>
            <p:cNvPicPr preferRelativeResize="0"/>
            <p:nvPr/>
          </p:nvPicPr>
          <p:blipFill rotWithShape="1">
            <a:blip r:embed="rId25">
              <a:alphaModFix/>
            </a:blip>
            <a:srcRect/>
            <a:stretch/>
          </p:blipFill>
          <p:spPr>
            <a:xfrm>
              <a:off x="15916403" y="1201216"/>
              <a:ext cx="2412" cy="5473"/>
            </a:xfrm>
            <a:prstGeom prst="rect">
              <a:avLst/>
            </a:prstGeom>
            <a:noFill/>
            <a:ln>
              <a:noFill/>
            </a:ln>
          </p:spPr>
        </p:pic>
        <p:pic>
          <p:nvPicPr>
            <p:cNvPr id="70" name="Google Shape;1170;p6"/>
            <p:cNvPicPr preferRelativeResize="0"/>
            <p:nvPr/>
          </p:nvPicPr>
          <p:blipFill rotWithShape="1">
            <a:blip r:embed="rId29">
              <a:alphaModFix/>
            </a:blip>
            <a:srcRect/>
            <a:stretch/>
          </p:blipFill>
          <p:spPr>
            <a:xfrm>
              <a:off x="15947768" y="1197292"/>
              <a:ext cx="1650" cy="1346"/>
            </a:xfrm>
            <a:prstGeom prst="rect">
              <a:avLst/>
            </a:prstGeom>
            <a:noFill/>
            <a:ln>
              <a:noFill/>
            </a:ln>
          </p:spPr>
        </p:pic>
        <p:pic>
          <p:nvPicPr>
            <p:cNvPr id="71" name="Google Shape;1171;p6"/>
            <p:cNvPicPr preferRelativeResize="0"/>
            <p:nvPr/>
          </p:nvPicPr>
          <p:blipFill rotWithShape="1">
            <a:blip r:embed="rId29">
              <a:alphaModFix/>
            </a:blip>
            <a:srcRect/>
            <a:stretch/>
          </p:blipFill>
          <p:spPr>
            <a:xfrm>
              <a:off x="15933039" y="1198486"/>
              <a:ext cx="1016" cy="901"/>
            </a:xfrm>
            <a:prstGeom prst="rect">
              <a:avLst/>
            </a:prstGeom>
            <a:noFill/>
            <a:ln>
              <a:noFill/>
            </a:ln>
          </p:spPr>
        </p:pic>
        <p:pic>
          <p:nvPicPr>
            <p:cNvPr id="72" name="Google Shape;1172;p6"/>
            <p:cNvPicPr preferRelativeResize="0"/>
            <p:nvPr/>
          </p:nvPicPr>
          <p:blipFill rotWithShape="1">
            <a:blip r:embed="rId40">
              <a:alphaModFix/>
            </a:blip>
            <a:srcRect/>
            <a:stretch/>
          </p:blipFill>
          <p:spPr>
            <a:xfrm>
              <a:off x="15708375" y="1446885"/>
              <a:ext cx="8508" cy="9461"/>
            </a:xfrm>
            <a:prstGeom prst="rect">
              <a:avLst/>
            </a:prstGeom>
            <a:noFill/>
            <a:ln>
              <a:noFill/>
            </a:ln>
          </p:spPr>
        </p:pic>
        <p:pic>
          <p:nvPicPr>
            <p:cNvPr id="73" name="Google Shape;1173;p6"/>
            <p:cNvPicPr preferRelativeResize="0"/>
            <p:nvPr/>
          </p:nvPicPr>
          <p:blipFill rotWithShape="1">
            <a:blip r:embed="rId43">
              <a:alphaModFix/>
            </a:blip>
            <a:srcRect/>
            <a:stretch/>
          </p:blipFill>
          <p:spPr>
            <a:xfrm>
              <a:off x="15635731" y="1459281"/>
              <a:ext cx="44576" cy="50317"/>
            </a:xfrm>
            <a:prstGeom prst="rect">
              <a:avLst/>
            </a:prstGeom>
            <a:noFill/>
            <a:ln>
              <a:noFill/>
            </a:ln>
          </p:spPr>
        </p:pic>
        <p:pic>
          <p:nvPicPr>
            <p:cNvPr id="74" name="Google Shape;1174;p6"/>
            <p:cNvPicPr preferRelativeResize="0"/>
            <p:nvPr/>
          </p:nvPicPr>
          <p:blipFill rotWithShape="1">
            <a:blip r:embed="rId18">
              <a:alphaModFix/>
            </a:blip>
            <a:srcRect/>
            <a:stretch/>
          </p:blipFill>
          <p:spPr>
            <a:xfrm>
              <a:off x="15874619" y="1283156"/>
              <a:ext cx="14985" cy="14605"/>
            </a:xfrm>
            <a:prstGeom prst="rect">
              <a:avLst/>
            </a:prstGeom>
            <a:noFill/>
            <a:ln>
              <a:noFill/>
            </a:ln>
          </p:spPr>
        </p:pic>
        <p:pic>
          <p:nvPicPr>
            <p:cNvPr id="75" name="Google Shape;1175;p6"/>
            <p:cNvPicPr preferRelativeResize="0"/>
            <p:nvPr/>
          </p:nvPicPr>
          <p:blipFill rotWithShape="1">
            <a:blip r:embed="rId25">
              <a:alphaModFix/>
            </a:blip>
            <a:srcRect/>
            <a:stretch/>
          </p:blipFill>
          <p:spPr>
            <a:xfrm>
              <a:off x="15918686" y="1247634"/>
              <a:ext cx="9400" cy="9678"/>
            </a:xfrm>
            <a:prstGeom prst="rect">
              <a:avLst/>
            </a:prstGeom>
            <a:noFill/>
            <a:ln>
              <a:noFill/>
            </a:ln>
          </p:spPr>
        </p:pic>
        <p:pic>
          <p:nvPicPr>
            <p:cNvPr id="76" name="Google Shape;1176;p6"/>
            <p:cNvPicPr preferRelativeResize="0"/>
            <p:nvPr/>
          </p:nvPicPr>
          <p:blipFill rotWithShape="1">
            <a:blip r:embed="rId29">
              <a:alphaModFix/>
            </a:blip>
            <a:srcRect/>
            <a:stretch/>
          </p:blipFill>
          <p:spPr>
            <a:xfrm>
              <a:off x="15679419" y="1471002"/>
              <a:ext cx="761" cy="787"/>
            </a:xfrm>
            <a:prstGeom prst="rect">
              <a:avLst/>
            </a:prstGeom>
            <a:noFill/>
            <a:ln>
              <a:noFill/>
            </a:ln>
          </p:spPr>
        </p:pic>
        <p:pic>
          <p:nvPicPr>
            <p:cNvPr id="77" name="Google Shape;1177;p6"/>
            <p:cNvPicPr preferRelativeResize="0"/>
            <p:nvPr/>
          </p:nvPicPr>
          <p:blipFill rotWithShape="1">
            <a:blip r:embed="rId29">
              <a:alphaModFix/>
            </a:blip>
            <a:srcRect/>
            <a:stretch/>
          </p:blipFill>
          <p:spPr>
            <a:xfrm>
              <a:off x="15943199" y="1229410"/>
              <a:ext cx="1905" cy="1625"/>
            </a:xfrm>
            <a:prstGeom prst="rect">
              <a:avLst/>
            </a:prstGeom>
            <a:noFill/>
            <a:ln>
              <a:noFill/>
            </a:ln>
          </p:spPr>
        </p:pic>
        <p:pic>
          <p:nvPicPr>
            <p:cNvPr id="78" name="Google Shape;1178;p6"/>
            <p:cNvPicPr preferRelativeResize="0"/>
            <p:nvPr/>
          </p:nvPicPr>
          <p:blipFill rotWithShape="1">
            <a:blip r:embed="rId22">
              <a:alphaModFix/>
            </a:blip>
            <a:srcRect/>
            <a:stretch/>
          </p:blipFill>
          <p:spPr>
            <a:xfrm>
              <a:off x="15685389" y="1446009"/>
              <a:ext cx="9270" cy="4195"/>
            </a:xfrm>
            <a:prstGeom prst="rect">
              <a:avLst/>
            </a:prstGeom>
            <a:noFill/>
            <a:ln>
              <a:noFill/>
            </a:ln>
          </p:spPr>
        </p:pic>
        <p:pic>
          <p:nvPicPr>
            <p:cNvPr id="79" name="Google Shape;1179;p6"/>
            <p:cNvPicPr preferRelativeResize="0"/>
            <p:nvPr/>
          </p:nvPicPr>
          <p:blipFill rotWithShape="1">
            <a:blip r:embed="rId22">
              <a:alphaModFix/>
            </a:blip>
            <a:srcRect/>
            <a:stretch/>
          </p:blipFill>
          <p:spPr>
            <a:xfrm>
              <a:off x="15917672" y="1204010"/>
              <a:ext cx="1509" cy="1143"/>
            </a:xfrm>
            <a:prstGeom prst="rect">
              <a:avLst/>
            </a:prstGeom>
            <a:noFill/>
            <a:ln>
              <a:noFill/>
            </a:ln>
          </p:spPr>
        </p:pic>
        <p:pic>
          <p:nvPicPr>
            <p:cNvPr id="80" name="Google Shape;1180;p6"/>
            <p:cNvPicPr preferRelativeResize="0"/>
            <p:nvPr/>
          </p:nvPicPr>
          <p:blipFill rotWithShape="1">
            <a:blip r:embed="rId44">
              <a:alphaModFix/>
            </a:blip>
            <a:srcRect/>
            <a:stretch/>
          </p:blipFill>
          <p:spPr>
            <a:xfrm>
              <a:off x="15655797" y="1465847"/>
              <a:ext cx="29209" cy="40131"/>
            </a:xfrm>
            <a:prstGeom prst="rect">
              <a:avLst/>
            </a:prstGeom>
            <a:noFill/>
            <a:ln>
              <a:noFill/>
            </a:ln>
          </p:spPr>
        </p:pic>
        <p:pic>
          <p:nvPicPr>
            <p:cNvPr id="81" name="Google Shape;1181;p6"/>
            <p:cNvPicPr preferRelativeResize="0"/>
            <p:nvPr/>
          </p:nvPicPr>
          <p:blipFill rotWithShape="1">
            <a:blip r:embed="rId25">
              <a:alphaModFix/>
            </a:blip>
            <a:srcRect/>
            <a:stretch/>
          </p:blipFill>
          <p:spPr>
            <a:xfrm>
              <a:off x="15648431" y="1495513"/>
              <a:ext cx="635" cy="888"/>
            </a:xfrm>
            <a:prstGeom prst="rect">
              <a:avLst/>
            </a:prstGeom>
            <a:noFill/>
            <a:ln>
              <a:noFill/>
            </a:ln>
          </p:spPr>
        </p:pic>
        <p:pic>
          <p:nvPicPr>
            <p:cNvPr id="82" name="Google Shape;1182;p6"/>
            <p:cNvPicPr preferRelativeResize="0"/>
            <p:nvPr/>
          </p:nvPicPr>
          <p:blipFill rotWithShape="1">
            <a:blip r:embed="rId29">
              <a:alphaModFix/>
            </a:blip>
            <a:srcRect/>
            <a:stretch/>
          </p:blipFill>
          <p:spPr>
            <a:xfrm>
              <a:off x="15700882" y="1433945"/>
              <a:ext cx="889" cy="977"/>
            </a:xfrm>
            <a:prstGeom prst="rect">
              <a:avLst/>
            </a:prstGeom>
            <a:noFill/>
            <a:ln>
              <a:noFill/>
            </a:ln>
          </p:spPr>
        </p:pic>
        <p:pic>
          <p:nvPicPr>
            <p:cNvPr id="83" name="Google Shape;1183;p6"/>
            <p:cNvPicPr preferRelativeResize="0"/>
            <p:nvPr/>
          </p:nvPicPr>
          <p:blipFill rotWithShape="1">
            <a:blip r:embed="rId45">
              <a:alphaModFix/>
            </a:blip>
            <a:srcRect/>
            <a:stretch/>
          </p:blipFill>
          <p:spPr>
            <a:xfrm>
              <a:off x="15634335" y="1432801"/>
              <a:ext cx="68198" cy="66675"/>
            </a:xfrm>
            <a:prstGeom prst="rect">
              <a:avLst/>
            </a:prstGeom>
            <a:noFill/>
            <a:ln>
              <a:noFill/>
            </a:ln>
          </p:spPr>
        </p:pic>
        <p:pic>
          <p:nvPicPr>
            <p:cNvPr id="84" name="Google Shape;1184;p6"/>
            <p:cNvPicPr preferRelativeResize="0"/>
            <p:nvPr/>
          </p:nvPicPr>
          <p:blipFill rotWithShape="1">
            <a:blip r:embed="rId46">
              <a:alphaModFix/>
            </a:blip>
            <a:srcRect/>
            <a:stretch/>
          </p:blipFill>
          <p:spPr>
            <a:xfrm>
              <a:off x="15829154" y="1205179"/>
              <a:ext cx="88645" cy="72174"/>
            </a:xfrm>
            <a:prstGeom prst="rect">
              <a:avLst/>
            </a:prstGeom>
            <a:noFill/>
            <a:ln>
              <a:noFill/>
            </a:ln>
          </p:spPr>
        </p:pic>
        <p:pic>
          <p:nvPicPr>
            <p:cNvPr id="85" name="Google Shape;1185;p6"/>
            <p:cNvPicPr preferRelativeResize="0"/>
            <p:nvPr/>
          </p:nvPicPr>
          <p:blipFill rotWithShape="1">
            <a:blip r:embed="rId47">
              <a:alphaModFix/>
            </a:blip>
            <a:srcRect/>
            <a:stretch/>
          </p:blipFill>
          <p:spPr>
            <a:xfrm>
              <a:off x="15914241" y="1200353"/>
              <a:ext cx="12192" cy="4266"/>
            </a:xfrm>
            <a:prstGeom prst="rect">
              <a:avLst/>
            </a:prstGeom>
            <a:noFill/>
            <a:ln>
              <a:noFill/>
            </a:ln>
          </p:spPr>
        </p:pic>
        <p:pic>
          <p:nvPicPr>
            <p:cNvPr id="86" name="Google Shape;1186;p6"/>
            <p:cNvPicPr preferRelativeResize="0"/>
            <p:nvPr/>
          </p:nvPicPr>
          <p:blipFill rotWithShape="1">
            <a:blip r:embed="rId48">
              <a:alphaModFix/>
            </a:blip>
            <a:srcRect/>
            <a:stretch/>
          </p:blipFill>
          <p:spPr>
            <a:xfrm>
              <a:off x="15619221" y="1424419"/>
              <a:ext cx="68835" cy="86803"/>
            </a:xfrm>
            <a:prstGeom prst="rect">
              <a:avLst/>
            </a:prstGeom>
            <a:noFill/>
            <a:ln>
              <a:noFill/>
            </a:ln>
          </p:spPr>
        </p:pic>
        <p:pic>
          <p:nvPicPr>
            <p:cNvPr id="87" name="Google Shape;1187;p6"/>
            <p:cNvPicPr preferRelativeResize="0"/>
            <p:nvPr/>
          </p:nvPicPr>
          <p:blipFill rotWithShape="1">
            <a:blip r:embed="rId29">
              <a:alphaModFix/>
            </a:blip>
            <a:srcRect/>
            <a:stretch/>
          </p:blipFill>
          <p:spPr>
            <a:xfrm>
              <a:off x="15909036" y="1261630"/>
              <a:ext cx="1143" cy="1028"/>
            </a:xfrm>
            <a:prstGeom prst="rect">
              <a:avLst/>
            </a:prstGeom>
            <a:noFill/>
            <a:ln>
              <a:noFill/>
            </a:ln>
          </p:spPr>
        </p:pic>
        <p:pic>
          <p:nvPicPr>
            <p:cNvPr id="88" name="Google Shape;1188;p6"/>
            <p:cNvPicPr preferRelativeResize="0"/>
            <p:nvPr/>
          </p:nvPicPr>
          <p:blipFill rotWithShape="1">
            <a:blip r:embed="rId22">
              <a:alphaModFix/>
            </a:blip>
            <a:srcRect/>
            <a:stretch/>
          </p:blipFill>
          <p:spPr>
            <a:xfrm>
              <a:off x="15915894" y="1250937"/>
              <a:ext cx="9015" cy="7848"/>
            </a:xfrm>
            <a:prstGeom prst="rect">
              <a:avLst/>
            </a:prstGeom>
            <a:noFill/>
            <a:ln>
              <a:noFill/>
            </a:ln>
          </p:spPr>
        </p:pic>
        <p:pic>
          <p:nvPicPr>
            <p:cNvPr id="89" name="Google Shape;1189;p6"/>
            <p:cNvPicPr preferRelativeResize="0"/>
            <p:nvPr/>
          </p:nvPicPr>
          <p:blipFill rotWithShape="1">
            <a:blip r:embed="rId29">
              <a:alphaModFix/>
            </a:blip>
            <a:srcRect/>
            <a:stretch/>
          </p:blipFill>
          <p:spPr>
            <a:xfrm>
              <a:off x="15707866" y="1418919"/>
              <a:ext cx="2158" cy="1435"/>
            </a:xfrm>
            <a:prstGeom prst="rect">
              <a:avLst/>
            </a:prstGeom>
            <a:noFill/>
            <a:ln>
              <a:noFill/>
            </a:ln>
          </p:spPr>
        </p:pic>
        <p:pic>
          <p:nvPicPr>
            <p:cNvPr id="90" name="Google Shape;1190;p6"/>
            <p:cNvPicPr preferRelativeResize="0"/>
            <p:nvPr/>
          </p:nvPicPr>
          <p:blipFill rotWithShape="1">
            <a:blip r:embed="rId21">
              <a:alphaModFix/>
            </a:blip>
            <a:srcRect/>
            <a:stretch/>
          </p:blipFill>
          <p:spPr>
            <a:xfrm>
              <a:off x="15675355" y="1464563"/>
              <a:ext cx="12828" cy="9931"/>
            </a:xfrm>
            <a:prstGeom prst="rect">
              <a:avLst/>
            </a:prstGeom>
            <a:noFill/>
            <a:ln>
              <a:noFill/>
            </a:ln>
          </p:spPr>
        </p:pic>
        <p:pic>
          <p:nvPicPr>
            <p:cNvPr id="91" name="Google Shape;1191;p6"/>
            <p:cNvPicPr preferRelativeResize="0"/>
            <p:nvPr/>
          </p:nvPicPr>
          <p:blipFill rotWithShape="1">
            <a:blip r:embed="rId29">
              <a:alphaModFix/>
            </a:blip>
            <a:srcRect/>
            <a:stretch/>
          </p:blipFill>
          <p:spPr>
            <a:xfrm>
              <a:off x="15673703" y="1459267"/>
              <a:ext cx="634" cy="889"/>
            </a:xfrm>
            <a:prstGeom prst="rect">
              <a:avLst/>
            </a:prstGeom>
            <a:noFill/>
            <a:ln>
              <a:noFill/>
            </a:ln>
          </p:spPr>
        </p:pic>
        <p:pic>
          <p:nvPicPr>
            <p:cNvPr id="92" name="Google Shape;1192;p6"/>
            <p:cNvPicPr preferRelativeResize="0"/>
            <p:nvPr/>
          </p:nvPicPr>
          <p:blipFill rotWithShape="1">
            <a:blip r:embed="rId29">
              <a:alphaModFix/>
            </a:blip>
            <a:srcRect/>
            <a:stretch/>
          </p:blipFill>
          <p:spPr>
            <a:xfrm>
              <a:off x="15725645" y="1400136"/>
              <a:ext cx="1143" cy="1270"/>
            </a:xfrm>
            <a:prstGeom prst="rect">
              <a:avLst/>
            </a:prstGeom>
            <a:noFill/>
            <a:ln>
              <a:noFill/>
            </a:ln>
          </p:spPr>
        </p:pic>
        <p:pic>
          <p:nvPicPr>
            <p:cNvPr id="93" name="Google Shape;1193;p6"/>
            <p:cNvPicPr preferRelativeResize="0"/>
            <p:nvPr/>
          </p:nvPicPr>
          <p:blipFill rotWithShape="1">
            <a:blip r:embed="rId49">
              <a:alphaModFix/>
            </a:blip>
            <a:srcRect/>
            <a:stretch/>
          </p:blipFill>
          <p:spPr>
            <a:xfrm>
              <a:off x="15939136" y="1190789"/>
              <a:ext cx="30605" cy="35103"/>
            </a:xfrm>
            <a:prstGeom prst="rect">
              <a:avLst/>
            </a:prstGeom>
            <a:noFill/>
            <a:ln>
              <a:noFill/>
            </a:ln>
          </p:spPr>
        </p:pic>
        <p:pic>
          <p:nvPicPr>
            <p:cNvPr id="94" name="Google Shape;1194;p6"/>
            <p:cNvPicPr preferRelativeResize="0"/>
            <p:nvPr/>
          </p:nvPicPr>
          <p:blipFill rotWithShape="1">
            <a:blip r:embed="rId29">
              <a:alphaModFix/>
            </a:blip>
            <a:srcRect/>
            <a:stretch/>
          </p:blipFill>
          <p:spPr>
            <a:xfrm>
              <a:off x="15655417" y="1498753"/>
              <a:ext cx="4953" cy="8280"/>
            </a:xfrm>
            <a:prstGeom prst="rect">
              <a:avLst/>
            </a:prstGeom>
            <a:noFill/>
            <a:ln>
              <a:noFill/>
            </a:ln>
          </p:spPr>
        </p:pic>
        <p:pic>
          <p:nvPicPr>
            <p:cNvPr id="95" name="Google Shape;1195;p6"/>
            <p:cNvPicPr preferRelativeResize="0"/>
            <p:nvPr/>
          </p:nvPicPr>
          <p:blipFill rotWithShape="1">
            <a:blip r:embed="rId22">
              <a:alphaModFix/>
            </a:blip>
            <a:srcRect/>
            <a:stretch/>
          </p:blipFill>
          <p:spPr>
            <a:xfrm>
              <a:off x="15684767" y="1425714"/>
              <a:ext cx="5955" cy="2635"/>
            </a:xfrm>
            <a:prstGeom prst="rect">
              <a:avLst/>
            </a:prstGeom>
            <a:noFill/>
            <a:ln>
              <a:noFill/>
            </a:ln>
          </p:spPr>
        </p:pic>
        <p:pic>
          <p:nvPicPr>
            <p:cNvPr id="96" name="Google Shape;1196;p6"/>
            <p:cNvPicPr preferRelativeResize="0"/>
            <p:nvPr/>
          </p:nvPicPr>
          <p:blipFill rotWithShape="1">
            <a:blip r:embed="rId50">
              <a:alphaModFix/>
            </a:blip>
            <a:srcRect/>
            <a:stretch/>
          </p:blipFill>
          <p:spPr>
            <a:xfrm>
              <a:off x="15656434" y="1444103"/>
              <a:ext cx="39496" cy="47854"/>
            </a:xfrm>
            <a:prstGeom prst="rect">
              <a:avLst/>
            </a:prstGeom>
            <a:noFill/>
            <a:ln>
              <a:noFill/>
            </a:ln>
          </p:spPr>
        </p:pic>
        <p:pic>
          <p:nvPicPr>
            <p:cNvPr id="97" name="Google Shape;1197;p6"/>
            <p:cNvPicPr preferRelativeResize="0"/>
            <p:nvPr/>
          </p:nvPicPr>
          <p:blipFill rotWithShape="1">
            <a:blip r:embed="rId51">
              <a:alphaModFix/>
            </a:blip>
            <a:srcRect/>
            <a:stretch/>
          </p:blipFill>
          <p:spPr>
            <a:xfrm>
              <a:off x="15668878" y="1477454"/>
              <a:ext cx="17778" cy="6591"/>
            </a:xfrm>
            <a:prstGeom prst="rect">
              <a:avLst/>
            </a:prstGeom>
            <a:noFill/>
            <a:ln>
              <a:noFill/>
            </a:ln>
          </p:spPr>
        </p:pic>
        <p:pic>
          <p:nvPicPr>
            <p:cNvPr id="98" name="Google Shape;1198;p6"/>
            <p:cNvPicPr preferRelativeResize="0"/>
            <p:nvPr/>
          </p:nvPicPr>
          <p:blipFill rotWithShape="1">
            <a:blip r:embed="rId22">
              <a:alphaModFix/>
            </a:blip>
            <a:srcRect/>
            <a:stretch/>
          </p:blipFill>
          <p:spPr>
            <a:xfrm>
              <a:off x="15680053" y="1459573"/>
              <a:ext cx="8638" cy="4280"/>
            </a:xfrm>
            <a:prstGeom prst="rect">
              <a:avLst/>
            </a:prstGeom>
            <a:noFill/>
            <a:ln>
              <a:noFill/>
            </a:ln>
          </p:spPr>
        </p:pic>
        <p:pic>
          <p:nvPicPr>
            <p:cNvPr id="99" name="Google Shape;1199;p6"/>
            <p:cNvPicPr preferRelativeResize="0"/>
            <p:nvPr/>
          </p:nvPicPr>
          <p:blipFill rotWithShape="1">
            <a:blip r:embed="rId25">
              <a:alphaModFix/>
            </a:blip>
            <a:srcRect/>
            <a:stretch/>
          </p:blipFill>
          <p:spPr>
            <a:xfrm>
              <a:off x="15669387" y="1490953"/>
              <a:ext cx="381" cy="520"/>
            </a:xfrm>
            <a:prstGeom prst="rect">
              <a:avLst/>
            </a:prstGeom>
            <a:noFill/>
            <a:ln>
              <a:noFill/>
            </a:ln>
          </p:spPr>
        </p:pic>
        <p:pic>
          <p:nvPicPr>
            <p:cNvPr id="100" name="Google Shape;1200;p6"/>
            <p:cNvPicPr preferRelativeResize="0"/>
            <p:nvPr/>
          </p:nvPicPr>
          <p:blipFill rotWithShape="1">
            <a:blip r:embed="rId22">
              <a:alphaModFix/>
            </a:blip>
            <a:srcRect/>
            <a:stretch/>
          </p:blipFill>
          <p:spPr>
            <a:xfrm>
              <a:off x="15651606" y="1493113"/>
              <a:ext cx="5715" cy="4977"/>
            </a:xfrm>
            <a:prstGeom prst="rect">
              <a:avLst/>
            </a:prstGeom>
            <a:noFill/>
            <a:ln>
              <a:noFill/>
            </a:ln>
          </p:spPr>
        </p:pic>
        <p:pic>
          <p:nvPicPr>
            <p:cNvPr id="101" name="Google Shape;1201;p6"/>
            <p:cNvPicPr preferRelativeResize="0"/>
            <p:nvPr/>
          </p:nvPicPr>
          <p:blipFill rotWithShape="1">
            <a:blip r:embed="rId22">
              <a:alphaModFix/>
            </a:blip>
            <a:srcRect/>
            <a:stretch/>
          </p:blipFill>
          <p:spPr>
            <a:xfrm>
              <a:off x="15631794" y="1498486"/>
              <a:ext cx="6730" cy="3251"/>
            </a:xfrm>
            <a:prstGeom prst="rect">
              <a:avLst/>
            </a:prstGeom>
            <a:noFill/>
            <a:ln>
              <a:noFill/>
            </a:ln>
          </p:spPr>
        </p:pic>
        <p:pic>
          <p:nvPicPr>
            <p:cNvPr id="102" name="Google Shape;1202;p6"/>
            <p:cNvPicPr preferRelativeResize="0"/>
            <p:nvPr/>
          </p:nvPicPr>
          <p:blipFill rotWithShape="1">
            <a:blip r:embed="rId29">
              <a:alphaModFix/>
            </a:blip>
            <a:srcRect/>
            <a:stretch/>
          </p:blipFill>
          <p:spPr>
            <a:xfrm>
              <a:off x="15664187" y="1472095"/>
              <a:ext cx="1771" cy="2107"/>
            </a:xfrm>
            <a:prstGeom prst="rect">
              <a:avLst/>
            </a:prstGeom>
            <a:noFill/>
            <a:ln>
              <a:noFill/>
            </a:ln>
          </p:spPr>
        </p:pic>
        <p:pic>
          <p:nvPicPr>
            <p:cNvPr id="103" name="Google Shape;1203;p6"/>
            <p:cNvPicPr preferRelativeResize="0"/>
            <p:nvPr/>
          </p:nvPicPr>
          <p:blipFill rotWithShape="1">
            <a:blip r:embed="rId30">
              <a:alphaModFix/>
            </a:blip>
            <a:srcRect/>
            <a:stretch/>
          </p:blipFill>
          <p:spPr>
            <a:xfrm>
              <a:off x="15706091" y="1456893"/>
              <a:ext cx="506" cy="1969"/>
            </a:xfrm>
            <a:prstGeom prst="rect">
              <a:avLst/>
            </a:prstGeom>
            <a:noFill/>
            <a:ln>
              <a:noFill/>
            </a:ln>
          </p:spPr>
        </p:pic>
        <p:pic>
          <p:nvPicPr>
            <p:cNvPr id="104" name="Google Shape;1204;p6"/>
            <p:cNvPicPr preferRelativeResize="0"/>
            <p:nvPr/>
          </p:nvPicPr>
          <p:blipFill rotWithShape="1">
            <a:blip r:embed="rId26">
              <a:alphaModFix/>
            </a:blip>
            <a:srcRect/>
            <a:stretch/>
          </p:blipFill>
          <p:spPr>
            <a:xfrm>
              <a:off x="15656942" y="1470773"/>
              <a:ext cx="17016" cy="21108"/>
            </a:xfrm>
            <a:prstGeom prst="rect">
              <a:avLst/>
            </a:prstGeom>
            <a:noFill/>
            <a:ln>
              <a:noFill/>
            </a:ln>
          </p:spPr>
        </p:pic>
        <p:pic>
          <p:nvPicPr>
            <p:cNvPr id="105" name="Google Shape;1205;p6"/>
            <p:cNvPicPr preferRelativeResize="0"/>
            <p:nvPr/>
          </p:nvPicPr>
          <p:blipFill rotWithShape="1">
            <a:blip r:embed="rId29">
              <a:alphaModFix/>
            </a:blip>
            <a:srcRect/>
            <a:stretch/>
          </p:blipFill>
          <p:spPr>
            <a:xfrm>
              <a:off x="15715488" y="1411998"/>
              <a:ext cx="381" cy="444"/>
            </a:xfrm>
            <a:prstGeom prst="rect">
              <a:avLst/>
            </a:prstGeom>
            <a:noFill/>
            <a:ln>
              <a:noFill/>
            </a:ln>
          </p:spPr>
        </p:pic>
        <p:pic>
          <p:nvPicPr>
            <p:cNvPr id="106" name="Google Shape;1206;p6"/>
            <p:cNvPicPr preferRelativeResize="0"/>
            <p:nvPr/>
          </p:nvPicPr>
          <p:blipFill rotWithShape="1">
            <a:blip r:embed="rId29">
              <a:alphaModFix/>
            </a:blip>
            <a:srcRect/>
            <a:stretch/>
          </p:blipFill>
          <p:spPr>
            <a:xfrm>
              <a:off x="15712057" y="1431912"/>
              <a:ext cx="2412" cy="2946"/>
            </a:xfrm>
            <a:prstGeom prst="rect">
              <a:avLst/>
            </a:prstGeom>
            <a:noFill/>
            <a:ln>
              <a:noFill/>
            </a:ln>
          </p:spPr>
        </p:pic>
        <p:pic>
          <p:nvPicPr>
            <p:cNvPr id="107" name="Google Shape;1207;p6"/>
            <p:cNvPicPr preferRelativeResize="0"/>
            <p:nvPr/>
          </p:nvPicPr>
          <p:blipFill rotWithShape="1">
            <a:blip r:embed="rId29">
              <a:alphaModFix/>
            </a:blip>
            <a:srcRect/>
            <a:stretch/>
          </p:blipFill>
          <p:spPr>
            <a:xfrm>
              <a:off x="15675228" y="1439290"/>
              <a:ext cx="4826" cy="4927"/>
            </a:xfrm>
            <a:prstGeom prst="rect">
              <a:avLst/>
            </a:prstGeom>
            <a:noFill/>
            <a:ln>
              <a:noFill/>
            </a:ln>
          </p:spPr>
        </p:pic>
        <p:pic>
          <p:nvPicPr>
            <p:cNvPr id="108" name="Google Shape;1208;p6"/>
            <p:cNvPicPr preferRelativeResize="0"/>
            <p:nvPr/>
          </p:nvPicPr>
          <p:blipFill rotWithShape="1">
            <a:blip r:embed="rId22">
              <a:alphaModFix/>
            </a:blip>
            <a:srcRect/>
            <a:stretch/>
          </p:blipFill>
          <p:spPr>
            <a:xfrm>
              <a:off x="15727806" y="1371777"/>
              <a:ext cx="6349" cy="6616"/>
            </a:xfrm>
            <a:prstGeom prst="rect">
              <a:avLst/>
            </a:prstGeom>
            <a:noFill/>
            <a:ln>
              <a:noFill/>
            </a:ln>
          </p:spPr>
        </p:pic>
        <p:pic>
          <p:nvPicPr>
            <p:cNvPr id="109" name="Google Shape;1209;p6"/>
            <p:cNvPicPr preferRelativeResize="0"/>
            <p:nvPr/>
          </p:nvPicPr>
          <p:blipFill rotWithShape="1">
            <a:blip r:embed="rId25">
              <a:alphaModFix/>
            </a:blip>
            <a:srcRect/>
            <a:stretch/>
          </p:blipFill>
          <p:spPr>
            <a:xfrm>
              <a:off x="15649828" y="1507413"/>
              <a:ext cx="380" cy="431"/>
            </a:xfrm>
            <a:prstGeom prst="rect">
              <a:avLst/>
            </a:prstGeom>
            <a:noFill/>
            <a:ln>
              <a:noFill/>
            </a:ln>
          </p:spPr>
        </p:pic>
        <p:pic>
          <p:nvPicPr>
            <p:cNvPr id="110" name="Google Shape;1210;p6"/>
            <p:cNvPicPr preferRelativeResize="0"/>
            <p:nvPr/>
          </p:nvPicPr>
          <p:blipFill rotWithShape="1">
            <a:blip r:embed="rId52">
              <a:alphaModFix/>
            </a:blip>
            <a:srcRect/>
            <a:stretch/>
          </p:blipFill>
          <p:spPr>
            <a:xfrm>
              <a:off x="15643097" y="1430021"/>
              <a:ext cx="72643" cy="68173"/>
            </a:xfrm>
            <a:prstGeom prst="rect">
              <a:avLst/>
            </a:prstGeom>
            <a:noFill/>
            <a:ln>
              <a:noFill/>
            </a:ln>
          </p:spPr>
        </p:pic>
        <p:pic>
          <p:nvPicPr>
            <p:cNvPr id="111" name="Google Shape;1211;p6"/>
            <p:cNvPicPr preferRelativeResize="0"/>
            <p:nvPr/>
          </p:nvPicPr>
          <p:blipFill rotWithShape="1">
            <a:blip r:embed="rId53">
              <a:alphaModFix/>
            </a:blip>
            <a:srcRect/>
            <a:stretch/>
          </p:blipFill>
          <p:spPr>
            <a:xfrm>
              <a:off x="15646146" y="1421586"/>
              <a:ext cx="64895" cy="73330"/>
            </a:xfrm>
            <a:prstGeom prst="rect">
              <a:avLst/>
            </a:prstGeom>
            <a:noFill/>
            <a:ln>
              <a:noFill/>
            </a:ln>
          </p:spPr>
        </p:pic>
        <p:pic>
          <p:nvPicPr>
            <p:cNvPr id="112" name="Google Shape;1212;p6"/>
            <p:cNvPicPr preferRelativeResize="0"/>
            <p:nvPr/>
          </p:nvPicPr>
          <p:blipFill rotWithShape="1">
            <a:blip r:embed="rId29">
              <a:alphaModFix/>
            </a:blip>
            <a:srcRect/>
            <a:stretch/>
          </p:blipFill>
          <p:spPr>
            <a:xfrm>
              <a:off x="15847439" y="1259954"/>
              <a:ext cx="507" cy="431"/>
            </a:xfrm>
            <a:prstGeom prst="rect">
              <a:avLst/>
            </a:prstGeom>
            <a:noFill/>
            <a:ln>
              <a:noFill/>
            </a:ln>
          </p:spPr>
        </p:pic>
        <p:pic>
          <p:nvPicPr>
            <p:cNvPr id="113" name="Google Shape;1213;p6"/>
            <p:cNvPicPr preferRelativeResize="0"/>
            <p:nvPr/>
          </p:nvPicPr>
          <p:blipFill rotWithShape="1">
            <a:blip r:embed="rId54">
              <a:alphaModFix/>
            </a:blip>
            <a:srcRect/>
            <a:stretch/>
          </p:blipFill>
          <p:spPr>
            <a:xfrm>
              <a:off x="15867506" y="1222285"/>
              <a:ext cx="21590" cy="22937"/>
            </a:xfrm>
            <a:prstGeom prst="rect">
              <a:avLst/>
            </a:prstGeom>
            <a:noFill/>
            <a:ln>
              <a:noFill/>
            </a:ln>
          </p:spPr>
        </p:pic>
        <p:pic>
          <p:nvPicPr>
            <p:cNvPr id="114" name="Google Shape;1214;p6"/>
            <p:cNvPicPr preferRelativeResize="0"/>
            <p:nvPr/>
          </p:nvPicPr>
          <p:blipFill rotWithShape="1">
            <a:blip r:embed="rId40">
              <a:alphaModFix/>
            </a:blip>
            <a:srcRect/>
            <a:stretch/>
          </p:blipFill>
          <p:spPr>
            <a:xfrm>
              <a:off x="15671038" y="1452854"/>
              <a:ext cx="13716" cy="10451"/>
            </a:xfrm>
            <a:prstGeom prst="rect">
              <a:avLst/>
            </a:prstGeom>
            <a:noFill/>
            <a:ln>
              <a:noFill/>
            </a:ln>
          </p:spPr>
        </p:pic>
        <p:pic>
          <p:nvPicPr>
            <p:cNvPr id="115" name="Google Shape;1215;p6"/>
            <p:cNvPicPr preferRelativeResize="0"/>
            <p:nvPr/>
          </p:nvPicPr>
          <p:blipFill rotWithShape="1">
            <a:blip r:embed="rId29">
              <a:alphaModFix/>
            </a:blip>
            <a:srcRect/>
            <a:stretch/>
          </p:blipFill>
          <p:spPr>
            <a:xfrm>
              <a:off x="15720695" y="1412227"/>
              <a:ext cx="380" cy="406"/>
            </a:xfrm>
            <a:prstGeom prst="rect">
              <a:avLst/>
            </a:prstGeom>
            <a:noFill/>
            <a:ln>
              <a:noFill/>
            </a:ln>
          </p:spPr>
        </p:pic>
        <p:pic>
          <p:nvPicPr>
            <p:cNvPr id="116" name="Google Shape;1216;p6"/>
            <p:cNvPicPr preferRelativeResize="0"/>
            <p:nvPr/>
          </p:nvPicPr>
          <p:blipFill rotWithShape="1">
            <a:blip r:embed="rId40">
              <a:alphaModFix/>
            </a:blip>
            <a:srcRect/>
            <a:stretch/>
          </p:blipFill>
          <p:spPr>
            <a:xfrm>
              <a:off x="15703042" y="1453451"/>
              <a:ext cx="6824" cy="8280"/>
            </a:xfrm>
            <a:prstGeom prst="rect">
              <a:avLst/>
            </a:prstGeom>
            <a:noFill/>
            <a:ln>
              <a:noFill/>
            </a:ln>
          </p:spPr>
        </p:pic>
        <p:pic>
          <p:nvPicPr>
            <p:cNvPr id="117" name="Google Shape;1217;p6"/>
            <p:cNvPicPr preferRelativeResize="0"/>
            <p:nvPr/>
          </p:nvPicPr>
          <p:blipFill rotWithShape="1">
            <a:blip r:embed="rId29">
              <a:alphaModFix/>
            </a:blip>
            <a:srcRect/>
            <a:stretch/>
          </p:blipFill>
          <p:spPr>
            <a:xfrm>
              <a:off x="15743427" y="1388706"/>
              <a:ext cx="1779" cy="1498"/>
            </a:xfrm>
            <a:prstGeom prst="rect">
              <a:avLst/>
            </a:prstGeom>
            <a:noFill/>
            <a:ln>
              <a:noFill/>
            </a:ln>
          </p:spPr>
        </p:pic>
        <p:pic>
          <p:nvPicPr>
            <p:cNvPr id="118" name="Google Shape;1218;p6"/>
            <p:cNvPicPr preferRelativeResize="0"/>
            <p:nvPr/>
          </p:nvPicPr>
          <p:blipFill rotWithShape="1">
            <a:blip r:embed="rId29">
              <a:alphaModFix/>
            </a:blip>
            <a:srcRect/>
            <a:stretch/>
          </p:blipFill>
          <p:spPr>
            <a:xfrm>
              <a:off x="15921353" y="1232217"/>
              <a:ext cx="253" cy="254"/>
            </a:xfrm>
            <a:prstGeom prst="rect">
              <a:avLst/>
            </a:prstGeom>
            <a:noFill/>
            <a:ln>
              <a:noFill/>
            </a:ln>
          </p:spPr>
        </p:pic>
        <p:sp>
          <p:nvSpPr>
            <p:cNvPr id="119" name="Google Shape;1219;p6"/>
            <p:cNvSpPr/>
            <p:nvPr/>
          </p:nvSpPr>
          <p:spPr>
            <a:xfrm>
              <a:off x="7162076" y="957783"/>
              <a:ext cx="2740660" cy="891540"/>
            </a:xfrm>
            <a:custGeom>
              <a:avLst/>
              <a:gdLst/>
              <a:ahLst/>
              <a:cxnLst/>
              <a:rect l="l" t="t" r="r" b="b"/>
              <a:pathLst>
                <a:path w="2740659" h="891539" extrusionOk="0">
                  <a:moveTo>
                    <a:pt x="2740177" y="0"/>
                  </a:moveTo>
                  <a:lnTo>
                    <a:pt x="2283434" y="136270"/>
                  </a:lnTo>
                  <a:lnTo>
                    <a:pt x="1826691" y="0"/>
                  </a:lnTo>
                  <a:lnTo>
                    <a:pt x="1370012" y="136270"/>
                  </a:lnTo>
                  <a:lnTo>
                    <a:pt x="913333" y="0"/>
                  </a:lnTo>
                  <a:lnTo>
                    <a:pt x="456653" y="136270"/>
                  </a:lnTo>
                  <a:lnTo>
                    <a:pt x="0" y="0"/>
                  </a:lnTo>
                  <a:lnTo>
                    <a:pt x="0" y="754811"/>
                  </a:lnTo>
                  <a:lnTo>
                    <a:pt x="456653" y="891070"/>
                  </a:lnTo>
                  <a:lnTo>
                    <a:pt x="913333" y="754811"/>
                  </a:lnTo>
                  <a:lnTo>
                    <a:pt x="1370012" y="891070"/>
                  </a:lnTo>
                  <a:lnTo>
                    <a:pt x="1826691" y="754811"/>
                  </a:lnTo>
                  <a:lnTo>
                    <a:pt x="2283434" y="891070"/>
                  </a:lnTo>
                  <a:lnTo>
                    <a:pt x="2740177" y="754811"/>
                  </a:lnTo>
                  <a:lnTo>
                    <a:pt x="2740177" y="0"/>
                  </a:lnTo>
                  <a:close/>
                </a:path>
              </a:pathLst>
            </a:custGeom>
            <a:solidFill>
              <a:srgbClr val="009733">
                <a:alpha val="33725"/>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20" name="Google Shape;1220;p6"/>
            <p:cNvSpPr/>
            <p:nvPr/>
          </p:nvSpPr>
          <p:spPr>
            <a:xfrm>
              <a:off x="11862388" y="8872313"/>
              <a:ext cx="1170940" cy="881380"/>
            </a:xfrm>
            <a:custGeom>
              <a:avLst/>
              <a:gdLst/>
              <a:ahLst/>
              <a:cxnLst/>
              <a:rect l="l" t="t" r="r" b="b"/>
              <a:pathLst>
                <a:path w="1170940" h="881379" extrusionOk="0">
                  <a:moveTo>
                    <a:pt x="585291" y="0"/>
                  </a:moveTo>
                  <a:lnTo>
                    <a:pt x="0" y="881287"/>
                  </a:lnTo>
                  <a:lnTo>
                    <a:pt x="1170568" y="881287"/>
                  </a:lnTo>
                  <a:lnTo>
                    <a:pt x="585291" y="0"/>
                  </a:lnTo>
                  <a:close/>
                </a:path>
              </a:pathLst>
            </a:custGeom>
            <a:solidFill>
              <a:srgbClr val="ECB31F">
                <a:alpha val="45882"/>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21" name="Google Shape;1221;p6"/>
            <p:cNvSpPr/>
            <p:nvPr/>
          </p:nvSpPr>
          <p:spPr>
            <a:xfrm>
              <a:off x="1596999" y="903820"/>
              <a:ext cx="2660015" cy="1330325"/>
            </a:xfrm>
            <a:custGeom>
              <a:avLst/>
              <a:gdLst/>
              <a:ahLst/>
              <a:cxnLst/>
              <a:rect l="l" t="t" r="r" b="b"/>
              <a:pathLst>
                <a:path w="2660015" h="1330325" extrusionOk="0">
                  <a:moveTo>
                    <a:pt x="1330045" y="0"/>
                  </a:moveTo>
                  <a:lnTo>
                    <a:pt x="1281283" y="877"/>
                  </a:lnTo>
                  <a:lnTo>
                    <a:pt x="1232962" y="3488"/>
                  </a:lnTo>
                  <a:lnTo>
                    <a:pt x="1185115" y="7803"/>
                  </a:lnTo>
                  <a:lnTo>
                    <a:pt x="1137769" y="13793"/>
                  </a:lnTo>
                  <a:lnTo>
                    <a:pt x="1090957" y="21426"/>
                  </a:lnTo>
                  <a:lnTo>
                    <a:pt x="1044706" y="30674"/>
                  </a:lnTo>
                  <a:lnTo>
                    <a:pt x="999049" y="41506"/>
                  </a:lnTo>
                  <a:lnTo>
                    <a:pt x="954014" y="53891"/>
                  </a:lnTo>
                  <a:lnTo>
                    <a:pt x="909632" y="67801"/>
                  </a:lnTo>
                  <a:lnTo>
                    <a:pt x="865932" y="83204"/>
                  </a:lnTo>
                  <a:lnTo>
                    <a:pt x="822945" y="100071"/>
                  </a:lnTo>
                  <a:lnTo>
                    <a:pt x="780701" y="118372"/>
                  </a:lnTo>
                  <a:lnTo>
                    <a:pt x="739230" y="138077"/>
                  </a:lnTo>
                  <a:lnTo>
                    <a:pt x="698562" y="159155"/>
                  </a:lnTo>
                  <a:lnTo>
                    <a:pt x="658727" y="181577"/>
                  </a:lnTo>
                  <a:lnTo>
                    <a:pt x="619755" y="205313"/>
                  </a:lnTo>
                  <a:lnTo>
                    <a:pt x="581675" y="230332"/>
                  </a:lnTo>
                  <a:lnTo>
                    <a:pt x="544519" y="256605"/>
                  </a:lnTo>
                  <a:lnTo>
                    <a:pt x="508316" y="284101"/>
                  </a:lnTo>
                  <a:lnTo>
                    <a:pt x="473096" y="312790"/>
                  </a:lnTo>
                  <a:lnTo>
                    <a:pt x="438890" y="342643"/>
                  </a:lnTo>
                  <a:lnTo>
                    <a:pt x="405726" y="373630"/>
                  </a:lnTo>
                  <a:lnTo>
                    <a:pt x="373636" y="405720"/>
                  </a:lnTo>
                  <a:lnTo>
                    <a:pt x="342649" y="438883"/>
                  </a:lnTo>
                  <a:lnTo>
                    <a:pt x="312796" y="473089"/>
                  </a:lnTo>
                  <a:lnTo>
                    <a:pt x="284106" y="508308"/>
                  </a:lnTo>
                  <a:lnTo>
                    <a:pt x="256609" y="544511"/>
                  </a:lnTo>
                  <a:lnTo>
                    <a:pt x="230336" y="581667"/>
                  </a:lnTo>
                  <a:lnTo>
                    <a:pt x="205316" y="619746"/>
                  </a:lnTo>
                  <a:lnTo>
                    <a:pt x="181580" y="658717"/>
                  </a:lnTo>
                  <a:lnTo>
                    <a:pt x="159158" y="698552"/>
                  </a:lnTo>
                  <a:lnTo>
                    <a:pt x="138079" y="739220"/>
                  </a:lnTo>
                  <a:lnTo>
                    <a:pt x="118374" y="780691"/>
                  </a:lnTo>
                  <a:lnTo>
                    <a:pt x="100073" y="822935"/>
                  </a:lnTo>
                  <a:lnTo>
                    <a:pt x="83206" y="865921"/>
                  </a:lnTo>
                  <a:lnTo>
                    <a:pt x="67802" y="909620"/>
                  </a:lnTo>
                  <a:lnTo>
                    <a:pt x="53892" y="954002"/>
                  </a:lnTo>
                  <a:lnTo>
                    <a:pt x="41507" y="999037"/>
                  </a:lnTo>
                  <a:lnTo>
                    <a:pt x="30675" y="1044694"/>
                  </a:lnTo>
                  <a:lnTo>
                    <a:pt x="21427" y="1090944"/>
                  </a:lnTo>
                  <a:lnTo>
                    <a:pt x="13793" y="1137757"/>
                  </a:lnTo>
                  <a:lnTo>
                    <a:pt x="7804" y="1185102"/>
                  </a:lnTo>
                  <a:lnTo>
                    <a:pt x="3488" y="1232950"/>
                  </a:lnTo>
                  <a:lnTo>
                    <a:pt x="877" y="1281270"/>
                  </a:lnTo>
                  <a:lnTo>
                    <a:pt x="0" y="1330032"/>
                  </a:lnTo>
                  <a:lnTo>
                    <a:pt x="810488" y="1330032"/>
                  </a:lnTo>
                  <a:lnTo>
                    <a:pt x="812611" y="1282743"/>
                  </a:lnTo>
                  <a:lnTo>
                    <a:pt x="818859" y="1236646"/>
                  </a:lnTo>
                  <a:lnTo>
                    <a:pt x="829047" y="1191923"/>
                  </a:lnTo>
                  <a:lnTo>
                    <a:pt x="842993" y="1148758"/>
                  </a:lnTo>
                  <a:lnTo>
                    <a:pt x="860513" y="1107334"/>
                  </a:lnTo>
                  <a:lnTo>
                    <a:pt x="881423" y="1067835"/>
                  </a:lnTo>
                  <a:lnTo>
                    <a:pt x="905540" y="1030443"/>
                  </a:lnTo>
                  <a:lnTo>
                    <a:pt x="932681" y="995341"/>
                  </a:lnTo>
                  <a:lnTo>
                    <a:pt x="962663" y="962713"/>
                  </a:lnTo>
                  <a:lnTo>
                    <a:pt x="995301" y="932743"/>
                  </a:lnTo>
                  <a:lnTo>
                    <a:pt x="1030413" y="905612"/>
                  </a:lnTo>
                  <a:lnTo>
                    <a:pt x="1067815" y="881504"/>
                  </a:lnTo>
                  <a:lnTo>
                    <a:pt x="1107323" y="860603"/>
                  </a:lnTo>
                  <a:lnTo>
                    <a:pt x="1148755" y="843091"/>
                  </a:lnTo>
                  <a:lnTo>
                    <a:pt x="1191926" y="829152"/>
                  </a:lnTo>
                  <a:lnTo>
                    <a:pt x="1236654" y="818969"/>
                  </a:lnTo>
                  <a:lnTo>
                    <a:pt x="1282755" y="812725"/>
                  </a:lnTo>
                  <a:lnTo>
                    <a:pt x="1330045" y="810602"/>
                  </a:lnTo>
                  <a:lnTo>
                    <a:pt x="1377313" y="812725"/>
                  </a:lnTo>
                  <a:lnTo>
                    <a:pt x="1423395" y="818969"/>
                  </a:lnTo>
                  <a:lnTo>
                    <a:pt x="1468105" y="829152"/>
                  </a:lnTo>
                  <a:lnTo>
                    <a:pt x="1511262" y="843091"/>
                  </a:lnTo>
                  <a:lnTo>
                    <a:pt x="1552680" y="860603"/>
                  </a:lnTo>
                  <a:lnTo>
                    <a:pt x="1592177" y="881504"/>
                  </a:lnTo>
                  <a:lnTo>
                    <a:pt x="1629570" y="905612"/>
                  </a:lnTo>
                  <a:lnTo>
                    <a:pt x="1664673" y="932743"/>
                  </a:lnTo>
                  <a:lnTo>
                    <a:pt x="1697305" y="962713"/>
                  </a:lnTo>
                  <a:lnTo>
                    <a:pt x="1727282" y="995341"/>
                  </a:lnTo>
                  <a:lnTo>
                    <a:pt x="1754419" y="1030443"/>
                  </a:lnTo>
                  <a:lnTo>
                    <a:pt x="1778533" y="1067835"/>
                  </a:lnTo>
                  <a:lnTo>
                    <a:pt x="1799441" y="1107334"/>
                  </a:lnTo>
                  <a:lnTo>
                    <a:pt x="1816959" y="1148758"/>
                  </a:lnTo>
                  <a:lnTo>
                    <a:pt x="1830904" y="1191923"/>
                  </a:lnTo>
                  <a:lnTo>
                    <a:pt x="1841092" y="1236646"/>
                  </a:lnTo>
                  <a:lnTo>
                    <a:pt x="1847339" y="1282743"/>
                  </a:lnTo>
                  <a:lnTo>
                    <a:pt x="1849462" y="1330032"/>
                  </a:lnTo>
                  <a:lnTo>
                    <a:pt x="2659951" y="1330032"/>
                  </a:lnTo>
                  <a:lnTo>
                    <a:pt x="2659074" y="1281270"/>
                  </a:lnTo>
                  <a:lnTo>
                    <a:pt x="2656463" y="1232950"/>
                  </a:lnTo>
                  <a:lnTo>
                    <a:pt x="2652147" y="1185102"/>
                  </a:lnTo>
                  <a:lnTo>
                    <a:pt x="2646157" y="1137757"/>
                  </a:lnTo>
                  <a:lnTo>
                    <a:pt x="2638524" y="1090944"/>
                  </a:lnTo>
                  <a:lnTo>
                    <a:pt x="2629276" y="1044694"/>
                  </a:lnTo>
                  <a:lnTo>
                    <a:pt x="2618444" y="999037"/>
                  </a:lnTo>
                  <a:lnTo>
                    <a:pt x="2606059" y="954002"/>
                  </a:lnTo>
                  <a:lnTo>
                    <a:pt x="2592150" y="909620"/>
                  </a:lnTo>
                  <a:lnTo>
                    <a:pt x="2576746" y="865921"/>
                  </a:lnTo>
                  <a:lnTo>
                    <a:pt x="2559879" y="822935"/>
                  </a:lnTo>
                  <a:lnTo>
                    <a:pt x="2541579" y="780691"/>
                  </a:lnTo>
                  <a:lnTo>
                    <a:pt x="2521875" y="739220"/>
                  </a:lnTo>
                  <a:lnTo>
                    <a:pt x="2500797" y="698552"/>
                  </a:lnTo>
                  <a:lnTo>
                    <a:pt x="2478375" y="658717"/>
                  </a:lnTo>
                  <a:lnTo>
                    <a:pt x="2454640" y="619746"/>
                  </a:lnTo>
                  <a:lnTo>
                    <a:pt x="2429622" y="581667"/>
                  </a:lnTo>
                  <a:lnTo>
                    <a:pt x="2403350" y="544511"/>
                  </a:lnTo>
                  <a:lnTo>
                    <a:pt x="2375855" y="508308"/>
                  </a:lnTo>
                  <a:lnTo>
                    <a:pt x="2347167" y="473089"/>
                  </a:lnTo>
                  <a:lnTo>
                    <a:pt x="2317316" y="438883"/>
                  </a:lnTo>
                  <a:lnTo>
                    <a:pt x="2286331" y="405720"/>
                  </a:lnTo>
                  <a:lnTo>
                    <a:pt x="2254243" y="373630"/>
                  </a:lnTo>
                  <a:lnTo>
                    <a:pt x="2221082" y="342643"/>
                  </a:lnTo>
                  <a:lnTo>
                    <a:pt x="2186878" y="312790"/>
                  </a:lnTo>
                  <a:lnTo>
                    <a:pt x="2151661" y="284101"/>
                  </a:lnTo>
                  <a:lnTo>
                    <a:pt x="2115461" y="256605"/>
                  </a:lnTo>
                  <a:lnTo>
                    <a:pt x="2078309" y="230332"/>
                  </a:lnTo>
                  <a:lnTo>
                    <a:pt x="2040233" y="205313"/>
                  </a:lnTo>
                  <a:lnTo>
                    <a:pt x="2001265" y="181577"/>
                  </a:lnTo>
                  <a:lnTo>
                    <a:pt x="1961434" y="159155"/>
                  </a:lnTo>
                  <a:lnTo>
                    <a:pt x="1920770" y="138077"/>
                  </a:lnTo>
                  <a:lnTo>
                    <a:pt x="1879304" y="118372"/>
                  </a:lnTo>
                  <a:lnTo>
                    <a:pt x="1837065" y="100071"/>
                  </a:lnTo>
                  <a:lnTo>
                    <a:pt x="1794084" y="83204"/>
                  </a:lnTo>
                  <a:lnTo>
                    <a:pt x="1750390" y="67801"/>
                  </a:lnTo>
                  <a:lnTo>
                    <a:pt x="1706014" y="53891"/>
                  </a:lnTo>
                  <a:lnTo>
                    <a:pt x="1660986" y="41506"/>
                  </a:lnTo>
                  <a:lnTo>
                    <a:pt x="1615335" y="30674"/>
                  </a:lnTo>
                  <a:lnTo>
                    <a:pt x="1569092" y="21426"/>
                  </a:lnTo>
                  <a:lnTo>
                    <a:pt x="1522287" y="13793"/>
                  </a:lnTo>
                  <a:lnTo>
                    <a:pt x="1474949" y="7803"/>
                  </a:lnTo>
                  <a:lnTo>
                    <a:pt x="1427110" y="3488"/>
                  </a:lnTo>
                  <a:lnTo>
                    <a:pt x="1378799" y="877"/>
                  </a:lnTo>
                  <a:lnTo>
                    <a:pt x="1330045" y="0"/>
                  </a:lnTo>
                  <a:close/>
                </a:path>
              </a:pathLst>
            </a:custGeom>
            <a:solidFill>
              <a:srgbClr val="E3702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22" name="Google Shape;1222;p6"/>
            <p:cNvSpPr/>
            <p:nvPr/>
          </p:nvSpPr>
          <p:spPr>
            <a:xfrm>
              <a:off x="5283504" y="9293704"/>
              <a:ext cx="1797050" cy="460375"/>
            </a:xfrm>
            <a:custGeom>
              <a:avLst/>
              <a:gdLst/>
              <a:ahLst/>
              <a:cxnLst/>
              <a:rect l="l" t="t" r="r" b="b"/>
              <a:pathLst>
                <a:path w="1797050" h="460375" extrusionOk="0">
                  <a:moveTo>
                    <a:pt x="927000" y="0"/>
                  </a:moveTo>
                  <a:lnTo>
                    <a:pt x="869668" y="0"/>
                  </a:lnTo>
                  <a:lnTo>
                    <a:pt x="812440" y="830"/>
                  </a:lnTo>
                  <a:lnTo>
                    <a:pt x="755523" y="2490"/>
                  </a:lnTo>
                  <a:lnTo>
                    <a:pt x="699126" y="4980"/>
                  </a:lnTo>
                  <a:lnTo>
                    <a:pt x="643455" y="8300"/>
                  </a:lnTo>
                  <a:lnTo>
                    <a:pt x="588719" y="12451"/>
                  </a:lnTo>
                  <a:lnTo>
                    <a:pt x="535125" y="17431"/>
                  </a:lnTo>
                  <a:lnTo>
                    <a:pt x="482881" y="23242"/>
                  </a:lnTo>
                  <a:lnTo>
                    <a:pt x="432195" y="29883"/>
                  </a:lnTo>
                  <a:lnTo>
                    <a:pt x="383273" y="37354"/>
                  </a:lnTo>
                  <a:lnTo>
                    <a:pt x="336324" y="45655"/>
                  </a:lnTo>
                  <a:lnTo>
                    <a:pt x="291556" y="54786"/>
                  </a:lnTo>
                  <a:lnTo>
                    <a:pt x="249176" y="64747"/>
                  </a:lnTo>
                  <a:lnTo>
                    <a:pt x="209391" y="75538"/>
                  </a:lnTo>
                  <a:lnTo>
                    <a:pt x="172410" y="87159"/>
                  </a:lnTo>
                  <a:lnTo>
                    <a:pt x="107689" y="112892"/>
                  </a:lnTo>
                  <a:lnTo>
                    <a:pt x="56674" y="141946"/>
                  </a:lnTo>
                  <a:lnTo>
                    <a:pt x="21025" y="174319"/>
                  </a:lnTo>
                  <a:lnTo>
                    <a:pt x="2405" y="210013"/>
                  </a:lnTo>
                  <a:lnTo>
                    <a:pt x="0" y="229104"/>
                  </a:lnTo>
                  <a:lnTo>
                    <a:pt x="0" y="459895"/>
                  </a:lnTo>
                  <a:lnTo>
                    <a:pt x="1796668" y="459895"/>
                  </a:lnTo>
                  <a:lnTo>
                    <a:pt x="1796668" y="229104"/>
                  </a:lnTo>
                  <a:lnTo>
                    <a:pt x="1787185" y="191751"/>
                  </a:lnTo>
                  <a:lnTo>
                    <a:pt x="1759843" y="157717"/>
                  </a:lnTo>
                  <a:lnTo>
                    <a:pt x="1716303" y="127004"/>
                  </a:lnTo>
                  <a:lnTo>
                    <a:pt x="1658227" y="99611"/>
                  </a:lnTo>
                  <a:lnTo>
                    <a:pt x="1587276" y="75538"/>
                  </a:lnTo>
                  <a:lnTo>
                    <a:pt x="1547492" y="64747"/>
                  </a:lnTo>
                  <a:lnTo>
                    <a:pt x="1505112" y="54786"/>
                  </a:lnTo>
                  <a:lnTo>
                    <a:pt x="1460343" y="45655"/>
                  </a:lnTo>
                  <a:lnTo>
                    <a:pt x="1413395" y="37354"/>
                  </a:lnTo>
                  <a:lnTo>
                    <a:pt x="1364473" y="29883"/>
                  </a:lnTo>
                  <a:lnTo>
                    <a:pt x="1313786" y="23242"/>
                  </a:lnTo>
                  <a:lnTo>
                    <a:pt x="1261542" y="17431"/>
                  </a:lnTo>
                  <a:lnTo>
                    <a:pt x="1207948" y="12451"/>
                  </a:lnTo>
                  <a:lnTo>
                    <a:pt x="1153212" y="8300"/>
                  </a:lnTo>
                  <a:lnTo>
                    <a:pt x="1097542" y="4980"/>
                  </a:lnTo>
                  <a:lnTo>
                    <a:pt x="1041144" y="2490"/>
                  </a:lnTo>
                  <a:lnTo>
                    <a:pt x="984228" y="830"/>
                  </a:lnTo>
                  <a:lnTo>
                    <a:pt x="927000" y="0"/>
                  </a:lnTo>
                  <a:close/>
                </a:path>
              </a:pathLst>
            </a:custGeom>
            <a:solidFill>
              <a:srgbClr val="793B88">
                <a:alpha val="13725"/>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23" name="Google Shape;1223;p6"/>
            <p:cNvSpPr/>
            <p:nvPr/>
          </p:nvSpPr>
          <p:spPr>
            <a:xfrm>
              <a:off x="15539999" y="7605077"/>
              <a:ext cx="1143635" cy="1143635"/>
            </a:xfrm>
            <a:custGeom>
              <a:avLst/>
              <a:gdLst/>
              <a:ahLst/>
              <a:cxnLst/>
              <a:rect l="l" t="t" r="r" b="b"/>
              <a:pathLst>
                <a:path w="1143634" h="1143634" extrusionOk="0">
                  <a:moveTo>
                    <a:pt x="571614" y="0"/>
                  </a:moveTo>
                  <a:lnTo>
                    <a:pt x="524732" y="1894"/>
                  </a:lnTo>
                  <a:lnTo>
                    <a:pt x="478894" y="7481"/>
                  </a:lnTo>
                  <a:lnTo>
                    <a:pt x="434247" y="16613"/>
                  </a:lnTo>
                  <a:lnTo>
                    <a:pt x="390938" y="29142"/>
                  </a:lnTo>
                  <a:lnTo>
                    <a:pt x="349115" y="44921"/>
                  </a:lnTo>
                  <a:lnTo>
                    <a:pt x="308923" y="63804"/>
                  </a:lnTo>
                  <a:lnTo>
                    <a:pt x="270511" y="85643"/>
                  </a:lnTo>
                  <a:lnTo>
                    <a:pt x="234025" y="110291"/>
                  </a:lnTo>
                  <a:lnTo>
                    <a:pt x="199612" y="137601"/>
                  </a:lnTo>
                  <a:lnTo>
                    <a:pt x="167420" y="167425"/>
                  </a:lnTo>
                  <a:lnTo>
                    <a:pt x="137596" y="199617"/>
                  </a:lnTo>
                  <a:lnTo>
                    <a:pt x="110287" y="234030"/>
                  </a:lnTo>
                  <a:lnTo>
                    <a:pt x="85640" y="270516"/>
                  </a:lnTo>
                  <a:lnTo>
                    <a:pt x="63802" y="308929"/>
                  </a:lnTo>
                  <a:lnTo>
                    <a:pt x="44919" y="349120"/>
                  </a:lnTo>
                  <a:lnTo>
                    <a:pt x="29141" y="390943"/>
                  </a:lnTo>
                  <a:lnTo>
                    <a:pt x="16612" y="434252"/>
                  </a:lnTo>
                  <a:lnTo>
                    <a:pt x="7481" y="478897"/>
                  </a:lnTo>
                  <a:lnTo>
                    <a:pt x="1894" y="524734"/>
                  </a:lnTo>
                  <a:lnTo>
                    <a:pt x="0" y="571614"/>
                  </a:lnTo>
                  <a:lnTo>
                    <a:pt x="1894" y="618494"/>
                  </a:lnTo>
                  <a:lnTo>
                    <a:pt x="7481" y="664330"/>
                  </a:lnTo>
                  <a:lnTo>
                    <a:pt x="16612" y="708976"/>
                  </a:lnTo>
                  <a:lnTo>
                    <a:pt x="29141" y="752284"/>
                  </a:lnTo>
                  <a:lnTo>
                    <a:pt x="44919" y="794108"/>
                  </a:lnTo>
                  <a:lnTo>
                    <a:pt x="63802" y="834299"/>
                  </a:lnTo>
                  <a:lnTo>
                    <a:pt x="85640" y="872711"/>
                  </a:lnTo>
                  <a:lnTo>
                    <a:pt x="110287" y="909197"/>
                  </a:lnTo>
                  <a:lnTo>
                    <a:pt x="137596" y="943610"/>
                  </a:lnTo>
                  <a:lnTo>
                    <a:pt x="167420" y="975802"/>
                  </a:lnTo>
                  <a:lnTo>
                    <a:pt x="199612" y="1005627"/>
                  </a:lnTo>
                  <a:lnTo>
                    <a:pt x="234025" y="1032937"/>
                  </a:lnTo>
                  <a:lnTo>
                    <a:pt x="270511" y="1057585"/>
                  </a:lnTo>
                  <a:lnTo>
                    <a:pt x="308923" y="1079424"/>
                  </a:lnTo>
                  <a:lnTo>
                    <a:pt x="349115" y="1098306"/>
                  </a:lnTo>
                  <a:lnTo>
                    <a:pt x="390938" y="1114086"/>
                  </a:lnTo>
                  <a:lnTo>
                    <a:pt x="434247" y="1126615"/>
                  </a:lnTo>
                  <a:lnTo>
                    <a:pt x="478894" y="1135746"/>
                  </a:lnTo>
                  <a:lnTo>
                    <a:pt x="524732" y="1141333"/>
                  </a:lnTo>
                  <a:lnTo>
                    <a:pt x="571614" y="1143228"/>
                  </a:lnTo>
                  <a:lnTo>
                    <a:pt x="618495" y="1141333"/>
                  </a:lnTo>
                  <a:lnTo>
                    <a:pt x="664333" y="1135746"/>
                  </a:lnTo>
                  <a:lnTo>
                    <a:pt x="708980" y="1126615"/>
                  </a:lnTo>
                  <a:lnTo>
                    <a:pt x="752289" y="1114086"/>
                  </a:lnTo>
                  <a:lnTo>
                    <a:pt x="794113" y="1098306"/>
                  </a:lnTo>
                  <a:lnTo>
                    <a:pt x="834305" y="1079424"/>
                  </a:lnTo>
                  <a:lnTo>
                    <a:pt x="872717" y="1057585"/>
                  </a:lnTo>
                  <a:lnTo>
                    <a:pt x="909203" y="1032937"/>
                  </a:lnTo>
                  <a:lnTo>
                    <a:pt x="943615" y="1005627"/>
                  </a:lnTo>
                  <a:lnTo>
                    <a:pt x="975807" y="975802"/>
                  </a:lnTo>
                  <a:lnTo>
                    <a:pt x="1005631" y="943610"/>
                  </a:lnTo>
                  <a:lnTo>
                    <a:pt x="1032940" y="909197"/>
                  </a:lnTo>
                  <a:lnTo>
                    <a:pt x="1057588" y="872711"/>
                  </a:lnTo>
                  <a:lnTo>
                    <a:pt x="1079426" y="834299"/>
                  </a:lnTo>
                  <a:lnTo>
                    <a:pt x="1098308" y="794108"/>
                  </a:lnTo>
                  <a:lnTo>
                    <a:pt x="1114087" y="752284"/>
                  </a:lnTo>
                  <a:lnTo>
                    <a:pt x="1126616" y="708976"/>
                  </a:lnTo>
                  <a:lnTo>
                    <a:pt x="1135747" y="664330"/>
                  </a:lnTo>
                  <a:lnTo>
                    <a:pt x="1141333" y="618494"/>
                  </a:lnTo>
                  <a:lnTo>
                    <a:pt x="1143228" y="571614"/>
                  </a:lnTo>
                  <a:lnTo>
                    <a:pt x="1141333" y="524734"/>
                  </a:lnTo>
                  <a:lnTo>
                    <a:pt x="1135747" y="478897"/>
                  </a:lnTo>
                  <a:lnTo>
                    <a:pt x="1126616" y="434252"/>
                  </a:lnTo>
                  <a:lnTo>
                    <a:pt x="1114087" y="390943"/>
                  </a:lnTo>
                  <a:lnTo>
                    <a:pt x="1098308" y="349120"/>
                  </a:lnTo>
                  <a:lnTo>
                    <a:pt x="1079426" y="308929"/>
                  </a:lnTo>
                  <a:lnTo>
                    <a:pt x="1057588" y="270516"/>
                  </a:lnTo>
                  <a:lnTo>
                    <a:pt x="1032940" y="234030"/>
                  </a:lnTo>
                  <a:lnTo>
                    <a:pt x="1005631" y="199617"/>
                  </a:lnTo>
                  <a:lnTo>
                    <a:pt x="975807" y="167425"/>
                  </a:lnTo>
                  <a:lnTo>
                    <a:pt x="943615" y="137601"/>
                  </a:lnTo>
                  <a:lnTo>
                    <a:pt x="909203" y="110291"/>
                  </a:lnTo>
                  <a:lnTo>
                    <a:pt x="872717" y="85643"/>
                  </a:lnTo>
                  <a:lnTo>
                    <a:pt x="834305" y="63804"/>
                  </a:lnTo>
                  <a:lnTo>
                    <a:pt x="794113" y="44921"/>
                  </a:lnTo>
                  <a:lnTo>
                    <a:pt x="752289" y="29142"/>
                  </a:lnTo>
                  <a:lnTo>
                    <a:pt x="708980" y="16613"/>
                  </a:lnTo>
                  <a:lnTo>
                    <a:pt x="664333" y="7481"/>
                  </a:lnTo>
                  <a:lnTo>
                    <a:pt x="618495" y="1894"/>
                  </a:lnTo>
                  <a:lnTo>
                    <a:pt x="571614" y="0"/>
                  </a:lnTo>
                  <a:close/>
                </a:path>
              </a:pathLst>
            </a:custGeom>
            <a:solidFill>
              <a:srgbClr val="315CA4">
                <a:alpha val="23921"/>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grpSp>
    </p:spTree>
  </p:cSld>
  <p:clrMapOvr>
    <a:masterClrMapping/>
  </p:clrMapOvr>
  <p:timing>
    <p:tnLst>
      <p:par>
        <p:cTn id="1" dur="indefinite" restart="never" nodeType="tmRoot"/>
      </p:par>
    </p:tnLst>
  </p:timing>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9"/>
          <p:cNvSpPr/>
          <p:nvPr/>
        </p:nvSpPr>
        <p:spPr>
          <a:xfrm>
            <a:off x="3094078" y="463566"/>
            <a:ext cx="5840048" cy="5875128"/>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MX" sz="6000" dirty="0" smtClean="0">
                <a:solidFill>
                  <a:srgbClr val="7030A0"/>
                </a:solidFill>
                <a:latin typeface="Gotham Rounded Medium" panose="02000000000000000000" pitchFamily="50" charset="0"/>
                <a:ea typeface="Source Sans Pro Black"/>
                <a:cs typeface="Source Sans Pro Black"/>
                <a:sym typeface="Source Sans Pro Black"/>
              </a:rPr>
              <a:t>Despejemos dudas</a:t>
            </a:r>
            <a:endParaRPr sz="6000" dirty="0">
              <a:solidFill>
                <a:srgbClr val="7030A0"/>
              </a:solidFill>
              <a:latin typeface="Gotham Rounded Medium" panose="02000000000000000000" pitchFamily="50" charset="0"/>
              <a:ea typeface="Calibri"/>
              <a:cs typeface="Calibri"/>
              <a:sym typeface="Calibri"/>
            </a:endParaRPr>
          </a:p>
        </p:txBody>
      </p:sp>
      <p:sp>
        <p:nvSpPr>
          <p:cNvPr id="195" name="Google Shape;195;p9"/>
          <p:cNvSpPr txBox="1"/>
          <p:nvPr/>
        </p:nvSpPr>
        <p:spPr>
          <a:xfrm>
            <a:off x="6014102" y="786601"/>
            <a:ext cx="5373726"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000" b="1">
              <a:solidFill>
                <a:schemeClr val="dk1"/>
              </a:solidFill>
              <a:latin typeface="Arial"/>
              <a:ea typeface="Arial"/>
              <a:cs typeface="Arial"/>
              <a:sym typeface="Arial"/>
            </a:endParaRPr>
          </a:p>
          <a:p>
            <a:pPr marL="0" marR="0" lvl="0" indent="0" algn="l" rtl="0">
              <a:spcBef>
                <a:spcPts val="0"/>
              </a:spcBef>
              <a:spcAft>
                <a:spcPts val="0"/>
              </a:spcAft>
              <a:buNone/>
            </a:pPr>
            <a:endParaRPr sz="2000">
              <a:solidFill>
                <a:schemeClr val="dk1"/>
              </a:solidFill>
              <a:latin typeface="Arial"/>
              <a:ea typeface="Arial"/>
              <a:cs typeface="Arial"/>
              <a:sym typeface="Arial"/>
            </a:endParaRPr>
          </a:p>
        </p:txBody>
      </p:sp>
      <p:pic>
        <p:nvPicPr>
          <p:cNvPr id="2" name="Imagen 1"/>
          <p:cNvPicPr>
            <a:picLocks noChangeAspect="1"/>
          </p:cNvPicPr>
          <p:nvPr/>
        </p:nvPicPr>
        <p:blipFill>
          <a:blip r:embed="rId3"/>
          <a:stretch>
            <a:fillRect/>
          </a:stretch>
        </p:blipFill>
        <p:spPr>
          <a:xfrm>
            <a:off x="99388" y="6110112"/>
            <a:ext cx="1487553" cy="530398"/>
          </a:xfrm>
          <a:prstGeom prst="rect">
            <a:avLst/>
          </a:prstGeom>
        </p:spPr>
      </p:pic>
      <p:pic>
        <p:nvPicPr>
          <p:cNvPr id="6" name="Imagen 5"/>
          <p:cNvPicPr>
            <a:picLocks noChangeAspect="1"/>
          </p:cNvPicPr>
          <p:nvPr/>
        </p:nvPicPr>
        <p:blipFill>
          <a:blip r:embed="rId4"/>
          <a:stretch>
            <a:fillRect/>
          </a:stretch>
        </p:blipFill>
        <p:spPr>
          <a:xfrm rot="5400000">
            <a:off x="2496729" y="-378683"/>
            <a:ext cx="743776" cy="1493649"/>
          </a:xfrm>
          <a:prstGeom prst="rect">
            <a:avLst/>
          </a:prstGeom>
        </p:spPr>
      </p:pic>
      <p:pic>
        <p:nvPicPr>
          <p:cNvPr id="3" name="Imagen 2"/>
          <p:cNvPicPr>
            <a:picLocks noChangeAspect="1"/>
          </p:cNvPicPr>
          <p:nvPr/>
        </p:nvPicPr>
        <p:blipFill>
          <a:blip r:embed="rId5"/>
          <a:stretch>
            <a:fillRect/>
          </a:stretch>
        </p:blipFill>
        <p:spPr>
          <a:xfrm rot="16200000">
            <a:off x="10076504" y="4742504"/>
            <a:ext cx="865707" cy="3365284"/>
          </a:xfrm>
          <a:prstGeom prst="rect">
            <a:avLst/>
          </a:prstGeom>
        </p:spPr>
      </p:pic>
    </p:spTree>
    <p:extLst>
      <p:ext uri="{BB962C8B-B14F-4D97-AF65-F5344CB8AC3E}">
        <p14:creationId xmlns:p14="http://schemas.microsoft.com/office/powerpoint/2010/main" val="2512328905"/>
      </p:ext>
    </p:extLst>
  </p:cSld>
  <p:clrMapOvr>
    <a:masterClrMapping/>
  </p:clrMapOvr>
  <p:timing>
    <p:tnLst>
      <p:par>
        <p:cTn id="1" dur="indefinite" restart="never" nodeType="tmRoot"/>
      </p:par>
    </p:tnLst>
  </p:timing>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24"/>
          <p:cNvSpPr txBox="1">
            <a:spLocks noGrp="1"/>
          </p:cNvSpPr>
          <p:nvPr>
            <p:ph type="body" idx="1"/>
          </p:nvPr>
        </p:nvSpPr>
        <p:spPr>
          <a:xfrm>
            <a:off x="1082842" y="2939799"/>
            <a:ext cx="10515600" cy="1150937"/>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6000"/>
              <a:buNone/>
            </a:pPr>
            <a:r>
              <a:rPr lang="es-ES" sz="6000" dirty="0">
                <a:latin typeface="Gotham Rounded Medium" panose="02000000000000000000" pitchFamily="50" charset="0"/>
                <a:ea typeface="Aharoni"/>
                <a:cs typeface="Aharoni"/>
                <a:sym typeface="Aharoni"/>
              </a:rPr>
              <a:t>¡MUCHAS GRACIAS!</a:t>
            </a:r>
            <a:endParaRPr dirty="0">
              <a:latin typeface="Gotham Rounded Medium" panose="02000000000000000000" pitchFamily="50" charset="0"/>
              <a:ea typeface="Aharoni"/>
              <a:cs typeface="Aharoni"/>
              <a:sym typeface="Aharoni"/>
            </a:endParaRPr>
          </a:p>
        </p:txBody>
      </p:sp>
      <p:pic>
        <p:nvPicPr>
          <p:cNvPr id="7170" name="Picture 2" descr="https://lh5.googleusercontent.com/RQHtm0a5CsmQnnzvYeG5EDiQ87hqeq_pqRD5vsdIXKOSgs4DNLeOOiEHdrqGxQWJfyPTm5zzf5If-n4Wcli-iTtAENbaDQgyeBK58BBLxbLVU0CdDCSCvoV33SX1T-n_jOVkfjQ3OhnotS4K3LUF7xDXsvBmYushSQ4wi43hauBIjVawqsaHr5inTrwMtbygq4o2vA=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5242" y="0"/>
            <a:ext cx="10210800" cy="262890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ttps://lh3.googleusercontent.com/amKWPHJN6TNWwR-_XAYCjcVWiRBREKe3MmVKNQfD-P22Jis27W9XzmReyhln3YXY-XtLNllsEhB82Z26ZErXNc-1fUawIIOUQQgmZhVffg23Dpr9_7ldIFzyEjDbQRaBFoGGpYT3PEd81ITVNTr2dvt4EvxU5-KXxsJgWrzD8tp-vKTNCsxH-uU3RAgkS-AluZFjHg=s20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2565" y="4953000"/>
            <a:ext cx="3743325" cy="1905000"/>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n 1"/>
          <p:cNvPicPr>
            <a:picLocks noChangeAspect="1"/>
          </p:cNvPicPr>
          <p:nvPr/>
        </p:nvPicPr>
        <p:blipFill>
          <a:blip r:embed="rId5"/>
          <a:stretch>
            <a:fillRect/>
          </a:stretch>
        </p:blipFill>
        <p:spPr>
          <a:xfrm>
            <a:off x="10074441" y="6054601"/>
            <a:ext cx="1984499" cy="803399"/>
          </a:xfrm>
          <a:prstGeom prst="rect">
            <a:avLst/>
          </a:prstGeom>
        </p:spPr>
      </p:pic>
    </p:spTree>
    <p:extLst>
      <p:ext uri="{BB962C8B-B14F-4D97-AF65-F5344CB8AC3E}">
        <p14:creationId xmlns:p14="http://schemas.microsoft.com/office/powerpoint/2010/main" val="4213612147"/>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359</TotalTime>
  <Words>10199</Words>
  <Application>Microsoft Office PowerPoint</Application>
  <PresentationFormat>Panorámica</PresentationFormat>
  <Paragraphs>2784</Paragraphs>
  <Slides>330</Slides>
  <Notes>330</Notes>
  <HiddenSlides>0</HiddenSlides>
  <MMClips>0</MMClips>
  <ScaleCrop>false</ScaleCrop>
  <HeadingPairs>
    <vt:vector size="6" baseType="variant">
      <vt:variant>
        <vt:lpstr>Fuentes usadas</vt:lpstr>
      </vt:variant>
      <vt:variant>
        <vt:i4>11</vt:i4>
      </vt:variant>
      <vt:variant>
        <vt:lpstr>Tema</vt:lpstr>
      </vt:variant>
      <vt:variant>
        <vt:i4>3</vt:i4>
      </vt:variant>
      <vt:variant>
        <vt:lpstr>Títulos de diapositiva</vt:lpstr>
      </vt:variant>
      <vt:variant>
        <vt:i4>330</vt:i4>
      </vt:variant>
    </vt:vector>
  </HeadingPairs>
  <TitlesOfParts>
    <vt:vector size="344" baseType="lpstr">
      <vt:lpstr>Gotham Rounded</vt:lpstr>
      <vt:lpstr>Arial</vt:lpstr>
      <vt:lpstr>Gotham Rounded Medium</vt:lpstr>
      <vt:lpstr>Montserrat Medium</vt:lpstr>
      <vt:lpstr>Quattrocento Sans</vt:lpstr>
      <vt:lpstr>Montserrat</vt:lpstr>
      <vt:lpstr>Open Sans</vt:lpstr>
      <vt:lpstr>Aharoni</vt:lpstr>
      <vt:lpstr>Calibri</vt:lpstr>
      <vt:lpstr>Tahoma</vt:lpstr>
      <vt:lpstr>Source Sans Pro Black</vt:lpstr>
      <vt:lpstr>Tema de Office</vt:lpstr>
      <vt:lpstr>Tema de Office</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Pensamiento Computacional</vt:lpstr>
      <vt:lpstr>¿Cómo funciona el GPS?</vt:lpstr>
      <vt:lpstr>Presentación de PowerPoint</vt:lpstr>
      <vt:lpstr>Presentación de PowerPoint</vt:lpstr>
      <vt:lpstr>“El pensamiento computacional puede ser aplicado a la vida diaria”.</vt:lpstr>
      <vt:lpstr>¿Cómo llegar a un destino?</vt:lpstr>
      <vt:lpstr>Presentación de PowerPoint</vt:lpstr>
      <vt:lpstr>Presentación de PowerPoint</vt:lpstr>
      <vt:lpstr>Presentación de PowerPoint</vt:lpstr>
      <vt:lpstr>Presentación de PowerPoint</vt:lpstr>
      <vt:lpstr>Presentación de PowerPoint</vt:lpstr>
      <vt:lpstr>Presentación de PowerPoint</vt:lpstr>
      <vt:lpstr>Programar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Fabi</dc:creator>
  <cp:lastModifiedBy>Vanessa Soledad Antillano</cp:lastModifiedBy>
  <cp:revision>35</cp:revision>
  <dcterms:created xsi:type="dcterms:W3CDTF">2020-04-20T12:20:00Z</dcterms:created>
  <dcterms:modified xsi:type="dcterms:W3CDTF">2022-09-27T21:48:01Z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0x010100296E2714C9A4F64DBF5C2426E7D43925</vt:lpwstr>
  </property>
  <property fmtid="{D5CDD505-2E9C-101B-9397-08002B2CF9AE}" pid="3" name="Order">
    <vt:r8>97900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ies>
</file>