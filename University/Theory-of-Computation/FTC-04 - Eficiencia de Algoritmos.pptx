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hhRon3VCnLSeMPLT5lcxaqMmkO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443080fa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2d443080faa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d443080fa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2d443080faa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d443080fa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2d443080faa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d443080fa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2d443080faa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d443080fa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2d443080faa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d443080fa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2d443080faa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d443080fa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2d443080faa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d443080fa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2d443080faa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d443080fa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2d443080faa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d443080faa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2d443080faa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d443080faa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2d443080faa_0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d443080faa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2d443080faa_0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d443080faa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2d443080faa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d443080fa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2d443080faa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d443080faa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2d443080faa_0_1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d443080faa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2d443080faa_0_2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d443080faa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2d443080faa_0_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d443080faa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2d443080faa_0_2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d443080faa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2d443080faa_0_2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d443080faa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2d443080faa_0_2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d443080faa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2d443080faa_0_2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d443080faa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2d443080faa_0_2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d443080faa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2d443080faa_0_2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22.png"/><Relationship Id="rId7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21.png"/><Relationship Id="rId7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8.png"/><Relationship Id="rId7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7.png"/><Relationship Id="rId7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33.png"/><Relationship Id="rId7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29.png"/><Relationship Id="rId7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42.png"/><Relationship Id="rId7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31.png"/><Relationship Id="rId7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38.png"/><Relationship Id="rId7" Type="http://schemas.openxmlformats.org/officeDocument/2006/relationships/image" Target="../media/image44.png"/><Relationship Id="rId8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40.png"/><Relationship Id="rId7" Type="http://schemas.openxmlformats.org/officeDocument/2006/relationships/image" Target="../media/image4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11" Type="http://schemas.openxmlformats.org/officeDocument/2006/relationships/image" Target="../media/image46.png"/><Relationship Id="rId10" Type="http://schemas.openxmlformats.org/officeDocument/2006/relationships/image" Target="../media/image45.png"/><Relationship Id="rId9" Type="http://schemas.openxmlformats.org/officeDocument/2006/relationships/image" Target="../media/image41.png"/><Relationship Id="rId5" Type="http://schemas.openxmlformats.org/officeDocument/2006/relationships/image" Target="../media/image6.png"/><Relationship Id="rId6" Type="http://schemas.openxmlformats.org/officeDocument/2006/relationships/image" Target="../media/image30.png"/><Relationship Id="rId7" Type="http://schemas.openxmlformats.org/officeDocument/2006/relationships/image" Target="../media/image39.png"/><Relationship Id="rId8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784247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521234" y="0"/>
            <a:ext cx="10167183" cy="863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s-AR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Universidad Nacional de Lanús – Licenciatura en Sistemas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780297" y="-233866"/>
            <a:ext cx="19770819" cy="8056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2346" y="1202422"/>
            <a:ext cx="2080575" cy="230456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601581" y="5173579"/>
            <a:ext cx="1092467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FUNDAMENTOS Y TEORÍA DE LA COMPUTACIÓN</a:t>
            </a:r>
            <a:endParaRPr b="1" sz="4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1154027" y="215525"/>
            <a:ext cx="10515600" cy="554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1168400" y="1035735"/>
            <a:ext cx="10375900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0725" y="1028700"/>
            <a:ext cx="8515350" cy="51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g2d443080faa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2d443080faa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2d443080faa_0_1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2d443080faa_0_1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2d443080faa_0_1"/>
          <p:cNvSpPr/>
          <p:nvPr/>
        </p:nvSpPr>
        <p:spPr>
          <a:xfrm>
            <a:off x="-3198" y="637761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2d443080faa_0_1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118" name="Google Shape;118;g2d443080faa_0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2d443080faa_0_1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2d443080faa_0_1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g2d443080faa_0_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38338" y="1243013"/>
            <a:ext cx="8315325" cy="437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2d443080faa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2d443080faa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2d443080faa_0_13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2d443080faa_0_13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2d443080faa_0_13"/>
          <p:cNvSpPr/>
          <p:nvPr/>
        </p:nvSpPr>
        <p:spPr>
          <a:xfrm>
            <a:off x="-3198" y="637761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2d443080faa_0_13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132" name="Google Shape;132;g2d443080faa_0_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2d443080faa_0_13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 - An</a:t>
            </a: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álisis empírico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2d443080faa_0_13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g2d443080faa_0_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96350" y="1002813"/>
            <a:ext cx="8305800" cy="528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2d443080faa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2d443080faa_0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2d443080faa_0_25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2d443080faa_0_25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2d443080faa_0_25"/>
          <p:cNvSpPr/>
          <p:nvPr/>
        </p:nvSpPr>
        <p:spPr>
          <a:xfrm>
            <a:off x="-3198" y="637761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2d443080faa_0_25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146" name="Google Shape;146;g2d443080faa_0_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2d443080faa_0_25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2d443080faa_0_25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g2d443080faa_0_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2275" y="1905813"/>
            <a:ext cx="6080287" cy="348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2d443080faa_0_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59050" y="1917109"/>
            <a:ext cx="5382850" cy="339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g2d443080faa_0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2d443080faa_0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2d443080faa_0_37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2d443080faa_0_37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2d443080faa_0_37"/>
          <p:cNvSpPr/>
          <p:nvPr/>
        </p:nvSpPr>
        <p:spPr>
          <a:xfrm>
            <a:off x="-3198" y="637761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2d443080faa_0_37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161" name="Google Shape;161;g2d443080faa_0_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2d443080faa_0_37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2d443080faa_0_37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g2d443080faa_0_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2271" y="2003325"/>
            <a:ext cx="5844150" cy="3285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2d443080faa_0_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14150" y="1786425"/>
            <a:ext cx="6128975" cy="350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g2d443080faa_0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2d443080faa_0_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2d443080faa_0_49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2d443080faa_0_49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2d443080faa_0_49"/>
          <p:cNvSpPr/>
          <p:nvPr/>
        </p:nvSpPr>
        <p:spPr>
          <a:xfrm>
            <a:off x="-3198" y="637761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2d443080faa_0_49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176" name="Google Shape;176;g2d443080faa_0_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2d443080faa_0_49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 - An</a:t>
            </a: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álisis Teórico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2d443080faa_0_49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g2d443080faa_0_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66913" y="1328738"/>
            <a:ext cx="8258175" cy="4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g2d443080faa_0_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2d443080faa_0_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2d443080faa_0_61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2d443080faa_0_61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2d443080faa_0_61"/>
          <p:cNvSpPr/>
          <p:nvPr/>
        </p:nvSpPr>
        <p:spPr>
          <a:xfrm>
            <a:off x="-3198" y="637761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2d443080faa_0_61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190" name="Google Shape;190;g2d443080faa_0_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2d443080faa_0_61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2d443080faa_0_61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g2d443080faa_0_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26925" y="1121175"/>
            <a:ext cx="8058750" cy="386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g2d443080faa_0_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2d443080faa_0_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2d443080faa_0_73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2d443080faa_0_73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2d443080faa_0_73"/>
          <p:cNvSpPr/>
          <p:nvPr/>
        </p:nvSpPr>
        <p:spPr>
          <a:xfrm>
            <a:off x="-3198" y="637761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2d443080faa_0_73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204" name="Google Shape;204;g2d443080faa_0_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2d443080faa_0_73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2d443080faa_0_73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g2d443080faa_0_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57388" y="1114425"/>
            <a:ext cx="8277225" cy="46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2d443080faa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2d443080faa_0_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2d443080faa_0_85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2d443080faa_0_85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2d443080faa_0_85"/>
          <p:cNvSpPr/>
          <p:nvPr/>
        </p:nvSpPr>
        <p:spPr>
          <a:xfrm>
            <a:off x="-3198" y="637761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2d443080faa_0_85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218" name="Google Shape;218;g2d443080faa_0_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2d443080faa_0_85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2d443080faa_0_85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g2d443080faa_0_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9288" y="1190625"/>
            <a:ext cx="8353425" cy="44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g2d443080faa_0_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2d443080faa_0_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2d443080faa_0_97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2d443080faa_0_97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2d443080faa_0_97"/>
          <p:cNvSpPr/>
          <p:nvPr/>
        </p:nvSpPr>
        <p:spPr>
          <a:xfrm>
            <a:off x="-3198" y="637761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2d443080faa_0_97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232" name="Google Shape;232;g2d443080faa_0_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2d443080faa_0_97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2d443080faa_0_97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g2d443080faa_0_9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84400" y="1069488"/>
            <a:ext cx="8220075" cy="515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g2d443080faa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g2d443080faa_0_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2d443080faa_0_109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2d443080faa_0_109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2d443080faa_0_109"/>
          <p:cNvSpPr/>
          <p:nvPr/>
        </p:nvSpPr>
        <p:spPr>
          <a:xfrm>
            <a:off x="-3198" y="637761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2d443080faa_0_109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246" name="Google Shape;246;g2d443080faa_0_1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2d443080faa_0_109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2d443080faa_0_109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g2d443080faa_0_10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78625" y="1035721"/>
            <a:ext cx="5570650" cy="320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2d443080faa_0_10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82575" y="3584375"/>
            <a:ext cx="7423750" cy="279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g2d443080faa_0_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g2d443080faa_0_1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2d443080faa_0_121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2d443080faa_0_121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2d443080faa_0_121"/>
          <p:cNvSpPr/>
          <p:nvPr/>
        </p:nvSpPr>
        <p:spPr>
          <a:xfrm>
            <a:off x="-3198" y="637761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2d443080faa_0_121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261" name="Google Shape;261;g2d443080faa_0_1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2d443080faa_0_121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2d443080faa_0_121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g2d443080faa_0_1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3425" y="976699"/>
            <a:ext cx="5063825" cy="282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2d443080faa_0_1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76898" y="3900138"/>
            <a:ext cx="6847806" cy="237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g2d443080faa_0_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g2d443080faa_0_1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2d443080faa_0_133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2d443080faa_0_133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2d443080faa_0_133"/>
          <p:cNvSpPr/>
          <p:nvPr/>
        </p:nvSpPr>
        <p:spPr>
          <a:xfrm>
            <a:off x="-3198" y="637761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2d443080faa_0_133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276" name="Google Shape;276;g2d443080faa_0_1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2d443080faa_0_133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2d443080faa_0_133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g2d443080faa_0_1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38363" y="1081088"/>
            <a:ext cx="7915275" cy="46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g2d443080faa_0_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2d443080faa_0_1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2d443080faa_0_145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2d443080faa_0_145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2d443080faa_0_145"/>
          <p:cNvSpPr/>
          <p:nvPr/>
        </p:nvSpPr>
        <p:spPr>
          <a:xfrm>
            <a:off x="-3198" y="637761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2d443080faa_0_145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290" name="Google Shape;290;g2d443080faa_0_1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2d443080faa_0_145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2d443080faa_0_145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g2d443080faa_0_1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46410" y="1035725"/>
            <a:ext cx="7099174" cy="218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g2d443080faa_0_1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37038" y="3879588"/>
            <a:ext cx="8562975" cy="21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g2d443080faa_0_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g2d443080faa_0_1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2d443080faa_0_157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2d443080faa_0_157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2d443080faa_0_157"/>
          <p:cNvSpPr/>
          <p:nvPr/>
        </p:nvSpPr>
        <p:spPr>
          <a:xfrm>
            <a:off x="-3198" y="637761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2d443080faa_0_157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305" name="Google Shape;305;g2d443080faa_0_1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2d443080faa_0_157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2d443080faa_0_157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g2d443080faa_0_1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62138" y="1004888"/>
            <a:ext cx="8467725" cy="484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g2d443080faa_0_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g2d443080faa_0_1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2d443080faa_0_169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2d443080faa_0_169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2d443080faa_0_169"/>
          <p:cNvSpPr/>
          <p:nvPr/>
        </p:nvSpPr>
        <p:spPr>
          <a:xfrm>
            <a:off x="-3198" y="637761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2d443080faa_0_169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319" name="Google Shape;319;g2d443080faa_0_1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2d443080faa_0_169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2d443080faa_0_169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g2d443080faa_0_1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2275" y="2171638"/>
            <a:ext cx="5454100" cy="280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g2d443080faa_0_1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12295" y="1932295"/>
            <a:ext cx="5454101" cy="307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g2d443080faa_0_2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g2d443080faa_0_2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2d443080faa_0_201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2d443080faa_0_201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2d443080faa_0_201"/>
          <p:cNvSpPr/>
          <p:nvPr/>
        </p:nvSpPr>
        <p:spPr>
          <a:xfrm>
            <a:off x="-3198" y="637761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2d443080faa_0_201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334" name="Google Shape;334;g2d443080faa_0_2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2d443080faa_0_201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2d443080faa_0_201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" name="Google Shape;337;g2d443080faa_0_20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52625" y="876300"/>
            <a:ext cx="8286750" cy="51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g2d443080faa_0_2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g2d443080faa_0_2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2d443080faa_0_213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2d443080faa_0_213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2d443080faa_0_213"/>
          <p:cNvSpPr/>
          <p:nvPr/>
        </p:nvSpPr>
        <p:spPr>
          <a:xfrm>
            <a:off x="-3198" y="637761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2d443080faa_0_213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348" name="Google Shape;348;g2d443080faa_0_2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g2d443080faa_0_213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2d443080faa_0_213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g2d443080faa_0_2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8925" y="1131522"/>
            <a:ext cx="6205799" cy="259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g2d443080faa_0_2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g2d443080faa_0_2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2d443080faa_0_225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2d443080faa_0_225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2d443080faa_0_225"/>
          <p:cNvSpPr/>
          <p:nvPr/>
        </p:nvSpPr>
        <p:spPr>
          <a:xfrm>
            <a:off x="-3198" y="637761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2d443080faa_0_225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362" name="Google Shape;362;g2d443080faa_0_2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g2d443080faa_0_225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2d443080faa_0_225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5" name="Google Shape;365;g2d443080faa_0_2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426" y="1709427"/>
            <a:ext cx="5987575" cy="368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g2d443080faa_0_2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15250" y="1827150"/>
            <a:ext cx="5786400" cy="357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g2d443080faa_0_2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g2d443080faa_0_2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g2d443080faa_0_237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2d443080faa_0_237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2d443080faa_0_237"/>
          <p:cNvSpPr/>
          <p:nvPr/>
        </p:nvSpPr>
        <p:spPr>
          <a:xfrm>
            <a:off x="-3198" y="637761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2d443080faa_0_237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377" name="Google Shape;377;g2d443080faa_0_2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g2d443080faa_0_237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2d443080faa_0_237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g2d443080faa_0_2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75" y="1882563"/>
            <a:ext cx="6049122" cy="3526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g2d443080faa_0_2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25111" y="1825100"/>
            <a:ext cx="6084915" cy="352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g2d443080faa_0_2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g2d443080faa_0_2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g2d443080faa_0_249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2d443080faa_0_249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2d443080faa_0_249"/>
          <p:cNvSpPr/>
          <p:nvPr/>
        </p:nvSpPr>
        <p:spPr>
          <a:xfrm>
            <a:off x="-3198" y="637761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2d443080faa_0_249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392" name="Google Shape;392;g2d443080faa_0_2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2d443080faa_0_249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2d443080faa_0_249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5" name="Google Shape;395;g2d443080faa_0_2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2275" y="1894413"/>
            <a:ext cx="6100865" cy="320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g2d443080faa_0_2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08313" y="1908938"/>
            <a:ext cx="6048375" cy="326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g2d443080faa_0_2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g2d443080faa_0_2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2d443080faa_0_261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2d443080faa_0_261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2d443080faa_0_261"/>
          <p:cNvSpPr/>
          <p:nvPr/>
        </p:nvSpPr>
        <p:spPr>
          <a:xfrm>
            <a:off x="-3198" y="637761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2d443080faa_0_261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407" name="Google Shape;407;g2d443080faa_0_2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g2d443080faa_0_261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2d443080faa_0_261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g2d443080faa_0_2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25" y="1587187"/>
            <a:ext cx="5796032" cy="4117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g2d443080faa_0_2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96000" y="1800113"/>
            <a:ext cx="6017800" cy="3803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g2d443080faa_0_26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06625" y="5786388"/>
            <a:ext cx="7010400" cy="8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g2d443080faa_0_2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g2d443080faa_0_2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g2d443080faa_0_273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2d443080faa_0_273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2d443080faa_0_273"/>
          <p:cNvSpPr/>
          <p:nvPr/>
        </p:nvSpPr>
        <p:spPr>
          <a:xfrm>
            <a:off x="-3198" y="637761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2d443080faa_0_273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423" name="Google Shape;423;g2d443080faa_0_2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g2d443080faa_0_273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2d443080faa_0_273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6" name="Google Shape;426;g2d443080faa_0_2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398" y="1724550"/>
            <a:ext cx="5241775" cy="415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g2d443080faa_0_2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41000" y="1724548"/>
            <a:ext cx="6551012" cy="415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g2d443080faa_0_2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g2d443080faa_0_2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g2d443080faa_0_285"/>
          <p:cNvSpPr/>
          <p:nvPr/>
        </p:nvSpPr>
        <p:spPr>
          <a:xfrm>
            <a:off x="623886" y="-185739"/>
            <a:ext cx="19770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2d443080faa_0_285"/>
          <p:cNvSpPr/>
          <p:nvPr/>
        </p:nvSpPr>
        <p:spPr>
          <a:xfrm>
            <a:off x="623886" y="271461"/>
            <a:ext cx="197709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2d443080faa_0_285"/>
          <p:cNvSpPr/>
          <p:nvPr/>
        </p:nvSpPr>
        <p:spPr>
          <a:xfrm>
            <a:off x="-31473" y="6305964"/>
            <a:ext cx="12195300" cy="222000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2d443080faa_0_285"/>
          <p:cNvSpPr txBox="1"/>
          <p:nvPr/>
        </p:nvSpPr>
        <p:spPr>
          <a:xfrm>
            <a:off x="10177664" y="6315046"/>
            <a:ext cx="20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pic>
        <p:nvPicPr>
          <p:cNvPr id="438" name="Google Shape;438;g2d443080faa_0_2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g2d443080faa_0_285"/>
          <p:cNvSpPr txBox="1"/>
          <p:nvPr/>
        </p:nvSpPr>
        <p:spPr>
          <a:xfrm>
            <a:off x="1154027" y="215525"/>
            <a:ext cx="10515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alibri"/>
              <a:buNone/>
            </a:pPr>
            <a:r>
              <a:rPr b="1" lang="es-AR" sz="4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Eficiencia de Algoritmos - Ejercicios</a:t>
            </a:r>
            <a:endParaRPr b="1" sz="440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2d443080faa_0_285"/>
          <p:cNvSpPr/>
          <p:nvPr/>
        </p:nvSpPr>
        <p:spPr>
          <a:xfrm>
            <a:off x="1168400" y="1035735"/>
            <a:ext cx="103758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2d443080faa_0_285"/>
          <p:cNvSpPr txBox="1"/>
          <p:nvPr/>
        </p:nvSpPr>
        <p:spPr>
          <a:xfrm>
            <a:off x="1392025" y="1111075"/>
            <a:ext cx="93483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Construir algoritmos que tengan las complejidades de cada ejercicio. Luego encontrar qué algoritmos tienen complejidad </a:t>
            </a:r>
            <a:r>
              <a:rPr lang="es-A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equivalente</a:t>
            </a:r>
            <a:r>
              <a:rPr lang="es-A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A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cuáles</a:t>
            </a:r>
            <a:r>
              <a:rPr lang="es-A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no; y cual es el más complejo.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2" name="Google Shape;442;g2d443080faa_0_2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8511" y="2710910"/>
            <a:ext cx="466725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g2d443080faa_0_2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6111" y="3499010"/>
            <a:ext cx="4772025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g2d443080faa_0_285"/>
          <p:cNvPicPr preferRelativeResize="0"/>
          <p:nvPr/>
        </p:nvPicPr>
        <p:blipFill rotWithShape="1">
          <a:blip r:embed="rId8">
            <a:alphaModFix/>
          </a:blip>
          <a:srcRect b="-8" l="0" r="0" t="13398"/>
          <a:stretch/>
        </p:blipFill>
        <p:spPr>
          <a:xfrm>
            <a:off x="466100" y="4353766"/>
            <a:ext cx="4772025" cy="697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g2d443080faa_0_28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18711" y="2710910"/>
            <a:ext cx="443865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g2d443080faa_0_28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13961" y="3499010"/>
            <a:ext cx="43434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g2d443080faa_0_28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61586" y="4343135"/>
            <a:ext cx="4248150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2020-03-19T18:50:23Z</dcterms:created>
  <dc:creator>Marcela Lepore</dc:creator>
</cp:coreProperties>
</file>