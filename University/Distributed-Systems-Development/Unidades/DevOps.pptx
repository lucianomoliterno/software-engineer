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hlIhWz4UWsazw0q9eUeOJ5XEVS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customschemas.google.com/relationships/presentationmetadata" Target="meta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3157f52ce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23157f52ce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b7d02bc4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25b7d02bc4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b7d02bc4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25b7d02bc46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5b7d02bc4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25b7d02bc46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b7d02bc4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25b7d02bc46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313c7b2c5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2313c7b2c51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g242d9d80d42_2_95"/>
          <p:cNvGrpSpPr/>
          <p:nvPr/>
        </p:nvGrpSpPr>
        <p:grpSpPr>
          <a:xfrm>
            <a:off x="0" y="5204762"/>
            <a:ext cx="9144000" cy="1653192"/>
            <a:chOff x="0" y="3903669"/>
            <a:chExt cx="9144000" cy="1239925"/>
          </a:xfrm>
        </p:grpSpPr>
        <p:sp>
          <p:nvSpPr>
            <p:cNvPr id="82" name="Google Shape;82;g242d9d80d42_2_9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C2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242d9d80d42_2_9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C2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242d9d80d42_2_9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3C7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242d9d80d42_2_9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1155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242d9d80d42_2_9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g242d9d80d42_2_95"/>
          <p:cNvSpPr txBox="1"/>
          <p:nvPr>
            <p:ph type="title"/>
          </p:nvPr>
        </p:nvSpPr>
        <p:spPr>
          <a:xfrm>
            <a:off x="311700" y="546667"/>
            <a:ext cx="85206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" name="Google Shape;88;g242d9d80d42_2_95"/>
          <p:cNvSpPr txBox="1"/>
          <p:nvPr>
            <p:ph idx="1" type="body"/>
          </p:nvPr>
        </p:nvSpPr>
        <p:spPr>
          <a:xfrm>
            <a:off x="311700" y="1639833"/>
            <a:ext cx="8520600" cy="4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g242d9d80d42_2_95"/>
          <p:cNvSpPr txBox="1"/>
          <p:nvPr>
            <p:ph idx="12" type="sldNum"/>
          </p:nvPr>
        </p:nvSpPr>
        <p:spPr>
          <a:xfrm>
            <a:off x="8460431" y="6201587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atlassian.com/es/devops/what-is-devops/devops-best-practices" TargetMode="External"/><Relationship Id="rId4" Type="http://schemas.openxmlformats.org/officeDocument/2006/relationships/hyperlink" Target="https://www.atlassian.com/es/devops/devops-tools/choose-devops-tools" TargetMode="External"/><Relationship Id="rId5" Type="http://schemas.openxmlformats.org/officeDocument/2006/relationships/hyperlink" Target="https://www.atlassian.com/es/devops/what-is-devops/devops-culture" TargetMode="External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://www.youtube.com/watch?v=p-bOnV8FRMQ" TargetMode="External"/><Relationship Id="rId5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atlassian.com/es/agile" TargetMode="External"/><Relationship Id="rId4" Type="http://schemas.openxmlformats.org/officeDocument/2006/relationships/hyperlink" Target="https://www.atlassian.com/es/agile/devops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www.netapp.com/es/devops-solutions/what-is-devops/" TargetMode="External"/><Relationship Id="rId6" Type="http://schemas.openxmlformats.org/officeDocument/2006/relationships/hyperlink" Target="https://azure.microsoft.com/es-es/resources/cloud-computing-dictionary/what-is-devops#start" TargetMode="External"/><Relationship Id="rId7" Type="http://schemas.openxmlformats.org/officeDocument/2006/relationships/hyperlink" Target="https://www.youtube.com/watch?v=zBoFWw2d0rQ" TargetMode="External"/><Relationship Id="rId8" Type="http://schemas.openxmlformats.org/officeDocument/2006/relationships/hyperlink" Target="https://youtube.com/playlist?list=PLEiEAq2VkUUJS6zkGgXeWw9l32EwRoYd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683568" y="188641"/>
            <a:ext cx="7772400" cy="93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s-ES" sz="4000"/>
              <a:t>Ingeniería de Software II</a:t>
            </a:r>
            <a:endParaRPr sz="4000"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1187624" y="4725144"/>
            <a:ext cx="6400800" cy="1368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s-ES" sz="2400">
                <a:solidFill>
                  <a:schemeClr val="dk1"/>
                </a:solidFill>
              </a:rPr>
              <a:t>Profesor: </a:t>
            </a:r>
            <a:r>
              <a:rPr lang="es-ES" sz="2400">
                <a:solidFill>
                  <a:schemeClr val="dk1"/>
                </a:solidFill>
              </a:rPr>
              <a:t>Lic</a:t>
            </a:r>
            <a:r>
              <a:rPr b="1" lang="es-ES" sz="2400">
                <a:solidFill>
                  <a:schemeClr val="dk1"/>
                </a:solidFill>
              </a:rPr>
              <a:t>.</a:t>
            </a:r>
            <a:r>
              <a:rPr lang="es-ES" sz="2400">
                <a:solidFill>
                  <a:schemeClr val="dk1"/>
                </a:solidFill>
              </a:rPr>
              <a:t> Pablo San Román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115616" y="3645024"/>
            <a:ext cx="7128792" cy="936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i="1" lang="es-E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 a DevOps</a:t>
            </a:r>
            <a:endParaRPr b="1" i="1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331640" y="6093296"/>
            <a:ext cx="64008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Año:</a:t>
            </a:r>
            <a:r>
              <a:rPr b="0" i="0" lang="es-E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202</a:t>
            </a: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Leo\Pictures\Logo. ISFT 172.jpe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3000" y="1404100"/>
            <a:ext cx="1798075" cy="196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3157f52ce9_0_1"/>
          <p:cNvSpPr txBox="1"/>
          <p:nvPr>
            <p:ph type="title"/>
          </p:nvPr>
        </p:nvSpPr>
        <p:spPr>
          <a:xfrm>
            <a:off x="179512" y="260648"/>
            <a:ext cx="7776900" cy="9360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5294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</a:rPr>
              <a:t>DevOps: Introducción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04" name="Google Shape;104;g23157f52ce9_0_1"/>
          <p:cNvSpPr txBox="1"/>
          <p:nvPr/>
        </p:nvSpPr>
        <p:spPr>
          <a:xfrm>
            <a:off x="179500" y="1353250"/>
            <a:ext cx="8824200" cy="5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DevOps es un marco de trabajo el cual cuenta con un conjunto de </a:t>
            </a:r>
            <a:r>
              <a:rPr b="0" i="0" lang="es-ES" sz="2500" u="none" cap="none" strike="noStrike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prácticas</a:t>
            </a:r>
            <a:r>
              <a:rPr b="0" i="0" lang="es-ES" sz="2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s-ES" sz="2500" u="none" cap="none" strike="noStrike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herramientas</a:t>
            </a:r>
            <a:r>
              <a:rPr b="0" i="0" lang="es-ES" sz="2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0" i="0" lang="es-ES" sz="2500" u="none" cap="none" strike="noStrike">
                <a:solidFill>
                  <a:schemeClr val="dk1"/>
                </a:solidFill>
                <a:highlight>
                  <a:schemeClr val="lt1"/>
                </a:highlight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filosofía cultural</a:t>
            </a:r>
            <a:r>
              <a:rPr b="0" i="0" lang="es-ES" sz="2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que sirve para automatizar e integrar los procesos que comparten el equipo de desarrollo de software y el de TI. Se centra en el empoderamiento de los equipos de desarrollo de aplicaciones (Development) y sus homólogos en operaciones tecnológicas (Operations), la comunicación y colaboración entre entre sí y la automatización de la tecnología.</a:t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DevOps ha transformado la forma en que las organizaciones desarrollan, implementan y operan el software, permitiendo una entrega más rápida, confiable y de mayor calidad.</a:t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Leo\Pictures\Logo. ISFT 172.jpeg" id="105" name="Google Shape;105;g23157f52ce9_0_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56375" y="210575"/>
            <a:ext cx="1047425" cy="1142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5b7d02bc46_0_21"/>
          <p:cNvSpPr txBox="1"/>
          <p:nvPr>
            <p:ph type="title"/>
          </p:nvPr>
        </p:nvSpPr>
        <p:spPr>
          <a:xfrm>
            <a:off x="179512" y="260648"/>
            <a:ext cx="7776900" cy="9360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5686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</a:rPr>
              <a:t>DevOps: Pilares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11" name="Google Shape;111;g25b7d02bc46_0_21"/>
          <p:cNvSpPr txBox="1"/>
          <p:nvPr/>
        </p:nvSpPr>
        <p:spPr>
          <a:xfrm>
            <a:off x="179500" y="1353250"/>
            <a:ext cx="8824200" cy="5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Leo\Pictures\Logo. ISFT 172.jpeg" id="112" name="Google Shape;112;g25b7d02bc46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375" y="210575"/>
            <a:ext cx="1047425" cy="1142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25b7d02bc46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1807" y="1266382"/>
            <a:ext cx="5882385" cy="55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5b7d02bc46_0_30"/>
          <p:cNvSpPr txBox="1"/>
          <p:nvPr>
            <p:ph type="title"/>
          </p:nvPr>
        </p:nvSpPr>
        <p:spPr>
          <a:xfrm>
            <a:off x="179512" y="260648"/>
            <a:ext cx="7776900" cy="9360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5686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</a:rPr>
              <a:t>DevOps: Introducción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19" name="Google Shape;119;g25b7d02bc46_0_30"/>
          <p:cNvSpPr txBox="1"/>
          <p:nvPr/>
        </p:nvSpPr>
        <p:spPr>
          <a:xfrm>
            <a:off x="159900" y="1527000"/>
            <a:ext cx="8824200" cy="5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Leo\Pictures\Logo. ISFT 172.jpeg" id="120" name="Google Shape;120;g25b7d02bc46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375" y="210575"/>
            <a:ext cx="1047425" cy="11426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n este vídeo te explicamos brevemente en que consiste la metodología DevOps y las ventajas que supone para las empresas" id="121" name="Google Shape;121;g25b7d02bc46_0_30" title="DevOps en menos de 3 minutos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9900" y="1526988"/>
            <a:ext cx="8612400" cy="484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5b7d02bc46_0_8"/>
          <p:cNvSpPr txBox="1"/>
          <p:nvPr>
            <p:ph type="title"/>
          </p:nvPr>
        </p:nvSpPr>
        <p:spPr>
          <a:xfrm>
            <a:off x="179512" y="260648"/>
            <a:ext cx="7776900" cy="9360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5686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</a:rPr>
              <a:t>DevOps: Introducción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27" name="Google Shape;127;g25b7d02bc46_0_8"/>
          <p:cNvSpPr txBox="1"/>
          <p:nvPr/>
        </p:nvSpPr>
        <p:spPr>
          <a:xfrm>
            <a:off x="179500" y="1353250"/>
            <a:ext cx="8824200" cy="5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Esta relación estrecha entre «Dev» y «Ops» se extiende a cada una de las fases del ciclo de vida de DevOps: desde la planificación inicial del software a las fases de codificación, compilación, pruebas y publicación, y en la puesta en marcha, las operaciones y la supervisión continua. </a:t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5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Esta relación impulsa un bucle de retroalimentación continua con los clientes sobre las mejoras, el desarrollo, las pruebas y la puesta en marcha. Uno de los resultados de todos estos esfuerzos puede ser la publicación continua y más rápida de las adiciones y los cambios que se necesitan en las funciones.</a:t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Leo\Pictures\Logo. ISFT 172.jpeg" id="128" name="Google Shape;128;g25b7d02bc46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375" y="210575"/>
            <a:ext cx="1047425" cy="1142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5b7d02bc46_0_15"/>
          <p:cNvSpPr txBox="1"/>
          <p:nvPr>
            <p:ph type="title"/>
          </p:nvPr>
        </p:nvSpPr>
        <p:spPr>
          <a:xfrm>
            <a:off x="179512" y="260648"/>
            <a:ext cx="7776900" cy="9360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5686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</a:rPr>
              <a:t>DevOps: Ciclo de Vida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34" name="Google Shape;134;g25b7d02bc46_0_15"/>
          <p:cNvSpPr txBox="1"/>
          <p:nvPr/>
        </p:nvSpPr>
        <p:spPr>
          <a:xfrm>
            <a:off x="179500" y="1353250"/>
            <a:ext cx="8824200" cy="5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Leo\Pictures\Logo. ISFT 172.jpeg" id="135" name="Google Shape;135;g25b7d02bc46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375" y="210575"/>
            <a:ext cx="1047425" cy="1142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5b7d02bc46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500" y="1728150"/>
            <a:ext cx="8728650" cy="49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313c7b2c51_0_9"/>
          <p:cNvSpPr txBox="1"/>
          <p:nvPr>
            <p:ph type="title"/>
          </p:nvPr>
        </p:nvSpPr>
        <p:spPr>
          <a:xfrm>
            <a:off x="179512" y="260648"/>
            <a:ext cx="7776900" cy="9360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5294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s-ES" sz="3200">
                <a:solidFill>
                  <a:schemeClr val="lt1"/>
                </a:solidFill>
              </a:rPr>
              <a:t>Bibliografía</a:t>
            </a:r>
            <a:endParaRPr sz="3200">
              <a:solidFill>
                <a:schemeClr val="lt1"/>
              </a:solidFill>
            </a:endParaRPr>
          </a:p>
        </p:txBody>
      </p:sp>
      <p:sp>
        <p:nvSpPr>
          <p:cNvPr id="142" name="Google Shape;142;g2313c7b2c51_0_9"/>
          <p:cNvSpPr txBox="1"/>
          <p:nvPr/>
        </p:nvSpPr>
        <p:spPr>
          <a:xfrm>
            <a:off x="179550" y="1410850"/>
            <a:ext cx="8784900" cy="9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3"/>
              </a:rPr>
              <a:t>https://www.atlassian.com/es/agile</a:t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4"/>
              </a:rPr>
              <a:t>https://www.atlassian.com/es/agile/devops</a:t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5"/>
              </a:rPr>
              <a:t>https://www.netapp.com/es/devops-solutions/what-is-devops/</a:t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6"/>
              </a:rPr>
              <a:t>https://azure.microsoft.com/es-es/resources/cloud-computing-dictionary/what-is-devops#start</a:t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Clase de DevOps Universidad de Los Andes: </a:t>
            </a:r>
            <a:r>
              <a:rPr b="1" i="0" lang="es-ES" sz="24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https://www.youtube.com/watch?v=zBoFWw2d0rQ</a:t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Curso Completo de DevOps: </a:t>
            </a:r>
            <a:r>
              <a:rPr b="1" i="0" lang="es-ES" sz="2400" u="sng" cap="none" strike="noStrike">
                <a:solidFill>
                  <a:schemeClr val="hlink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  <a:hlinkClick r:id="rId8"/>
              </a:rPr>
              <a:t>https://youtube.com/playlist?list=PLEiEAq2VkUUJS6zkGgXeWw9l32EwRoYdR</a:t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Leo\Pictures\Logo. ISFT 172.jpeg" id="143" name="Google Shape;143;g2313c7b2c51_0_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56375" y="210575"/>
            <a:ext cx="1047425" cy="1142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2017-09-04T19:21:59Z</dcterms:created>
  <dc:creator>Pablo</dc:creator>
</cp:coreProperties>
</file>