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E8DE74-27EF-4B0C-BC7F-1F1EF68AB8EB}" v="38" dt="2019-05-19T00:04:41.5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Perez" userId="9a02ef040d777400" providerId="LiveId" clId="{8A4E4E07-0A0A-45B9-9543-B5ACE59AC462}"/>
    <pc:docChg chg="custSel addSld modSld">
      <pc:chgData name="Nicolas Perez" userId="9a02ef040d777400" providerId="LiveId" clId="{8A4E4E07-0A0A-45B9-9543-B5ACE59AC462}" dt="2019-05-18T21:55:32.212" v="875" actId="123"/>
      <pc:docMkLst>
        <pc:docMk/>
      </pc:docMkLst>
    </pc:docChg>
  </pc:docChgLst>
  <pc:docChgLst>
    <pc:chgData name="Nicolas Perez" userId="9a02ef040d777400" providerId="LiveId" clId="{E4E8DE74-27EF-4B0C-BC7F-1F1EF68AB8EB}"/>
    <pc:docChg chg="undo custSel addSld delSld modSld">
      <pc:chgData name="Nicolas Perez" userId="9a02ef040d777400" providerId="LiveId" clId="{E4E8DE74-27EF-4B0C-BC7F-1F1EF68AB8EB}" dt="2019-05-20T01:05:23.255" v="3029" actId="20577"/>
      <pc:docMkLst>
        <pc:docMk/>
      </pc:docMkLst>
      <pc:sldChg chg="modSp">
        <pc:chgData name="Nicolas Perez" userId="9a02ef040d777400" providerId="LiveId" clId="{E4E8DE74-27EF-4B0C-BC7F-1F1EF68AB8EB}" dt="2019-05-20T01:05:23.255" v="3029" actId="20577"/>
        <pc:sldMkLst>
          <pc:docMk/>
          <pc:sldMk cId="2617119025" sldId="256"/>
        </pc:sldMkLst>
        <pc:spChg chg="mod">
          <ac:chgData name="Nicolas Perez" userId="9a02ef040d777400" providerId="LiveId" clId="{E4E8DE74-27EF-4B0C-BC7F-1F1EF68AB8EB}" dt="2019-05-20T01:05:23.255" v="3029" actId="20577"/>
          <ac:spMkLst>
            <pc:docMk/>
            <pc:sldMk cId="2617119025" sldId="256"/>
            <ac:spMk id="3" creationId="{B0663E95-53DF-429A-9155-E248FB34CFE2}"/>
          </ac:spMkLst>
        </pc:spChg>
      </pc:sldChg>
      <pc:sldChg chg="addSp modSp">
        <pc:chgData name="Nicolas Perez" userId="9a02ef040d777400" providerId="LiveId" clId="{E4E8DE74-27EF-4B0C-BC7F-1F1EF68AB8EB}" dt="2019-05-18T22:21:31.830" v="401" actId="14100"/>
        <pc:sldMkLst>
          <pc:docMk/>
          <pc:sldMk cId="133507006" sldId="257"/>
        </pc:sldMkLst>
        <pc:spChg chg="mod">
          <ac:chgData name="Nicolas Perez" userId="9a02ef040d777400" providerId="LiveId" clId="{E4E8DE74-27EF-4B0C-BC7F-1F1EF68AB8EB}" dt="2019-05-18T22:20:45.300" v="333" actId="20577"/>
          <ac:spMkLst>
            <pc:docMk/>
            <pc:sldMk cId="133507006" sldId="257"/>
            <ac:spMk id="3" creationId="{CDA24AE8-D4DB-4CBC-B055-9027C40A91BE}"/>
          </ac:spMkLst>
        </pc:spChg>
        <pc:spChg chg="mod">
          <ac:chgData name="Nicolas Perez" userId="9a02ef040d777400" providerId="LiveId" clId="{E4E8DE74-27EF-4B0C-BC7F-1F1EF68AB8EB}" dt="2019-05-18T22:21:09.782" v="395" actId="20577"/>
          <ac:spMkLst>
            <pc:docMk/>
            <pc:sldMk cId="133507006" sldId="257"/>
            <ac:spMk id="4" creationId="{A5273FBB-2E8C-45BD-9560-590B7B01C51D}"/>
          </ac:spMkLst>
        </pc:spChg>
        <pc:spChg chg="mod">
          <ac:chgData name="Nicolas Perez" userId="9a02ef040d777400" providerId="LiveId" clId="{E4E8DE74-27EF-4B0C-BC7F-1F1EF68AB8EB}" dt="2019-05-18T22:19:38.304" v="29" actId="20577"/>
          <ac:spMkLst>
            <pc:docMk/>
            <pc:sldMk cId="133507006" sldId="257"/>
            <ac:spMk id="5" creationId="{B92B4FEC-AD65-4D3A-9E0A-A7DBE0D5FB95}"/>
          </ac:spMkLst>
        </pc:spChg>
        <pc:picChg chg="add mod modCrop">
          <ac:chgData name="Nicolas Perez" userId="9a02ef040d777400" providerId="LiveId" clId="{E4E8DE74-27EF-4B0C-BC7F-1F1EF68AB8EB}" dt="2019-05-18T22:21:31.830" v="401" actId="14100"/>
          <ac:picMkLst>
            <pc:docMk/>
            <pc:sldMk cId="133507006" sldId="257"/>
            <ac:picMk id="6" creationId="{0ECCC86A-80F9-4693-ACA0-C04085BEAF87}"/>
          </ac:picMkLst>
        </pc:picChg>
      </pc:sldChg>
      <pc:sldChg chg="addSp delSp modSp add">
        <pc:chgData name="Nicolas Perez" userId="9a02ef040d777400" providerId="LiveId" clId="{E4E8DE74-27EF-4B0C-BC7F-1F1EF68AB8EB}" dt="2019-05-18T22:32:40.589" v="508" actId="1076"/>
        <pc:sldMkLst>
          <pc:docMk/>
          <pc:sldMk cId="2702489772" sldId="258"/>
        </pc:sldMkLst>
        <pc:spChg chg="del mod">
          <ac:chgData name="Nicolas Perez" userId="9a02ef040d777400" providerId="LiveId" clId="{E4E8DE74-27EF-4B0C-BC7F-1F1EF68AB8EB}" dt="2019-05-18T22:23:34.303" v="443"/>
          <ac:spMkLst>
            <pc:docMk/>
            <pc:sldMk cId="2702489772" sldId="258"/>
            <ac:spMk id="3" creationId="{CDA24AE8-D4DB-4CBC-B055-9027C40A91BE}"/>
          </ac:spMkLst>
        </pc:spChg>
        <pc:spChg chg="mod">
          <ac:chgData name="Nicolas Perez" userId="9a02ef040d777400" providerId="LiveId" clId="{E4E8DE74-27EF-4B0C-BC7F-1F1EF68AB8EB}" dt="2019-05-18T22:22:23.886" v="442" actId="20577"/>
          <ac:spMkLst>
            <pc:docMk/>
            <pc:sldMk cId="2702489772" sldId="258"/>
            <ac:spMk id="4" creationId="{A5273FBB-2E8C-45BD-9560-590B7B01C51D}"/>
          </ac:spMkLst>
        </pc:spChg>
        <pc:spChg chg="mod">
          <ac:chgData name="Nicolas Perez" userId="9a02ef040d777400" providerId="LiveId" clId="{E4E8DE74-27EF-4B0C-BC7F-1F1EF68AB8EB}" dt="2019-05-18T22:22:09.993" v="439" actId="20577"/>
          <ac:spMkLst>
            <pc:docMk/>
            <pc:sldMk cId="2702489772" sldId="258"/>
            <ac:spMk id="5" creationId="{B92B4FEC-AD65-4D3A-9E0A-A7DBE0D5FB95}"/>
          </ac:spMkLst>
        </pc:spChg>
        <pc:spChg chg="add del mod">
          <ac:chgData name="Nicolas Perez" userId="9a02ef040d777400" providerId="LiveId" clId="{E4E8DE74-27EF-4B0C-BC7F-1F1EF68AB8EB}" dt="2019-05-18T22:24:37.853" v="447"/>
          <ac:spMkLst>
            <pc:docMk/>
            <pc:sldMk cId="2702489772" sldId="258"/>
            <ac:spMk id="9" creationId="{7E96967E-A73F-43EE-A32D-7876D8EE27C5}"/>
          </ac:spMkLst>
        </pc:spChg>
        <pc:spChg chg="add mod">
          <ac:chgData name="Nicolas Perez" userId="9a02ef040d777400" providerId="LiveId" clId="{E4E8DE74-27EF-4B0C-BC7F-1F1EF68AB8EB}" dt="2019-05-18T22:32:40.589" v="508" actId="1076"/>
          <ac:spMkLst>
            <pc:docMk/>
            <pc:sldMk cId="2702489772" sldId="258"/>
            <ac:spMk id="14" creationId="{70BA032E-C4FF-4F2D-9570-316CB4197728}"/>
          </ac:spMkLst>
        </pc:spChg>
        <pc:picChg chg="del">
          <ac:chgData name="Nicolas Perez" userId="9a02ef040d777400" providerId="LiveId" clId="{E4E8DE74-27EF-4B0C-BC7F-1F1EF68AB8EB}" dt="2019-05-18T22:22:18.013" v="440" actId="478"/>
          <ac:picMkLst>
            <pc:docMk/>
            <pc:sldMk cId="2702489772" sldId="258"/>
            <ac:picMk id="6" creationId="{0ECCC86A-80F9-4693-ACA0-C04085BEAF87}"/>
          </ac:picMkLst>
        </pc:picChg>
        <pc:picChg chg="add del mod">
          <ac:chgData name="Nicolas Perez" userId="9a02ef040d777400" providerId="LiveId" clId="{E4E8DE74-27EF-4B0C-BC7F-1F1EF68AB8EB}" dt="2019-05-18T22:24:00.670" v="446" actId="478"/>
          <ac:picMkLst>
            <pc:docMk/>
            <pc:sldMk cId="2702489772" sldId="258"/>
            <ac:picMk id="7" creationId="{D259EE61-2FE5-4DA5-94E4-ABAEBD34C641}"/>
          </ac:picMkLst>
        </pc:picChg>
        <pc:picChg chg="add mod">
          <ac:chgData name="Nicolas Perez" userId="9a02ef040d777400" providerId="LiveId" clId="{E4E8DE74-27EF-4B0C-BC7F-1F1EF68AB8EB}" dt="2019-05-18T22:31:03.405" v="460" actId="1076"/>
          <ac:picMkLst>
            <pc:docMk/>
            <pc:sldMk cId="2702489772" sldId="258"/>
            <ac:picMk id="11" creationId="{BB9BF8CD-34E5-4C94-8651-91179EFA741E}"/>
          </ac:picMkLst>
        </pc:picChg>
        <pc:picChg chg="add mod modCrop">
          <ac:chgData name="Nicolas Perez" userId="9a02ef040d777400" providerId="LiveId" clId="{E4E8DE74-27EF-4B0C-BC7F-1F1EF68AB8EB}" dt="2019-05-18T22:30:59.900" v="459" actId="1076"/>
          <ac:picMkLst>
            <pc:docMk/>
            <pc:sldMk cId="2702489772" sldId="258"/>
            <ac:picMk id="12" creationId="{11ED4AC6-D968-4D74-ABD0-73E3BE2181C9}"/>
          </ac:picMkLst>
        </pc:picChg>
        <pc:picChg chg="add mod modCrop">
          <ac:chgData name="Nicolas Perez" userId="9a02ef040d777400" providerId="LiveId" clId="{E4E8DE74-27EF-4B0C-BC7F-1F1EF68AB8EB}" dt="2019-05-18T22:32:22.357" v="502" actId="1076"/>
          <ac:picMkLst>
            <pc:docMk/>
            <pc:sldMk cId="2702489772" sldId="258"/>
            <ac:picMk id="13" creationId="{18D37A99-ADD0-4AEA-B537-E480361B22B7}"/>
          </ac:picMkLst>
        </pc:picChg>
      </pc:sldChg>
      <pc:sldChg chg="addSp delSp modSp add">
        <pc:chgData name="Nicolas Perez" userId="9a02ef040d777400" providerId="LiveId" clId="{E4E8DE74-27EF-4B0C-BC7F-1F1EF68AB8EB}" dt="2019-05-18T23:03:39.242" v="695" actId="1076"/>
        <pc:sldMkLst>
          <pc:docMk/>
          <pc:sldMk cId="3257323972" sldId="259"/>
        </pc:sldMkLst>
        <pc:spChg chg="mod">
          <ac:chgData name="Nicolas Perez" userId="9a02ef040d777400" providerId="LiveId" clId="{E4E8DE74-27EF-4B0C-BC7F-1F1EF68AB8EB}" dt="2019-05-18T22:40:30.689" v="576" actId="20577"/>
          <ac:spMkLst>
            <pc:docMk/>
            <pc:sldMk cId="3257323972" sldId="259"/>
            <ac:spMk id="5" creationId="{B92B4FEC-AD65-4D3A-9E0A-A7DBE0D5FB95}"/>
          </ac:spMkLst>
        </pc:spChg>
        <pc:spChg chg="add del mod">
          <ac:chgData name="Nicolas Perez" userId="9a02ef040d777400" providerId="LiveId" clId="{E4E8DE74-27EF-4B0C-BC7F-1F1EF68AB8EB}" dt="2019-05-18T22:37:31.612" v="530"/>
          <ac:spMkLst>
            <pc:docMk/>
            <pc:sldMk cId="3257323972" sldId="259"/>
            <ac:spMk id="6" creationId="{DD5E6235-7990-4D20-BA2A-30622F0C05B4}"/>
          </ac:spMkLst>
        </pc:spChg>
        <pc:spChg chg="add mod">
          <ac:chgData name="Nicolas Perez" userId="9a02ef040d777400" providerId="LiveId" clId="{E4E8DE74-27EF-4B0C-BC7F-1F1EF68AB8EB}" dt="2019-05-18T22:37:16.601" v="528" actId="20577"/>
          <ac:spMkLst>
            <pc:docMk/>
            <pc:sldMk cId="3257323972" sldId="259"/>
            <ac:spMk id="7" creationId="{5E50D4C8-6384-4289-A8C8-A527875D959F}"/>
          </ac:spMkLst>
        </pc:spChg>
        <pc:spChg chg="add mod">
          <ac:chgData name="Nicolas Perez" userId="9a02ef040d777400" providerId="LiveId" clId="{E4E8DE74-27EF-4B0C-BC7F-1F1EF68AB8EB}" dt="2019-05-18T22:37:05.820" v="527" actId="14100"/>
          <ac:spMkLst>
            <pc:docMk/>
            <pc:sldMk cId="3257323972" sldId="259"/>
            <ac:spMk id="8" creationId="{5AC21A3E-7302-41A1-BEFE-7ED6D8A1E742}"/>
          </ac:spMkLst>
        </pc:spChg>
        <pc:spChg chg="add">
          <ac:chgData name="Nicolas Perez" userId="9a02ef040d777400" providerId="LiveId" clId="{E4E8DE74-27EF-4B0C-BC7F-1F1EF68AB8EB}" dt="2019-05-18T22:36:57.281" v="526"/>
          <ac:spMkLst>
            <pc:docMk/>
            <pc:sldMk cId="3257323972" sldId="259"/>
            <ac:spMk id="9" creationId="{A31209E7-3164-4F8C-8D0E-DA3CF4D250B0}"/>
          </ac:spMkLst>
        </pc:spChg>
        <pc:spChg chg="add">
          <ac:chgData name="Nicolas Perez" userId="9a02ef040d777400" providerId="LiveId" clId="{E4E8DE74-27EF-4B0C-BC7F-1F1EF68AB8EB}" dt="2019-05-18T22:36:57.281" v="526"/>
          <ac:spMkLst>
            <pc:docMk/>
            <pc:sldMk cId="3257323972" sldId="259"/>
            <ac:spMk id="10" creationId="{38C2B056-F77C-424A-A7FD-9B62FABF6748}"/>
          </ac:spMkLst>
        </pc:spChg>
        <pc:spChg chg="del">
          <ac:chgData name="Nicolas Perez" userId="9a02ef040d777400" providerId="LiveId" clId="{E4E8DE74-27EF-4B0C-BC7F-1F1EF68AB8EB}" dt="2019-05-18T22:36:47.205" v="525" actId="478"/>
          <ac:spMkLst>
            <pc:docMk/>
            <pc:sldMk cId="3257323972" sldId="259"/>
            <ac:spMk id="14" creationId="{70BA032E-C4FF-4F2D-9570-316CB4197728}"/>
          </ac:spMkLst>
        </pc:spChg>
        <pc:spChg chg="add mod">
          <ac:chgData name="Nicolas Perez" userId="9a02ef040d777400" providerId="LiveId" clId="{E4E8DE74-27EF-4B0C-BC7F-1F1EF68AB8EB}" dt="2019-05-18T23:03:24.907" v="690" actId="14100"/>
          <ac:spMkLst>
            <pc:docMk/>
            <pc:sldMk cId="3257323972" sldId="259"/>
            <ac:spMk id="19" creationId="{CD00D0A5-741A-481F-9F06-C441A0F71298}"/>
          </ac:spMkLst>
        </pc:spChg>
        <pc:picChg chg="del">
          <ac:chgData name="Nicolas Perez" userId="9a02ef040d777400" providerId="LiveId" clId="{E4E8DE74-27EF-4B0C-BC7F-1F1EF68AB8EB}" dt="2019-05-18T22:36:43.402" v="523" actId="478"/>
          <ac:picMkLst>
            <pc:docMk/>
            <pc:sldMk cId="3257323972" sldId="259"/>
            <ac:picMk id="11" creationId="{BB9BF8CD-34E5-4C94-8651-91179EFA741E}"/>
          </ac:picMkLst>
        </pc:picChg>
        <pc:picChg chg="del">
          <ac:chgData name="Nicolas Perez" userId="9a02ef040d777400" providerId="LiveId" clId="{E4E8DE74-27EF-4B0C-BC7F-1F1EF68AB8EB}" dt="2019-05-18T22:36:41.924" v="521" actId="478"/>
          <ac:picMkLst>
            <pc:docMk/>
            <pc:sldMk cId="3257323972" sldId="259"/>
            <ac:picMk id="12" creationId="{11ED4AC6-D968-4D74-ABD0-73E3BE2181C9}"/>
          </ac:picMkLst>
        </pc:picChg>
        <pc:picChg chg="del">
          <ac:chgData name="Nicolas Perez" userId="9a02ef040d777400" providerId="LiveId" clId="{E4E8DE74-27EF-4B0C-BC7F-1F1EF68AB8EB}" dt="2019-05-18T22:36:42.427" v="522" actId="478"/>
          <ac:picMkLst>
            <pc:docMk/>
            <pc:sldMk cId="3257323972" sldId="259"/>
            <ac:picMk id="13" creationId="{18D37A99-ADD0-4AEA-B537-E480361B22B7}"/>
          </ac:picMkLst>
        </pc:picChg>
        <pc:picChg chg="add del mod modCrop">
          <ac:chgData name="Nicolas Perez" userId="9a02ef040d777400" providerId="LiveId" clId="{E4E8DE74-27EF-4B0C-BC7F-1F1EF68AB8EB}" dt="2019-05-18T22:51:34.415" v="578" actId="478"/>
          <ac:picMkLst>
            <pc:docMk/>
            <pc:sldMk cId="3257323972" sldId="259"/>
            <ac:picMk id="15" creationId="{BD93CC54-BABA-4406-83C0-478F161D49BF}"/>
          </ac:picMkLst>
        </pc:picChg>
        <pc:picChg chg="add del mod">
          <ac:chgData name="Nicolas Perez" userId="9a02ef040d777400" providerId="LiveId" clId="{E4E8DE74-27EF-4B0C-BC7F-1F1EF68AB8EB}" dt="2019-05-18T22:51:41.225" v="580" actId="478"/>
          <ac:picMkLst>
            <pc:docMk/>
            <pc:sldMk cId="3257323972" sldId="259"/>
            <ac:picMk id="17" creationId="{24B47C20-26BC-4BA5-957C-BF5F3A570CDC}"/>
          </ac:picMkLst>
        </pc:picChg>
        <pc:picChg chg="add mod">
          <ac:chgData name="Nicolas Perez" userId="9a02ef040d777400" providerId="LiveId" clId="{E4E8DE74-27EF-4B0C-BC7F-1F1EF68AB8EB}" dt="2019-05-18T23:03:39.242" v="695" actId="1076"/>
          <ac:picMkLst>
            <pc:docMk/>
            <pc:sldMk cId="3257323972" sldId="259"/>
            <ac:picMk id="21" creationId="{A57696FA-CEDF-4097-88D1-D28CC20A562B}"/>
          </ac:picMkLst>
        </pc:picChg>
      </pc:sldChg>
      <pc:sldChg chg="addSp delSp modSp add">
        <pc:chgData name="Nicolas Perez" userId="9a02ef040d777400" providerId="LiveId" clId="{E4E8DE74-27EF-4B0C-BC7F-1F1EF68AB8EB}" dt="2019-05-18T23:07:45.859" v="910" actId="20577"/>
        <pc:sldMkLst>
          <pc:docMk/>
          <pc:sldMk cId="44124144" sldId="260"/>
        </pc:sldMkLst>
        <pc:spChg chg="mod">
          <ac:chgData name="Nicolas Perez" userId="9a02ef040d777400" providerId="LiveId" clId="{E4E8DE74-27EF-4B0C-BC7F-1F1EF68AB8EB}" dt="2019-05-18T23:04:25.347" v="721" actId="20577"/>
          <ac:spMkLst>
            <pc:docMk/>
            <pc:sldMk cId="44124144" sldId="260"/>
            <ac:spMk id="3" creationId="{CDA24AE8-D4DB-4CBC-B055-9027C40A91BE}"/>
          </ac:spMkLst>
        </pc:spChg>
        <pc:spChg chg="mod">
          <ac:chgData name="Nicolas Perez" userId="9a02ef040d777400" providerId="LiveId" clId="{E4E8DE74-27EF-4B0C-BC7F-1F1EF68AB8EB}" dt="2019-05-18T23:04:27.788" v="722" actId="20577"/>
          <ac:spMkLst>
            <pc:docMk/>
            <pc:sldMk cId="44124144" sldId="260"/>
            <ac:spMk id="4" creationId="{A5273FBB-2E8C-45BD-9560-590B7B01C51D}"/>
          </ac:spMkLst>
        </pc:spChg>
        <pc:spChg chg="mod">
          <ac:chgData name="Nicolas Perez" userId="9a02ef040d777400" providerId="LiveId" clId="{E4E8DE74-27EF-4B0C-BC7F-1F1EF68AB8EB}" dt="2019-05-18T23:07:45.859" v="910" actId="20577"/>
          <ac:spMkLst>
            <pc:docMk/>
            <pc:sldMk cId="44124144" sldId="260"/>
            <ac:spMk id="5" creationId="{B92B4FEC-AD65-4D3A-9E0A-A7DBE0D5FB95}"/>
          </ac:spMkLst>
        </pc:spChg>
        <pc:spChg chg="add del mod">
          <ac:chgData name="Nicolas Perez" userId="9a02ef040d777400" providerId="LiveId" clId="{E4E8DE74-27EF-4B0C-BC7F-1F1EF68AB8EB}" dt="2019-05-18T23:07:42.126" v="901" actId="6549"/>
          <ac:spMkLst>
            <pc:docMk/>
            <pc:sldMk cId="44124144" sldId="260"/>
            <ac:spMk id="10" creationId="{07AEFB1B-F2F2-4DA1-9F10-87A7593C8F64}"/>
          </ac:spMkLst>
        </pc:spChg>
        <pc:picChg chg="del">
          <ac:chgData name="Nicolas Perez" userId="9a02ef040d777400" providerId="LiveId" clId="{E4E8DE74-27EF-4B0C-BC7F-1F1EF68AB8EB}" dt="2019-05-18T23:04:21.872" v="720" actId="478"/>
          <ac:picMkLst>
            <pc:docMk/>
            <pc:sldMk cId="44124144" sldId="260"/>
            <ac:picMk id="6" creationId="{0ECCC86A-80F9-4693-ACA0-C04085BEAF87}"/>
          </ac:picMkLst>
        </pc:picChg>
        <pc:picChg chg="add del mod modCrop">
          <ac:chgData name="Nicolas Perez" userId="9a02ef040d777400" providerId="LiveId" clId="{E4E8DE74-27EF-4B0C-BC7F-1F1EF68AB8EB}" dt="2019-05-18T23:07:42.926" v="904" actId="478"/>
          <ac:picMkLst>
            <pc:docMk/>
            <pc:sldMk cId="44124144" sldId="260"/>
            <ac:picMk id="7" creationId="{8EC8C4D1-396C-4ED3-9424-CDB584DAA954}"/>
          </ac:picMkLst>
        </pc:picChg>
        <pc:picChg chg="add del mod modCrop">
          <ac:chgData name="Nicolas Perez" userId="9a02ef040d777400" providerId="LiveId" clId="{E4E8DE74-27EF-4B0C-BC7F-1F1EF68AB8EB}" dt="2019-05-18T23:07:42.665" v="903" actId="478"/>
          <ac:picMkLst>
            <pc:docMk/>
            <pc:sldMk cId="44124144" sldId="260"/>
            <ac:picMk id="8" creationId="{EDC8A5EC-099B-4F13-86B3-14CF42404878}"/>
          </ac:picMkLst>
        </pc:picChg>
        <pc:picChg chg="add del mod modCrop">
          <ac:chgData name="Nicolas Perez" userId="9a02ef040d777400" providerId="LiveId" clId="{E4E8DE74-27EF-4B0C-BC7F-1F1EF68AB8EB}" dt="2019-05-18T23:07:42.471" v="902" actId="478"/>
          <ac:picMkLst>
            <pc:docMk/>
            <pc:sldMk cId="44124144" sldId="260"/>
            <ac:picMk id="9" creationId="{A3D0D414-1CA8-4B39-92E0-D119AF85DAFF}"/>
          </ac:picMkLst>
        </pc:picChg>
      </pc:sldChg>
      <pc:sldChg chg="addSp delSp modSp add">
        <pc:chgData name="Nicolas Perez" userId="9a02ef040d777400" providerId="LiveId" clId="{E4E8DE74-27EF-4B0C-BC7F-1F1EF68AB8EB}" dt="2019-05-18T23:10:23.499" v="988" actId="1076"/>
        <pc:sldMkLst>
          <pc:docMk/>
          <pc:sldMk cId="794308380" sldId="261"/>
        </pc:sldMkLst>
        <pc:spChg chg="mod">
          <ac:chgData name="Nicolas Perez" userId="9a02ef040d777400" providerId="LiveId" clId="{E4E8DE74-27EF-4B0C-BC7F-1F1EF68AB8EB}" dt="2019-05-18T23:08:20.368" v="969" actId="20577"/>
          <ac:spMkLst>
            <pc:docMk/>
            <pc:sldMk cId="794308380" sldId="261"/>
            <ac:spMk id="5" creationId="{B92B4FEC-AD65-4D3A-9E0A-A7DBE0D5FB95}"/>
          </ac:spMkLst>
        </pc:spChg>
        <pc:spChg chg="add mod">
          <ac:chgData name="Nicolas Perez" userId="9a02ef040d777400" providerId="LiveId" clId="{E4E8DE74-27EF-4B0C-BC7F-1F1EF68AB8EB}" dt="2019-05-18T23:09:45.548" v="984" actId="5793"/>
          <ac:spMkLst>
            <pc:docMk/>
            <pc:sldMk cId="794308380" sldId="261"/>
            <ac:spMk id="6" creationId="{059510FF-FC47-4B13-98EB-1906538D63E0}"/>
          </ac:spMkLst>
        </pc:spChg>
        <pc:spChg chg="del mod">
          <ac:chgData name="Nicolas Perez" userId="9a02ef040d777400" providerId="LiveId" clId="{E4E8DE74-27EF-4B0C-BC7F-1F1EF68AB8EB}" dt="2019-05-18T23:08:28.580" v="975" actId="478"/>
          <ac:spMkLst>
            <pc:docMk/>
            <pc:sldMk cId="794308380" sldId="261"/>
            <ac:spMk id="14" creationId="{70BA032E-C4FF-4F2D-9570-316CB4197728}"/>
          </ac:spMkLst>
        </pc:spChg>
        <pc:picChg chg="add mod">
          <ac:chgData name="Nicolas Perez" userId="9a02ef040d777400" providerId="LiveId" clId="{E4E8DE74-27EF-4B0C-BC7F-1F1EF68AB8EB}" dt="2019-05-18T23:10:23.499" v="988" actId="1076"/>
          <ac:picMkLst>
            <pc:docMk/>
            <pc:sldMk cId="794308380" sldId="261"/>
            <ac:picMk id="8" creationId="{1F5F3B83-A3F0-408B-A28E-AEE82378532B}"/>
          </ac:picMkLst>
        </pc:picChg>
        <pc:picChg chg="del">
          <ac:chgData name="Nicolas Perez" userId="9a02ef040d777400" providerId="LiveId" clId="{E4E8DE74-27EF-4B0C-BC7F-1F1EF68AB8EB}" dt="2019-05-18T23:08:25.103" v="972" actId="478"/>
          <ac:picMkLst>
            <pc:docMk/>
            <pc:sldMk cId="794308380" sldId="261"/>
            <ac:picMk id="11" creationId="{BB9BF8CD-34E5-4C94-8651-91179EFA741E}"/>
          </ac:picMkLst>
        </pc:picChg>
        <pc:picChg chg="del">
          <ac:chgData name="Nicolas Perez" userId="9a02ef040d777400" providerId="LiveId" clId="{E4E8DE74-27EF-4B0C-BC7F-1F1EF68AB8EB}" dt="2019-05-18T23:08:22.391" v="970" actId="478"/>
          <ac:picMkLst>
            <pc:docMk/>
            <pc:sldMk cId="794308380" sldId="261"/>
            <ac:picMk id="12" creationId="{11ED4AC6-D968-4D74-ABD0-73E3BE2181C9}"/>
          </ac:picMkLst>
        </pc:picChg>
        <pc:picChg chg="del">
          <ac:chgData name="Nicolas Perez" userId="9a02ef040d777400" providerId="LiveId" clId="{E4E8DE74-27EF-4B0C-BC7F-1F1EF68AB8EB}" dt="2019-05-18T23:08:22.862" v="971" actId="478"/>
          <ac:picMkLst>
            <pc:docMk/>
            <pc:sldMk cId="794308380" sldId="261"/>
            <ac:picMk id="13" creationId="{18D37A99-ADD0-4AEA-B537-E480361B22B7}"/>
          </ac:picMkLst>
        </pc:picChg>
      </pc:sldChg>
      <pc:sldChg chg="addSp delSp modSp add">
        <pc:chgData name="Nicolas Perez" userId="9a02ef040d777400" providerId="LiveId" clId="{E4E8DE74-27EF-4B0C-BC7F-1F1EF68AB8EB}" dt="2019-05-18T23:15:49.337" v="1035" actId="1076"/>
        <pc:sldMkLst>
          <pc:docMk/>
          <pc:sldMk cId="2742095819" sldId="262"/>
        </pc:sldMkLst>
        <pc:spChg chg="mod">
          <ac:chgData name="Nicolas Perez" userId="9a02ef040d777400" providerId="LiveId" clId="{E4E8DE74-27EF-4B0C-BC7F-1F1EF68AB8EB}" dt="2019-05-18T23:10:52.130" v="1005" actId="20577"/>
          <ac:spMkLst>
            <pc:docMk/>
            <pc:sldMk cId="2742095819" sldId="262"/>
            <ac:spMk id="5" creationId="{B92B4FEC-AD65-4D3A-9E0A-A7DBE0D5FB95}"/>
          </ac:spMkLst>
        </pc:spChg>
        <pc:spChg chg="add del mod">
          <ac:chgData name="Nicolas Perez" userId="9a02ef040d777400" providerId="LiveId" clId="{E4E8DE74-27EF-4B0C-BC7F-1F1EF68AB8EB}" dt="2019-05-18T23:14:11.062" v="1011"/>
          <ac:spMkLst>
            <pc:docMk/>
            <pc:sldMk cId="2742095819" sldId="262"/>
            <ac:spMk id="6" creationId="{3C4F42CB-B96E-4381-817A-40E0165F0851}"/>
          </ac:spMkLst>
        </pc:spChg>
        <pc:picChg chg="add mod modCrop">
          <ac:chgData name="Nicolas Perez" userId="9a02ef040d777400" providerId="LiveId" clId="{E4E8DE74-27EF-4B0C-BC7F-1F1EF68AB8EB}" dt="2019-05-18T23:15:05.730" v="1023" actId="14100"/>
          <ac:picMkLst>
            <pc:docMk/>
            <pc:sldMk cId="2742095819" sldId="262"/>
            <ac:picMk id="11" creationId="{6C0A0D8D-1450-4ACF-9019-A0DB874EE698}"/>
          </ac:picMkLst>
        </pc:picChg>
        <pc:picChg chg="add mod ord modCrop">
          <ac:chgData name="Nicolas Perez" userId="9a02ef040d777400" providerId="LiveId" clId="{E4E8DE74-27EF-4B0C-BC7F-1F1EF68AB8EB}" dt="2019-05-18T23:15:49.337" v="1035" actId="1076"/>
          <ac:picMkLst>
            <pc:docMk/>
            <pc:sldMk cId="2742095819" sldId="262"/>
            <ac:picMk id="12" creationId="{E1999928-6953-4927-947E-411FD570291B}"/>
          </ac:picMkLst>
        </pc:picChg>
        <pc:picChg chg="add mod modCrop">
          <ac:chgData name="Nicolas Perez" userId="9a02ef040d777400" providerId="LiveId" clId="{E4E8DE74-27EF-4B0C-BC7F-1F1EF68AB8EB}" dt="2019-05-18T23:15:43.362" v="1032" actId="1076"/>
          <ac:picMkLst>
            <pc:docMk/>
            <pc:sldMk cId="2742095819" sldId="262"/>
            <ac:picMk id="13" creationId="{F2FDDD67-7ABD-40C0-8643-F3466473BD0F}"/>
          </ac:picMkLst>
        </pc:picChg>
        <pc:picChg chg="del">
          <ac:chgData name="Nicolas Perez" userId="9a02ef040d777400" providerId="LiveId" clId="{E4E8DE74-27EF-4B0C-BC7F-1F1EF68AB8EB}" dt="2019-05-18T23:10:54.309" v="1006" actId="478"/>
          <ac:picMkLst>
            <pc:docMk/>
            <pc:sldMk cId="2742095819" sldId="262"/>
            <ac:picMk id="15" creationId="{BD93CC54-BABA-4406-83C0-478F161D49BF}"/>
          </ac:picMkLst>
        </pc:picChg>
        <pc:picChg chg="del">
          <ac:chgData name="Nicolas Perez" userId="9a02ef040d777400" providerId="LiveId" clId="{E4E8DE74-27EF-4B0C-BC7F-1F1EF68AB8EB}" dt="2019-05-18T23:10:59.124" v="1010" actId="478"/>
          <ac:picMkLst>
            <pc:docMk/>
            <pc:sldMk cId="2742095819" sldId="262"/>
            <ac:picMk id="17" creationId="{24B47C20-26BC-4BA5-957C-BF5F3A570CDC}"/>
          </ac:picMkLst>
        </pc:picChg>
      </pc:sldChg>
      <pc:sldChg chg="addSp delSp modSp add">
        <pc:chgData name="Nicolas Perez" userId="9a02ef040d777400" providerId="LiveId" clId="{E4E8DE74-27EF-4B0C-BC7F-1F1EF68AB8EB}" dt="2019-05-18T23:19:16.814" v="1758" actId="123"/>
        <pc:sldMkLst>
          <pc:docMk/>
          <pc:sldMk cId="3880540539" sldId="263"/>
        </pc:sldMkLst>
        <pc:spChg chg="del mod">
          <ac:chgData name="Nicolas Perez" userId="9a02ef040d777400" providerId="LiveId" clId="{E4E8DE74-27EF-4B0C-BC7F-1F1EF68AB8EB}" dt="2019-05-18T23:16:03.161" v="1040"/>
          <ac:spMkLst>
            <pc:docMk/>
            <pc:sldMk cId="3880540539" sldId="263"/>
            <ac:spMk id="5" creationId="{B92B4FEC-AD65-4D3A-9E0A-A7DBE0D5FB95}"/>
          </ac:spMkLst>
        </pc:spChg>
        <pc:spChg chg="add mod">
          <ac:chgData name="Nicolas Perez" userId="9a02ef040d777400" providerId="LiveId" clId="{E4E8DE74-27EF-4B0C-BC7F-1F1EF68AB8EB}" dt="2019-05-18T23:19:16.814" v="1758" actId="123"/>
          <ac:spMkLst>
            <pc:docMk/>
            <pc:sldMk cId="3880540539" sldId="263"/>
            <ac:spMk id="6" creationId="{EAB7A512-4BAB-45E2-B511-B86071EBB97D}"/>
          </ac:spMkLst>
        </pc:spChg>
        <pc:picChg chg="del">
          <ac:chgData name="Nicolas Perez" userId="9a02ef040d777400" providerId="LiveId" clId="{E4E8DE74-27EF-4B0C-BC7F-1F1EF68AB8EB}" dt="2019-05-18T23:16:04.375" v="1042" actId="478"/>
          <ac:picMkLst>
            <pc:docMk/>
            <pc:sldMk cId="3880540539" sldId="263"/>
            <ac:picMk id="11" creationId="{6C0A0D8D-1450-4ACF-9019-A0DB874EE698}"/>
          </ac:picMkLst>
        </pc:picChg>
        <pc:picChg chg="del">
          <ac:chgData name="Nicolas Perez" userId="9a02ef040d777400" providerId="LiveId" clId="{E4E8DE74-27EF-4B0C-BC7F-1F1EF68AB8EB}" dt="2019-05-18T23:16:03.160" v="1038" actId="478"/>
          <ac:picMkLst>
            <pc:docMk/>
            <pc:sldMk cId="3880540539" sldId="263"/>
            <ac:picMk id="12" creationId="{E1999928-6953-4927-947E-411FD570291B}"/>
          </ac:picMkLst>
        </pc:picChg>
        <pc:picChg chg="del">
          <ac:chgData name="Nicolas Perez" userId="9a02ef040d777400" providerId="LiveId" clId="{E4E8DE74-27EF-4B0C-BC7F-1F1EF68AB8EB}" dt="2019-05-18T23:16:03.817" v="1041" actId="478"/>
          <ac:picMkLst>
            <pc:docMk/>
            <pc:sldMk cId="3880540539" sldId="263"/>
            <ac:picMk id="13" creationId="{F2FDDD67-7ABD-40C0-8643-F3466473BD0F}"/>
          </ac:picMkLst>
        </pc:picChg>
      </pc:sldChg>
      <pc:sldChg chg="addSp delSp modSp add">
        <pc:chgData name="Nicolas Perez" userId="9a02ef040d777400" providerId="LiveId" clId="{E4E8DE74-27EF-4B0C-BC7F-1F1EF68AB8EB}" dt="2019-05-18T23:56:52.535" v="2329" actId="1076"/>
        <pc:sldMkLst>
          <pc:docMk/>
          <pc:sldMk cId="2893798997" sldId="264"/>
        </pc:sldMkLst>
        <pc:spChg chg="mod">
          <ac:chgData name="Nicolas Perez" userId="9a02ef040d777400" providerId="LiveId" clId="{E4E8DE74-27EF-4B0C-BC7F-1F1EF68AB8EB}" dt="2019-05-18T23:49:23.231" v="2324" actId="20577"/>
          <ac:spMkLst>
            <pc:docMk/>
            <pc:sldMk cId="2893798997" sldId="264"/>
            <ac:spMk id="3" creationId="{CDA24AE8-D4DB-4CBC-B055-9027C40A91BE}"/>
          </ac:spMkLst>
        </pc:spChg>
        <pc:spChg chg="mod">
          <ac:chgData name="Nicolas Perez" userId="9a02ef040d777400" providerId="LiveId" clId="{E4E8DE74-27EF-4B0C-BC7F-1F1EF68AB8EB}" dt="2019-05-18T23:46:54.365" v="1786" actId="6549"/>
          <ac:spMkLst>
            <pc:docMk/>
            <pc:sldMk cId="2893798997" sldId="264"/>
            <ac:spMk id="4" creationId="{A5273FBB-2E8C-45BD-9560-590B7B01C51D}"/>
          </ac:spMkLst>
        </pc:spChg>
        <pc:spChg chg="mod">
          <ac:chgData name="Nicolas Perez" userId="9a02ef040d777400" providerId="LiveId" clId="{E4E8DE74-27EF-4B0C-BC7F-1F1EF68AB8EB}" dt="2019-05-18T23:46:48.726" v="1784" actId="255"/>
          <ac:spMkLst>
            <pc:docMk/>
            <pc:sldMk cId="2893798997" sldId="264"/>
            <ac:spMk id="5" creationId="{B92B4FEC-AD65-4D3A-9E0A-A7DBE0D5FB95}"/>
          </ac:spMkLst>
        </pc:spChg>
        <pc:picChg chg="del">
          <ac:chgData name="Nicolas Perez" userId="9a02ef040d777400" providerId="LiveId" clId="{E4E8DE74-27EF-4B0C-BC7F-1F1EF68AB8EB}" dt="2019-05-18T23:46:52.912" v="1785" actId="478"/>
          <ac:picMkLst>
            <pc:docMk/>
            <pc:sldMk cId="2893798997" sldId="264"/>
            <ac:picMk id="6" creationId="{0ECCC86A-80F9-4693-ACA0-C04085BEAF87}"/>
          </ac:picMkLst>
        </pc:picChg>
        <pc:picChg chg="add mod modCrop">
          <ac:chgData name="Nicolas Perez" userId="9a02ef040d777400" providerId="LiveId" clId="{E4E8DE74-27EF-4B0C-BC7F-1F1EF68AB8EB}" dt="2019-05-18T23:56:52.535" v="2329" actId="1076"/>
          <ac:picMkLst>
            <pc:docMk/>
            <pc:sldMk cId="2893798997" sldId="264"/>
            <ac:picMk id="7" creationId="{5B096919-8998-406B-A7C8-5EEF6DE3629B}"/>
          </ac:picMkLst>
        </pc:picChg>
      </pc:sldChg>
      <pc:sldChg chg="addSp delSp modSp add">
        <pc:chgData name="Nicolas Perez" userId="9a02ef040d777400" providerId="LiveId" clId="{E4E8DE74-27EF-4B0C-BC7F-1F1EF68AB8EB}" dt="2019-05-18T23:58:30.543" v="2369" actId="14100"/>
        <pc:sldMkLst>
          <pc:docMk/>
          <pc:sldMk cId="2849335046" sldId="265"/>
        </pc:sldMkLst>
        <pc:spChg chg="mod">
          <ac:chgData name="Nicolas Perez" userId="9a02ef040d777400" providerId="LiveId" clId="{E4E8DE74-27EF-4B0C-BC7F-1F1EF68AB8EB}" dt="2019-05-18T23:57:17.556" v="2355" actId="27636"/>
          <ac:spMkLst>
            <pc:docMk/>
            <pc:sldMk cId="2849335046" sldId="265"/>
            <ac:spMk id="3" creationId="{CDA24AE8-D4DB-4CBC-B055-9027C40A91BE}"/>
          </ac:spMkLst>
        </pc:spChg>
        <pc:spChg chg="mod">
          <ac:chgData name="Nicolas Perez" userId="9a02ef040d777400" providerId="LiveId" clId="{E4E8DE74-27EF-4B0C-BC7F-1F1EF68AB8EB}" dt="2019-05-18T23:58:05.428" v="2365" actId="313"/>
          <ac:spMkLst>
            <pc:docMk/>
            <pc:sldMk cId="2849335046" sldId="265"/>
            <ac:spMk id="5" creationId="{B92B4FEC-AD65-4D3A-9E0A-A7DBE0D5FB95}"/>
          </ac:spMkLst>
        </pc:spChg>
        <pc:picChg chg="add mod modCrop">
          <ac:chgData name="Nicolas Perez" userId="9a02ef040d777400" providerId="LiveId" clId="{E4E8DE74-27EF-4B0C-BC7F-1F1EF68AB8EB}" dt="2019-05-18T23:58:30.543" v="2369" actId="14100"/>
          <ac:picMkLst>
            <pc:docMk/>
            <pc:sldMk cId="2849335046" sldId="265"/>
            <ac:picMk id="6" creationId="{775B69A7-C612-47AD-98BF-938E6FCA8360}"/>
          </ac:picMkLst>
        </pc:picChg>
        <pc:picChg chg="del">
          <ac:chgData name="Nicolas Perez" userId="9a02ef040d777400" providerId="LiveId" clId="{E4E8DE74-27EF-4B0C-BC7F-1F1EF68AB8EB}" dt="2019-05-18T23:57:18.973" v="2356" actId="478"/>
          <ac:picMkLst>
            <pc:docMk/>
            <pc:sldMk cId="2849335046" sldId="265"/>
            <ac:picMk id="7" creationId="{5B096919-8998-406B-A7C8-5EEF6DE3629B}"/>
          </ac:picMkLst>
        </pc:picChg>
      </pc:sldChg>
      <pc:sldChg chg="addSp delSp modSp add">
        <pc:chgData name="Nicolas Perez" userId="9a02ef040d777400" providerId="LiveId" clId="{E4E8DE74-27EF-4B0C-BC7F-1F1EF68AB8EB}" dt="2019-05-19T00:04:31.070" v="2665" actId="14100"/>
        <pc:sldMkLst>
          <pc:docMk/>
          <pc:sldMk cId="3764707750" sldId="266"/>
        </pc:sldMkLst>
        <pc:spChg chg="mod">
          <ac:chgData name="Nicolas Perez" userId="9a02ef040d777400" providerId="LiveId" clId="{E4E8DE74-27EF-4B0C-BC7F-1F1EF68AB8EB}" dt="2019-05-18T23:59:52.952" v="2649" actId="20577"/>
          <ac:spMkLst>
            <pc:docMk/>
            <pc:sldMk cId="3764707750" sldId="266"/>
            <ac:spMk id="3" creationId="{CDA24AE8-D4DB-4CBC-B055-9027C40A91BE}"/>
          </ac:spMkLst>
        </pc:spChg>
        <pc:picChg chg="add mod modCrop">
          <ac:chgData name="Nicolas Perez" userId="9a02ef040d777400" providerId="LiveId" clId="{E4E8DE74-27EF-4B0C-BC7F-1F1EF68AB8EB}" dt="2019-05-19T00:04:31.070" v="2665" actId="14100"/>
          <ac:picMkLst>
            <pc:docMk/>
            <pc:sldMk cId="3764707750" sldId="266"/>
            <ac:picMk id="6" creationId="{69188D46-3036-452F-9263-901AA8886FAD}"/>
          </ac:picMkLst>
        </pc:picChg>
        <pc:picChg chg="del">
          <ac:chgData name="Nicolas Perez" userId="9a02ef040d777400" providerId="LiveId" clId="{E4E8DE74-27EF-4B0C-BC7F-1F1EF68AB8EB}" dt="2019-05-18T23:59:58.998" v="2650" actId="478"/>
          <ac:picMkLst>
            <pc:docMk/>
            <pc:sldMk cId="3764707750" sldId="266"/>
            <ac:picMk id="7" creationId="{5B096919-8998-406B-A7C8-5EEF6DE3629B}"/>
          </ac:picMkLst>
        </pc:picChg>
      </pc:sldChg>
      <pc:sldChg chg="addSp delSp modSp add">
        <pc:chgData name="Nicolas Perez" userId="9a02ef040d777400" providerId="LiveId" clId="{E4E8DE74-27EF-4B0C-BC7F-1F1EF68AB8EB}" dt="2019-05-19T00:03:26.094" v="2659" actId="14100"/>
        <pc:sldMkLst>
          <pc:docMk/>
          <pc:sldMk cId="2780684877" sldId="267"/>
        </pc:sldMkLst>
        <pc:spChg chg="del">
          <ac:chgData name="Nicolas Perez" userId="9a02ef040d777400" providerId="LiveId" clId="{E4E8DE74-27EF-4B0C-BC7F-1F1EF68AB8EB}" dt="2019-05-19T00:03:02.579" v="2652"/>
          <ac:spMkLst>
            <pc:docMk/>
            <pc:sldMk cId="2780684877" sldId="267"/>
            <ac:spMk id="3" creationId="{CDA24AE8-D4DB-4CBC-B055-9027C40A91BE}"/>
          </ac:spMkLst>
        </pc:spChg>
        <pc:picChg chg="del">
          <ac:chgData name="Nicolas Perez" userId="9a02ef040d777400" providerId="LiveId" clId="{E4E8DE74-27EF-4B0C-BC7F-1F1EF68AB8EB}" dt="2019-05-19T00:03:00.071" v="2651" actId="478"/>
          <ac:picMkLst>
            <pc:docMk/>
            <pc:sldMk cId="2780684877" sldId="267"/>
            <ac:picMk id="6" creationId="{775B69A7-C612-47AD-98BF-938E6FCA8360}"/>
          </ac:picMkLst>
        </pc:picChg>
        <pc:picChg chg="add mod modCrop">
          <ac:chgData name="Nicolas Perez" userId="9a02ef040d777400" providerId="LiveId" clId="{E4E8DE74-27EF-4B0C-BC7F-1F1EF68AB8EB}" dt="2019-05-19T00:03:26.094" v="2659" actId="14100"/>
          <ac:picMkLst>
            <pc:docMk/>
            <pc:sldMk cId="2780684877" sldId="267"/>
            <ac:picMk id="7" creationId="{1D1E69E0-24A7-4D9D-A887-C2205527E698}"/>
          </ac:picMkLst>
        </pc:picChg>
      </pc:sldChg>
      <pc:sldChg chg="addSp delSp modSp add">
        <pc:chgData name="Nicolas Perez" userId="9a02ef040d777400" providerId="LiveId" clId="{E4E8DE74-27EF-4B0C-BC7F-1F1EF68AB8EB}" dt="2019-05-19T00:06:12.476" v="3013" actId="123"/>
        <pc:sldMkLst>
          <pc:docMk/>
          <pc:sldMk cId="2091120188" sldId="268"/>
        </pc:sldMkLst>
        <pc:spChg chg="mod">
          <ac:chgData name="Nicolas Perez" userId="9a02ef040d777400" providerId="LiveId" clId="{E4E8DE74-27EF-4B0C-BC7F-1F1EF68AB8EB}" dt="2019-05-19T00:04:49.518" v="2688" actId="20577"/>
          <ac:spMkLst>
            <pc:docMk/>
            <pc:sldMk cId="2091120188" sldId="268"/>
            <ac:spMk id="5" creationId="{B92B4FEC-AD65-4D3A-9E0A-A7DBE0D5FB95}"/>
          </ac:spMkLst>
        </pc:spChg>
        <pc:spChg chg="add mod">
          <ac:chgData name="Nicolas Perez" userId="9a02ef040d777400" providerId="LiveId" clId="{E4E8DE74-27EF-4B0C-BC7F-1F1EF68AB8EB}" dt="2019-05-19T00:06:12.476" v="3013" actId="123"/>
          <ac:spMkLst>
            <pc:docMk/>
            <pc:sldMk cId="2091120188" sldId="268"/>
            <ac:spMk id="6" creationId="{AD3FA8E9-A65F-4BF7-98BD-1325321433A5}"/>
          </ac:spMkLst>
        </pc:spChg>
        <pc:picChg chg="del mod">
          <ac:chgData name="Nicolas Perez" userId="9a02ef040d777400" providerId="LiveId" clId="{E4E8DE74-27EF-4B0C-BC7F-1F1EF68AB8EB}" dt="2019-05-19T00:04:51.853" v="2690" actId="478"/>
          <ac:picMkLst>
            <pc:docMk/>
            <pc:sldMk cId="2091120188" sldId="268"/>
            <ac:picMk id="7" creationId="{1D1E69E0-24A7-4D9D-A887-C2205527E6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programacion.sistemas.unla@gmail.com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instagram.com/ddpyt/" TargetMode="External"/><Relationship Id="rId4" Type="http://schemas.openxmlformats.org/officeDocument/2006/relationships/hyperlink" Target="https://chat.whatsapp.com/LcUv8AWKlya1qs0BKV04BQ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hyperlink" Target="https://es.wikipedia.org/wiki/Ordenamiento_de_burbuj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03E241-9735-4E5B-AB49-469970779F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/>
              <a:t>Programación de computadoras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0663E95-53DF-429A-9155-E248FB34CF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AR" dirty="0"/>
              <a:t>Licenciatura en Sistemas – UNIDAD 4: </a:t>
            </a:r>
            <a:r>
              <a:rPr lang="en-US" dirty="0" err="1"/>
              <a:t>Arreglos</a:t>
            </a:r>
            <a:r>
              <a:rPr lang="en-US" dirty="0"/>
              <a:t> – Orden y </a:t>
            </a:r>
            <a:r>
              <a:rPr lang="en-US" dirty="0" err="1"/>
              <a:t>busqueda</a:t>
            </a:r>
            <a:endParaRPr lang="es-AR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40B9EE-F6E7-4E69-885D-B5C0E4515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5745332"/>
            <a:ext cx="1033510" cy="103351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9076307-E8AE-4674-8A55-C8188A698BD4}"/>
              </a:ext>
            </a:extLst>
          </p:cNvPr>
          <p:cNvSpPr/>
          <p:nvPr/>
        </p:nvSpPr>
        <p:spPr>
          <a:xfrm>
            <a:off x="1371600" y="3879419"/>
            <a:ext cx="1052447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s-AR" sz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es-AR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Equipo docente: </a:t>
            </a:r>
            <a:r>
              <a:rPr lang="es-AR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Jorge </a:t>
            </a:r>
            <a:r>
              <a:rPr lang="es-AR" sz="14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Golfieri</a:t>
            </a:r>
            <a:r>
              <a:rPr lang="es-AR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, Natalia Romero y Nicolás Perez </a:t>
            </a:r>
          </a:p>
          <a:p>
            <a:r>
              <a:rPr lang="es-AR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Mails: </a:t>
            </a:r>
            <a:r>
              <a:rPr lang="es-AR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jgolfieri@hotmail.com , nataliab_romero@yahoo.com.ar  y nperez_dcao_smn@outlook.com </a:t>
            </a:r>
          </a:p>
          <a:p>
            <a:r>
              <a:rPr lang="en-US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Facebook:               </a:t>
            </a:r>
            <a:r>
              <a:rPr lang="en-US" sz="1400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</a:rPr>
              <a:t>https://www.facebook.com/groups/171510736842353 </a:t>
            </a:r>
          </a:p>
          <a:p>
            <a:r>
              <a:rPr lang="es-AR" sz="1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Git:                          </a:t>
            </a:r>
            <a:r>
              <a:rPr lang="es-AR" sz="1400" b="1" i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</a:rPr>
              <a:t>https://</a:t>
            </a:r>
            <a:r>
              <a:rPr lang="es-AR" sz="1400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</a:rPr>
              <a:t>github.com/UNLASistemasProgramacion/Programacion-de-Computadoras </a:t>
            </a:r>
            <a:r>
              <a:rPr lang="es-AR" sz="140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r>
              <a:rPr lang="es-AR" sz="14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E-mail:                    </a:t>
            </a:r>
            <a:r>
              <a:rPr lang="es-AR" sz="1400" b="1" u="sng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programacion.sistemas.unla@gmail.com</a:t>
            </a:r>
            <a:endParaRPr lang="es-AR" sz="1400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</a:endParaRPr>
          </a:p>
          <a:p>
            <a:r>
              <a:rPr lang="es-A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Grupo </a:t>
            </a:r>
            <a:r>
              <a:rPr lang="es-A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Wpp</a:t>
            </a:r>
            <a:r>
              <a:rPr lang="es-A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        </a:t>
            </a:r>
            <a:r>
              <a:rPr lang="es-AR" sz="1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https://chat.whatsapp.com/LcUv8AWKlya1qs0BKV04BQ</a:t>
            </a:r>
            <a:endParaRPr lang="es-AR" sz="14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A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Instagram:             </a:t>
            </a:r>
            <a:r>
              <a:rPr lang="es-AR" sz="1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https://www.instagram.com/ddpyt/</a:t>
            </a:r>
            <a:r>
              <a:rPr lang="es-AR" sz="1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AR" sz="1400" b="1" u="sng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7119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r>
              <a:rPr lang="es-AR" dirty="0"/>
              <a:t>Si trabajamos con un vector de números, puede surgir la necesidad de ordenar ese vector de mayor a menor, o de menor a mayor por algún motivo en particular. 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Ordenamiento de arreglos es una disciplina muy estudiada y hay varios algoritmos para realizarlo, nosotros veremos solo algunos.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El mas simple e intuitivo es el ordenamiento Burbuja: </a:t>
            </a:r>
          </a:p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ordenar un arreglo?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ECCC86A-80F9-4693-ACA0-C04085BEAF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229" t="30000" r="48155" b="27120"/>
          <a:stretch/>
        </p:blipFill>
        <p:spPr>
          <a:xfrm>
            <a:off x="6400800" y="3160450"/>
            <a:ext cx="5220070" cy="369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70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pic>
        <p:nvPicPr>
          <p:cNvPr id="11" name="Marcador de contenido 10" descr="Imagen que contiene objeto&#10;&#10;Descripción generada automáticamente">
            <a:extLst>
              <a:ext uri="{FF2B5EF4-FFF2-40B4-BE49-F238E27FC236}">
                <a16:creationId xmlns:a16="http://schemas.microsoft.com/office/drawing/2014/main" id="{BB9BF8CD-34E5-4C94-8651-91179EFA74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4400" y="2229878"/>
            <a:ext cx="2381250" cy="1428750"/>
          </a:xfr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11ED4AC6-D968-4D74-ABD0-73E3BE2181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427" t="16699" r="46323" b="29921"/>
          <a:stretch/>
        </p:blipFill>
        <p:spPr>
          <a:xfrm>
            <a:off x="87700" y="3184773"/>
            <a:ext cx="5906700" cy="366083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D37A99-ADD0-4AEA-B537-E480361B22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66667" b="66493"/>
          <a:stretch/>
        </p:blipFill>
        <p:spPr>
          <a:xfrm>
            <a:off x="6197602" y="3297381"/>
            <a:ext cx="5370990" cy="2918691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0BA032E-C4FF-4F2D-9570-316CB4197728}"/>
              </a:ext>
            </a:extLst>
          </p:cNvPr>
          <p:cNvSpPr txBox="1"/>
          <p:nvPr/>
        </p:nvSpPr>
        <p:spPr>
          <a:xfrm>
            <a:off x="9841391" y="4295061"/>
            <a:ext cx="2415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>
                <a:solidFill>
                  <a:srgbClr val="FF0000"/>
                </a:solidFill>
              </a:rPr>
              <a:t>Vector Aleatorio</a:t>
            </a:r>
          </a:p>
          <a:p>
            <a:endParaRPr lang="es-AR" dirty="0">
              <a:solidFill>
                <a:srgbClr val="FF0000"/>
              </a:solidFill>
            </a:endParaRPr>
          </a:p>
          <a:p>
            <a:r>
              <a:rPr lang="es-AR" dirty="0">
                <a:solidFill>
                  <a:srgbClr val="FF0000"/>
                </a:solidFill>
              </a:rPr>
              <a:t>Vector Ordenado</a:t>
            </a:r>
          </a:p>
        </p:txBody>
      </p:sp>
    </p:spTree>
    <p:extLst>
      <p:ext uri="{BB962C8B-B14F-4D97-AF65-F5344CB8AC3E}">
        <p14:creationId xmlns:p14="http://schemas.microsoft.com/office/powerpoint/2010/main" val="27024897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¿Qué otra forma de ordenar hay?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9" name="Marcador de contenido 18">
            <a:extLst>
              <a:ext uri="{FF2B5EF4-FFF2-40B4-BE49-F238E27FC236}">
                <a16:creationId xmlns:a16="http://schemas.microsoft.com/office/drawing/2014/main" id="{CD00D0A5-741A-481F-9F06-C441A0F71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423604"/>
            <a:ext cx="7508289" cy="3795081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s-AR" dirty="0"/>
              <a:t>Otro de los ordenamientos que usaremos en la cursada es el ordenamiento de selección.</a:t>
            </a:r>
          </a:p>
          <a:p>
            <a:pPr algn="just"/>
            <a:endParaRPr lang="es-AR" dirty="0"/>
          </a:p>
          <a:p>
            <a:pPr marL="0" indent="0" algn="just">
              <a:buNone/>
            </a:pPr>
            <a:r>
              <a:rPr lang="es-AR" dirty="0"/>
              <a:t>Este algoritmo mejora ligeramente el </a:t>
            </a:r>
            <a:r>
              <a:rPr lang="es-AR" dirty="0">
                <a:hlinkClick r:id="rId2" tooltip="Ordenamiento de burbuja"/>
              </a:rPr>
              <a:t>algoritmo de la burbuja</a:t>
            </a:r>
            <a:r>
              <a:rPr lang="es-AR" dirty="0"/>
              <a:t>. En el caso de tener que ordenar un vector de enteros, esta mejora no es muy sustancial, pero cuando hay que ordenar un vector de estructuras más complejas, la operación </a:t>
            </a:r>
            <a:r>
              <a:rPr lang="es-AR" b="1" dirty="0"/>
              <a:t>intercambiar()</a:t>
            </a:r>
            <a:r>
              <a:rPr lang="es-AR" dirty="0"/>
              <a:t> sería más costosa en este caso. Este algoritmo realiza muchas menos operaciones </a:t>
            </a:r>
            <a:r>
              <a:rPr lang="es-AR" b="1" dirty="0"/>
              <a:t>intercambiar()</a:t>
            </a:r>
            <a:r>
              <a:rPr lang="es-AR" dirty="0"/>
              <a:t> que el de la burbuja, por lo que lo mejora en algo. </a:t>
            </a:r>
          </a:p>
          <a:p>
            <a:pPr marL="0" indent="0" algn="just">
              <a:buNone/>
            </a:pPr>
            <a:r>
              <a:rPr lang="es-AR" dirty="0"/>
              <a:t>Otra desventaja de este algoritmo respecto a otros como el de burbuja o de inserción directa es que no mejora su rendimiento cuando los datos ya están ordenados o parcialmente ordenados. Así como, por ejemplo, en el caso de la ordenación de burbuja se requeriría una única pasada para detectar que el vector ya está ordenado y finalizar, en la ordenación por selección se realizarían el mismo número de pasadas independientemente de si los datos están ordenados o no.</a:t>
            </a:r>
          </a:p>
          <a:p>
            <a:endParaRPr lang="es-AR" dirty="0"/>
          </a:p>
        </p:txBody>
      </p:sp>
      <p:pic>
        <p:nvPicPr>
          <p:cNvPr id="21" name="Imagen 20" descr="Imagen que contiene objeto&#10;&#10;Descripción generada automáticamente">
            <a:extLst>
              <a:ext uri="{FF2B5EF4-FFF2-40B4-BE49-F238E27FC236}">
                <a16:creationId xmlns:a16="http://schemas.microsoft.com/office/drawing/2014/main" id="{A57696FA-CEDF-4097-88D1-D28CC20A5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0440" y="2423604"/>
            <a:ext cx="952500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3239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/>
          <a:lstStyle/>
          <a:p>
            <a:pPr marL="0" indent="0" algn="just">
              <a:buNone/>
            </a:pP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EC8C4D1-396C-4ED3-9424-CDB584DAA9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50" t="43107" r="48010" b="28932"/>
          <a:stretch/>
        </p:blipFill>
        <p:spPr>
          <a:xfrm>
            <a:off x="6657884" y="2177660"/>
            <a:ext cx="5370990" cy="25026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DC8A5EC-099B-4F13-86B3-14CF4240487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083" t="22287" r="48009" b="36829"/>
          <a:stretch/>
        </p:blipFill>
        <p:spPr>
          <a:xfrm>
            <a:off x="353627" y="2297920"/>
            <a:ext cx="5894774" cy="456007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3D0D414-1CA8-4B39-92E0-D119AF85DA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47" t="3636" r="64102" b="59871"/>
          <a:stretch/>
        </p:blipFill>
        <p:spPr>
          <a:xfrm>
            <a:off x="4537230" y="4577959"/>
            <a:ext cx="3574743" cy="226120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07AEFB1B-F2F2-4DA1-9F10-87A7593C8F64}"/>
              </a:ext>
            </a:extLst>
          </p:cNvPr>
          <p:cNvSpPr txBox="1"/>
          <p:nvPr/>
        </p:nvSpPr>
        <p:spPr>
          <a:xfrm>
            <a:off x="8522563" y="5078027"/>
            <a:ext cx="2920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Se aprecia que el resultado obtenido es el mismo que con burbuja, ambos métodos funcionan. </a:t>
            </a:r>
          </a:p>
        </p:txBody>
      </p:sp>
    </p:spTree>
    <p:extLst>
      <p:ext uri="{BB962C8B-B14F-4D97-AF65-F5344CB8AC3E}">
        <p14:creationId xmlns:p14="http://schemas.microsoft.com/office/powerpoint/2010/main" val="441241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El ultimo método que veremos es inserción</a:t>
            </a:r>
            <a:endParaRPr lang="es-ES" sz="36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59510FF-FC47-4B13-98EB-1906538D6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110" y="2174812"/>
            <a:ext cx="7608533" cy="4043874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AR" dirty="0"/>
              <a:t>El </a:t>
            </a:r>
            <a:r>
              <a:rPr lang="es-AR" b="1" dirty="0"/>
              <a:t>ordenamiento por inserción</a:t>
            </a:r>
            <a:r>
              <a:rPr lang="es-AR" dirty="0"/>
              <a:t> es una manera muy natural de ordenar para un ser humano, y puede usarse fácilmente para ordenar un mazo de cartas numeradas en forma arbitraria. Requiere </a:t>
            </a:r>
            <a:r>
              <a:rPr lang="es-AR" b="1" dirty="0"/>
              <a:t>O(n²)</a:t>
            </a:r>
            <a:r>
              <a:rPr lang="es-AR" dirty="0"/>
              <a:t> operaciones para ordenar una lista de </a:t>
            </a:r>
            <a:r>
              <a:rPr lang="es-AR" b="1" dirty="0"/>
              <a:t>n</a:t>
            </a:r>
            <a:r>
              <a:rPr lang="es-AR" dirty="0"/>
              <a:t> elementos.</a:t>
            </a:r>
          </a:p>
          <a:p>
            <a:pPr marL="0" indent="0" algn="just">
              <a:buNone/>
            </a:pPr>
            <a:r>
              <a:rPr lang="es-AR" dirty="0"/>
              <a:t>Inicialmente se tiene un solo elemento, que obviamente es un conjunto ordenado. Después, cuando hay</a:t>
            </a:r>
            <a:r>
              <a:rPr lang="es-AR" b="1" dirty="0"/>
              <a:t> </a:t>
            </a:r>
            <a:r>
              <a:rPr lang="es-AR" b="1" i="1" dirty="0"/>
              <a:t>k</a:t>
            </a:r>
            <a:r>
              <a:rPr lang="es-AR" b="1" dirty="0"/>
              <a:t> </a:t>
            </a:r>
            <a:r>
              <a:rPr lang="es-AR" dirty="0"/>
              <a:t>elementos ordenados de menor a mayor, se toma el elemento </a:t>
            </a:r>
            <a:r>
              <a:rPr lang="es-AR" b="1" i="1" dirty="0"/>
              <a:t>k+1</a:t>
            </a:r>
            <a:r>
              <a:rPr lang="es-AR" dirty="0"/>
              <a:t> y se compara con todos los elementos ya ordenados, deteniéndose cuando se encuentra un elemento menor (todos los elementos mayores han sido desplazados una posición a la derecha) o cuando ya no se encuentran elementos (todos los elementos fueron desplazados y este es el más pequeño). En este punto se </a:t>
            </a:r>
            <a:r>
              <a:rPr lang="es-AR" i="1" dirty="0"/>
              <a:t>inserta</a:t>
            </a:r>
            <a:r>
              <a:rPr lang="es-AR" dirty="0"/>
              <a:t> el elemento </a:t>
            </a:r>
            <a:r>
              <a:rPr lang="es-AR" b="1" i="1" dirty="0"/>
              <a:t>k+1</a:t>
            </a:r>
            <a:r>
              <a:rPr lang="es-AR" dirty="0"/>
              <a:t> debiendo desplazarse los demás elementos.</a:t>
            </a:r>
          </a:p>
          <a:p>
            <a:endParaRPr lang="es-AR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1F5F3B83-A3F0-408B-A28E-AEE823785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1516" y="3184773"/>
            <a:ext cx="3200401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30838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4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su implementación?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6C0A0D8D-1450-4ACF-9019-A0DB874EE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346" t="34654" r="47377" b="27623"/>
          <a:stretch/>
        </p:blipFill>
        <p:spPr>
          <a:xfrm>
            <a:off x="196850" y="2452874"/>
            <a:ext cx="4024123" cy="402412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2FDDD67-7ABD-40C0-8643-F3466473BD0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14" t="1861" r="64831" b="59094"/>
          <a:stretch/>
        </p:blipFill>
        <p:spPr>
          <a:xfrm>
            <a:off x="3552609" y="4039794"/>
            <a:ext cx="4091065" cy="26777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1999928-6953-4927-947E-411FD57029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354" t="17994" r="47888" b="34498"/>
          <a:stretch/>
        </p:blipFill>
        <p:spPr>
          <a:xfrm>
            <a:off x="6985310" y="2439030"/>
            <a:ext cx="4786481" cy="276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958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E50D4C8-6384-4289-A8C8-A527875D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18"/>
            <a:ext cx="291666" cy="2019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53920" tIns="31740" rIns="0" bIns="1587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AR" altLang="es-AR" sz="10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s-AR" altLang="es-A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2" descr="{\displaystyle c(n)={\cfrac {n^{2}-n}{2}}}">
            <a:extLst>
              <a:ext uri="{FF2B5EF4-FFF2-40B4-BE49-F238E27FC236}">
                <a16:creationId xmlns:a16="http://schemas.microsoft.com/office/drawing/2014/main" id="{5AC21A3E-7302-41A1-BEFE-7ED6D8A1E742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96850" y="-350838"/>
            <a:ext cx="4024124" cy="4024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9" name="AutoShape 3" descr="{\displaystyle \Theta (c(n))=n^{2}\;}">
            <a:extLst>
              <a:ext uri="{FF2B5EF4-FFF2-40B4-BE49-F238E27FC236}">
                <a16:creationId xmlns:a16="http://schemas.microsoft.com/office/drawing/2014/main" id="{A31209E7-3164-4F8C-8D0E-DA3CF4D250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-2127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10" name="AutoShape 4" descr="{\displaystyle \Theta (i(n))=?\;}">
            <a:extLst>
              <a:ext uri="{FF2B5EF4-FFF2-40B4-BE49-F238E27FC236}">
                <a16:creationId xmlns:a16="http://schemas.microsoft.com/office/drawing/2014/main" id="{38C2B056-F77C-424A-A7FD-9B62FABF6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6850" y="381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AR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AB7A512-4BAB-45E2-B511-B86071EBB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AR" b="1" u="sng" dirty="0"/>
              <a:t>Ejercicio 1: </a:t>
            </a:r>
            <a:r>
              <a:rPr lang="es-AR" dirty="0"/>
              <a:t>Crear un menú que permita, crear vector, mostrar vector y elegir porque método de ordenamiento va a reorganizar el vector, luego que muestre el vector ordenado. </a:t>
            </a:r>
          </a:p>
          <a:p>
            <a:pPr algn="just"/>
            <a:r>
              <a:rPr lang="es-AR" b="1" u="sng" dirty="0"/>
              <a:t>Ejercicio 2: </a:t>
            </a:r>
            <a:r>
              <a:rPr lang="es-AR" dirty="0"/>
              <a:t>Haga un menú semejante al anterior, pero también se tiene que poder elegir si se quiere ordenar de  mayor a menor o de menor a mayor. </a:t>
            </a:r>
          </a:p>
          <a:p>
            <a:pPr algn="just"/>
            <a:r>
              <a:rPr lang="es-AR" b="1" u="sng" dirty="0"/>
              <a:t>Ejercicio 3: </a:t>
            </a:r>
            <a:r>
              <a:rPr lang="es-AR" dirty="0"/>
              <a:t>¿Funcionan los métodos con vectores de flotantes?¿Como haría para que funcionen? </a:t>
            </a:r>
          </a:p>
          <a:p>
            <a:pPr algn="just"/>
            <a:r>
              <a:rPr lang="es-AR" b="1" u="sng" dirty="0"/>
              <a:t>Ejercicio 4: </a:t>
            </a:r>
            <a:r>
              <a:rPr lang="es-AR" dirty="0"/>
              <a:t>Investigue en nuestros apuntes y otros, otros métodos de ordenamiento, trate de conseguir y explicar su funcionamiento en C, se les podría preguntar algo sobre algún método extra que a usted le interese en los exámenes. </a:t>
            </a:r>
          </a:p>
        </p:txBody>
      </p:sp>
    </p:spTree>
    <p:extLst>
      <p:ext uri="{BB962C8B-B14F-4D97-AF65-F5344CB8AC3E}">
        <p14:creationId xmlns:p14="http://schemas.microsoft.com/office/powerpoint/2010/main" val="38805405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s-AR" dirty="0"/>
              <a:t>Supongamos que tenemos un vector de 10000 elementos numéricos, y yo les pregunto si el numero 13.72 pertenece al vector. Como harían? Los algoritmos que resuelven esto problemas se llaman algoritmos de búsqueda. Trabajaremos dos en la cursada, la búsqueda secuencial, y la búsqueda binaria. </a:t>
            </a:r>
          </a:p>
          <a:p>
            <a:pPr marL="0" indent="0" algn="just">
              <a:buNone/>
            </a:pPr>
            <a:endParaRPr lang="es-AR" dirty="0"/>
          </a:p>
          <a:p>
            <a:pPr marL="0" indent="0" algn="just">
              <a:buNone/>
            </a:pPr>
            <a:r>
              <a:rPr lang="es-AR" dirty="0"/>
              <a:t>La búsqueda secuencial es quizás la mas fácil y es la que todos ustedes ya sabían hacer sin conocer su nombre, consta en recorrer todos los elementos y en base a un </a:t>
            </a:r>
            <a:r>
              <a:rPr lang="es-AR" dirty="0" err="1"/>
              <a:t>if</a:t>
            </a:r>
            <a:r>
              <a:rPr lang="es-AR" dirty="0"/>
              <a:t>, ver si el elemento existe o no.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buscar un elemento en  un arreglo?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B096919-8998-406B-A7C8-5EEF6DE362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54" t="39871" r="45461" b="25954"/>
          <a:stretch/>
        </p:blipFill>
        <p:spPr>
          <a:xfrm>
            <a:off x="6096000" y="2819792"/>
            <a:ext cx="5850385" cy="349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989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s-AR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la implementación?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5B69A7-C612-47AD-98BF-938E6FCA8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107" t="16958" r="7903" b="28285"/>
          <a:stretch/>
        </p:blipFill>
        <p:spPr>
          <a:xfrm>
            <a:off x="685801" y="2399024"/>
            <a:ext cx="10451536" cy="4302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33504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DA24AE8-D4DB-4CBC-B055-9027C40A9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538442"/>
            <a:ext cx="5410200" cy="40241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AR" dirty="0"/>
              <a:t>La otra técnica de búsqueda que usaremos es la búsqueda binaria. Este es un algoritmo mucho mas eficiente que la búsqueda secuencial, si y solo si, el vector esta ordenado. </a:t>
            </a:r>
          </a:p>
          <a:p>
            <a:pPr marL="0" indent="0" algn="just">
              <a:buNone/>
            </a:pPr>
            <a:r>
              <a:rPr lang="es-AR" dirty="0"/>
              <a:t>Es como la búsqueda que utilizamos nosotros los humanos para buscar en un diccionario.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buscar un elemento en  un arreglo?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188D46-3036-452F-9263-901AA8886F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646" t="37014" r="44660" b="28414"/>
          <a:stretch/>
        </p:blipFill>
        <p:spPr>
          <a:xfrm>
            <a:off x="6649376" y="2252357"/>
            <a:ext cx="4935984" cy="38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7077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D1E69E0-24A7-4D9D-A887-C2205527E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0306" t="17449" r="9299" b="21582"/>
          <a:stretch/>
        </p:blipFill>
        <p:spPr>
          <a:xfrm>
            <a:off x="1278385" y="2350363"/>
            <a:ext cx="9463596" cy="4210235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¿Cómo es la implementación?</a:t>
            </a:r>
          </a:p>
        </p:txBody>
      </p:sp>
    </p:spTree>
    <p:extLst>
      <p:ext uri="{BB962C8B-B14F-4D97-AF65-F5344CB8AC3E}">
        <p14:creationId xmlns:p14="http://schemas.microsoft.com/office/powerpoint/2010/main" val="27806848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EB5CC9-446C-40EC-BDFE-F373751E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s-AR" dirty="0"/>
              <a:t>U4:Arreglos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273FBB-2E8C-45BD-9560-590B7B01C51D}"/>
              </a:ext>
            </a:extLst>
          </p:cNvPr>
          <p:cNvSpPr txBox="1"/>
          <p:nvPr/>
        </p:nvSpPr>
        <p:spPr>
          <a:xfrm>
            <a:off x="6400801" y="2538442"/>
            <a:ext cx="537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AR" dirty="0"/>
          </a:p>
          <a:p>
            <a:endParaRPr lang="es-AR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92B4FEC-AD65-4D3A-9E0A-A7DBE0D5FB95}"/>
              </a:ext>
            </a:extLst>
          </p:cNvPr>
          <p:cNvSpPr/>
          <p:nvPr/>
        </p:nvSpPr>
        <p:spPr>
          <a:xfrm>
            <a:off x="763110" y="1528480"/>
            <a:ext cx="11275381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Búsqueda en un vector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D3FA8E9-A65F-4BF7-98BD-132532143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AR" b="1" u="sng" dirty="0"/>
              <a:t>Ejercicio: </a:t>
            </a:r>
            <a:r>
              <a:rPr lang="es-AR" dirty="0"/>
              <a:t>Crear un menú que permita al usuario elegir el tamaño de un vector de números flotantes, que permita cargar el vector a mano, cargar el vector de forma aleatoria, ver el vector, ordenar el vector por burbujeo, que el usuario ingrese un numero y el sistema diga si ese numero esta o no en el vector. </a:t>
            </a:r>
          </a:p>
        </p:txBody>
      </p:sp>
    </p:spTree>
    <p:extLst>
      <p:ext uri="{BB962C8B-B14F-4D97-AF65-F5344CB8AC3E}">
        <p14:creationId xmlns:p14="http://schemas.microsoft.com/office/powerpoint/2010/main" val="2091120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TM04033937[[fn=Estela de condensación]]</Template>
  <TotalTime>706</TotalTime>
  <Words>626</Words>
  <Application>Microsoft Office PowerPoint</Application>
  <PresentationFormat>Panorámica</PresentationFormat>
  <Paragraphs>60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Times New Roman</vt:lpstr>
      <vt:lpstr>Estela de condensación</vt:lpstr>
      <vt:lpstr>Programación de computadoras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  <vt:lpstr>U4:Arreglos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de computadoras</dc:title>
  <dc:creator>Nicolas Perez</dc:creator>
  <cp:lastModifiedBy>Nicolas Perez</cp:lastModifiedBy>
  <cp:revision>45</cp:revision>
  <dcterms:created xsi:type="dcterms:W3CDTF">2019-02-17T22:54:54Z</dcterms:created>
  <dcterms:modified xsi:type="dcterms:W3CDTF">2019-05-20T01:05:37Z</dcterms:modified>
</cp:coreProperties>
</file>